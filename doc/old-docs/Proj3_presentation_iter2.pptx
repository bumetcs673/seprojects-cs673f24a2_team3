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91" r:id="rId4"/>
    <p:sldId id="292" r:id="rId5"/>
    <p:sldId id="293" r:id="rId6"/>
    <p:sldId id="294" r:id="rId7"/>
    <p:sldId id="295" r:id="rId8"/>
    <p:sldId id="296" r:id="rId9"/>
    <p:sldId id="297" r:id="rId10"/>
    <p:sldId id="272" r:id="rId11"/>
    <p:sldId id="298" r:id="rId12"/>
    <p:sldId id="299" r:id="rId13"/>
    <p:sldId id="300" r:id="rId14"/>
    <p:sldId id="283" r:id="rId15"/>
    <p:sldId id="282" r:id="rId16"/>
    <p:sldId id="284" r:id="rId17"/>
    <p:sldId id="285" r:id="rId18"/>
    <p:sldId id="286" r:id="rId19"/>
    <p:sldId id="287" r:id="rId20"/>
    <p:sldId id="288" r:id="rId21"/>
    <p:sldId id="280" r:id="rId22"/>
    <p:sldId id="289" r:id="rId23"/>
    <p:sldId id="290"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81" r:id="rId37"/>
  </p:sldIdLst>
  <p:sldSz cx="9144000" cy="5143500" type="screen16x9"/>
  <p:notesSz cx="6858000" cy="9144000"/>
  <p:embeddedFontLst>
    <p:embeddedFont>
      <p:font typeface="Barlow" panose="00000500000000000000" pitchFamily="2" charset="0"/>
      <p:regular r:id="rId39"/>
    </p:embeddedFont>
    <p:embeddedFont>
      <p:font typeface="Barlow Semi Condensed" panose="00000506000000000000" pitchFamily="2" charset="0"/>
      <p:regular r:id="rId40"/>
      <p:bold r:id="rId41"/>
      <p:italic r:id="rId42"/>
      <p:boldItalic r:id="rId43"/>
    </p:embeddedFont>
    <p:embeddedFont>
      <p:font typeface="Barlow Semi Condensed Light" panose="00000406000000000000" pitchFamily="2" charset="0"/>
      <p:regular r:id="rId44"/>
      <p:bold r:id="rId45"/>
      <p:italic r:id="rId46"/>
      <p:boldItalic r:id="rId47"/>
    </p:embeddedFont>
    <p:embeddedFont>
      <p:font typeface="Barlow Semi Condensed Medium" panose="00000606000000000000" pitchFamily="2" charset="0"/>
      <p:regular r:id="rId48"/>
      <p:bold r:id="rId49"/>
      <p:italic r:id="rId50"/>
      <p:boldItalic r:id="rId51"/>
    </p:embeddedFont>
    <p:embeddedFont>
      <p:font typeface="Fjalla One" panose="02000506040000020004" pitchFamily="2" charset="0"/>
      <p:regular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j/Ls9gmxmOaCeVcqCjc1+0r3gg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B01255-6FFE-47F7-92DC-0D887E62E267}">
  <a:tblStyle styleId="{DDB01255-6FFE-47F7-92DC-0D887E62E26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1"/>
        <p:cNvGrpSpPr/>
        <p:nvPr/>
      </p:nvGrpSpPr>
      <p:grpSpPr>
        <a:xfrm>
          <a:off x="0" y="0"/>
          <a:ext cx="0" cy="0"/>
          <a:chOff x="0" y="0"/>
          <a:chExt cx="0" cy="0"/>
        </a:xfrm>
      </p:grpSpPr>
      <p:sp>
        <p:nvSpPr>
          <p:cNvPr id="3272" name="Google Shape;32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3" name="Google Shape;32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2"/>
        <p:cNvGrpSpPr/>
        <p:nvPr/>
      </p:nvGrpSpPr>
      <p:grpSpPr>
        <a:xfrm>
          <a:off x="0" y="0"/>
          <a:ext cx="0" cy="0"/>
          <a:chOff x="0" y="0"/>
          <a:chExt cx="0" cy="0"/>
        </a:xfrm>
      </p:grpSpPr>
      <p:sp>
        <p:nvSpPr>
          <p:cNvPr id="3473" name="Google Shape;347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4" name="Google Shape;347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8"/>
        <p:cNvGrpSpPr/>
        <p:nvPr/>
      </p:nvGrpSpPr>
      <p:grpSpPr>
        <a:xfrm>
          <a:off x="0" y="0"/>
          <a:ext cx="0" cy="0"/>
          <a:chOff x="0" y="0"/>
          <a:chExt cx="0" cy="0"/>
        </a:xfrm>
      </p:grpSpPr>
      <p:sp>
        <p:nvSpPr>
          <p:cNvPr id="2099" name="Google Shape;2099;g312bfb4b743_5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0" name="Google Shape;2100;g312bfb4b743_5_6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g312bfb4b743_5_6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6" name="Google Shape;2106;g312bfb4b743_5_6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312bfb4b743_5_7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1" name="Google Shape;2131;g312bfb4b743_5_7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5"/>
        <p:cNvGrpSpPr/>
        <p:nvPr/>
      </p:nvGrpSpPr>
      <p:grpSpPr>
        <a:xfrm>
          <a:off x="0" y="0"/>
          <a:ext cx="0" cy="0"/>
          <a:chOff x="0" y="0"/>
          <a:chExt cx="0" cy="0"/>
        </a:xfrm>
      </p:grpSpPr>
      <p:sp>
        <p:nvSpPr>
          <p:cNvPr id="2136" name="Google Shape;2136;g312bfb4b743_5_7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7" name="Google Shape;2137;g312bfb4b743_5_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g312bfb4b74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9" name="Google Shape;2529;g312bfb4b743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4"/>
        <p:cNvGrpSpPr/>
        <p:nvPr/>
      </p:nvGrpSpPr>
      <p:grpSpPr>
        <a:xfrm>
          <a:off x="0" y="0"/>
          <a:ext cx="0" cy="0"/>
          <a:chOff x="0" y="0"/>
          <a:chExt cx="0" cy="0"/>
        </a:xfrm>
      </p:grpSpPr>
      <p:sp>
        <p:nvSpPr>
          <p:cNvPr id="2535" name="Google Shape;2535;g312bfb4b743_5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6" name="Google Shape;2536;g312bfb4b743_5_7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4"/>
        <p:cNvGrpSpPr/>
        <p:nvPr/>
      </p:nvGrpSpPr>
      <p:grpSpPr>
        <a:xfrm>
          <a:off x="0" y="0"/>
          <a:ext cx="0" cy="0"/>
          <a:chOff x="0" y="0"/>
          <a:chExt cx="0" cy="0"/>
        </a:xfrm>
      </p:grpSpPr>
      <p:sp>
        <p:nvSpPr>
          <p:cNvPr id="2565" name="Google Shape;2565;g312bfb4b743_5_7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6" name="Google Shape;2566;g312bfb4b743_5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6"/>
        <p:cNvGrpSpPr/>
        <p:nvPr/>
      </p:nvGrpSpPr>
      <p:grpSpPr>
        <a:xfrm>
          <a:off x="0" y="0"/>
          <a:ext cx="0" cy="0"/>
          <a:chOff x="0" y="0"/>
          <a:chExt cx="0" cy="0"/>
        </a:xfrm>
      </p:grpSpPr>
      <p:sp>
        <p:nvSpPr>
          <p:cNvPr id="4247" name="Google Shape;4247;g305ade6756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8" name="Google Shape;4248;g305ade67567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0"/>
        <p:cNvGrpSpPr/>
        <p:nvPr/>
      </p:nvGrpSpPr>
      <p:grpSpPr>
        <a:xfrm>
          <a:off x="0" y="0"/>
          <a:ext cx="0" cy="0"/>
          <a:chOff x="0" y="0"/>
          <a:chExt cx="0" cy="0"/>
        </a:xfrm>
      </p:grpSpPr>
      <p:sp>
        <p:nvSpPr>
          <p:cNvPr id="4471" name="Google Shape;447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72" name="Google Shape;447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7"/>
        <p:cNvGrpSpPr/>
        <p:nvPr/>
      </p:nvGrpSpPr>
      <p:grpSpPr>
        <a:xfrm>
          <a:off x="0" y="0"/>
          <a:ext cx="0" cy="0"/>
          <a:chOff x="0" y="0"/>
          <a:chExt cx="0" cy="0"/>
        </a:xfrm>
      </p:grpSpPr>
      <p:sp>
        <p:nvSpPr>
          <p:cNvPr id="2328" name="Google Shape;2328;g312bfb4b743_5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9" name="Google Shape;2329;g312bfb4b743_5_6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3"/>
        <p:cNvGrpSpPr/>
        <p:nvPr/>
      </p:nvGrpSpPr>
      <p:grpSpPr>
        <a:xfrm>
          <a:off x="0" y="0"/>
          <a:ext cx="0" cy="0"/>
          <a:chOff x="0" y="0"/>
          <a:chExt cx="0" cy="0"/>
        </a:xfrm>
      </p:grpSpPr>
      <p:sp>
        <p:nvSpPr>
          <p:cNvPr id="2334" name="Google Shape;2334;g312bfb4b743_5_6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5" name="Google Shape;2335;g312bfb4b743_5_6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4"/>
        <p:cNvGrpSpPr/>
        <p:nvPr/>
      </p:nvGrpSpPr>
      <p:grpSpPr>
        <a:xfrm>
          <a:off x="0" y="0"/>
          <a:ext cx="0" cy="0"/>
          <a:chOff x="0" y="0"/>
          <a:chExt cx="0" cy="0"/>
        </a:xfrm>
      </p:grpSpPr>
      <p:sp>
        <p:nvSpPr>
          <p:cNvPr id="2355" name="Google Shape;2355;g312bfb4b743_5_7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6" name="Google Shape;2356;g312bfb4b743_5_7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8"/>
        <p:cNvGrpSpPr/>
        <p:nvPr/>
      </p:nvGrpSpPr>
      <p:grpSpPr>
        <a:xfrm>
          <a:off x="0" y="0"/>
          <a:ext cx="0" cy="0"/>
          <a:chOff x="0" y="0"/>
          <a:chExt cx="0" cy="0"/>
        </a:xfrm>
      </p:grpSpPr>
      <p:sp>
        <p:nvSpPr>
          <p:cNvPr id="2379" name="Google Shape;2379;g312bfb4b743_5_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0" name="Google Shape;2380;g312bfb4b743_5_7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1"/>
        <p:cNvGrpSpPr/>
        <p:nvPr/>
      </p:nvGrpSpPr>
      <p:grpSpPr>
        <a:xfrm>
          <a:off x="0" y="0"/>
          <a:ext cx="0" cy="0"/>
          <a:chOff x="0" y="0"/>
          <a:chExt cx="0" cy="0"/>
        </a:xfrm>
      </p:grpSpPr>
      <p:sp>
        <p:nvSpPr>
          <p:cNvPr id="2392" name="Google Shape;2392;g312bfb4b743_5_7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3" name="Google Shape;2393;g312bfb4b743_5_7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7"/>
        <p:cNvGrpSpPr/>
        <p:nvPr/>
      </p:nvGrpSpPr>
      <p:grpSpPr>
        <a:xfrm>
          <a:off x="0" y="0"/>
          <a:ext cx="0" cy="0"/>
          <a:chOff x="0" y="0"/>
          <a:chExt cx="0" cy="0"/>
        </a:xfrm>
      </p:grpSpPr>
      <p:sp>
        <p:nvSpPr>
          <p:cNvPr id="2398" name="Google Shape;2398;g312bfb4b743_5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9" name="Google Shape;2399;g312bfb4b743_5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4"/>
        <p:cNvGrpSpPr/>
        <p:nvPr/>
      </p:nvGrpSpPr>
      <p:grpSpPr>
        <a:xfrm>
          <a:off x="0" y="0"/>
          <a:ext cx="0" cy="0"/>
          <a:chOff x="0" y="0"/>
          <a:chExt cx="0" cy="0"/>
        </a:xfrm>
      </p:grpSpPr>
      <p:sp>
        <p:nvSpPr>
          <p:cNvPr id="2405" name="Google Shape;2405;g312bfb4b743_5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6" name="Google Shape;2406;g312bfb4b743_5_7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2"/>
        <p:cNvGrpSpPr/>
        <p:nvPr/>
      </p:nvGrpSpPr>
      <p:grpSpPr>
        <a:xfrm>
          <a:off x="0" y="0"/>
          <a:ext cx="0" cy="0"/>
          <a:chOff x="0" y="0"/>
          <a:chExt cx="0" cy="0"/>
        </a:xfrm>
      </p:grpSpPr>
      <p:sp>
        <p:nvSpPr>
          <p:cNvPr id="2443" name="Google Shape;2443;g312bfb4b743_5_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4" name="Google Shape;2444;g312bfb4b743_5_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2"/>
        <p:cNvGrpSpPr/>
        <p:nvPr/>
      </p:nvGrpSpPr>
      <p:grpSpPr>
        <a:xfrm>
          <a:off x="0" y="0"/>
          <a:ext cx="0" cy="0"/>
          <a:chOff x="0" y="0"/>
          <a:chExt cx="0" cy="0"/>
        </a:xfrm>
      </p:grpSpPr>
      <p:sp>
        <p:nvSpPr>
          <p:cNvPr id="2833" name="Google Shape;2833;g312bfb4b743_5_1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4" name="Google Shape;2834;g312bfb4b743_5_11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8"/>
        <p:cNvGrpSpPr/>
        <p:nvPr/>
      </p:nvGrpSpPr>
      <p:grpSpPr>
        <a:xfrm>
          <a:off x="0" y="0"/>
          <a:ext cx="0" cy="0"/>
          <a:chOff x="0" y="0"/>
          <a:chExt cx="0" cy="0"/>
        </a:xfrm>
      </p:grpSpPr>
      <p:sp>
        <p:nvSpPr>
          <p:cNvPr id="2839" name="Google Shape;283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0" name="Google Shape;284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4"/>
        <p:cNvGrpSpPr/>
        <p:nvPr/>
      </p:nvGrpSpPr>
      <p:grpSpPr>
        <a:xfrm>
          <a:off x="0" y="0"/>
          <a:ext cx="0" cy="0"/>
          <a:chOff x="0" y="0"/>
          <a:chExt cx="0" cy="0"/>
        </a:xfrm>
      </p:grpSpPr>
      <p:sp>
        <p:nvSpPr>
          <p:cNvPr id="2845" name="Google Shape;2845;g304b0f002f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6" name="Google Shape;2846;g304b0f002fb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1"/>
        <p:cNvGrpSpPr/>
        <p:nvPr/>
      </p:nvGrpSpPr>
      <p:grpSpPr>
        <a:xfrm>
          <a:off x="0" y="0"/>
          <a:ext cx="0" cy="0"/>
          <a:chOff x="0" y="0"/>
          <a:chExt cx="0" cy="0"/>
        </a:xfrm>
      </p:grpSpPr>
      <p:sp>
        <p:nvSpPr>
          <p:cNvPr id="2852" name="Google Shape;2852;g312bfb4b74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3" name="Google Shape;2853;g312bfb4b743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8"/>
        <p:cNvGrpSpPr/>
        <p:nvPr/>
      </p:nvGrpSpPr>
      <p:grpSpPr>
        <a:xfrm>
          <a:off x="0" y="0"/>
          <a:ext cx="0" cy="0"/>
          <a:chOff x="0" y="0"/>
          <a:chExt cx="0" cy="0"/>
        </a:xfrm>
      </p:grpSpPr>
      <p:sp>
        <p:nvSpPr>
          <p:cNvPr id="2859" name="Google Shape;2859;g312bfb4b74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0" name="Google Shape;2860;g312bfb4b743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5"/>
        <p:cNvGrpSpPr/>
        <p:nvPr/>
      </p:nvGrpSpPr>
      <p:grpSpPr>
        <a:xfrm>
          <a:off x="0" y="0"/>
          <a:ext cx="0" cy="0"/>
          <a:chOff x="0" y="0"/>
          <a:chExt cx="0" cy="0"/>
        </a:xfrm>
      </p:grpSpPr>
      <p:sp>
        <p:nvSpPr>
          <p:cNvPr id="2866" name="Google Shape;2866;g312bfb4b743_0_16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7" name="Google Shape;2867;g312bfb4b743_0_16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8"/>
        <p:cNvGrpSpPr/>
        <p:nvPr/>
      </p:nvGrpSpPr>
      <p:grpSpPr>
        <a:xfrm>
          <a:off x="0" y="0"/>
          <a:ext cx="0" cy="0"/>
          <a:chOff x="0" y="0"/>
          <a:chExt cx="0" cy="0"/>
        </a:xfrm>
      </p:grpSpPr>
      <p:sp>
        <p:nvSpPr>
          <p:cNvPr id="4479" name="Google Shape;447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0" name="Google Shape;448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61"/>
          <p:cNvSpPr txBox="1">
            <a:spLocks noGrp="1"/>
          </p:cNvSpPr>
          <p:nvPr>
            <p:ph type="ctrTitle"/>
          </p:nvPr>
        </p:nvSpPr>
        <p:spPr>
          <a:xfrm>
            <a:off x="5248656" y="2002536"/>
            <a:ext cx="3264300" cy="1792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5200"/>
              <a:buNone/>
              <a:defRPr sz="5200"/>
            </a:lvl1pPr>
            <a:lvl2pPr lvl="1" algn="r">
              <a:lnSpc>
                <a:spcPct val="100000"/>
              </a:lnSpc>
              <a:spcBef>
                <a:spcPts val="0"/>
              </a:spcBef>
              <a:spcAft>
                <a:spcPts val="0"/>
              </a:spcAft>
              <a:buSzPts val="5200"/>
              <a:buNone/>
              <a:defRPr sz="5200"/>
            </a:lvl2pPr>
            <a:lvl3pPr lvl="2" algn="r">
              <a:lnSpc>
                <a:spcPct val="100000"/>
              </a:lnSpc>
              <a:spcBef>
                <a:spcPts val="0"/>
              </a:spcBef>
              <a:spcAft>
                <a:spcPts val="0"/>
              </a:spcAft>
              <a:buSzPts val="5200"/>
              <a:buNone/>
              <a:defRPr sz="5200"/>
            </a:lvl3pPr>
            <a:lvl4pPr lvl="3" algn="r">
              <a:lnSpc>
                <a:spcPct val="100000"/>
              </a:lnSpc>
              <a:spcBef>
                <a:spcPts val="0"/>
              </a:spcBef>
              <a:spcAft>
                <a:spcPts val="0"/>
              </a:spcAft>
              <a:buSzPts val="5200"/>
              <a:buNone/>
              <a:defRPr sz="5200"/>
            </a:lvl4pPr>
            <a:lvl5pPr lvl="4" algn="r">
              <a:lnSpc>
                <a:spcPct val="100000"/>
              </a:lnSpc>
              <a:spcBef>
                <a:spcPts val="0"/>
              </a:spcBef>
              <a:spcAft>
                <a:spcPts val="0"/>
              </a:spcAft>
              <a:buSzPts val="5200"/>
              <a:buNone/>
              <a:defRPr sz="5200"/>
            </a:lvl5pPr>
            <a:lvl6pPr lvl="5" algn="r">
              <a:lnSpc>
                <a:spcPct val="100000"/>
              </a:lnSpc>
              <a:spcBef>
                <a:spcPts val="0"/>
              </a:spcBef>
              <a:spcAft>
                <a:spcPts val="0"/>
              </a:spcAft>
              <a:buSzPts val="5200"/>
              <a:buNone/>
              <a:defRPr sz="5200"/>
            </a:lvl6pPr>
            <a:lvl7pPr lvl="6" algn="r">
              <a:lnSpc>
                <a:spcPct val="100000"/>
              </a:lnSpc>
              <a:spcBef>
                <a:spcPts val="0"/>
              </a:spcBef>
              <a:spcAft>
                <a:spcPts val="0"/>
              </a:spcAft>
              <a:buSzPts val="5200"/>
              <a:buNone/>
              <a:defRPr sz="5200"/>
            </a:lvl7pPr>
            <a:lvl8pPr lvl="7" algn="r">
              <a:lnSpc>
                <a:spcPct val="100000"/>
              </a:lnSpc>
              <a:spcBef>
                <a:spcPts val="0"/>
              </a:spcBef>
              <a:spcAft>
                <a:spcPts val="0"/>
              </a:spcAft>
              <a:buSzPts val="5200"/>
              <a:buNone/>
              <a:defRPr sz="5200"/>
            </a:lvl8pPr>
            <a:lvl9pPr lvl="8" algn="r">
              <a:lnSpc>
                <a:spcPct val="100000"/>
              </a:lnSpc>
              <a:spcBef>
                <a:spcPts val="0"/>
              </a:spcBef>
              <a:spcAft>
                <a:spcPts val="0"/>
              </a:spcAft>
              <a:buSzPts val="5200"/>
              <a:buNone/>
              <a:defRPr sz="5200"/>
            </a:lvl9pPr>
          </a:lstStyle>
          <a:p>
            <a:endParaRPr/>
          </a:p>
        </p:txBody>
      </p:sp>
      <p:sp>
        <p:nvSpPr>
          <p:cNvPr id="9" name="Google Shape;9;p61"/>
          <p:cNvSpPr txBox="1">
            <a:spLocks noGrp="1"/>
          </p:cNvSpPr>
          <p:nvPr>
            <p:ph type="subTitle" idx="1"/>
          </p:nvPr>
        </p:nvSpPr>
        <p:spPr>
          <a:xfrm>
            <a:off x="5248656" y="3721608"/>
            <a:ext cx="3264300" cy="8961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61"/>
          <p:cNvCxnSpPr/>
          <p:nvPr/>
        </p:nvCxnSpPr>
        <p:spPr>
          <a:xfrm flipH="1">
            <a:off x="5827050" y="451300"/>
            <a:ext cx="1672500" cy="126000"/>
          </a:xfrm>
          <a:prstGeom prst="straightConnector1">
            <a:avLst/>
          </a:prstGeom>
          <a:noFill/>
          <a:ln w="9525" cap="flat" cmpd="sng">
            <a:solidFill>
              <a:schemeClr val="dk1"/>
            </a:solidFill>
            <a:prstDash val="solid"/>
            <a:round/>
            <a:headEnd type="none" w="sm" len="sm"/>
            <a:tailEnd type="none" w="sm" len="sm"/>
          </a:ln>
        </p:spPr>
      </p:cxnSp>
      <p:cxnSp>
        <p:nvCxnSpPr>
          <p:cNvPr id="11" name="Google Shape;11;p61"/>
          <p:cNvCxnSpPr/>
          <p:nvPr/>
        </p:nvCxnSpPr>
        <p:spPr>
          <a:xfrm rot="10800000">
            <a:off x="7512925" y="457850"/>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12" name="Google Shape;12;p61"/>
          <p:cNvCxnSpPr/>
          <p:nvPr/>
        </p:nvCxnSpPr>
        <p:spPr>
          <a:xfrm flipH="1">
            <a:off x="8348975" y="-6625"/>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13" name="Google Shape;13;p61"/>
          <p:cNvGrpSpPr/>
          <p:nvPr/>
        </p:nvGrpSpPr>
        <p:grpSpPr>
          <a:xfrm>
            <a:off x="8064275" y="887850"/>
            <a:ext cx="581800" cy="582350"/>
            <a:chOff x="8064275" y="887850"/>
            <a:chExt cx="581800" cy="582350"/>
          </a:xfrm>
        </p:grpSpPr>
        <p:sp>
          <p:nvSpPr>
            <p:cNvPr id="14" name="Google Shape;14;p6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6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6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6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6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6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 name="Google Shape;20;p61"/>
          <p:cNvGrpSpPr/>
          <p:nvPr/>
        </p:nvGrpSpPr>
        <p:grpSpPr>
          <a:xfrm>
            <a:off x="7353050" y="316275"/>
            <a:ext cx="292025" cy="292575"/>
            <a:chOff x="7353050" y="316275"/>
            <a:chExt cx="292025" cy="292575"/>
          </a:xfrm>
        </p:grpSpPr>
        <p:sp>
          <p:nvSpPr>
            <p:cNvPr id="21" name="Google Shape;21;p6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6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6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6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61"/>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61"/>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61"/>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61"/>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61"/>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61"/>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 name="Google Shape;31;p61"/>
          <p:cNvGrpSpPr/>
          <p:nvPr/>
        </p:nvGrpSpPr>
        <p:grpSpPr>
          <a:xfrm>
            <a:off x="5443350" y="289275"/>
            <a:ext cx="175013" cy="27000"/>
            <a:chOff x="5662375" y="212375"/>
            <a:chExt cx="175013" cy="27000"/>
          </a:xfrm>
        </p:grpSpPr>
        <p:sp>
          <p:nvSpPr>
            <p:cNvPr id="32" name="Google Shape;32;p6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6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 name="Google Shape;35;p61"/>
          <p:cNvGrpSpPr/>
          <p:nvPr/>
        </p:nvGrpSpPr>
        <p:grpSpPr>
          <a:xfrm>
            <a:off x="8490050" y="170875"/>
            <a:ext cx="175013" cy="27000"/>
            <a:chOff x="5662375" y="212375"/>
            <a:chExt cx="175013" cy="27000"/>
          </a:xfrm>
        </p:grpSpPr>
        <p:sp>
          <p:nvSpPr>
            <p:cNvPr id="36" name="Google Shape;36;p6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9" name="Google Shape;39;p61"/>
          <p:cNvGrpSpPr/>
          <p:nvPr/>
        </p:nvGrpSpPr>
        <p:grpSpPr>
          <a:xfrm>
            <a:off x="8068750" y="1581800"/>
            <a:ext cx="175013" cy="27000"/>
            <a:chOff x="5662375" y="212375"/>
            <a:chExt cx="175013" cy="27000"/>
          </a:xfrm>
        </p:grpSpPr>
        <p:sp>
          <p:nvSpPr>
            <p:cNvPr id="40" name="Google Shape;40;p6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6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6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3"/>
        <p:cNvGrpSpPr/>
        <p:nvPr/>
      </p:nvGrpSpPr>
      <p:grpSpPr>
        <a:xfrm>
          <a:off x="0" y="0"/>
          <a:ext cx="0" cy="0"/>
          <a:chOff x="0" y="0"/>
          <a:chExt cx="0" cy="0"/>
        </a:xfrm>
      </p:grpSpPr>
      <p:sp>
        <p:nvSpPr>
          <p:cNvPr id="44" name="Google Shape;44;p62"/>
          <p:cNvSpPr txBox="1">
            <a:spLocks noGrp="1"/>
          </p:cNvSpPr>
          <p:nvPr>
            <p:ph type="title"/>
          </p:nvPr>
        </p:nvSpPr>
        <p:spPr>
          <a:xfrm>
            <a:off x="5907024" y="356616"/>
            <a:ext cx="2615100" cy="576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SzPts val="2800"/>
              <a:buNone/>
              <a:defRPr/>
            </a:lvl2pPr>
            <a:lvl3pPr lvl="2" algn="r">
              <a:lnSpc>
                <a:spcPct val="100000"/>
              </a:lnSpc>
              <a:spcBef>
                <a:spcPts val="0"/>
              </a:spcBef>
              <a:spcAft>
                <a:spcPts val="0"/>
              </a:spcAft>
              <a:buSzPts val="2800"/>
              <a:buNone/>
              <a:defRPr/>
            </a:lvl3pPr>
            <a:lvl4pPr lvl="3" algn="r">
              <a:lnSpc>
                <a:spcPct val="100000"/>
              </a:lnSpc>
              <a:spcBef>
                <a:spcPts val="0"/>
              </a:spcBef>
              <a:spcAft>
                <a:spcPts val="0"/>
              </a:spcAft>
              <a:buSzPts val="2800"/>
              <a:buNone/>
              <a:defRPr/>
            </a:lvl4pPr>
            <a:lvl5pPr lvl="4" algn="r">
              <a:lnSpc>
                <a:spcPct val="100000"/>
              </a:lnSpc>
              <a:spcBef>
                <a:spcPts val="0"/>
              </a:spcBef>
              <a:spcAft>
                <a:spcPts val="0"/>
              </a:spcAft>
              <a:buSzPts val="2800"/>
              <a:buNone/>
              <a:defRPr/>
            </a:lvl5pPr>
            <a:lvl6pPr lvl="5" algn="r">
              <a:lnSpc>
                <a:spcPct val="100000"/>
              </a:lnSpc>
              <a:spcBef>
                <a:spcPts val="0"/>
              </a:spcBef>
              <a:spcAft>
                <a:spcPts val="0"/>
              </a:spcAft>
              <a:buSzPts val="2800"/>
              <a:buNone/>
              <a:defRPr/>
            </a:lvl6pPr>
            <a:lvl7pPr lvl="6" algn="r">
              <a:lnSpc>
                <a:spcPct val="100000"/>
              </a:lnSpc>
              <a:spcBef>
                <a:spcPts val="0"/>
              </a:spcBef>
              <a:spcAft>
                <a:spcPts val="0"/>
              </a:spcAft>
              <a:buSzPts val="2800"/>
              <a:buNone/>
              <a:defRPr/>
            </a:lvl7pPr>
            <a:lvl8pPr lvl="7" algn="r">
              <a:lnSpc>
                <a:spcPct val="100000"/>
              </a:lnSpc>
              <a:spcBef>
                <a:spcPts val="0"/>
              </a:spcBef>
              <a:spcAft>
                <a:spcPts val="0"/>
              </a:spcAft>
              <a:buSzPts val="2800"/>
              <a:buNone/>
              <a:defRPr/>
            </a:lvl8pPr>
            <a:lvl9pPr lvl="8" algn="r">
              <a:lnSpc>
                <a:spcPct val="100000"/>
              </a:lnSpc>
              <a:spcBef>
                <a:spcPts val="0"/>
              </a:spcBef>
              <a:spcAft>
                <a:spcPts val="0"/>
              </a:spcAft>
              <a:buSzPts val="2800"/>
              <a:buNone/>
              <a:defRPr/>
            </a:lvl9pPr>
          </a:lstStyle>
          <a:p>
            <a:endParaRPr/>
          </a:p>
        </p:txBody>
      </p:sp>
      <p:sp>
        <p:nvSpPr>
          <p:cNvPr id="45" name="Google Shape;45;p62"/>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46" name="Google Shape;46;p62"/>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47" name="Google Shape;47;p62"/>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48" name="Google Shape;48;p62"/>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49" name="Google Shape;49;p62"/>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50" name="Google Shape;50;p62"/>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51" name="Google Shape;51;p62"/>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52" name="Google Shape;52;p62"/>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53" name="Google Shape;53;p62"/>
          <p:cNvSpPr txBox="1">
            <a:spLocks noGrp="1"/>
          </p:cNvSpPr>
          <p:nvPr>
            <p:ph type="title" idx="9"/>
          </p:nvPr>
        </p:nvSpPr>
        <p:spPr>
          <a:xfrm>
            <a:off x="813816" y="722376"/>
            <a:ext cx="457200" cy="347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54" name="Google Shape;54;p62"/>
          <p:cNvSpPr txBox="1">
            <a:spLocks noGrp="1"/>
          </p:cNvSpPr>
          <p:nvPr>
            <p:ph type="title" idx="13"/>
          </p:nvPr>
        </p:nvSpPr>
        <p:spPr>
          <a:xfrm>
            <a:off x="813816" y="1801368"/>
            <a:ext cx="457200" cy="347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55" name="Google Shape;55;p62"/>
          <p:cNvSpPr txBox="1">
            <a:spLocks noGrp="1"/>
          </p:cNvSpPr>
          <p:nvPr>
            <p:ph type="title" idx="14"/>
          </p:nvPr>
        </p:nvSpPr>
        <p:spPr>
          <a:xfrm>
            <a:off x="813816" y="2880360"/>
            <a:ext cx="457200" cy="347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56" name="Google Shape;56;p62"/>
          <p:cNvSpPr txBox="1">
            <a:spLocks noGrp="1"/>
          </p:cNvSpPr>
          <p:nvPr>
            <p:ph type="title" idx="15"/>
          </p:nvPr>
        </p:nvSpPr>
        <p:spPr>
          <a:xfrm>
            <a:off x="813816" y="3959352"/>
            <a:ext cx="457200" cy="347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7"/>
        <p:cNvGrpSpPr/>
        <p:nvPr/>
      </p:nvGrpSpPr>
      <p:grpSpPr>
        <a:xfrm>
          <a:off x="0" y="0"/>
          <a:ext cx="0" cy="0"/>
          <a:chOff x="0" y="0"/>
          <a:chExt cx="0" cy="0"/>
        </a:xfrm>
      </p:grpSpPr>
      <p:grpSp>
        <p:nvGrpSpPr>
          <p:cNvPr id="58" name="Google Shape;58;p63"/>
          <p:cNvGrpSpPr/>
          <p:nvPr/>
        </p:nvGrpSpPr>
        <p:grpSpPr>
          <a:xfrm>
            <a:off x="2132649" y="713253"/>
            <a:ext cx="4878702" cy="3717004"/>
            <a:chOff x="399425" y="238125"/>
            <a:chExt cx="6810025" cy="5187000"/>
          </a:xfrm>
        </p:grpSpPr>
        <p:sp>
          <p:nvSpPr>
            <p:cNvPr id="59" name="Google Shape;59;p6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 name="Google Shape;61;p63"/>
          <p:cNvSpPr txBox="1">
            <a:spLocks noGrp="1"/>
          </p:cNvSpPr>
          <p:nvPr>
            <p:ph type="title"/>
          </p:nvPr>
        </p:nvSpPr>
        <p:spPr>
          <a:xfrm>
            <a:off x="2971800" y="2231136"/>
            <a:ext cx="3200400" cy="804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2" name="Google Shape;62;p63"/>
          <p:cNvSpPr txBox="1">
            <a:spLocks noGrp="1"/>
          </p:cNvSpPr>
          <p:nvPr>
            <p:ph type="title" idx="2"/>
          </p:nvPr>
        </p:nvSpPr>
        <p:spPr>
          <a:xfrm>
            <a:off x="2971800" y="1161288"/>
            <a:ext cx="2967600" cy="1069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63" name="Google Shape;63;p6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grpSp>
        <p:nvGrpSpPr>
          <p:cNvPr id="64" name="Google Shape;64;p63"/>
          <p:cNvGrpSpPr/>
          <p:nvPr/>
        </p:nvGrpSpPr>
        <p:grpSpPr>
          <a:xfrm>
            <a:off x="432850" y="0"/>
            <a:ext cx="8278300" cy="5165700"/>
            <a:chOff x="432850" y="0"/>
            <a:chExt cx="8278300" cy="5165700"/>
          </a:xfrm>
        </p:grpSpPr>
        <p:cxnSp>
          <p:nvCxnSpPr>
            <p:cNvPr id="65" name="Google Shape;65;p63"/>
            <p:cNvCxnSpPr/>
            <p:nvPr/>
          </p:nvCxnSpPr>
          <p:spPr>
            <a:xfrm rot="10800000">
              <a:off x="8420275" y="2664300"/>
              <a:ext cx="0" cy="2501400"/>
            </a:xfrm>
            <a:prstGeom prst="straightConnector1">
              <a:avLst/>
            </a:prstGeom>
            <a:noFill/>
            <a:ln w="9525" cap="flat" cmpd="sng">
              <a:solidFill>
                <a:schemeClr val="dk1"/>
              </a:solidFill>
              <a:prstDash val="solid"/>
              <a:round/>
              <a:headEnd type="none" w="sm" len="sm"/>
              <a:tailEnd type="none" w="sm" len="sm"/>
            </a:ln>
          </p:spPr>
        </p:cxnSp>
        <p:grpSp>
          <p:nvGrpSpPr>
            <p:cNvPr id="66" name="Google Shape;66;p63"/>
            <p:cNvGrpSpPr/>
            <p:nvPr/>
          </p:nvGrpSpPr>
          <p:grpSpPr>
            <a:xfrm>
              <a:off x="8129350" y="4292175"/>
              <a:ext cx="581800" cy="582350"/>
              <a:chOff x="8064275" y="887850"/>
              <a:chExt cx="581800" cy="582350"/>
            </a:xfrm>
          </p:grpSpPr>
          <p:sp>
            <p:nvSpPr>
              <p:cNvPr id="67" name="Google Shape;67;p6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6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6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6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6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 name="Google Shape;73;p63"/>
            <p:cNvGrpSpPr/>
            <p:nvPr/>
          </p:nvGrpSpPr>
          <p:grpSpPr>
            <a:xfrm>
              <a:off x="8274238" y="3720600"/>
              <a:ext cx="292025" cy="292575"/>
              <a:chOff x="7353050" y="316275"/>
              <a:chExt cx="292025" cy="292575"/>
            </a:xfrm>
          </p:grpSpPr>
          <p:sp>
            <p:nvSpPr>
              <p:cNvPr id="74" name="Google Shape;74;p6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6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6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6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 name="Google Shape;78;p63"/>
            <p:cNvGrpSpPr/>
            <p:nvPr/>
          </p:nvGrpSpPr>
          <p:grpSpPr>
            <a:xfrm>
              <a:off x="8332763" y="3212475"/>
              <a:ext cx="175000" cy="175000"/>
              <a:chOff x="8792300" y="321275"/>
              <a:chExt cx="175000" cy="175000"/>
            </a:xfrm>
          </p:grpSpPr>
          <p:sp>
            <p:nvSpPr>
              <p:cNvPr id="79" name="Google Shape;79;p6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6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6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83" name="Google Shape;83;p63"/>
            <p:cNvCxnSpPr/>
            <p:nvPr/>
          </p:nvCxnSpPr>
          <p:spPr>
            <a:xfrm>
              <a:off x="723725" y="613"/>
              <a:ext cx="0" cy="2501400"/>
            </a:xfrm>
            <a:prstGeom prst="straightConnector1">
              <a:avLst/>
            </a:prstGeom>
            <a:noFill/>
            <a:ln w="9525" cap="flat" cmpd="sng">
              <a:solidFill>
                <a:schemeClr val="dk1"/>
              </a:solidFill>
              <a:prstDash val="solid"/>
              <a:round/>
              <a:headEnd type="none" w="sm" len="sm"/>
              <a:tailEnd type="none" w="sm" len="sm"/>
            </a:ln>
          </p:spPr>
        </p:cxnSp>
        <p:grpSp>
          <p:nvGrpSpPr>
            <p:cNvPr id="84" name="Google Shape;84;p63"/>
            <p:cNvGrpSpPr/>
            <p:nvPr/>
          </p:nvGrpSpPr>
          <p:grpSpPr>
            <a:xfrm rot="10800000">
              <a:off x="432850" y="291788"/>
              <a:ext cx="581800" cy="582350"/>
              <a:chOff x="8064275" y="887850"/>
              <a:chExt cx="581800" cy="582350"/>
            </a:xfrm>
          </p:grpSpPr>
          <p:sp>
            <p:nvSpPr>
              <p:cNvPr id="85" name="Google Shape;85;p6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6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6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6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1" name="Google Shape;91;p63"/>
            <p:cNvGrpSpPr/>
            <p:nvPr/>
          </p:nvGrpSpPr>
          <p:grpSpPr>
            <a:xfrm rot="10800000">
              <a:off x="577738" y="1153138"/>
              <a:ext cx="292025" cy="292575"/>
              <a:chOff x="7353050" y="316275"/>
              <a:chExt cx="292025" cy="292575"/>
            </a:xfrm>
          </p:grpSpPr>
          <p:sp>
            <p:nvSpPr>
              <p:cNvPr id="92" name="Google Shape;92;p6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6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6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6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 name="Google Shape;96;p63"/>
            <p:cNvGrpSpPr/>
            <p:nvPr/>
          </p:nvGrpSpPr>
          <p:grpSpPr>
            <a:xfrm rot="10800000">
              <a:off x="636238" y="1778838"/>
              <a:ext cx="175000" cy="175000"/>
              <a:chOff x="8792300" y="321275"/>
              <a:chExt cx="175000" cy="175000"/>
            </a:xfrm>
          </p:grpSpPr>
          <p:sp>
            <p:nvSpPr>
              <p:cNvPr id="97" name="Google Shape;97;p6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6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6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 name="Google Shape;101;p63"/>
            <p:cNvGrpSpPr/>
            <p:nvPr/>
          </p:nvGrpSpPr>
          <p:grpSpPr>
            <a:xfrm>
              <a:off x="432850" y="2003163"/>
              <a:ext cx="175013" cy="27000"/>
              <a:chOff x="5662375" y="212375"/>
              <a:chExt cx="175013" cy="27000"/>
            </a:xfrm>
          </p:grpSpPr>
          <p:sp>
            <p:nvSpPr>
              <p:cNvPr id="102" name="Google Shape;102;p6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6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6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5" name="Google Shape;105;p63"/>
            <p:cNvGrpSpPr/>
            <p:nvPr/>
          </p:nvGrpSpPr>
          <p:grpSpPr>
            <a:xfrm>
              <a:off x="788100" y="208488"/>
              <a:ext cx="175013" cy="27000"/>
              <a:chOff x="5662375" y="212375"/>
              <a:chExt cx="175013" cy="27000"/>
            </a:xfrm>
          </p:grpSpPr>
          <p:sp>
            <p:nvSpPr>
              <p:cNvPr id="106" name="Google Shape;106;p6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6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6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9" name="Google Shape;109;p63"/>
            <p:cNvGrpSpPr/>
            <p:nvPr/>
          </p:nvGrpSpPr>
          <p:grpSpPr>
            <a:xfrm>
              <a:off x="8129350" y="4988725"/>
              <a:ext cx="175013" cy="27000"/>
              <a:chOff x="5662375" y="212375"/>
              <a:chExt cx="175013" cy="27000"/>
            </a:xfrm>
          </p:grpSpPr>
          <p:sp>
            <p:nvSpPr>
              <p:cNvPr id="110" name="Google Shape;110;p6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6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6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 name="Google Shape;113;p63"/>
            <p:cNvGrpSpPr/>
            <p:nvPr/>
          </p:nvGrpSpPr>
          <p:grpSpPr>
            <a:xfrm>
              <a:off x="8497550" y="3429425"/>
              <a:ext cx="175013" cy="27000"/>
              <a:chOff x="5662375" y="212375"/>
              <a:chExt cx="175013" cy="27000"/>
            </a:xfrm>
          </p:grpSpPr>
          <p:sp>
            <p:nvSpPr>
              <p:cNvPr id="114" name="Google Shape;114;p6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6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6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17" name="Google Shape;117;p63"/>
            <p:cNvCxnSpPr/>
            <p:nvPr/>
          </p:nvCxnSpPr>
          <p:spPr>
            <a:xfrm>
              <a:off x="8407225" y="0"/>
              <a:ext cx="0" cy="2160900"/>
            </a:xfrm>
            <a:prstGeom prst="straightConnector1">
              <a:avLst/>
            </a:prstGeom>
            <a:noFill/>
            <a:ln w="9525" cap="flat" cmpd="sng">
              <a:solidFill>
                <a:schemeClr val="dk1"/>
              </a:solidFill>
              <a:prstDash val="solid"/>
              <a:round/>
              <a:headEnd type="none" w="sm" len="sm"/>
              <a:tailEnd type="none" w="sm" len="sm"/>
            </a:ln>
          </p:spPr>
        </p:cxnSp>
        <p:cxnSp>
          <p:nvCxnSpPr>
            <p:cNvPr id="118" name="Google Shape;118;p63"/>
            <p:cNvCxnSpPr/>
            <p:nvPr/>
          </p:nvCxnSpPr>
          <p:spPr>
            <a:xfrm>
              <a:off x="718025" y="2985634"/>
              <a:ext cx="0" cy="2160900"/>
            </a:xfrm>
            <a:prstGeom prst="straightConnector1">
              <a:avLst/>
            </a:prstGeom>
            <a:noFill/>
            <a:ln w="9525" cap="flat" cmpd="sng">
              <a:solidFill>
                <a:schemeClr val="dk1"/>
              </a:solidFill>
              <a:prstDash val="solid"/>
              <a:round/>
              <a:headEnd type="none" w="sm" len="sm"/>
              <a:tailEnd type="none" w="sm" len="sm"/>
            </a:ln>
          </p:spPr>
        </p:cxnSp>
        <p:sp>
          <p:nvSpPr>
            <p:cNvPr id="119" name="Google Shape;119;p6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6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6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6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510"/>
        <p:cNvGrpSpPr/>
        <p:nvPr/>
      </p:nvGrpSpPr>
      <p:grpSpPr>
        <a:xfrm>
          <a:off x="0" y="0"/>
          <a:ext cx="0" cy="0"/>
          <a:chOff x="0" y="0"/>
          <a:chExt cx="0" cy="0"/>
        </a:xfrm>
      </p:grpSpPr>
      <p:sp>
        <p:nvSpPr>
          <p:cNvPr id="511" name="Google Shape;511;p84"/>
          <p:cNvSpPr txBox="1">
            <a:spLocks noGrp="1"/>
          </p:cNvSpPr>
          <p:nvPr>
            <p:ph type="title"/>
          </p:nvPr>
        </p:nvSpPr>
        <p:spPr>
          <a:xfrm>
            <a:off x="2105425" y="384048"/>
            <a:ext cx="4937700" cy="1079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4800"/>
            </a:lvl1pPr>
            <a:lvl2pPr lvl="1" algn="l">
              <a:lnSpc>
                <a:spcPct val="100000"/>
              </a:lnSpc>
              <a:spcBef>
                <a:spcPts val="0"/>
              </a:spcBef>
              <a:spcAft>
                <a:spcPts val="0"/>
              </a:spcAft>
              <a:buSzPts val="2800"/>
              <a:buNone/>
              <a:defRPr sz="4800"/>
            </a:lvl2pPr>
            <a:lvl3pPr lvl="2" algn="l">
              <a:lnSpc>
                <a:spcPct val="100000"/>
              </a:lnSpc>
              <a:spcBef>
                <a:spcPts val="0"/>
              </a:spcBef>
              <a:spcAft>
                <a:spcPts val="0"/>
              </a:spcAft>
              <a:buSzPts val="2800"/>
              <a:buNone/>
              <a:defRPr sz="4800"/>
            </a:lvl3pPr>
            <a:lvl4pPr lvl="3" algn="l">
              <a:lnSpc>
                <a:spcPct val="100000"/>
              </a:lnSpc>
              <a:spcBef>
                <a:spcPts val="0"/>
              </a:spcBef>
              <a:spcAft>
                <a:spcPts val="0"/>
              </a:spcAft>
              <a:buSzPts val="2800"/>
              <a:buNone/>
              <a:defRPr sz="4800"/>
            </a:lvl4pPr>
            <a:lvl5pPr lvl="4" algn="l">
              <a:lnSpc>
                <a:spcPct val="100000"/>
              </a:lnSpc>
              <a:spcBef>
                <a:spcPts val="0"/>
              </a:spcBef>
              <a:spcAft>
                <a:spcPts val="0"/>
              </a:spcAft>
              <a:buSzPts val="2800"/>
              <a:buNone/>
              <a:defRPr sz="4800"/>
            </a:lvl5pPr>
            <a:lvl6pPr lvl="5" algn="l">
              <a:lnSpc>
                <a:spcPct val="100000"/>
              </a:lnSpc>
              <a:spcBef>
                <a:spcPts val="0"/>
              </a:spcBef>
              <a:spcAft>
                <a:spcPts val="0"/>
              </a:spcAft>
              <a:buSzPts val="2800"/>
              <a:buNone/>
              <a:defRPr sz="4800"/>
            </a:lvl6pPr>
            <a:lvl7pPr lvl="6" algn="l">
              <a:lnSpc>
                <a:spcPct val="100000"/>
              </a:lnSpc>
              <a:spcBef>
                <a:spcPts val="0"/>
              </a:spcBef>
              <a:spcAft>
                <a:spcPts val="0"/>
              </a:spcAft>
              <a:buSzPts val="2800"/>
              <a:buNone/>
              <a:defRPr sz="4800"/>
            </a:lvl7pPr>
            <a:lvl8pPr lvl="7" algn="l">
              <a:lnSpc>
                <a:spcPct val="100000"/>
              </a:lnSpc>
              <a:spcBef>
                <a:spcPts val="0"/>
              </a:spcBef>
              <a:spcAft>
                <a:spcPts val="0"/>
              </a:spcAft>
              <a:buSzPts val="2800"/>
              <a:buNone/>
              <a:defRPr sz="4800"/>
            </a:lvl8pPr>
            <a:lvl9pPr lvl="8" algn="l">
              <a:lnSpc>
                <a:spcPct val="100000"/>
              </a:lnSpc>
              <a:spcBef>
                <a:spcPts val="0"/>
              </a:spcBef>
              <a:spcAft>
                <a:spcPts val="0"/>
              </a:spcAft>
              <a:buSzPts val="2800"/>
              <a:buNone/>
              <a:defRPr sz="4800"/>
            </a:lvl9pPr>
          </a:lstStyle>
          <a:p>
            <a:endParaRPr/>
          </a:p>
        </p:txBody>
      </p:sp>
      <p:sp>
        <p:nvSpPr>
          <p:cNvPr id="512" name="Google Shape;512;p84"/>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Barlow Semi Condensed"/>
                <a:ea typeface="Barlow Semi Condensed"/>
                <a:cs typeface="Barlow Semi Condensed"/>
                <a:sym typeface="Barlow Semi Condensed"/>
              </a:defRPr>
            </a:lvl9pPr>
          </a:lstStyle>
          <a:p>
            <a:endParaRPr/>
          </a:p>
        </p:txBody>
      </p:sp>
      <p:sp>
        <p:nvSpPr>
          <p:cNvPr id="513" name="Google Shape;513;p84"/>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100" b="0" i="0" u="none" strike="noStrike" cap="none">
                <a:solidFill>
                  <a:schemeClr val="accent1"/>
                </a:solidFill>
                <a:latin typeface="Barlow Semi Condensed Medium"/>
                <a:ea typeface="Barlow Semi Condensed Medium"/>
                <a:cs typeface="Barlow Semi Condensed Medium"/>
                <a:sym typeface="Barlow Semi Condensed Medium"/>
              </a:rPr>
              <a:t>CREDITS:</a:t>
            </a:r>
            <a:r>
              <a:rPr lang="en" sz="1100" b="0" i="0" u="none" strike="noStrike" cap="none">
                <a:solidFill>
                  <a:schemeClr val="dk2"/>
                </a:solidFill>
                <a:latin typeface="Barlow Semi Condensed"/>
                <a:ea typeface="Barlow Semi Condensed"/>
                <a:cs typeface="Barlow Semi Condensed"/>
                <a:sym typeface="Barlow Semi Condensed"/>
              </a:rPr>
              <a:t> This presentation template was created by </a:t>
            </a:r>
            <a:r>
              <a:rPr lang="en" sz="1100" b="0" i="0" u="none" strike="noStrike" cap="none">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b="0" i="0" u="none" strike="noStrike" cap="none">
                <a:solidFill>
                  <a:schemeClr val="dk2"/>
                </a:solidFill>
                <a:latin typeface="Barlow Semi Condensed"/>
                <a:ea typeface="Barlow Semi Condensed"/>
                <a:cs typeface="Barlow Semi Condensed"/>
                <a:sym typeface="Barlow Semi Condensed"/>
              </a:rPr>
              <a:t>, including icons by </a:t>
            </a:r>
            <a:r>
              <a:rPr lang="en" sz="1100" b="0" i="0" u="none" strike="noStrike" cap="none">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b="0" i="0" u="none" strike="noStrike" cap="none">
                <a:solidFill>
                  <a:schemeClr val="dk2"/>
                </a:solidFill>
                <a:latin typeface="Barlow Semi Condensed"/>
                <a:ea typeface="Barlow Semi Condensed"/>
                <a:cs typeface="Barlow Semi Condensed"/>
                <a:sym typeface="Barlow Semi Condensed"/>
              </a:rPr>
              <a:t>, infographics &amp; images by </a:t>
            </a:r>
            <a:r>
              <a:rPr lang="en" sz="1100" b="0" i="0" u="none" strike="noStrike" cap="none">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b="0" i="0" u="none" strike="noStrike" cap="none">
                <a:solidFill>
                  <a:schemeClr val="dk2"/>
                </a:solidFill>
                <a:latin typeface="Barlow Semi Condensed"/>
                <a:ea typeface="Barlow Semi Condensed"/>
                <a:cs typeface="Barlow Semi Condensed"/>
                <a:sym typeface="Barlow Semi Condensed"/>
              </a:rPr>
              <a:t> and illustrations by </a:t>
            </a:r>
            <a:r>
              <a:rPr lang="en" sz="1100" b="0" i="0" u="none" strike="noStrike" cap="none">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sz="1400" b="0" i="0" u="none" strike="noStrike" cap="none">
              <a:solidFill>
                <a:schemeClr val="dk2"/>
              </a:solidFill>
              <a:latin typeface="Barlow Semi Condensed Medium"/>
              <a:ea typeface="Barlow Semi Condensed Medium"/>
              <a:cs typeface="Barlow Semi Condensed Medium"/>
              <a:sym typeface="Barlow Semi Condensed Medium"/>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Barlow Semi Condensed"/>
              <a:ea typeface="Barlow Semi Condensed"/>
              <a:cs typeface="Barlow Semi Condensed"/>
              <a:sym typeface="Barlow Semi Condensed"/>
            </a:endParaRPr>
          </a:p>
        </p:txBody>
      </p:sp>
      <p:cxnSp>
        <p:nvCxnSpPr>
          <p:cNvPr id="514" name="Google Shape;514;p84"/>
          <p:cNvCxnSpPr/>
          <p:nvPr/>
        </p:nvCxnSpPr>
        <p:spPr>
          <a:xfrm rot="5400000">
            <a:off x="7269708" y="3324550"/>
            <a:ext cx="1133100" cy="306300"/>
          </a:xfrm>
          <a:prstGeom prst="straightConnector1">
            <a:avLst/>
          </a:prstGeom>
          <a:noFill/>
          <a:ln w="9525" cap="flat" cmpd="sng">
            <a:solidFill>
              <a:schemeClr val="dk2"/>
            </a:solidFill>
            <a:prstDash val="solid"/>
            <a:round/>
            <a:headEnd type="none" w="sm" len="sm"/>
            <a:tailEnd type="none" w="sm" len="sm"/>
          </a:ln>
        </p:spPr>
      </p:cxnSp>
      <p:cxnSp>
        <p:nvCxnSpPr>
          <p:cNvPr id="515" name="Google Shape;515;p84"/>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sm" len="sm"/>
            <a:tailEnd type="none" w="sm" len="sm"/>
          </a:ln>
        </p:spPr>
      </p:cxnSp>
      <p:cxnSp>
        <p:nvCxnSpPr>
          <p:cNvPr id="516" name="Google Shape;516;p84"/>
          <p:cNvCxnSpPr/>
          <p:nvPr/>
        </p:nvCxnSpPr>
        <p:spPr>
          <a:xfrm rot="5400000">
            <a:off x="7232433" y="736375"/>
            <a:ext cx="1332000" cy="392100"/>
          </a:xfrm>
          <a:prstGeom prst="straightConnector1">
            <a:avLst/>
          </a:prstGeom>
          <a:noFill/>
          <a:ln w="9525" cap="flat" cmpd="sng">
            <a:solidFill>
              <a:schemeClr val="dk2"/>
            </a:solidFill>
            <a:prstDash val="solid"/>
            <a:round/>
            <a:headEnd type="none" w="sm" len="sm"/>
            <a:tailEnd type="none" w="sm" len="sm"/>
          </a:ln>
        </p:spPr>
      </p:cxnSp>
      <p:cxnSp>
        <p:nvCxnSpPr>
          <p:cNvPr id="517" name="Google Shape;517;p84"/>
          <p:cNvCxnSpPr/>
          <p:nvPr/>
        </p:nvCxnSpPr>
        <p:spPr>
          <a:xfrm rot="5400000">
            <a:off x="8168433" y="-66600"/>
            <a:ext cx="273900" cy="407100"/>
          </a:xfrm>
          <a:prstGeom prst="straightConnector1">
            <a:avLst/>
          </a:prstGeom>
          <a:noFill/>
          <a:ln w="9525" cap="flat" cmpd="sng">
            <a:solidFill>
              <a:schemeClr val="dk2"/>
            </a:solidFill>
            <a:prstDash val="solid"/>
            <a:round/>
            <a:headEnd type="none" w="sm" len="sm"/>
            <a:tailEnd type="none" w="sm" len="sm"/>
          </a:ln>
        </p:spPr>
      </p:cxnSp>
      <p:grpSp>
        <p:nvGrpSpPr>
          <p:cNvPr id="518" name="Google Shape;518;p84"/>
          <p:cNvGrpSpPr/>
          <p:nvPr/>
        </p:nvGrpSpPr>
        <p:grpSpPr>
          <a:xfrm rot="5400000" flipH="1">
            <a:off x="7407333" y="1284925"/>
            <a:ext cx="581800" cy="582350"/>
            <a:chOff x="8064275" y="887850"/>
            <a:chExt cx="581800" cy="582350"/>
          </a:xfrm>
        </p:grpSpPr>
        <p:sp>
          <p:nvSpPr>
            <p:cNvPr id="519" name="Google Shape;519;p8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8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8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8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8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8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5" name="Google Shape;525;p84"/>
          <p:cNvGrpSpPr/>
          <p:nvPr/>
        </p:nvGrpSpPr>
        <p:grpSpPr>
          <a:xfrm rot="5400000" flipH="1">
            <a:off x="7869720" y="2754200"/>
            <a:ext cx="292025" cy="292575"/>
            <a:chOff x="7353050" y="316275"/>
            <a:chExt cx="292025" cy="292575"/>
          </a:xfrm>
        </p:grpSpPr>
        <p:sp>
          <p:nvSpPr>
            <p:cNvPr id="526" name="Google Shape;526;p8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8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8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8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0" name="Google Shape;530;p84"/>
          <p:cNvGrpSpPr/>
          <p:nvPr/>
        </p:nvGrpSpPr>
        <p:grpSpPr>
          <a:xfrm rot="5400000" flipH="1">
            <a:off x="8012458" y="178175"/>
            <a:ext cx="175000" cy="175000"/>
            <a:chOff x="8792300" y="321275"/>
            <a:chExt cx="175000" cy="175000"/>
          </a:xfrm>
        </p:grpSpPr>
        <p:sp>
          <p:nvSpPr>
            <p:cNvPr id="531" name="Google Shape;531;p8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8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8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8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5" name="Google Shape;535;p84"/>
          <p:cNvGrpSpPr/>
          <p:nvPr/>
        </p:nvGrpSpPr>
        <p:grpSpPr>
          <a:xfrm rot="5400000">
            <a:off x="7551683" y="3879926"/>
            <a:ext cx="293111" cy="293388"/>
            <a:chOff x="3164039" y="430875"/>
            <a:chExt cx="293111" cy="293388"/>
          </a:xfrm>
        </p:grpSpPr>
        <p:sp>
          <p:nvSpPr>
            <p:cNvPr id="536" name="Google Shape;536;p8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8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8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8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8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8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42" name="Google Shape;542;p84"/>
          <p:cNvGrpSpPr/>
          <p:nvPr/>
        </p:nvGrpSpPr>
        <p:grpSpPr>
          <a:xfrm rot="5400000" flipH="1">
            <a:off x="8259052" y="323144"/>
            <a:ext cx="175013" cy="27000"/>
            <a:chOff x="5662375" y="212375"/>
            <a:chExt cx="175013" cy="27000"/>
          </a:xfrm>
        </p:grpSpPr>
        <p:sp>
          <p:nvSpPr>
            <p:cNvPr id="543" name="Google Shape;543;p8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8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8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546" name="Google Shape;546;p84"/>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sm" len="sm"/>
            <a:tailEnd type="none" w="sm" len="sm"/>
          </a:ln>
        </p:spPr>
      </p:cxnSp>
      <p:cxnSp>
        <p:nvCxnSpPr>
          <p:cNvPr id="547" name="Google Shape;547;p84"/>
          <p:cNvCxnSpPr/>
          <p:nvPr/>
        </p:nvCxnSpPr>
        <p:spPr>
          <a:xfrm rot="-5400000">
            <a:off x="847100" y="3554000"/>
            <a:ext cx="829500" cy="743400"/>
          </a:xfrm>
          <a:prstGeom prst="straightConnector1">
            <a:avLst/>
          </a:prstGeom>
          <a:noFill/>
          <a:ln w="9525" cap="flat" cmpd="sng">
            <a:solidFill>
              <a:schemeClr val="dk2"/>
            </a:solidFill>
            <a:prstDash val="solid"/>
            <a:round/>
            <a:headEnd type="none" w="sm" len="sm"/>
            <a:tailEnd type="none" w="sm" len="sm"/>
          </a:ln>
        </p:spPr>
      </p:cxnSp>
      <p:cxnSp>
        <p:nvCxnSpPr>
          <p:cNvPr id="548" name="Google Shape;548;p84"/>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sm" len="sm"/>
            <a:tailEnd type="none" w="sm" len="sm"/>
          </a:ln>
        </p:spPr>
      </p:cxnSp>
      <p:grpSp>
        <p:nvGrpSpPr>
          <p:cNvPr id="549" name="Google Shape;549;p84"/>
          <p:cNvGrpSpPr/>
          <p:nvPr/>
        </p:nvGrpSpPr>
        <p:grpSpPr>
          <a:xfrm rot="5400000">
            <a:off x="621475" y="4062025"/>
            <a:ext cx="581800" cy="582350"/>
            <a:chOff x="8064275" y="887850"/>
            <a:chExt cx="581800" cy="582350"/>
          </a:xfrm>
        </p:grpSpPr>
        <p:sp>
          <p:nvSpPr>
            <p:cNvPr id="550" name="Google Shape;550;p8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8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8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8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8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8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6" name="Google Shape;556;p84"/>
          <p:cNvGrpSpPr/>
          <p:nvPr/>
        </p:nvGrpSpPr>
        <p:grpSpPr>
          <a:xfrm rot="5400000">
            <a:off x="1482825" y="3350800"/>
            <a:ext cx="292025" cy="292575"/>
            <a:chOff x="7353050" y="316275"/>
            <a:chExt cx="292025" cy="292575"/>
          </a:xfrm>
        </p:grpSpPr>
        <p:sp>
          <p:nvSpPr>
            <p:cNvPr id="557" name="Google Shape;557;p8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8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8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8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61" name="Google Shape;561;p84"/>
          <p:cNvGrpSpPr/>
          <p:nvPr/>
        </p:nvGrpSpPr>
        <p:grpSpPr>
          <a:xfrm rot="5400000">
            <a:off x="1595125" y="4790325"/>
            <a:ext cx="175000" cy="175000"/>
            <a:chOff x="8792300" y="321275"/>
            <a:chExt cx="175000" cy="175000"/>
          </a:xfrm>
        </p:grpSpPr>
        <p:sp>
          <p:nvSpPr>
            <p:cNvPr id="562" name="Google Shape;562;p8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p8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8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8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6" name="Google Shape;566;p84"/>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84"/>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84"/>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84"/>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84"/>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84"/>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72" name="Google Shape;572;p84"/>
          <p:cNvGrpSpPr/>
          <p:nvPr/>
        </p:nvGrpSpPr>
        <p:grpSpPr>
          <a:xfrm rot="5400000">
            <a:off x="1701119" y="1515381"/>
            <a:ext cx="175013" cy="27000"/>
            <a:chOff x="5662375" y="212375"/>
            <a:chExt cx="175013" cy="27000"/>
          </a:xfrm>
        </p:grpSpPr>
        <p:sp>
          <p:nvSpPr>
            <p:cNvPr id="573" name="Google Shape;573;p8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8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8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6" name="Google Shape;576;p84"/>
          <p:cNvGrpSpPr/>
          <p:nvPr/>
        </p:nvGrpSpPr>
        <p:grpSpPr>
          <a:xfrm rot="5400000">
            <a:off x="1819519" y="4562081"/>
            <a:ext cx="175013" cy="27000"/>
            <a:chOff x="5662375" y="212375"/>
            <a:chExt cx="175013" cy="27000"/>
          </a:xfrm>
        </p:grpSpPr>
        <p:sp>
          <p:nvSpPr>
            <p:cNvPr id="577" name="Google Shape;577;p8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8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8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0" name="Google Shape;580;p84"/>
          <p:cNvGrpSpPr/>
          <p:nvPr/>
        </p:nvGrpSpPr>
        <p:grpSpPr>
          <a:xfrm rot="5400000">
            <a:off x="408594" y="4140781"/>
            <a:ext cx="175013" cy="27000"/>
            <a:chOff x="5662375" y="212375"/>
            <a:chExt cx="175013" cy="27000"/>
          </a:xfrm>
        </p:grpSpPr>
        <p:sp>
          <p:nvSpPr>
            <p:cNvPr id="581" name="Google Shape;581;p84"/>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84"/>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84"/>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584"/>
        <p:cNvGrpSpPr/>
        <p:nvPr/>
      </p:nvGrpSpPr>
      <p:grpSpPr>
        <a:xfrm>
          <a:off x="0" y="0"/>
          <a:ext cx="0" cy="0"/>
          <a:chOff x="0" y="0"/>
          <a:chExt cx="0" cy="0"/>
        </a:xfrm>
      </p:grpSpPr>
      <p:sp>
        <p:nvSpPr>
          <p:cNvPr id="585" name="Google Shape;585;p69"/>
          <p:cNvSpPr txBox="1">
            <a:spLocks noGrp="1"/>
          </p:cNvSpPr>
          <p:nvPr>
            <p:ph type="title"/>
          </p:nvPr>
        </p:nvSpPr>
        <p:spPr>
          <a:xfrm>
            <a:off x="1719072" y="338328"/>
            <a:ext cx="5577900" cy="594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586" name="Google Shape;586;p69"/>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587" name="Google Shape;587;p69"/>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588" name="Google Shape;588;p69"/>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589" name="Google Shape;589;p69"/>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590" name="Google Shape;590;p69"/>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591" name="Google Shape;591;p69"/>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grpSp>
        <p:nvGrpSpPr>
          <p:cNvPr id="592" name="Google Shape;592;p69"/>
          <p:cNvGrpSpPr/>
          <p:nvPr/>
        </p:nvGrpSpPr>
        <p:grpSpPr>
          <a:xfrm>
            <a:off x="261711" y="-1158"/>
            <a:ext cx="8550327" cy="3981600"/>
            <a:chOff x="261711" y="-1158"/>
            <a:chExt cx="8550327" cy="3981600"/>
          </a:xfrm>
        </p:grpSpPr>
        <p:cxnSp>
          <p:nvCxnSpPr>
            <p:cNvPr id="593" name="Google Shape;593;p69"/>
            <p:cNvCxnSpPr/>
            <p:nvPr/>
          </p:nvCxnSpPr>
          <p:spPr>
            <a:xfrm>
              <a:off x="515925" y="-1158"/>
              <a:ext cx="0" cy="3981600"/>
            </a:xfrm>
            <a:prstGeom prst="straightConnector1">
              <a:avLst/>
            </a:prstGeom>
            <a:noFill/>
            <a:ln w="9525" cap="flat" cmpd="sng">
              <a:solidFill>
                <a:schemeClr val="dk1"/>
              </a:solidFill>
              <a:prstDash val="solid"/>
              <a:round/>
              <a:headEnd type="none" w="sm" len="sm"/>
              <a:tailEnd type="none" w="sm" len="sm"/>
            </a:ln>
          </p:spPr>
        </p:cxnSp>
        <p:cxnSp>
          <p:nvCxnSpPr>
            <p:cNvPr id="594" name="Google Shape;594;p69"/>
            <p:cNvCxnSpPr/>
            <p:nvPr/>
          </p:nvCxnSpPr>
          <p:spPr>
            <a:xfrm>
              <a:off x="8666025" y="-1158"/>
              <a:ext cx="0" cy="1902000"/>
            </a:xfrm>
            <a:prstGeom prst="straightConnector1">
              <a:avLst/>
            </a:prstGeom>
            <a:noFill/>
            <a:ln w="9525" cap="flat" cmpd="sng">
              <a:solidFill>
                <a:schemeClr val="dk1"/>
              </a:solidFill>
              <a:prstDash val="solid"/>
              <a:round/>
              <a:headEnd type="none" w="sm" len="sm"/>
              <a:tailEnd type="none" w="sm" len="sm"/>
            </a:ln>
          </p:spPr>
        </p:cxnSp>
        <p:grpSp>
          <p:nvGrpSpPr>
            <p:cNvPr id="595" name="Google Shape;595;p69"/>
            <p:cNvGrpSpPr/>
            <p:nvPr/>
          </p:nvGrpSpPr>
          <p:grpSpPr>
            <a:xfrm rot="10800000">
              <a:off x="343275" y="3300779"/>
              <a:ext cx="344736" cy="345385"/>
              <a:chOff x="7353050" y="316275"/>
              <a:chExt cx="292025" cy="292575"/>
            </a:xfrm>
          </p:grpSpPr>
          <p:sp>
            <p:nvSpPr>
              <p:cNvPr id="596" name="Google Shape;596;p6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6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6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6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0" name="Google Shape;600;p69"/>
            <p:cNvGrpSpPr/>
            <p:nvPr/>
          </p:nvGrpSpPr>
          <p:grpSpPr>
            <a:xfrm rot="10800000">
              <a:off x="8520013" y="714742"/>
              <a:ext cx="292025" cy="292575"/>
              <a:chOff x="7353050" y="316275"/>
              <a:chExt cx="292025" cy="292575"/>
            </a:xfrm>
          </p:grpSpPr>
          <p:sp>
            <p:nvSpPr>
              <p:cNvPr id="601" name="Google Shape;601;p6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6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6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6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5" name="Google Shape;605;p69"/>
            <p:cNvGrpSpPr/>
            <p:nvPr/>
          </p:nvGrpSpPr>
          <p:grpSpPr>
            <a:xfrm rot="10800000">
              <a:off x="261711" y="465077"/>
              <a:ext cx="507562" cy="507984"/>
              <a:chOff x="8064275" y="887850"/>
              <a:chExt cx="581800" cy="582350"/>
            </a:xfrm>
          </p:grpSpPr>
          <p:sp>
            <p:nvSpPr>
              <p:cNvPr id="606" name="Google Shape;606;p6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6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6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6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6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6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612"/>
        <p:cNvGrpSpPr/>
        <p:nvPr/>
      </p:nvGrpSpPr>
      <p:grpSpPr>
        <a:xfrm>
          <a:off x="0" y="0"/>
          <a:ext cx="0" cy="0"/>
          <a:chOff x="0" y="0"/>
          <a:chExt cx="0" cy="0"/>
        </a:xfrm>
      </p:grpSpPr>
      <p:sp>
        <p:nvSpPr>
          <p:cNvPr id="613" name="Google Shape;613;p70"/>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614" name="Google Shape;614;p70"/>
          <p:cNvCxnSpPr/>
          <p:nvPr/>
        </p:nvCxnSpPr>
        <p:spPr>
          <a:xfrm rot="10800000">
            <a:off x="8109000" y="501275"/>
            <a:ext cx="737700" cy="737700"/>
          </a:xfrm>
          <a:prstGeom prst="straightConnector1">
            <a:avLst/>
          </a:prstGeom>
          <a:noFill/>
          <a:ln w="9525" cap="flat" cmpd="sng">
            <a:solidFill>
              <a:schemeClr val="dk2"/>
            </a:solidFill>
            <a:prstDash val="solid"/>
            <a:round/>
            <a:headEnd type="none" w="sm" len="sm"/>
            <a:tailEnd type="none" w="sm" len="sm"/>
          </a:ln>
        </p:spPr>
      </p:cxnSp>
      <p:cxnSp>
        <p:nvCxnSpPr>
          <p:cNvPr id="615" name="Google Shape;615;p70"/>
          <p:cNvCxnSpPr/>
          <p:nvPr/>
        </p:nvCxnSpPr>
        <p:spPr>
          <a:xfrm>
            <a:off x="582475" y="282188"/>
            <a:ext cx="1212900" cy="422700"/>
          </a:xfrm>
          <a:prstGeom prst="straightConnector1">
            <a:avLst/>
          </a:prstGeom>
          <a:noFill/>
          <a:ln w="9525" cap="flat" cmpd="sng">
            <a:solidFill>
              <a:schemeClr val="dk2"/>
            </a:solidFill>
            <a:prstDash val="solid"/>
            <a:round/>
            <a:headEnd type="none" w="sm" len="sm"/>
            <a:tailEnd type="none" w="sm" len="sm"/>
          </a:ln>
        </p:spPr>
      </p:cxnSp>
      <p:cxnSp>
        <p:nvCxnSpPr>
          <p:cNvPr id="616" name="Google Shape;616;p70"/>
          <p:cNvCxnSpPr/>
          <p:nvPr/>
        </p:nvCxnSpPr>
        <p:spPr>
          <a:xfrm rot="10800000" flipH="1">
            <a:off x="0" y="274188"/>
            <a:ext cx="582600" cy="654300"/>
          </a:xfrm>
          <a:prstGeom prst="straightConnector1">
            <a:avLst/>
          </a:prstGeom>
          <a:noFill/>
          <a:ln w="9525" cap="flat" cmpd="sng">
            <a:solidFill>
              <a:schemeClr val="dk2"/>
            </a:solidFill>
            <a:prstDash val="solid"/>
            <a:round/>
            <a:headEnd type="none" w="sm" len="sm"/>
            <a:tailEnd type="none" w="sm" len="sm"/>
          </a:ln>
        </p:spPr>
      </p:cxnSp>
      <p:grpSp>
        <p:nvGrpSpPr>
          <p:cNvPr id="617" name="Google Shape;617;p70"/>
          <p:cNvGrpSpPr/>
          <p:nvPr/>
        </p:nvGrpSpPr>
        <p:grpSpPr>
          <a:xfrm flipH="1">
            <a:off x="423750" y="125363"/>
            <a:ext cx="292025" cy="292575"/>
            <a:chOff x="7353050" y="316275"/>
            <a:chExt cx="292025" cy="292575"/>
          </a:xfrm>
        </p:grpSpPr>
        <p:sp>
          <p:nvSpPr>
            <p:cNvPr id="618" name="Google Shape;618;p7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7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7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7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2" name="Google Shape;622;p70"/>
          <p:cNvGrpSpPr/>
          <p:nvPr/>
        </p:nvGrpSpPr>
        <p:grpSpPr>
          <a:xfrm>
            <a:off x="1638739" y="558163"/>
            <a:ext cx="293111" cy="293388"/>
            <a:chOff x="3164039" y="430875"/>
            <a:chExt cx="293111" cy="293388"/>
          </a:xfrm>
        </p:grpSpPr>
        <p:sp>
          <p:nvSpPr>
            <p:cNvPr id="623" name="Google Shape;623;p7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7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7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7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7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7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9" name="Google Shape;629;p70"/>
          <p:cNvGrpSpPr/>
          <p:nvPr/>
        </p:nvGrpSpPr>
        <p:grpSpPr>
          <a:xfrm>
            <a:off x="1591750" y="362600"/>
            <a:ext cx="175013" cy="27000"/>
            <a:chOff x="5662375" y="212375"/>
            <a:chExt cx="175013" cy="27000"/>
          </a:xfrm>
        </p:grpSpPr>
        <p:sp>
          <p:nvSpPr>
            <p:cNvPr id="630" name="Google Shape;630;p7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7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7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633" name="Google Shape;633;p70"/>
          <p:cNvCxnSpPr/>
          <p:nvPr/>
        </p:nvCxnSpPr>
        <p:spPr>
          <a:xfrm flipH="1">
            <a:off x="8151325" y="6875"/>
            <a:ext cx="1002600" cy="494400"/>
          </a:xfrm>
          <a:prstGeom prst="straightConnector1">
            <a:avLst/>
          </a:prstGeom>
          <a:noFill/>
          <a:ln w="9525" cap="flat" cmpd="sng">
            <a:solidFill>
              <a:schemeClr val="dk2"/>
            </a:solidFill>
            <a:prstDash val="solid"/>
            <a:round/>
            <a:headEnd type="none" w="sm" len="sm"/>
            <a:tailEnd type="none" w="sm" len="sm"/>
          </a:ln>
        </p:spPr>
      </p:cxnSp>
      <p:grpSp>
        <p:nvGrpSpPr>
          <p:cNvPr id="634" name="Google Shape;634;p70"/>
          <p:cNvGrpSpPr/>
          <p:nvPr/>
        </p:nvGrpSpPr>
        <p:grpSpPr>
          <a:xfrm>
            <a:off x="7823875" y="202375"/>
            <a:ext cx="581800" cy="582350"/>
            <a:chOff x="8064275" y="887850"/>
            <a:chExt cx="581800" cy="582350"/>
          </a:xfrm>
        </p:grpSpPr>
        <p:sp>
          <p:nvSpPr>
            <p:cNvPr id="635" name="Google Shape;635;p7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7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7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7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7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7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1" name="Google Shape;641;p70"/>
          <p:cNvGrpSpPr/>
          <p:nvPr/>
        </p:nvGrpSpPr>
        <p:grpSpPr>
          <a:xfrm flipH="1">
            <a:off x="8698650" y="1117488"/>
            <a:ext cx="292025" cy="292575"/>
            <a:chOff x="7353050" y="316275"/>
            <a:chExt cx="292025" cy="292575"/>
          </a:xfrm>
        </p:grpSpPr>
        <p:sp>
          <p:nvSpPr>
            <p:cNvPr id="642" name="Google Shape;642;p7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7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7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7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6" name="Google Shape;646;p70"/>
          <p:cNvGrpSpPr/>
          <p:nvPr/>
        </p:nvGrpSpPr>
        <p:grpSpPr>
          <a:xfrm>
            <a:off x="8678350" y="1581800"/>
            <a:ext cx="175013" cy="27000"/>
            <a:chOff x="5662375" y="212375"/>
            <a:chExt cx="175013" cy="27000"/>
          </a:xfrm>
        </p:grpSpPr>
        <p:sp>
          <p:nvSpPr>
            <p:cNvPr id="647" name="Google Shape;647;p7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7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7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93"/>
        <p:cNvGrpSpPr/>
        <p:nvPr/>
      </p:nvGrpSpPr>
      <p:grpSpPr>
        <a:xfrm>
          <a:off x="0" y="0"/>
          <a:ext cx="0" cy="0"/>
          <a:chOff x="0" y="0"/>
          <a:chExt cx="0" cy="0"/>
        </a:xfrm>
      </p:grpSpPr>
      <p:sp>
        <p:nvSpPr>
          <p:cNvPr id="694" name="Google Shape;694;p72"/>
          <p:cNvSpPr txBox="1">
            <a:spLocks noGrp="1"/>
          </p:cNvSpPr>
          <p:nvPr>
            <p:ph type="title"/>
          </p:nvPr>
        </p:nvSpPr>
        <p:spPr>
          <a:xfrm>
            <a:off x="1568775" y="442350"/>
            <a:ext cx="6006300" cy="59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695" name="Google Shape;695;p72"/>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96" name="Google Shape;696;p72"/>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697" name="Google Shape;697;p72"/>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98" name="Google Shape;698;p72"/>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699" name="Google Shape;699;p72"/>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00" name="Google Shape;700;p72"/>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701" name="Google Shape;701;p72"/>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02" name="Google Shape;702;p72"/>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200"/>
              <a:buFont typeface="Arial"/>
              <a:buNone/>
              <a:defRPr sz="1200" b="0" i="0" u="none" strike="noStrike" cap="none">
                <a:solidFill>
                  <a:schemeClr val="dk2"/>
                </a:solidFill>
                <a:latin typeface="Barlow Semi Condensed"/>
                <a:ea typeface="Barlow Semi Condensed"/>
                <a:cs typeface="Barlow Semi Condensed"/>
                <a:sym typeface="Barlow Semi Condensed"/>
              </a:defRPr>
            </a:lvl9pPr>
          </a:lstStyle>
          <a:p>
            <a:endParaRPr/>
          </a:p>
        </p:txBody>
      </p:sp>
      <p:cxnSp>
        <p:nvCxnSpPr>
          <p:cNvPr id="703" name="Google Shape;703;p72"/>
          <p:cNvCxnSpPr/>
          <p:nvPr/>
        </p:nvCxnSpPr>
        <p:spPr>
          <a:xfrm rot="10800000">
            <a:off x="8109000" y="501275"/>
            <a:ext cx="737700" cy="737700"/>
          </a:xfrm>
          <a:prstGeom prst="straightConnector1">
            <a:avLst/>
          </a:prstGeom>
          <a:noFill/>
          <a:ln w="9525" cap="flat" cmpd="sng">
            <a:solidFill>
              <a:schemeClr val="dk1"/>
            </a:solidFill>
            <a:prstDash val="solid"/>
            <a:round/>
            <a:headEnd type="none" w="sm" len="sm"/>
            <a:tailEnd type="none" w="sm" len="sm"/>
          </a:ln>
        </p:spPr>
      </p:cxnSp>
      <p:cxnSp>
        <p:nvCxnSpPr>
          <p:cNvPr id="704" name="Google Shape;704;p72"/>
          <p:cNvCxnSpPr/>
          <p:nvPr/>
        </p:nvCxnSpPr>
        <p:spPr>
          <a:xfrm>
            <a:off x="582475" y="282188"/>
            <a:ext cx="1212900" cy="422700"/>
          </a:xfrm>
          <a:prstGeom prst="straightConnector1">
            <a:avLst/>
          </a:prstGeom>
          <a:noFill/>
          <a:ln w="9525" cap="flat" cmpd="sng">
            <a:solidFill>
              <a:schemeClr val="dk1"/>
            </a:solidFill>
            <a:prstDash val="solid"/>
            <a:round/>
            <a:headEnd type="none" w="sm" len="sm"/>
            <a:tailEnd type="none" w="sm" len="sm"/>
          </a:ln>
        </p:spPr>
      </p:cxnSp>
      <p:cxnSp>
        <p:nvCxnSpPr>
          <p:cNvPr id="705" name="Google Shape;705;p72"/>
          <p:cNvCxnSpPr/>
          <p:nvPr/>
        </p:nvCxnSpPr>
        <p:spPr>
          <a:xfrm rot="10800000" flipH="1">
            <a:off x="0" y="274188"/>
            <a:ext cx="582600" cy="654300"/>
          </a:xfrm>
          <a:prstGeom prst="straightConnector1">
            <a:avLst/>
          </a:prstGeom>
          <a:noFill/>
          <a:ln w="9525" cap="flat" cmpd="sng">
            <a:solidFill>
              <a:schemeClr val="dk1"/>
            </a:solidFill>
            <a:prstDash val="solid"/>
            <a:round/>
            <a:headEnd type="none" w="sm" len="sm"/>
            <a:tailEnd type="none" w="sm" len="sm"/>
          </a:ln>
        </p:spPr>
      </p:cxnSp>
      <p:grpSp>
        <p:nvGrpSpPr>
          <p:cNvPr id="706" name="Google Shape;706;p72"/>
          <p:cNvGrpSpPr/>
          <p:nvPr/>
        </p:nvGrpSpPr>
        <p:grpSpPr>
          <a:xfrm flipH="1">
            <a:off x="423750" y="125363"/>
            <a:ext cx="292025" cy="292575"/>
            <a:chOff x="7353050" y="316275"/>
            <a:chExt cx="292025" cy="292575"/>
          </a:xfrm>
        </p:grpSpPr>
        <p:sp>
          <p:nvSpPr>
            <p:cNvPr id="707" name="Google Shape;707;p7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7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7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7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1" name="Google Shape;711;p72"/>
          <p:cNvGrpSpPr/>
          <p:nvPr/>
        </p:nvGrpSpPr>
        <p:grpSpPr>
          <a:xfrm>
            <a:off x="1638739" y="558163"/>
            <a:ext cx="293111" cy="293388"/>
            <a:chOff x="3164039" y="430875"/>
            <a:chExt cx="293111" cy="293388"/>
          </a:xfrm>
        </p:grpSpPr>
        <p:sp>
          <p:nvSpPr>
            <p:cNvPr id="712" name="Google Shape;712;p7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7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7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7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7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7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8" name="Google Shape;718;p72"/>
          <p:cNvGrpSpPr/>
          <p:nvPr/>
        </p:nvGrpSpPr>
        <p:grpSpPr>
          <a:xfrm>
            <a:off x="1591750" y="362600"/>
            <a:ext cx="175013" cy="27000"/>
            <a:chOff x="5662375" y="212375"/>
            <a:chExt cx="175013" cy="27000"/>
          </a:xfrm>
        </p:grpSpPr>
        <p:sp>
          <p:nvSpPr>
            <p:cNvPr id="719" name="Google Shape;719;p7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7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7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722" name="Google Shape;722;p72"/>
          <p:cNvCxnSpPr/>
          <p:nvPr/>
        </p:nvCxnSpPr>
        <p:spPr>
          <a:xfrm flipH="1">
            <a:off x="8151325" y="6875"/>
            <a:ext cx="1002600" cy="494400"/>
          </a:xfrm>
          <a:prstGeom prst="straightConnector1">
            <a:avLst/>
          </a:prstGeom>
          <a:noFill/>
          <a:ln w="9525" cap="flat" cmpd="sng">
            <a:solidFill>
              <a:schemeClr val="dk1"/>
            </a:solidFill>
            <a:prstDash val="solid"/>
            <a:round/>
            <a:headEnd type="none" w="sm" len="sm"/>
            <a:tailEnd type="none" w="sm" len="sm"/>
          </a:ln>
        </p:spPr>
      </p:cxnSp>
      <p:grpSp>
        <p:nvGrpSpPr>
          <p:cNvPr id="723" name="Google Shape;723;p72"/>
          <p:cNvGrpSpPr/>
          <p:nvPr/>
        </p:nvGrpSpPr>
        <p:grpSpPr>
          <a:xfrm>
            <a:off x="7823875" y="202375"/>
            <a:ext cx="581800" cy="582350"/>
            <a:chOff x="8064275" y="887850"/>
            <a:chExt cx="581800" cy="582350"/>
          </a:xfrm>
        </p:grpSpPr>
        <p:sp>
          <p:nvSpPr>
            <p:cNvPr id="724" name="Google Shape;724;p7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7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7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7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7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7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0" name="Google Shape;730;p72"/>
          <p:cNvGrpSpPr/>
          <p:nvPr/>
        </p:nvGrpSpPr>
        <p:grpSpPr>
          <a:xfrm flipH="1">
            <a:off x="8698650" y="1117488"/>
            <a:ext cx="292025" cy="292575"/>
            <a:chOff x="7353050" y="316275"/>
            <a:chExt cx="292025" cy="292575"/>
          </a:xfrm>
        </p:grpSpPr>
        <p:sp>
          <p:nvSpPr>
            <p:cNvPr id="731" name="Google Shape;731;p7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7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7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7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5" name="Google Shape;735;p72"/>
          <p:cNvGrpSpPr/>
          <p:nvPr/>
        </p:nvGrpSpPr>
        <p:grpSpPr>
          <a:xfrm>
            <a:off x="8678350" y="1581800"/>
            <a:ext cx="175013" cy="27000"/>
            <a:chOff x="5662375" y="212375"/>
            <a:chExt cx="175013" cy="27000"/>
          </a:xfrm>
        </p:grpSpPr>
        <p:sp>
          <p:nvSpPr>
            <p:cNvPr id="736" name="Google Shape;736;p7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7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7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739"/>
        <p:cNvGrpSpPr/>
        <p:nvPr/>
      </p:nvGrpSpPr>
      <p:grpSpPr>
        <a:xfrm>
          <a:off x="0" y="0"/>
          <a:ext cx="0" cy="0"/>
          <a:chOff x="0" y="0"/>
          <a:chExt cx="0" cy="0"/>
        </a:xfrm>
      </p:grpSpPr>
      <p:sp>
        <p:nvSpPr>
          <p:cNvPr id="740" name="Google Shape;740;p73"/>
          <p:cNvSpPr txBox="1">
            <a:spLocks noGrp="1"/>
          </p:cNvSpPr>
          <p:nvPr>
            <p:ph type="title"/>
          </p:nvPr>
        </p:nvSpPr>
        <p:spPr>
          <a:xfrm>
            <a:off x="2825496" y="704088"/>
            <a:ext cx="3483900" cy="567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a:endParaRPr/>
          </a:p>
        </p:txBody>
      </p:sp>
      <p:sp>
        <p:nvSpPr>
          <p:cNvPr id="741" name="Google Shape;741;p73"/>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742" name="Google Shape;742;p73"/>
          <p:cNvSpPr txBox="1">
            <a:spLocks noGrp="1"/>
          </p:cNvSpPr>
          <p:nvPr>
            <p:ph type="title" idx="2"/>
          </p:nvPr>
        </p:nvSpPr>
        <p:spPr>
          <a:xfrm>
            <a:off x="2825496" y="2185416"/>
            <a:ext cx="3483900" cy="567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a:endParaRPr/>
          </a:p>
        </p:txBody>
      </p:sp>
      <p:sp>
        <p:nvSpPr>
          <p:cNvPr id="743" name="Google Shape;743;p73"/>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744" name="Google Shape;744;p73"/>
          <p:cNvSpPr txBox="1">
            <a:spLocks noGrp="1"/>
          </p:cNvSpPr>
          <p:nvPr>
            <p:ph type="title" idx="4"/>
          </p:nvPr>
        </p:nvSpPr>
        <p:spPr>
          <a:xfrm>
            <a:off x="2825496" y="3648456"/>
            <a:ext cx="3483900" cy="567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accent1"/>
              </a:buClr>
              <a:buSzPts val="3600"/>
              <a:buNone/>
              <a:defRPr sz="3600">
                <a:solidFill>
                  <a:schemeClr val="accent1"/>
                </a:solidFill>
              </a:defRPr>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a:endParaRPr/>
          </a:p>
        </p:txBody>
      </p:sp>
      <p:sp>
        <p:nvSpPr>
          <p:cNvPr id="745" name="Google Shape;745;p73"/>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cxnSp>
        <p:nvCxnSpPr>
          <p:cNvPr id="746" name="Google Shape;746;p73"/>
          <p:cNvCxnSpPr/>
          <p:nvPr/>
        </p:nvCxnSpPr>
        <p:spPr>
          <a:xfrm rot="5400000">
            <a:off x="7269708" y="3324550"/>
            <a:ext cx="1133100" cy="306300"/>
          </a:xfrm>
          <a:prstGeom prst="straightConnector1">
            <a:avLst/>
          </a:prstGeom>
          <a:noFill/>
          <a:ln w="9525" cap="flat" cmpd="sng">
            <a:solidFill>
              <a:schemeClr val="dk2"/>
            </a:solidFill>
            <a:prstDash val="solid"/>
            <a:round/>
            <a:headEnd type="none" w="sm" len="sm"/>
            <a:tailEnd type="none" w="sm" len="sm"/>
          </a:ln>
        </p:spPr>
      </p:cxnSp>
      <p:cxnSp>
        <p:nvCxnSpPr>
          <p:cNvPr id="747" name="Google Shape;747;p73"/>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sm" len="sm"/>
            <a:tailEnd type="none" w="sm" len="sm"/>
          </a:ln>
        </p:spPr>
      </p:cxnSp>
      <p:cxnSp>
        <p:nvCxnSpPr>
          <p:cNvPr id="748" name="Google Shape;748;p73"/>
          <p:cNvCxnSpPr/>
          <p:nvPr/>
        </p:nvCxnSpPr>
        <p:spPr>
          <a:xfrm rot="5400000">
            <a:off x="7232433" y="736375"/>
            <a:ext cx="1332000" cy="392100"/>
          </a:xfrm>
          <a:prstGeom prst="straightConnector1">
            <a:avLst/>
          </a:prstGeom>
          <a:noFill/>
          <a:ln w="9525" cap="flat" cmpd="sng">
            <a:solidFill>
              <a:schemeClr val="dk2"/>
            </a:solidFill>
            <a:prstDash val="solid"/>
            <a:round/>
            <a:headEnd type="none" w="sm" len="sm"/>
            <a:tailEnd type="none" w="sm" len="sm"/>
          </a:ln>
        </p:spPr>
      </p:cxnSp>
      <p:cxnSp>
        <p:nvCxnSpPr>
          <p:cNvPr id="749" name="Google Shape;749;p73"/>
          <p:cNvCxnSpPr/>
          <p:nvPr/>
        </p:nvCxnSpPr>
        <p:spPr>
          <a:xfrm rot="5400000">
            <a:off x="8168433" y="-66600"/>
            <a:ext cx="273900" cy="407100"/>
          </a:xfrm>
          <a:prstGeom prst="straightConnector1">
            <a:avLst/>
          </a:prstGeom>
          <a:noFill/>
          <a:ln w="9525" cap="flat" cmpd="sng">
            <a:solidFill>
              <a:schemeClr val="dk2"/>
            </a:solidFill>
            <a:prstDash val="solid"/>
            <a:round/>
            <a:headEnd type="none" w="sm" len="sm"/>
            <a:tailEnd type="none" w="sm" len="sm"/>
          </a:ln>
        </p:spPr>
      </p:cxnSp>
      <p:grpSp>
        <p:nvGrpSpPr>
          <p:cNvPr id="750" name="Google Shape;750;p73"/>
          <p:cNvGrpSpPr/>
          <p:nvPr/>
        </p:nvGrpSpPr>
        <p:grpSpPr>
          <a:xfrm rot="5400000" flipH="1">
            <a:off x="7407333" y="1284925"/>
            <a:ext cx="581800" cy="582350"/>
            <a:chOff x="8064275" y="887850"/>
            <a:chExt cx="581800" cy="582350"/>
          </a:xfrm>
        </p:grpSpPr>
        <p:sp>
          <p:nvSpPr>
            <p:cNvPr id="751" name="Google Shape;751;p7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7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7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7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7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7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57" name="Google Shape;757;p73"/>
          <p:cNvGrpSpPr/>
          <p:nvPr/>
        </p:nvGrpSpPr>
        <p:grpSpPr>
          <a:xfrm rot="5400000" flipH="1">
            <a:off x="7869720" y="2754200"/>
            <a:ext cx="292025" cy="292575"/>
            <a:chOff x="7353050" y="316275"/>
            <a:chExt cx="292025" cy="292575"/>
          </a:xfrm>
        </p:grpSpPr>
        <p:sp>
          <p:nvSpPr>
            <p:cNvPr id="758" name="Google Shape;758;p7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7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7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7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62" name="Google Shape;762;p73"/>
          <p:cNvGrpSpPr/>
          <p:nvPr/>
        </p:nvGrpSpPr>
        <p:grpSpPr>
          <a:xfrm rot="5400000" flipH="1">
            <a:off x="8012458" y="178175"/>
            <a:ext cx="175000" cy="175000"/>
            <a:chOff x="8792300" y="321275"/>
            <a:chExt cx="175000" cy="175000"/>
          </a:xfrm>
        </p:grpSpPr>
        <p:sp>
          <p:nvSpPr>
            <p:cNvPr id="763" name="Google Shape;763;p7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7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7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7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67" name="Google Shape;767;p73"/>
          <p:cNvGrpSpPr/>
          <p:nvPr/>
        </p:nvGrpSpPr>
        <p:grpSpPr>
          <a:xfrm rot="5400000">
            <a:off x="7551683" y="3879926"/>
            <a:ext cx="293111" cy="293388"/>
            <a:chOff x="3164039" y="430875"/>
            <a:chExt cx="293111" cy="293388"/>
          </a:xfrm>
        </p:grpSpPr>
        <p:sp>
          <p:nvSpPr>
            <p:cNvPr id="768" name="Google Shape;768;p7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7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7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7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7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7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4" name="Google Shape;774;p73"/>
          <p:cNvGrpSpPr/>
          <p:nvPr/>
        </p:nvGrpSpPr>
        <p:grpSpPr>
          <a:xfrm rot="5400000" flipH="1">
            <a:off x="8259052" y="323144"/>
            <a:ext cx="175013" cy="27000"/>
            <a:chOff x="5662375" y="212375"/>
            <a:chExt cx="175013" cy="27000"/>
          </a:xfrm>
        </p:grpSpPr>
        <p:sp>
          <p:nvSpPr>
            <p:cNvPr id="775" name="Google Shape;775;p7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7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7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778" name="Google Shape;778;p73"/>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sm" len="sm"/>
            <a:tailEnd type="none" w="sm" len="sm"/>
          </a:ln>
        </p:spPr>
      </p:cxnSp>
      <p:cxnSp>
        <p:nvCxnSpPr>
          <p:cNvPr id="779" name="Google Shape;779;p73"/>
          <p:cNvCxnSpPr/>
          <p:nvPr/>
        </p:nvCxnSpPr>
        <p:spPr>
          <a:xfrm rot="-5400000">
            <a:off x="847100" y="3554000"/>
            <a:ext cx="829500" cy="743400"/>
          </a:xfrm>
          <a:prstGeom prst="straightConnector1">
            <a:avLst/>
          </a:prstGeom>
          <a:noFill/>
          <a:ln w="9525" cap="flat" cmpd="sng">
            <a:solidFill>
              <a:schemeClr val="dk2"/>
            </a:solidFill>
            <a:prstDash val="solid"/>
            <a:round/>
            <a:headEnd type="none" w="sm" len="sm"/>
            <a:tailEnd type="none" w="sm" len="sm"/>
          </a:ln>
        </p:spPr>
      </p:cxnSp>
      <p:cxnSp>
        <p:nvCxnSpPr>
          <p:cNvPr id="780" name="Google Shape;780;p73"/>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sm" len="sm"/>
            <a:tailEnd type="none" w="sm" len="sm"/>
          </a:ln>
        </p:spPr>
      </p:cxnSp>
      <p:grpSp>
        <p:nvGrpSpPr>
          <p:cNvPr id="781" name="Google Shape;781;p73"/>
          <p:cNvGrpSpPr/>
          <p:nvPr/>
        </p:nvGrpSpPr>
        <p:grpSpPr>
          <a:xfrm rot="5400000">
            <a:off x="621475" y="4062025"/>
            <a:ext cx="581800" cy="582350"/>
            <a:chOff x="8064275" y="887850"/>
            <a:chExt cx="581800" cy="582350"/>
          </a:xfrm>
        </p:grpSpPr>
        <p:sp>
          <p:nvSpPr>
            <p:cNvPr id="782" name="Google Shape;782;p7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7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7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7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7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7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8" name="Google Shape;788;p73"/>
          <p:cNvGrpSpPr/>
          <p:nvPr/>
        </p:nvGrpSpPr>
        <p:grpSpPr>
          <a:xfrm rot="5400000">
            <a:off x="1482825" y="3350800"/>
            <a:ext cx="292025" cy="292575"/>
            <a:chOff x="7353050" y="316275"/>
            <a:chExt cx="292025" cy="292575"/>
          </a:xfrm>
        </p:grpSpPr>
        <p:sp>
          <p:nvSpPr>
            <p:cNvPr id="789" name="Google Shape;789;p7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7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7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7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93" name="Google Shape;793;p73"/>
          <p:cNvGrpSpPr/>
          <p:nvPr/>
        </p:nvGrpSpPr>
        <p:grpSpPr>
          <a:xfrm rot="5400000">
            <a:off x="1595125" y="4790325"/>
            <a:ext cx="175000" cy="175000"/>
            <a:chOff x="8792300" y="321275"/>
            <a:chExt cx="175000" cy="175000"/>
          </a:xfrm>
        </p:grpSpPr>
        <p:sp>
          <p:nvSpPr>
            <p:cNvPr id="794" name="Google Shape;794;p7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7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7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7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98" name="Google Shape;798;p73"/>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73"/>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73"/>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73"/>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73"/>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73"/>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04" name="Google Shape;804;p73"/>
          <p:cNvGrpSpPr/>
          <p:nvPr/>
        </p:nvGrpSpPr>
        <p:grpSpPr>
          <a:xfrm rot="5400000">
            <a:off x="1701119" y="1515381"/>
            <a:ext cx="175013" cy="27000"/>
            <a:chOff x="5662375" y="212375"/>
            <a:chExt cx="175013" cy="27000"/>
          </a:xfrm>
        </p:grpSpPr>
        <p:sp>
          <p:nvSpPr>
            <p:cNvPr id="805" name="Google Shape;805;p7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7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7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08" name="Google Shape;808;p73"/>
          <p:cNvGrpSpPr/>
          <p:nvPr/>
        </p:nvGrpSpPr>
        <p:grpSpPr>
          <a:xfrm rot="5400000">
            <a:off x="1819519" y="4562081"/>
            <a:ext cx="175013" cy="27000"/>
            <a:chOff x="5662375" y="212375"/>
            <a:chExt cx="175013" cy="27000"/>
          </a:xfrm>
        </p:grpSpPr>
        <p:sp>
          <p:nvSpPr>
            <p:cNvPr id="809" name="Google Shape;809;p7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7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7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12" name="Google Shape;812;p73"/>
          <p:cNvGrpSpPr/>
          <p:nvPr/>
        </p:nvGrpSpPr>
        <p:grpSpPr>
          <a:xfrm rot="5400000">
            <a:off x="408594" y="4140781"/>
            <a:ext cx="175013" cy="27000"/>
            <a:chOff x="5662375" y="212375"/>
            <a:chExt cx="175013" cy="27000"/>
          </a:xfrm>
        </p:grpSpPr>
        <p:sp>
          <p:nvSpPr>
            <p:cNvPr id="813" name="Google Shape;813;p73"/>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73"/>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73"/>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6"/>
        <p:cNvGrpSpPr/>
        <p:nvPr/>
      </p:nvGrpSpPr>
      <p:grpSpPr>
        <a:xfrm>
          <a:off x="0" y="0"/>
          <a:ext cx="0" cy="0"/>
          <a:chOff x="0" y="0"/>
          <a:chExt cx="0" cy="0"/>
        </a:xfrm>
      </p:grpSpPr>
      <p:sp>
        <p:nvSpPr>
          <p:cNvPr id="817" name="Google Shape;817;p74"/>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818" name="Google Shape;818;p74"/>
          <p:cNvSpPr txBox="1">
            <a:spLocks noGrp="1"/>
          </p:cNvSpPr>
          <p:nvPr>
            <p:ph type="title"/>
          </p:nvPr>
        </p:nvSpPr>
        <p:spPr>
          <a:xfrm>
            <a:off x="804672" y="3319272"/>
            <a:ext cx="3291900" cy="4023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lnSpc>
                <a:spcPct val="100000"/>
              </a:lnSpc>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819" name="Google Shape;819;p74"/>
          <p:cNvCxnSpPr/>
          <p:nvPr/>
        </p:nvCxnSpPr>
        <p:spPr>
          <a:xfrm>
            <a:off x="1645925" y="523125"/>
            <a:ext cx="1672500" cy="126000"/>
          </a:xfrm>
          <a:prstGeom prst="straightConnector1">
            <a:avLst/>
          </a:prstGeom>
          <a:noFill/>
          <a:ln w="9525" cap="flat" cmpd="sng">
            <a:solidFill>
              <a:schemeClr val="dk1"/>
            </a:solidFill>
            <a:prstDash val="solid"/>
            <a:round/>
            <a:headEnd type="none" w="sm" len="sm"/>
            <a:tailEnd type="none" w="sm" len="sm"/>
          </a:ln>
        </p:spPr>
      </p:cxnSp>
      <p:cxnSp>
        <p:nvCxnSpPr>
          <p:cNvPr id="820" name="Google Shape;820;p74"/>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821" name="Google Shape;821;p74"/>
          <p:cNvCxnSpPr/>
          <p:nvPr/>
        </p:nvCxnSpPr>
        <p:spPr>
          <a:xfrm>
            <a:off x="0" y="65200"/>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822" name="Google Shape;822;p74"/>
          <p:cNvGrpSpPr/>
          <p:nvPr/>
        </p:nvGrpSpPr>
        <p:grpSpPr>
          <a:xfrm flipH="1">
            <a:off x="499400" y="959675"/>
            <a:ext cx="581800" cy="582350"/>
            <a:chOff x="8064275" y="887850"/>
            <a:chExt cx="581800" cy="582350"/>
          </a:xfrm>
        </p:grpSpPr>
        <p:sp>
          <p:nvSpPr>
            <p:cNvPr id="823" name="Google Shape;823;p7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7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7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7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7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7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29" name="Google Shape;829;p74"/>
          <p:cNvGrpSpPr/>
          <p:nvPr/>
        </p:nvGrpSpPr>
        <p:grpSpPr>
          <a:xfrm flipH="1">
            <a:off x="1500400" y="388100"/>
            <a:ext cx="292025" cy="292575"/>
            <a:chOff x="7353050" y="316275"/>
            <a:chExt cx="292025" cy="292575"/>
          </a:xfrm>
        </p:grpSpPr>
        <p:sp>
          <p:nvSpPr>
            <p:cNvPr id="830" name="Google Shape;830;p7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7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7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7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34" name="Google Shape;834;p74"/>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74"/>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74"/>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74"/>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74"/>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74"/>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40" name="Google Shape;840;p74"/>
          <p:cNvGrpSpPr/>
          <p:nvPr/>
        </p:nvGrpSpPr>
        <p:grpSpPr>
          <a:xfrm flipH="1">
            <a:off x="3527112" y="361100"/>
            <a:ext cx="175013" cy="27000"/>
            <a:chOff x="5662375" y="212375"/>
            <a:chExt cx="175013" cy="27000"/>
          </a:xfrm>
        </p:grpSpPr>
        <p:sp>
          <p:nvSpPr>
            <p:cNvPr id="841" name="Google Shape;841;p7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7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7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4" name="Google Shape;844;p74"/>
          <p:cNvGrpSpPr/>
          <p:nvPr/>
        </p:nvGrpSpPr>
        <p:grpSpPr>
          <a:xfrm flipH="1">
            <a:off x="480412" y="242700"/>
            <a:ext cx="175013" cy="27000"/>
            <a:chOff x="5662375" y="212375"/>
            <a:chExt cx="175013" cy="27000"/>
          </a:xfrm>
        </p:grpSpPr>
        <p:sp>
          <p:nvSpPr>
            <p:cNvPr id="845" name="Google Shape;845;p7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7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7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8" name="Google Shape;848;p74"/>
          <p:cNvGrpSpPr/>
          <p:nvPr/>
        </p:nvGrpSpPr>
        <p:grpSpPr>
          <a:xfrm flipH="1">
            <a:off x="901712" y="1653625"/>
            <a:ext cx="175013" cy="27000"/>
            <a:chOff x="5662375" y="212375"/>
            <a:chExt cx="175013" cy="27000"/>
          </a:xfrm>
        </p:grpSpPr>
        <p:sp>
          <p:nvSpPr>
            <p:cNvPr id="849" name="Google Shape;849;p7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7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7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852" name="Google Shape;852;p74"/>
          <p:cNvCxnSpPr/>
          <p:nvPr/>
        </p:nvCxnSpPr>
        <p:spPr>
          <a:xfrm>
            <a:off x="791400" y="4212400"/>
            <a:ext cx="1157100" cy="542700"/>
          </a:xfrm>
          <a:prstGeom prst="straightConnector1">
            <a:avLst/>
          </a:prstGeom>
          <a:noFill/>
          <a:ln w="9525" cap="flat" cmpd="sng">
            <a:solidFill>
              <a:schemeClr val="dk1"/>
            </a:solidFill>
            <a:prstDash val="solid"/>
            <a:round/>
            <a:headEnd type="none" w="sm" len="sm"/>
            <a:tailEnd type="none" w="sm" len="sm"/>
          </a:ln>
        </p:spPr>
      </p:cxnSp>
      <p:cxnSp>
        <p:nvCxnSpPr>
          <p:cNvPr id="853" name="Google Shape;853;p74"/>
          <p:cNvCxnSpPr/>
          <p:nvPr/>
        </p:nvCxnSpPr>
        <p:spPr>
          <a:xfrm rot="10800000" flipH="1">
            <a:off x="0" y="4220425"/>
            <a:ext cx="791400" cy="836400"/>
          </a:xfrm>
          <a:prstGeom prst="straightConnector1">
            <a:avLst/>
          </a:prstGeom>
          <a:noFill/>
          <a:ln w="9525" cap="flat" cmpd="sng">
            <a:solidFill>
              <a:schemeClr val="dk1"/>
            </a:solidFill>
            <a:prstDash val="solid"/>
            <a:round/>
            <a:headEnd type="none" w="sm" len="sm"/>
            <a:tailEnd type="none" w="sm" len="sm"/>
          </a:ln>
        </p:spPr>
      </p:cxnSp>
      <p:grpSp>
        <p:nvGrpSpPr>
          <p:cNvPr id="854" name="Google Shape;854;p74"/>
          <p:cNvGrpSpPr/>
          <p:nvPr/>
        </p:nvGrpSpPr>
        <p:grpSpPr>
          <a:xfrm rot="10800000">
            <a:off x="499400" y="3940925"/>
            <a:ext cx="581800" cy="582350"/>
            <a:chOff x="8064275" y="887850"/>
            <a:chExt cx="581800" cy="582350"/>
          </a:xfrm>
        </p:grpSpPr>
        <p:sp>
          <p:nvSpPr>
            <p:cNvPr id="855" name="Google Shape;855;p7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7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7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7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7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7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61" name="Google Shape;861;p74"/>
          <p:cNvGrpSpPr/>
          <p:nvPr/>
        </p:nvGrpSpPr>
        <p:grpSpPr>
          <a:xfrm rot="10800000">
            <a:off x="1819575" y="4586750"/>
            <a:ext cx="292025" cy="292575"/>
            <a:chOff x="7353050" y="316275"/>
            <a:chExt cx="292025" cy="292575"/>
          </a:xfrm>
        </p:grpSpPr>
        <p:sp>
          <p:nvSpPr>
            <p:cNvPr id="862" name="Google Shape;862;p7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7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7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7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66" name="Google Shape;866;p74"/>
          <p:cNvGrpSpPr/>
          <p:nvPr/>
        </p:nvGrpSpPr>
        <p:grpSpPr>
          <a:xfrm rot="10800000">
            <a:off x="212525" y="4645550"/>
            <a:ext cx="175000" cy="175000"/>
            <a:chOff x="8792300" y="321275"/>
            <a:chExt cx="175000" cy="175000"/>
          </a:xfrm>
        </p:grpSpPr>
        <p:sp>
          <p:nvSpPr>
            <p:cNvPr id="867" name="Google Shape;867;p7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7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7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7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71" name="Google Shape;871;p74"/>
          <p:cNvGrpSpPr/>
          <p:nvPr/>
        </p:nvGrpSpPr>
        <p:grpSpPr>
          <a:xfrm rot="10800000">
            <a:off x="480412" y="4852325"/>
            <a:ext cx="175013" cy="27000"/>
            <a:chOff x="5662375" y="212375"/>
            <a:chExt cx="175013" cy="27000"/>
          </a:xfrm>
        </p:grpSpPr>
        <p:sp>
          <p:nvSpPr>
            <p:cNvPr id="872" name="Google Shape;872;p7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7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7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75" name="Google Shape;875;p74"/>
          <p:cNvGrpSpPr/>
          <p:nvPr/>
        </p:nvGrpSpPr>
        <p:grpSpPr>
          <a:xfrm rot="10800000">
            <a:off x="1054112" y="3898600"/>
            <a:ext cx="175013" cy="27000"/>
            <a:chOff x="5662375" y="212375"/>
            <a:chExt cx="175013" cy="27000"/>
          </a:xfrm>
        </p:grpSpPr>
        <p:sp>
          <p:nvSpPr>
            <p:cNvPr id="876" name="Google Shape;876;p7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7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7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9"/>
        <p:cNvGrpSpPr/>
        <p:nvPr/>
      </p:nvGrpSpPr>
      <p:grpSpPr>
        <a:xfrm>
          <a:off x="0" y="0"/>
          <a:ext cx="0" cy="0"/>
          <a:chOff x="0" y="0"/>
          <a:chExt cx="0" cy="0"/>
        </a:xfrm>
      </p:grpSpPr>
      <p:grpSp>
        <p:nvGrpSpPr>
          <p:cNvPr id="880" name="Google Shape;880;p75"/>
          <p:cNvGrpSpPr/>
          <p:nvPr/>
        </p:nvGrpSpPr>
        <p:grpSpPr>
          <a:xfrm>
            <a:off x="1349626" y="598417"/>
            <a:ext cx="6453730" cy="3631136"/>
            <a:chOff x="365750" y="1285025"/>
            <a:chExt cx="6934275" cy="3315500"/>
          </a:xfrm>
        </p:grpSpPr>
        <p:sp>
          <p:nvSpPr>
            <p:cNvPr id="881" name="Google Shape;881;p75"/>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75"/>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83" name="Google Shape;883;p75"/>
          <p:cNvSpPr txBox="1">
            <a:spLocks noGrp="1"/>
          </p:cNvSpPr>
          <p:nvPr>
            <p:ph type="title"/>
          </p:nvPr>
        </p:nvSpPr>
        <p:spPr>
          <a:xfrm>
            <a:off x="2624328" y="1620753"/>
            <a:ext cx="3904500" cy="1902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73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grpSp>
        <p:nvGrpSpPr>
          <p:cNvPr id="884" name="Google Shape;884;p75"/>
          <p:cNvGrpSpPr/>
          <p:nvPr/>
        </p:nvGrpSpPr>
        <p:grpSpPr>
          <a:xfrm>
            <a:off x="-6867" y="-6625"/>
            <a:ext cx="9152342" cy="5102050"/>
            <a:chOff x="-6867" y="-6625"/>
            <a:chExt cx="9152342" cy="5102050"/>
          </a:xfrm>
        </p:grpSpPr>
        <p:cxnSp>
          <p:nvCxnSpPr>
            <p:cNvPr id="885" name="Google Shape;885;p75"/>
            <p:cNvCxnSpPr/>
            <p:nvPr/>
          </p:nvCxnSpPr>
          <p:spPr>
            <a:xfrm>
              <a:off x="2904283" y="4513075"/>
              <a:ext cx="1133100" cy="306300"/>
            </a:xfrm>
            <a:prstGeom prst="straightConnector1">
              <a:avLst/>
            </a:prstGeom>
            <a:noFill/>
            <a:ln w="9525" cap="flat" cmpd="sng">
              <a:solidFill>
                <a:schemeClr val="dk1"/>
              </a:solidFill>
              <a:prstDash val="solid"/>
              <a:round/>
              <a:headEnd type="none" w="sm" len="sm"/>
              <a:tailEnd type="none" w="sm" len="sm"/>
            </a:ln>
          </p:spPr>
        </p:cxnSp>
        <p:cxnSp>
          <p:nvCxnSpPr>
            <p:cNvPr id="886" name="Google Shape;886;p75"/>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sm" len="sm"/>
              <a:tailEnd type="none" w="sm" len="sm"/>
            </a:ln>
          </p:spPr>
        </p:cxnSp>
        <p:cxnSp>
          <p:nvCxnSpPr>
            <p:cNvPr id="887" name="Google Shape;887;p75"/>
            <p:cNvCxnSpPr/>
            <p:nvPr/>
          </p:nvCxnSpPr>
          <p:spPr>
            <a:xfrm>
              <a:off x="259558" y="4408000"/>
              <a:ext cx="1332000" cy="392100"/>
            </a:xfrm>
            <a:prstGeom prst="straightConnector1">
              <a:avLst/>
            </a:prstGeom>
            <a:noFill/>
            <a:ln w="9525" cap="flat" cmpd="sng">
              <a:solidFill>
                <a:schemeClr val="dk1"/>
              </a:solidFill>
              <a:prstDash val="solid"/>
              <a:round/>
              <a:headEnd type="none" w="sm" len="sm"/>
              <a:tailEnd type="none" w="sm" len="sm"/>
            </a:ln>
          </p:spPr>
        </p:cxnSp>
        <p:cxnSp>
          <p:nvCxnSpPr>
            <p:cNvPr id="888" name="Google Shape;888;p75"/>
            <p:cNvCxnSpPr/>
            <p:nvPr/>
          </p:nvCxnSpPr>
          <p:spPr>
            <a:xfrm>
              <a:off x="-6867" y="3993550"/>
              <a:ext cx="273900" cy="407100"/>
            </a:xfrm>
            <a:prstGeom prst="straightConnector1">
              <a:avLst/>
            </a:prstGeom>
            <a:noFill/>
            <a:ln w="9525" cap="flat" cmpd="sng">
              <a:solidFill>
                <a:schemeClr val="dk1"/>
              </a:solidFill>
              <a:prstDash val="solid"/>
              <a:round/>
              <a:headEnd type="none" w="sm" len="sm"/>
              <a:tailEnd type="none" w="sm" len="sm"/>
            </a:ln>
          </p:spPr>
        </p:cxnSp>
        <p:grpSp>
          <p:nvGrpSpPr>
            <p:cNvPr id="889" name="Google Shape;889;p75"/>
            <p:cNvGrpSpPr/>
            <p:nvPr/>
          </p:nvGrpSpPr>
          <p:grpSpPr>
            <a:xfrm flipH="1">
              <a:off x="1278333" y="4513075"/>
              <a:ext cx="581800" cy="582350"/>
              <a:chOff x="8064275" y="887850"/>
              <a:chExt cx="581800" cy="582350"/>
            </a:xfrm>
          </p:grpSpPr>
          <p:sp>
            <p:nvSpPr>
              <p:cNvPr id="890" name="Google Shape;890;p7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7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7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7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7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7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96" name="Google Shape;896;p75"/>
            <p:cNvGrpSpPr/>
            <p:nvPr/>
          </p:nvGrpSpPr>
          <p:grpSpPr>
            <a:xfrm flipH="1">
              <a:off x="2747608" y="4340463"/>
              <a:ext cx="292025" cy="292575"/>
              <a:chOff x="7353050" y="316275"/>
              <a:chExt cx="292025" cy="292575"/>
            </a:xfrm>
          </p:grpSpPr>
          <p:sp>
            <p:nvSpPr>
              <p:cNvPr id="897" name="Google Shape;897;p7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7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7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7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01" name="Google Shape;901;p75"/>
            <p:cNvGrpSpPr/>
            <p:nvPr/>
          </p:nvGrpSpPr>
          <p:grpSpPr>
            <a:xfrm flipH="1">
              <a:off x="171308" y="4315025"/>
              <a:ext cx="175000" cy="175000"/>
              <a:chOff x="8792300" y="321275"/>
              <a:chExt cx="175000" cy="175000"/>
            </a:xfrm>
          </p:grpSpPr>
          <p:sp>
            <p:nvSpPr>
              <p:cNvPr id="902" name="Google Shape;902;p7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7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7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7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06" name="Google Shape;906;p75"/>
            <p:cNvGrpSpPr/>
            <p:nvPr/>
          </p:nvGrpSpPr>
          <p:grpSpPr>
            <a:xfrm>
              <a:off x="3873197" y="4657550"/>
              <a:ext cx="293111" cy="293388"/>
              <a:chOff x="3164039" y="430875"/>
              <a:chExt cx="293111" cy="293388"/>
            </a:xfrm>
          </p:grpSpPr>
          <p:sp>
            <p:nvSpPr>
              <p:cNvPr id="907" name="Google Shape;907;p7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p7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7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7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7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7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13" name="Google Shape;913;p75"/>
            <p:cNvGrpSpPr/>
            <p:nvPr/>
          </p:nvGrpSpPr>
          <p:grpSpPr>
            <a:xfrm flipH="1">
              <a:off x="242270" y="4142425"/>
              <a:ext cx="175013" cy="27000"/>
              <a:chOff x="5662375" y="212375"/>
              <a:chExt cx="175013" cy="27000"/>
            </a:xfrm>
          </p:grpSpPr>
          <p:sp>
            <p:nvSpPr>
              <p:cNvPr id="914" name="Google Shape;914;p7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7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7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917" name="Google Shape;917;p75"/>
            <p:cNvCxnSpPr/>
            <p:nvPr/>
          </p:nvCxnSpPr>
          <p:spPr>
            <a:xfrm rot="10800000">
              <a:off x="5995050" y="226600"/>
              <a:ext cx="1504500" cy="224700"/>
            </a:xfrm>
            <a:prstGeom prst="straightConnector1">
              <a:avLst/>
            </a:prstGeom>
            <a:noFill/>
            <a:ln w="9525" cap="flat" cmpd="sng">
              <a:solidFill>
                <a:schemeClr val="dk1"/>
              </a:solidFill>
              <a:prstDash val="solid"/>
              <a:round/>
              <a:headEnd type="none" w="sm" len="sm"/>
              <a:tailEnd type="none" w="sm" len="sm"/>
            </a:ln>
          </p:spPr>
        </p:cxnSp>
        <p:cxnSp>
          <p:nvCxnSpPr>
            <p:cNvPr id="918" name="Google Shape;918;p75"/>
            <p:cNvCxnSpPr/>
            <p:nvPr/>
          </p:nvCxnSpPr>
          <p:spPr>
            <a:xfrm rot="10800000">
              <a:off x="7512925" y="457850"/>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919" name="Google Shape;919;p75"/>
            <p:cNvCxnSpPr/>
            <p:nvPr/>
          </p:nvCxnSpPr>
          <p:spPr>
            <a:xfrm flipH="1">
              <a:off x="8348975" y="-6625"/>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920" name="Google Shape;920;p75"/>
            <p:cNvGrpSpPr/>
            <p:nvPr/>
          </p:nvGrpSpPr>
          <p:grpSpPr>
            <a:xfrm>
              <a:off x="8064275" y="1040250"/>
              <a:ext cx="581800" cy="582350"/>
              <a:chOff x="8064275" y="887850"/>
              <a:chExt cx="581800" cy="582350"/>
            </a:xfrm>
          </p:grpSpPr>
          <p:sp>
            <p:nvSpPr>
              <p:cNvPr id="921" name="Google Shape;921;p7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7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7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7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7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7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27" name="Google Shape;927;p75"/>
            <p:cNvGrpSpPr/>
            <p:nvPr/>
          </p:nvGrpSpPr>
          <p:grpSpPr>
            <a:xfrm>
              <a:off x="7353050" y="316275"/>
              <a:ext cx="292025" cy="292575"/>
              <a:chOff x="7353050" y="316275"/>
              <a:chExt cx="292025" cy="292575"/>
            </a:xfrm>
          </p:grpSpPr>
          <p:sp>
            <p:nvSpPr>
              <p:cNvPr id="928" name="Google Shape;928;p7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7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7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7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32" name="Google Shape;932;p75"/>
            <p:cNvGrpSpPr/>
            <p:nvPr/>
          </p:nvGrpSpPr>
          <p:grpSpPr>
            <a:xfrm>
              <a:off x="8792300" y="321275"/>
              <a:ext cx="175000" cy="175000"/>
              <a:chOff x="8792300" y="321275"/>
              <a:chExt cx="175000" cy="175000"/>
            </a:xfrm>
          </p:grpSpPr>
          <p:sp>
            <p:nvSpPr>
              <p:cNvPr id="933" name="Google Shape;933;p7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7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7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7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37" name="Google Shape;937;p75"/>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75"/>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75"/>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75"/>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75"/>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75"/>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43" name="Google Shape;943;p75"/>
            <p:cNvGrpSpPr/>
            <p:nvPr/>
          </p:nvGrpSpPr>
          <p:grpSpPr>
            <a:xfrm>
              <a:off x="8490050" y="170875"/>
              <a:ext cx="175013" cy="27000"/>
              <a:chOff x="5662375" y="212375"/>
              <a:chExt cx="175013" cy="27000"/>
            </a:xfrm>
          </p:grpSpPr>
          <p:sp>
            <p:nvSpPr>
              <p:cNvPr id="944" name="Google Shape;944;p7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7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7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47" name="Google Shape;947;p75"/>
            <p:cNvGrpSpPr/>
            <p:nvPr/>
          </p:nvGrpSpPr>
          <p:grpSpPr>
            <a:xfrm>
              <a:off x="8678350" y="1658000"/>
              <a:ext cx="175013" cy="27000"/>
              <a:chOff x="5662375" y="212375"/>
              <a:chExt cx="175013" cy="27000"/>
            </a:xfrm>
          </p:grpSpPr>
          <p:sp>
            <p:nvSpPr>
              <p:cNvPr id="948" name="Google Shape;948;p7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7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7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951"/>
        <p:cNvGrpSpPr/>
        <p:nvPr/>
      </p:nvGrpSpPr>
      <p:grpSpPr>
        <a:xfrm>
          <a:off x="0" y="0"/>
          <a:ext cx="0" cy="0"/>
          <a:chOff x="0" y="0"/>
          <a:chExt cx="0" cy="0"/>
        </a:xfrm>
      </p:grpSpPr>
      <p:grpSp>
        <p:nvGrpSpPr>
          <p:cNvPr id="952" name="Google Shape;952;p76"/>
          <p:cNvGrpSpPr/>
          <p:nvPr/>
        </p:nvGrpSpPr>
        <p:grpSpPr>
          <a:xfrm>
            <a:off x="1349626" y="598417"/>
            <a:ext cx="6453730" cy="3631136"/>
            <a:chOff x="365750" y="1285025"/>
            <a:chExt cx="6934275" cy="3315500"/>
          </a:xfrm>
        </p:grpSpPr>
        <p:sp>
          <p:nvSpPr>
            <p:cNvPr id="953" name="Google Shape;953;p76"/>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76"/>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55" name="Google Shape;955;p76"/>
          <p:cNvSpPr txBox="1">
            <a:spLocks noGrp="1"/>
          </p:cNvSpPr>
          <p:nvPr>
            <p:ph type="title"/>
          </p:nvPr>
        </p:nvSpPr>
        <p:spPr>
          <a:xfrm>
            <a:off x="2624328" y="1018528"/>
            <a:ext cx="3904500" cy="1902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grpSp>
        <p:nvGrpSpPr>
          <p:cNvPr id="956" name="Google Shape;956;p76"/>
          <p:cNvGrpSpPr/>
          <p:nvPr/>
        </p:nvGrpSpPr>
        <p:grpSpPr>
          <a:xfrm>
            <a:off x="-6867" y="-6625"/>
            <a:ext cx="9152342" cy="5102050"/>
            <a:chOff x="-6867" y="-6625"/>
            <a:chExt cx="9152342" cy="5102050"/>
          </a:xfrm>
        </p:grpSpPr>
        <p:cxnSp>
          <p:nvCxnSpPr>
            <p:cNvPr id="957" name="Google Shape;957;p76"/>
            <p:cNvCxnSpPr/>
            <p:nvPr/>
          </p:nvCxnSpPr>
          <p:spPr>
            <a:xfrm>
              <a:off x="2904283" y="4513075"/>
              <a:ext cx="1133100" cy="306300"/>
            </a:xfrm>
            <a:prstGeom prst="straightConnector1">
              <a:avLst/>
            </a:prstGeom>
            <a:noFill/>
            <a:ln w="9525" cap="flat" cmpd="sng">
              <a:solidFill>
                <a:srgbClr val="595959"/>
              </a:solidFill>
              <a:prstDash val="solid"/>
              <a:round/>
              <a:headEnd type="none" w="sm" len="sm"/>
              <a:tailEnd type="none" w="sm" len="sm"/>
            </a:ln>
          </p:spPr>
        </p:cxnSp>
        <p:cxnSp>
          <p:nvCxnSpPr>
            <p:cNvPr id="958" name="Google Shape;958;p76"/>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sm" len="sm"/>
              <a:tailEnd type="none" w="sm" len="sm"/>
            </a:ln>
          </p:spPr>
        </p:cxnSp>
        <p:cxnSp>
          <p:nvCxnSpPr>
            <p:cNvPr id="959" name="Google Shape;959;p76"/>
            <p:cNvCxnSpPr/>
            <p:nvPr/>
          </p:nvCxnSpPr>
          <p:spPr>
            <a:xfrm>
              <a:off x="259558" y="4408000"/>
              <a:ext cx="1332000" cy="392100"/>
            </a:xfrm>
            <a:prstGeom prst="straightConnector1">
              <a:avLst/>
            </a:prstGeom>
            <a:noFill/>
            <a:ln w="9525" cap="flat" cmpd="sng">
              <a:solidFill>
                <a:srgbClr val="595959"/>
              </a:solidFill>
              <a:prstDash val="solid"/>
              <a:round/>
              <a:headEnd type="none" w="sm" len="sm"/>
              <a:tailEnd type="none" w="sm" len="sm"/>
            </a:ln>
          </p:spPr>
        </p:cxnSp>
        <p:cxnSp>
          <p:nvCxnSpPr>
            <p:cNvPr id="960" name="Google Shape;960;p76"/>
            <p:cNvCxnSpPr/>
            <p:nvPr/>
          </p:nvCxnSpPr>
          <p:spPr>
            <a:xfrm>
              <a:off x="-6867" y="3993550"/>
              <a:ext cx="273900" cy="407100"/>
            </a:xfrm>
            <a:prstGeom prst="straightConnector1">
              <a:avLst/>
            </a:prstGeom>
            <a:noFill/>
            <a:ln w="9525" cap="flat" cmpd="sng">
              <a:solidFill>
                <a:srgbClr val="595959"/>
              </a:solidFill>
              <a:prstDash val="solid"/>
              <a:round/>
              <a:headEnd type="none" w="sm" len="sm"/>
              <a:tailEnd type="none" w="sm" len="sm"/>
            </a:ln>
          </p:spPr>
        </p:cxnSp>
        <p:grpSp>
          <p:nvGrpSpPr>
            <p:cNvPr id="961" name="Google Shape;961;p76"/>
            <p:cNvGrpSpPr/>
            <p:nvPr/>
          </p:nvGrpSpPr>
          <p:grpSpPr>
            <a:xfrm flipH="1">
              <a:off x="1278333" y="4513075"/>
              <a:ext cx="581800" cy="582350"/>
              <a:chOff x="8064275" y="887850"/>
              <a:chExt cx="581800" cy="582350"/>
            </a:xfrm>
          </p:grpSpPr>
          <p:sp>
            <p:nvSpPr>
              <p:cNvPr id="962" name="Google Shape;962;p7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7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7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7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7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7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8" name="Google Shape;968;p76"/>
            <p:cNvGrpSpPr/>
            <p:nvPr/>
          </p:nvGrpSpPr>
          <p:grpSpPr>
            <a:xfrm flipH="1">
              <a:off x="2747608" y="4340463"/>
              <a:ext cx="292025" cy="292575"/>
              <a:chOff x="7353050" y="316275"/>
              <a:chExt cx="292025" cy="292575"/>
            </a:xfrm>
          </p:grpSpPr>
          <p:sp>
            <p:nvSpPr>
              <p:cNvPr id="969" name="Google Shape;969;p7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7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7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7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73" name="Google Shape;973;p76"/>
            <p:cNvGrpSpPr/>
            <p:nvPr/>
          </p:nvGrpSpPr>
          <p:grpSpPr>
            <a:xfrm flipH="1">
              <a:off x="171308" y="4315025"/>
              <a:ext cx="175000" cy="175000"/>
              <a:chOff x="8792300" y="321275"/>
              <a:chExt cx="175000" cy="175000"/>
            </a:xfrm>
          </p:grpSpPr>
          <p:sp>
            <p:nvSpPr>
              <p:cNvPr id="974" name="Google Shape;974;p7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7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7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7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78" name="Google Shape;978;p76"/>
            <p:cNvGrpSpPr/>
            <p:nvPr/>
          </p:nvGrpSpPr>
          <p:grpSpPr>
            <a:xfrm>
              <a:off x="3873197" y="4657550"/>
              <a:ext cx="293111" cy="293388"/>
              <a:chOff x="3164039" y="430875"/>
              <a:chExt cx="293111" cy="293388"/>
            </a:xfrm>
          </p:grpSpPr>
          <p:sp>
            <p:nvSpPr>
              <p:cNvPr id="979" name="Google Shape;979;p7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7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7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7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7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7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85" name="Google Shape;985;p76"/>
            <p:cNvGrpSpPr/>
            <p:nvPr/>
          </p:nvGrpSpPr>
          <p:grpSpPr>
            <a:xfrm flipH="1">
              <a:off x="242270" y="4142425"/>
              <a:ext cx="175013" cy="27000"/>
              <a:chOff x="5662375" y="212375"/>
              <a:chExt cx="175013" cy="27000"/>
            </a:xfrm>
          </p:grpSpPr>
          <p:sp>
            <p:nvSpPr>
              <p:cNvPr id="986" name="Google Shape;986;p7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7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7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989" name="Google Shape;989;p76"/>
            <p:cNvCxnSpPr/>
            <p:nvPr/>
          </p:nvCxnSpPr>
          <p:spPr>
            <a:xfrm rot="10800000">
              <a:off x="5995050" y="226600"/>
              <a:ext cx="1504500" cy="224700"/>
            </a:xfrm>
            <a:prstGeom prst="straightConnector1">
              <a:avLst/>
            </a:prstGeom>
            <a:noFill/>
            <a:ln w="9525" cap="flat" cmpd="sng">
              <a:solidFill>
                <a:srgbClr val="595959"/>
              </a:solidFill>
              <a:prstDash val="solid"/>
              <a:round/>
              <a:headEnd type="none" w="sm" len="sm"/>
              <a:tailEnd type="none" w="sm" len="sm"/>
            </a:ln>
          </p:spPr>
        </p:cxnSp>
        <p:cxnSp>
          <p:nvCxnSpPr>
            <p:cNvPr id="990" name="Google Shape;990;p76"/>
            <p:cNvCxnSpPr/>
            <p:nvPr/>
          </p:nvCxnSpPr>
          <p:spPr>
            <a:xfrm rot="10800000">
              <a:off x="7512925" y="457850"/>
              <a:ext cx="829500" cy="743400"/>
            </a:xfrm>
            <a:prstGeom prst="straightConnector1">
              <a:avLst/>
            </a:prstGeom>
            <a:noFill/>
            <a:ln w="9525" cap="flat" cmpd="sng">
              <a:solidFill>
                <a:srgbClr val="595959"/>
              </a:solidFill>
              <a:prstDash val="solid"/>
              <a:round/>
              <a:headEnd type="none" w="sm" len="sm"/>
              <a:tailEnd type="none" w="sm" len="sm"/>
            </a:ln>
          </p:spPr>
        </p:cxnSp>
        <p:cxnSp>
          <p:nvCxnSpPr>
            <p:cNvPr id="991" name="Google Shape;991;p76"/>
            <p:cNvCxnSpPr/>
            <p:nvPr/>
          </p:nvCxnSpPr>
          <p:spPr>
            <a:xfrm flipH="1">
              <a:off x="8348975" y="-6625"/>
              <a:ext cx="796500" cy="1188000"/>
            </a:xfrm>
            <a:prstGeom prst="straightConnector1">
              <a:avLst/>
            </a:prstGeom>
            <a:noFill/>
            <a:ln w="9525" cap="flat" cmpd="sng">
              <a:solidFill>
                <a:srgbClr val="595959"/>
              </a:solidFill>
              <a:prstDash val="solid"/>
              <a:round/>
              <a:headEnd type="none" w="sm" len="sm"/>
              <a:tailEnd type="none" w="sm" len="sm"/>
            </a:ln>
          </p:spPr>
        </p:cxnSp>
        <p:grpSp>
          <p:nvGrpSpPr>
            <p:cNvPr id="992" name="Google Shape;992;p76"/>
            <p:cNvGrpSpPr/>
            <p:nvPr/>
          </p:nvGrpSpPr>
          <p:grpSpPr>
            <a:xfrm>
              <a:off x="8064275" y="1040250"/>
              <a:ext cx="581800" cy="582350"/>
              <a:chOff x="8064275" y="887850"/>
              <a:chExt cx="581800" cy="582350"/>
            </a:xfrm>
          </p:grpSpPr>
          <p:sp>
            <p:nvSpPr>
              <p:cNvPr id="993" name="Google Shape;993;p7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7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7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7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7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7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99" name="Google Shape;999;p76"/>
            <p:cNvGrpSpPr/>
            <p:nvPr/>
          </p:nvGrpSpPr>
          <p:grpSpPr>
            <a:xfrm>
              <a:off x="7353050" y="316275"/>
              <a:ext cx="292025" cy="292575"/>
              <a:chOff x="7353050" y="316275"/>
              <a:chExt cx="292025" cy="292575"/>
            </a:xfrm>
          </p:grpSpPr>
          <p:sp>
            <p:nvSpPr>
              <p:cNvPr id="1000" name="Google Shape;1000;p7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7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7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3" name="Google Shape;1003;p7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04" name="Google Shape;1004;p76"/>
            <p:cNvGrpSpPr/>
            <p:nvPr/>
          </p:nvGrpSpPr>
          <p:grpSpPr>
            <a:xfrm>
              <a:off x="8792300" y="321275"/>
              <a:ext cx="175000" cy="175000"/>
              <a:chOff x="8792300" y="321275"/>
              <a:chExt cx="175000" cy="175000"/>
            </a:xfrm>
          </p:grpSpPr>
          <p:sp>
            <p:nvSpPr>
              <p:cNvPr id="1005" name="Google Shape;1005;p7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6" name="Google Shape;1006;p7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p7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7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9" name="Google Shape;1009;p76"/>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p76"/>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76"/>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2" name="Google Shape;1012;p76"/>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3" name="Google Shape;1013;p76"/>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76"/>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15" name="Google Shape;1015;p76"/>
            <p:cNvGrpSpPr/>
            <p:nvPr/>
          </p:nvGrpSpPr>
          <p:grpSpPr>
            <a:xfrm>
              <a:off x="8490050" y="170875"/>
              <a:ext cx="175013" cy="27000"/>
              <a:chOff x="5662375" y="212375"/>
              <a:chExt cx="175013" cy="27000"/>
            </a:xfrm>
          </p:grpSpPr>
          <p:sp>
            <p:nvSpPr>
              <p:cNvPr id="1016" name="Google Shape;1016;p76"/>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76"/>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76"/>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9" name="Google Shape;1019;p76"/>
            <p:cNvGrpSpPr/>
            <p:nvPr/>
          </p:nvGrpSpPr>
          <p:grpSpPr>
            <a:xfrm>
              <a:off x="8678350" y="1658000"/>
              <a:ext cx="175013" cy="27000"/>
              <a:chOff x="5662375" y="212375"/>
              <a:chExt cx="175013" cy="27000"/>
            </a:xfrm>
          </p:grpSpPr>
          <p:sp>
            <p:nvSpPr>
              <p:cNvPr id="1020" name="Google Shape;1020;p76"/>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76"/>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76"/>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023" name="Google Shape;1023;p76"/>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1024"/>
        <p:cNvGrpSpPr/>
        <p:nvPr/>
      </p:nvGrpSpPr>
      <p:grpSpPr>
        <a:xfrm>
          <a:off x="0" y="0"/>
          <a:ext cx="0" cy="0"/>
          <a:chOff x="0" y="0"/>
          <a:chExt cx="0" cy="0"/>
        </a:xfrm>
      </p:grpSpPr>
      <p:sp>
        <p:nvSpPr>
          <p:cNvPr id="1025" name="Google Shape;1025;p77"/>
          <p:cNvSpPr txBox="1">
            <a:spLocks noGrp="1"/>
          </p:cNvSpPr>
          <p:nvPr>
            <p:ph type="title"/>
          </p:nvPr>
        </p:nvSpPr>
        <p:spPr>
          <a:xfrm>
            <a:off x="3090672" y="338328"/>
            <a:ext cx="2962800" cy="576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1026" name="Google Shape;1026;p7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27" name="Google Shape;1027;p7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028" name="Google Shape;1028;p77"/>
          <p:cNvSpPr txBox="1">
            <a:spLocks noGrp="1"/>
          </p:cNvSpPr>
          <p:nvPr>
            <p:ph type="subTitle" idx="3"/>
          </p:nvPr>
        </p:nvSpPr>
        <p:spPr>
          <a:xfrm>
            <a:off x="3689552" y="1588336"/>
            <a:ext cx="17649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29" name="Google Shape;1029;p7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accent1"/>
                </a:solidFill>
                <a:latin typeface="Barlow Semi Condensed"/>
                <a:ea typeface="Barlow Semi Condensed"/>
                <a:cs typeface="Barlow Semi Condensed"/>
                <a:sym typeface="Barlow Semi Condensed"/>
              </a:defRPr>
            </a:lvl9pPr>
          </a:lstStyle>
          <a:p>
            <a:endParaRPr/>
          </a:p>
        </p:txBody>
      </p:sp>
      <p:sp>
        <p:nvSpPr>
          <p:cNvPr id="1030" name="Google Shape;1030;p7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31" name="Google Shape;1031;p7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032" name="Google Shape;1032;p7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33" name="Google Shape;1033;p7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034" name="Google Shape;1034;p7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35" name="Google Shape;1035;p7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036" name="Google Shape;1036;p7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37" name="Google Shape;1037;p7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cxnSp>
        <p:nvCxnSpPr>
          <p:cNvPr id="1038" name="Google Shape;1038;p77"/>
          <p:cNvCxnSpPr/>
          <p:nvPr/>
        </p:nvCxnSpPr>
        <p:spPr>
          <a:xfrm>
            <a:off x="2904283" y="4513075"/>
            <a:ext cx="1133100" cy="306300"/>
          </a:xfrm>
          <a:prstGeom prst="straightConnector1">
            <a:avLst/>
          </a:prstGeom>
          <a:noFill/>
          <a:ln w="9525" cap="flat" cmpd="sng">
            <a:solidFill>
              <a:schemeClr val="dk1"/>
            </a:solidFill>
            <a:prstDash val="solid"/>
            <a:round/>
            <a:headEnd type="none" w="sm" len="sm"/>
            <a:tailEnd type="none" w="sm" len="sm"/>
          </a:ln>
        </p:spPr>
      </p:cxnSp>
      <p:cxnSp>
        <p:nvCxnSpPr>
          <p:cNvPr id="1039" name="Google Shape;1039;p7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sm" len="sm"/>
            <a:tailEnd type="none" w="sm" len="sm"/>
          </a:ln>
        </p:spPr>
      </p:cxnSp>
      <p:cxnSp>
        <p:nvCxnSpPr>
          <p:cNvPr id="1040" name="Google Shape;1040;p77"/>
          <p:cNvCxnSpPr/>
          <p:nvPr/>
        </p:nvCxnSpPr>
        <p:spPr>
          <a:xfrm>
            <a:off x="259558" y="4408000"/>
            <a:ext cx="1332000" cy="392100"/>
          </a:xfrm>
          <a:prstGeom prst="straightConnector1">
            <a:avLst/>
          </a:prstGeom>
          <a:noFill/>
          <a:ln w="9525" cap="flat" cmpd="sng">
            <a:solidFill>
              <a:schemeClr val="dk1"/>
            </a:solidFill>
            <a:prstDash val="solid"/>
            <a:round/>
            <a:headEnd type="none" w="sm" len="sm"/>
            <a:tailEnd type="none" w="sm" len="sm"/>
          </a:ln>
        </p:spPr>
      </p:cxnSp>
      <p:cxnSp>
        <p:nvCxnSpPr>
          <p:cNvPr id="1041" name="Google Shape;1041;p77"/>
          <p:cNvCxnSpPr/>
          <p:nvPr/>
        </p:nvCxnSpPr>
        <p:spPr>
          <a:xfrm>
            <a:off x="-6867" y="3993550"/>
            <a:ext cx="273900" cy="407100"/>
          </a:xfrm>
          <a:prstGeom prst="straightConnector1">
            <a:avLst/>
          </a:prstGeom>
          <a:noFill/>
          <a:ln w="9525" cap="flat" cmpd="sng">
            <a:solidFill>
              <a:schemeClr val="dk1"/>
            </a:solidFill>
            <a:prstDash val="solid"/>
            <a:round/>
            <a:headEnd type="none" w="sm" len="sm"/>
            <a:tailEnd type="none" w="sm" len="sm"/>
          </a:ln>
        </p:spPr>
      </p:cxnSp>
      <p:grpSp>
        <p:nvGrpSpPr>
          <p:cNvPr id="1042" name="Google Shape;1042;p77"/>
          <p:cNvGrpSpPr/>
          <p:nvPr/>
        </p:nvGrpSpPr>
        <p:grpSpPr>
          <a:xfrm flipH="1">
            <a:off x="1278333" y="4513075"/>
            <a:ext cx="581800" cy="582350"/>
            <a:chOff x="8064275" y="887850"/>
            <a:chExt cx="581800" cy="582350"/>
          </a:xfrm>
        </p:grpSpPr>
        <p:sp>
          <p:nvSpPr>
            <p:cNvPr id="1043" name="Google Shape;1043;p7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7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7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p7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p7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7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9" name="Google Shape;1049;p77"/>
          <p:cNvGrpSpPr/>
          <p:nvPr/>
        </p:nvGrpSpPr>
        <p:grpSpPr>
          <a:xfrm flipH="1">
            <a:off x="2747608" y="4340463"/>
            <a:ext cx="292025" cy="292575"/>
            <a:chOff x="7353050" y="316275"/>
            <a:chExt cx="292025" cy="292575"/>
          </a:xfrm>
        </p:grpSpPr>
        <p:sp>
          <p:nvSpPr>
            <p:cNvPr id="1050" name="Google Shape;1050;p7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1" name="Google Shape;1051;p7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2" name="Google Shape;1052;p7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3" name="Google Shape;1053;p7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54" name="Google Shape;1054;p77"/>
          <p:cNvGrpSpPr/>
          <p:nvPr/>
        </p:nvGrpSpPr>
        <p:grpSpPr>
          <a:xfrm flipH="1">
            <a:off x="171308" y="4315025"/>
            <a:ext cx="175000" cy="175000"/>
            <a:chOff x="8792300" y="321275"/>
            <a:chExt cx="175000" cy="175000"/>
          </a:xfrm>
        </p:grpSpPr>
        <p:sp>
          <p:nvSpPr>
            <p:cNvPr id="1055" name="Google Shape;1055;p7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6" name="Google Shape;1056;p7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7" name="Google Shape;1057;p7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p7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59" name="Google Shape;1059;p77"/>
          <p:cNvGrpSpPr/>
          <p:nvPr/>
        </p:nvGrpSpPr>
        <p:grpSpPr>
          <a:xfrm>
            <a:off x="3873197" y="4657550"/>
            <a:ext cx="293111" cy="293388"/>
            <a:chOff x="3164039" y="430875"/>
            <a:chExt cx="293111" cy="293388"/>
          </a:xfrm>
        </p:grpSpPr>
        <p:sp>
          <p:nvSpPr>
            <p:cNvPr id="1060" name="Google Shape;1060;p7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7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p7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7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7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p7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66" name="Google Shape;1066;p77"/>
          <p:cNvGrpSpPr/>
          <p:nvPr/>
        </p:nvGrpSpPr>
        <p:grpSpPr>
          <a:xfrm flipH="1">
            <a:off x="242270" y="4142425"/>
            <a:ext cx="175013" cy="27000"/>
            <a:chOff x="5662375" y="212375"/>
            <a:chExt cx="175013" cy="27000"/>
          </a:xfrm>
        </p:grpSpPr>
        <p:sp>
          <p:nvSpPr>
            <p:cNvPr id="1067" name="Google Shape;1067;p7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7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7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070" name="Google Shape;1070;p77"/>
          <p:cNvCxnSpPr/>
          <p:nvPr/>
        </p:nvCxnSpPr>
        <p:spPr>
          <a:xfrm rot="10800000">
            <a:off x="5995050" y="226600"/>
            <a:ext cx="1504500" cy="224700"/>
          </a:xfrm>
          <a:prstGeom prst="straightConnector1">
            <a:avLst/>
          </a:prstGeom>
          <a:noFill/>
          <a:ln w="9525" cap="flat" cmpd="sng">
            <a:solidFill>
              <a:schemeClr val="dk1"/>
            </a:solidFill>
            <a:prstDash val="solid"/>
            <a:round/>
            <a:headEnd type="none" w="sm" len="sm"/>
            <a:tailEnd type="none" w="sm" len="sm"/>
          </a:ln>
        </p:spPr>
      </p:cxnSp>
      <p:cxnSp>
        <p:nvCxnSpPr>
          <p:cNvPr id="1071" name="Google Shape;1071;p77"/>
          <p:cNvCxnSpPr/>
          <p:nvPr/>
        </p:nvCxnSpPr>
        <p:spPr>
          <a:xfrm rot="10800000">
            <a:off x="7512925" y="457850"/>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1072" name="Google Shape;1072;p77"/>
          <p:cNvCxnSpPr/>
          <p:nvPr/>
        </p:nvCxnSpPr>
        <p:spPr>
          <a:xfrm flipH="1">
            <a:off x="8348975" y="-6625"/>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1073" name="Google Shape;1073;p77"/>
          <p:cNvGrpSpPr/>
          <p:nvPr/>
        </p:nvGrpSpPr>
        <p:grpSpPr>
          <a:xfrm>
            <a:off x="8064275" y="1040250"/>
            <a:ext cx="581800" cy="582350"/>
            <a:chOff x="8064275" y="887850"/>
            <a:chExt cx="581800" cy="582350"/>
          </a:xfrm>
        </p:grpSpPr>
        <p:sp>
          <p:nvSpPr>
            <p:cNvPr id="1074" name="Google Shape;1074;p7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7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p7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p7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7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p7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80" name="Google Shape;1080;p77"/>
          <p:cNvGrpSpPr/>
          <p:nvPr/>
        </p:nvGrpSpPr>
        <p:grpSpPr>
          <a:xfrm>
            <a:off x="7353050" y="316275"/>
            <a:ext cx="292025" cy="292575"/>
            <a:chOff x="7353050" y="316275"/>
            <a:chExt cx="292025" cy="292575"/>
          </a:xfrm>
        </p:grpSpPr>
        <p:sp>
          <p:nvSpPr>
            <p:cNvPr id="1081" name="Google Shape;1081;p7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p7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p7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4" name="Google Shape;1084;p7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85" name="Google Shape;1085;p77"/>
          <p:cNvGrpSpPr/>
          <p:nvPr/>
        </p:nvGrpSpPr>
        <p:grpSpPr>
          <a:xfrm>
            <a:off x="8792300" y="321275"/>
            <a:ext cx="175000" cy="175000"/>
            <a:chOff x="8792300" y="321275"/>
            <a:chExt cx="175000" cy="175000"/>
          </a:xfrm>
        </p:grpSpPr>
        <p:sp>
          <p:nvSpPr>
            <p:cNvPr id="1086" name="Google Shape;1086;p7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7" name="Google Shape;1087;p7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8" name="Google Shape;1088;p7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p7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90" name="Google Shape;1090;p7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p7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7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7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7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7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96" name="Google Shape;1096;p77"/>
          <p:cNvGrpSpPr/>
          <p:nvPr/>
        </p:nvGrpSpPr>
        <p:grpSpPr>
          <a:xfrm>
            <a:off x="8490050" y="170875"/>
            <a:ext cx="175013" cy="27000"/>
            <a:chOff x="5662375" y="212375"/>
            <a:chExt cx="175013" cy="27000"/>
          </a:xfrm>
        </p:grpSpPr>
        <p:sp>
          <p:nvSpPr>
            <p:cNvPr id="1097" name="Google Shape;1097;p7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7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7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0" name="Google Shape;1100;p77"/>
          <p:cNvGrpSpPr/>
          <p:nvPr/>
        </p:nvGrpSpPr>
        <p:grpSpPr>
          <a:xfrm>
            <a:off x="8678350" y="1658000"/>
            <a:ext cx="175013" cy="27000"/>
            <a:chOff x="5662375" y="212375"/>
            <a:chExt cx="175013" cy="27000"/>
          </a:xfrm>
        </p:grpSpPr>
        <p:sp>
          <p:nvSpPr>
            <p:cNvPr id="1101" name="Google Shape;1101;p7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7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3" name="Google Shape;1103;p7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104"/>
        <p:cNvGrpSpPr/>
        <p:nvPr/>
      </p:nvGrpSpPr>
      <p:grpSpPr>
        <a:xfrm>
          <a:off x="0" y="0"/>
          <a:ext cx="0" cy="0"/>
          <a:chOff x="0" y="0"/>
          <a:chExt cx="0" cy="0"/>
        </a:xfrm>
      </p:grpSpPr>
      <p:cxnSp>
        <p:nvCxnSpPr>
          <p:cNvPr id="1105" name="Google Shape;1105;p79"/>
          <p:cNvCxnSpPr/>
          <p:nvPr/>
        </p:nvCxnSpPr>
        <p:spPr>
          <a:xfrm>
            <a:off x="590450" y="4340600"/>
            <a:ext cx="670200" cy="423000"/>
          </a:xfrm>
          <a:prstGeom prst="straightConnector1">
            <a:avLst/>
          </a:prstGeom>
          <a:noFill/>
          <a:ln w="9525" cap="flat" cmpd="sng">
            <a:solidFill>
              <a:schemeClr val="dk2"/>
            </a:solidFill>
            <a:prstDash val="solid"/>
            <a:round/>
            <a:headEnd type="none" w="sm" len="sm"/>
            <a:tailEnd type="none" w="sm" len="sm"/>
          </a:ln>
        </p:spPr>
      </p:cxnSp>
      <p:sp>
        <p:nvSpPr>
          <p:cNvPr id="1106" name="Google Shape;1106;p79"/>
          <p:cNvSpPr txBox="1">
            <a:spLocks noGrp="1"/>
          </p:cNvSpPr>
          <p:nvPr>
            <p:ph type="title"/>
          </p:nvPr>
        </p:nvSpPr>
        <p:spPr>
          <a:xfrm>
            <a:off x="2208175" y="342775"/>
            <a:ext cx="47277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1107" name="Google Shape;1107;p79"/>
          <p:cNvCxnSpPr/>
          <p:nvPr/>
        </p:nvCxnSpPr>
        <p:spPr>
          <a:xfrm rot="10800000" flipH="1">
            <a:off x="0" y="4332550"/>
            <a:ext cx="590700" cy="663900"/>
          </a:xfrm>
          <a:prstGeom prst="straightConnector1">
            <a:avLst/>
          </a:prstGeom>
          <a:noFill/>
          <a:ln w="9525" cap="flat" cmpd="sng">
            <a:solidFill>
              <a:schemeClr val="dk2"/>
            </a:solidFill>
            <a:prstDash val="solid"/>
            <a:round/>
            <a:headEnd type="none" w="sm" len="sm"/>
            <a:tailEnd type="none" w="sm" len="sm"/>
          </a:ln>
        </p:spPr>
      </p:cxnSp>
      <p:grpSp>
        <p:nvGrpSpPr>
          <p:cNvPr id="1108" name="Google Shape;1108;p79"/>
          <p:cNvGrpSpPr/>
          <p:nvPr/>
        </p:nvGrpSpPr>
        <p:grpSpPr>
          <a:xfrm flipH="1">
            <a:off x="431725" y="4183775"/>
            <a:ext cx="292025" cy="292575"/>
            <a:chOff x="7353050" y="316275"/>
            <a:chExt cx="292025" cy="292575"/>
          </a:xfrm>
        </p:grpSpPr>
        <p:sp>
          <p:nvSpPr>
            <p:cNvPr id="1109" name="Google Shape;1109;p7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p7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p7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2" name="Google Shape;1112;p7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13" name="Google Shape;1113;p79"/>
          <p:cNvGrpSpPr/>
          <p:nvPr/>
        </p:nvGrpSpPr>
        <p:grpSpPr>
          <a:xfrm>
            <a:off x="1075789" y="4604675"/>
            <a:ext cx="293111" cy="293388"/>
            <a:chOff x="3164039" y="430875"/>
            <a:chExt cx="293111" cy="293388"/>
          </a:xfrm>
        </p:grpSpPr>
        <p:sp>
          <p:nvSpPr>
            <p:cNvPr id="1114" name="Google Shape;1114;p7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p7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p7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p7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Google Shape;1118;p7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9" name="Google Shape;1119;p7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120" name="Google Shape;1120;p79"/>
          <p:cNvCxnSpPr/>
          <p:nvPr/>
        </p:nvCxnSpPr>
        <p:spPr>
          <a:xfrm rot="10800000">
            <a:off x="7196975" y="295100"/>
            <a:ext cx="1157100" cy="542700"/>
          </a:xfrm>
          <a:prstGeom prst="straightConnector1">
            <a:avLst/>
          </a:prstGeom>
          <a:noFill/>
          <a:ln w="9525" cap="flat" cmpd="sng">
            <a:solidFill>
              <a:schemeClr val="dk2"/>
            </a:solidFill>
            <a:prstDash val="solid"/>
            <a:round/>
            <a:headEnd type="none" w="sm" len="sm"/>
            <a:tailEnd type="none" w="sm" len="sm"/>
          </a:ln>
        </p:spPr>
      </p:cxnSp>
      <p:cxnSp>
        <p:nvCxnSpPr>
          <p:cNvPr id="1121" name="Google Shape;1121;p79"/>
          <p:cNvCxnSpPr/>
          <p:nvPr/>
        </p:nvCxnSpPr>
        <p:spPr>
          <a:xfrm flipH="1">
            <a:off x="8354075" y="-6625"/>
            <a:ext cx="791400" cy="836400"/>
          </a:xfrm>
          <a:prstGeom prst="straightConnector1">
            <a:avLst/>
          </a:prstGeom>
          <a:noFill/>
          <a:ln w="9525" cap="flat" cmpd="sng">
            <a:solidFill>
              <a:schemeClr val="dk2"/>
            </a:solidFill>
            <a:prstDash val="solid"/>
            <a:round/>
            <a:headEnd type="none" w="sm" len="sm"/>
            <a:tailEnd type="none" w="sm" len="sm"/>
          </a:ln>
        </p:spPr>
      </p:cxnSp>
      <p:grpSp>
        <p:nvGrpSpPr>
          <p:cNvPr id="1122" name="Google Shape;1122;p79"/>
          <p:cNvGrpSpPr/>
          <p:nvPr/>
        </p:nvGrpSpPr>
        <p:grpSpPr>
          <a:xfrm>
            <a:off x="8064275" y="526925"/>
            <a:ext cx="581800" cy="582350"/>
            <a:chOff x="8064275" y="887850"/>
            <a:chExt cx="581800" cy="582350"/>
          </a:xfrm>
        </p:grpSpPr>
        <p:sp>
          <p:nvSpPr>
            <p:cNvPr id="1123" name="Google Shape;1123;p7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p7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5" name="Google Shape;1125;p7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7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7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1128;p7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29" name="Google Shape;1129;p79"/>
          <p:cNvGrpSpPr/>
          <p:nvPr/>
        </p:nvGrpSpPr>
        <p:grpSpPr>
          <a:xfrm>
            <a:off x="7033875" y="170875"/>
            <a:ext cx="292025" cy="292575"/>
            <a:chOff x="7353050" y="316275"/>
            <a:chExt cx="292025" cy="292575"/>
          </a:xfrm>
        </p:grpSpPr>
        <p:sp>
          <p:nvSpPr>
            <p:cNvPr id="1130" name="Google Shape;1130;p7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7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2" name="Google Shape;1132;p7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p7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4" name="Google Shape;1134;p79"/>
          <p:cNvGrpSpPr/>
          <p:nvPr/>
        </p:nvGrpSpPr>
        <p:grpSpPr>
          <a:xfrm>
            <a:off x="8757950" y="229650"/>
            <a:ext cx="175000" cy="175000"/>
            <a:chOff x="8792300" y="321275"/>
            <a:chExt cx="175000" cy="175000"/>
          </a:xfrm>
        </p:grpSpPr>
        <p:sp>
          <p:nvSpPr>
            <p:cNvPr id="1135" name="Google Shape;1135;p7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p7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7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7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9" name="Google Shape;1139;p79"/>
          <p:cNvGrpSpPr/>
          <p:nvPr/>
        </p:nvGrpSpPr>
        <p:grpSpPr>
          <a:xfrm>
            <a:off x="8490050" y="170875"/>
            <a:ext cx="175013" cy="27000"/>
            <a:chOff x="5662375" y="212375"/>
            <a:chExt cx="175013" cy="27000"/>
          </a:xfrm>
        </p:grpSpPr>
        <p:sp>
          <p:nvSpPr>
            <p:cNvPr id="1140" name="Google Shape;1140;p7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7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p7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43" name="Google Shape;1143;p79"/>
          <p:cNvGrpSpPr/>
          <p:nvPr/>
        </p:nvGrpSpPr>
        <p:grpSpPr>
          <a:xfrm>
            <a:off x="7916350" y="1124600"/>
            <a:ext cx="175013" cy="27000"/>
            <a:chOff x="5662375" y="212375"/>
            <a:chExt cx="175013" cy="27000"/>
          </a:xfrm>
        </p:grpSpPr>
        <p:sp>
          <p:nvSpPr>
            <p:cNvPr id="1144" name="Google Shape;1144;p7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p7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p7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47" name="Google Shape;1147;p79"/>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48" name="Google Shape;1148;p79"/>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49" name="Google Shape;1149;p79"/>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50" name="Google Shape;1150;p79"/>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151" name="Google Shape;1151;p79"/>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152" name="Google Shape;1152;p79"/>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3"/>
        <p:cNvGrpSpPr/>
        <p:nvPr/>
      </p:nvGrpSpPr>
      <p:grpSpPr>
        <a:xfrm>
          <a:off x="0" y="0"/>
          <a:ext cx="0" cy="0"/>
          <a:chOff x="0" y="0"/>
          <a:chExt cx="0" cy="0"/>
        </a:xfrm>
      </p:grpSpPr>
      <p:grpSp>
        <p:nvGrpSpPr>
          <p:cNvPr id="1154" name="Google Shape;1154;p80"/>
          <p:cNvGrpSpPr/>
          <p:nvPr/>
        </p:nvGrpSpPr>
        <p:grpSpPr>
          <a:xfrm rot="10800000">
            <a:off x="1954823" y="1124844"/>
            <a:ext cx="5234354" cy="3069144"/>
            <a:chOff x="1098425" y="237675"/>
            <a:chExt cx="5358675" cy="5174750"/>
          </a:xfrm>
        </p:grpSpPr>
        <p:sp>
          <p:nvSpPr>
            <p:cNvPr id="1155" name="Google Shape;1155;p80"/>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6" name="Google Shape;1156;p80"/>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7" name="Google Shape;1157;p80"/>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58" name="Google Shape;1158;p80"/>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cxnSp>
        <p:nvCxnSpPr>
          <p:cNvPr id="1159" name="Google Shape;1159;p80"/>
          <p:cNvCxnSpPr/>
          <p:nvPr/>
        </p:nvCxnSpPr>
        <p:spPr>
          <a:xfrm rot="5400000">
            <a:off x="7269708" y="3324550"/>
            <a:ext cx="1133100" cy="306300"/>
          </a:xfrm>
          <a:prstGeom prst="straightConnector1">
            <a:avLst/>
          </a:prstGeom>
          <a:noFill/>
          <a:ln w="9525" cap="flat" cmpd="sng">
            <a:solidFill>
              <a:schemeClr val="dk1"/>
            </a:solidFill>
            <a:prstDash val="solid"/>
            <a:round/>
            <a:headEnd type="none" w="sm" len="sm"/>
            <a:tailEnd type="none" w="sm" len="sm"/>
          </a:ln>
        </p:spPr>
      </p:cxnSp>
      <p:cxnSp>
        <p:nvCxnSpPr>
          <p:cNvPr id="1160" name="Google Shape;1160;p80"/>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sm" len="sm"/>
            <a:tailEnd type="none" w="sm" len="sm"/>
          </a:ln>
        </p:spPr>
      </p:cxnSp>
      <p:cxnSp>
        <p:nvCxnSpPr>
          <p:cNvPr id="1161" name="Google Shape;1161;p80"/>
          <p:cNvCxnSpPr/>
          <p:nvPr/>
        </p:nvCxnSpPr>
        <p:spPr>
          <a:xfrm rot="5400000">
            <a:off x="7232433" y="736375"/>
            <a:ext cx="1332000" cy="392100"/>
          </a:xfrm>
          <a:prstGeom prst="straightConnector1">
            <a:avLst/>
          </a:prstGeom>
          <a:noFill/>
          <a:ln w="9525" cap="flat" cmpd="sng">
            <a:solidFill>
              <a:schemeClr val="dk1"/>
            </a:solidFill>
            <a:prstDash val="solid"/>
            <a:round/>
            <a:headEnd type="none" w="sm" len="sm"/>
            <a:tailEnd type="none" w="sm" len="sm"/>
          </a:ln>
        </p:spPr>
      </p:cxnSp>
      <p:cxnSp>
        <p:nvCxnSpPr>
          <p:cNvPr id="1162" name="Google Shape;1162;p80"/>
          <p:cNvCxnSpPr/>
          <p:nvPr/>
        </p:nvCxnSpPr>
        <p:spPr>
          <a:xfrm rot="5400000">
            <a:off x="8168433" y="-66600"/>
            <a:ext cx="273900" cy="407100"/>
          </a:xfrm>
          <a:prstGeom prst="straightConnector1">
            <a:avLst/>
          </a:prstGeom>
          <a:noFill/>
          <a:ln w="9525" cap="flat" cmpd="sng">
            <a:solidFill>
              <a:schemeClr val="dk1"/>
            </a:solidFill>
            <a:prstDash val="solid"/>
            <a:round/>
            <a:headEnd type="none" w="sm" len="sm"/>
            <a:tailEnd type="none" w="sm" len="sm"/>
          </a:ln>
        </p:spPr>
      </p:cxnSp>
      <p:grpSp>
        <p:nvGrpSpPr>
          <p:cNvPr id="1163" name="Google Shape;1163;p80"/>
          <p:cNvGrpSpPr/>
          <p:nvPr/>
        </p:nvGrpSpPr>
        <p:grpSpPr>
          <a:xfrm rot="5400000" flipH="1">
            <a:off x="7407333" y="1284925"/>
            <a:ext cx="581800" cy="582350"/>
            <a:chOff x="8064275" y="887850"/>
            <a:chExt cx="581800" cy="582350"/>
          </a:xfrm>
        </p:grpSpPr>
        <p:sp>
          <p:nvSpPr>
            <p:cNvPr id="1164" name="Google Shape;1164;p8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8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p8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7" name="Google Shape;1167;p8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8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p8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70" name="Google Shape;1170;p80"/>
          <p:cNvGrpSpPr/>
          <p:nvPr/>
        </p:nvGrpSpPr>
        <p:grpSpPr>
          <a:xfrm rot="5400000" flipH="1">
            <a:off x="7869720" y="2754200"/>
            <a:ext cx="292025" cy="292575"/>
            <a:chOff x="7353050" y="316275"/>
            <a:chExt cx="292025" cy="292575"/>
          </a:xfrm>
        </p:grpSpPr>
        <p:sp>
          <p:nvSpPr>
            <p:cNvPr id="1171" name="Google Shape;1171;p8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8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8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8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75" name="Google Shape;1175;p80"/>
          <p:cNvGrpSpPr/>
          <p:nvPr/>
        </p:nvGrpSpPr>
        <p:grpSpPr>
          <a:xfrm rot="5400000" flipH="1">
            <a:off x="8012458" y="178175"/>
            <a:ext cx="175000" cy="175000"/>
            <a:chOff x="8792300" y="321275"/>
            <a:chExt cx="175000" cy="175000"/>
          </a:xfrm>
        </p:grpSpPr>
        <p:sp>
          <p:nvSpPr>
            <p:cNvPr id="1176" name="Google Shape;1176;p8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8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8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8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0" name="Google Shape;1180;p80"/>
          <p:cNvGrpSpPr/>
          <p:nvPr/>
        </p:nvGrpSpPr>
        <p:grpSpPr>
          <a:xfrm rot="5400000">
            <a:off x="7551683" y="3879926"/>
            <a:ext cx="293111" cy="293388"/>
            <a:chOff x="3164039" y="430875"/>
            <a:chExt cx="293111" cy="293388"/>
          </a:xfrm>
        </p:grpSpPr>
        <p:sp>
          <p:nvSpPr>
            <p:cNvPr id="1181" name="Google Shape;1181;p8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8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8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8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8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8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7" name="Google Shape;1187;p80"/>
          <p:cNvGrpSpPr/>
          <p:nvPr/>
        </p:nvGrpSpPr>
        <p:grpSpPr>
          <a:xfrm rot="5400000" flipH="1">
            <a:off x="8259052" y="323144"/>
            <a:ext cx="175013" cy="27000"/>
            <a:chOff x="5662375" y="212375"/>
            <a:chExt cx="175013" cy="27000"/>
          </a:xfrm>
        </p:grpSpPr>
        <p:sp>
          <p:nvSpPr>
            <p:cNvPr id="1188" name="Google Shape;1188;p8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8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8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191" name="Google Shape;1191;p80"/>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sm" len="sm"/>
            <a:tailEnd type="none" w="sm" len="sm"/>
          </a:ln>
        </p:spPr>
      </p:cxnSp>
      <p:cxnSp>
        <p:nvCxnSpPr>
          <p:cNvPr id="1192" name="Google Shape;1192;p80"/>
          <p:cNvCxnSpPr/>
          <p:nvPr/>
        </p:nvCxnSpPr>
        <p:spPr>
          <a:xfrm rot="-5400000">
            <a:off x="847100" y="3554000"/>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1193" name="Google Shape;1193;p80"/>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1194" name="Google Shape;1194;p80"/>
          <p:cNvGrpSpPr/>
          <p:nvPr/>
        </p:nvGrpSpPr>
        <p:grpSpPr>
          <a:xfrm rot="5400000">
            <a:off x="621475" y="4062025"/>
            <a:ext cx="581800" cy="582350"/>
            <a:chOff x="8064275" y="887850"/>
            <a:chExt cx="581800" cy="582350"/>
          </a:xfrm>
        </p:grpSpPr>
        <p:sp>
          <p:nvSpPr>
            <p:cNvPr id="1195" name="Google Shape;1195;p8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8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8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p8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8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8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01" name="Google Shape;1201;p80"/>
          <p:cNvGrpSpPr/>
          <p:nvPr/>
        </p:nvGrpSpPr>
        <p:grpSpPr>
          <a:xfrm rot="5400000">
            <a:off x="1482825" y="3350800"/>
            <a:ext cx="292025" cy="292575"/>
            <a:chOff x="7353050" y="316275"/>
            <a:chExt cx="292025" cy="292575"/>
          </a:xfrm>
        </p:grpSpPr>
        <p:sp>
          <p:nvSpPr>
            <p:cNvPr id="1202" name="Google Shape;1202;p8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8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8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8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06" name="Google Shape;1206;p80"/>
          <p:cNvGrpSpPr/>
          <p:nvPr/>
        </p:nvGrpSpPr>
        <p:grpSpPr>
          <a:xfrm rot="5400000">
            <a:off x="1595125" y="4790325"/>
            <a:ext cx="175000" cy="175000"/>
            <a:chOff x="8792300" y="321275"/>
            <a:chExt cx="175000" cy="175000"/>
          </a:xfrm>
        </p:grpSpPr>
        <p:sp>
          <p:nvSpPr>
            <p:cNvPr id="1207" name="Google Shape;1207;p8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8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8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8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11" name="Google Shape;1211;p8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8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8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8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8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8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7" name="Google Shape;1217;p80"/>
          <p:cNvGrpSpPr/>
          <p:nvPr/>
        </p:nvGrpSpPr>
        <p:grpSpPr>
          <a:xfrm rot="5400000">
            <a:off x="1701119" y="1515381"/>
            <a:ext cx="175013" cy="27000"/>
            <a:chOff x="5662375" y="212375"/>
            <a:chExt cx="175013" cy="27000"/>
          </a:xfrm>
        </p:grpSpPr>
        <p:sp>
          <p:nvSpPr>
            <p:cNvPr id="1218" name="Google Shape;1218;p8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8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8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1" name="Google Shape;1221;p80"/>
          <p:cNvGrpSpPr/>
          <p:nvPr/>
        </p:nvGrpSpPr>
        <p:grpSpPr>
          <a:xfrm rot="5400000">
            <a:off x="1819519" y="4562081"/>
            <a:ext cx="175013" cy="27000"/>
            <a:chOff x="5662375" y="212375"/>
            <a:chExt cx="175013" cy="27000"/>
          </a:xfrm>
        </p:grpSpPr>
        <p:sp>
          <p:nvSpPr>
            <p:cNvPr id="1222" name="Google Shape;1222;p8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p8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8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5" name="Google Shape;1225;p80"/>
          <p:cNvGrpSpPr/>
          <p:nvPr/>
        </p:nvGrpSpPr>
        <p:grpSpPr>
          <a:xfrm rot="5400000">
            <a:off x="408594" y="4140781"/>
            <a:ext cx="175013" cy="27000"/>
            <a:chOff x="5662375" y="212375"/>
            <a:chExt cx="175013" cy="27000"/>
          </a:xfrm>
        </p:grpSpPr>
        <p:sp>
          <p:nvSpPr>
            <p:cNvPr id="1226" name="Google Shape;1226;p8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8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8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9" name="Google Shape;1229;p80"/>
          <p:cNvSpPr txBox="1">
            <a:spLocks noGrp="1"/>
          </p:cNvSpPr>
          <p:nvPr>
            <p:ph type="title" hasCustomPrompt="1"/>
          </p:nvPr>
        </p:nvSpPr>
        <p:spPr>
          <a:xfrm>
            <a:off x="2624328" y="2057400"/>
            <a:ext cx="3904500" cy="786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30"/>
        <p:cNvGrpSpPr/>
        <p:nvPr/>
      </p:nvGrpSpPr>
      <p:grpSpPr>
        <a:xfrm>
          <a:off x="0" y="0"/>
          <a:ext cx="0" cy="0"/>
          <a:chOff x="0" y="0"/>
          <a:chExt cx="0" cy="0"/>
        </a:xfrm>
      </p:grpSpPr>
      <p:cxnSp>
        <p:nvCxnSpPr>
          <p:cNvPr id="1231" name="Google Shape;1231;p83"/>
          <p:cNvCxnSpPr/>
          <p:nvPr/>
        </p:nvCxnSpPr>
        <p:spPr>
          <a:xfrm>
            <a:off x="1645925" y="523125"/>
            <a:ext cx="1672500" cy="126000"/>
          </a:xfrm>
          <a:prstGeom prst="straightConnector1">
            <a:avLst/>
          </a:prstGeom>
          <a:noFill/>
          <a:ln w="9525" cap="flat" cmpd="sng">
            <a:solidFill>
              <a:schemeClr val="dk2"/>
            </a:solidFill>
            <a:prstDash val="solid"/>
            <a:round/>
            <a:headEnd type="none" w="sm" len="sm"/>
            <a:tailEnd type="none" w="sm" len="sm"/>
          </a:ln>
        </p:spPr>
      </p:cxnSp>
      <p:cxnSp>
        <p:nvCxnSpPr>
          <p:cNvPr id="1232" name="Google Shape;1232;p83"/>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sm" len="sm"/>
            <a:tailEnd type="none" w="sm" len="sm"/>
          </a:ln>
        </p:spPr>
      </p:cxnSp>
      <p:cxnSp>
        <p:nvCxnSpPr>
          <p:cNvPr id="1233" name="Google Shape;1233;p83"/>
          <p:cNvCxnSpPr/>
          <p:nvPr/>
        </p:nvCxnSpPr>
        <p:spPr>
          <a:xfrm>
            <a:off x="0" y="65200"/>
            <a:ext cx="796500" cy="1188000"/>
          </a:xfrm>
          <a:prstGeom prst="straightConnector1">
            <a:avLst/>
          </a:prstGeom>
          <a:noFill/>
          <a:ln w="9525" cap="flat" cmpd="sng">
            <a:solidFill>
              <a:schemeClr val="dk2"/>
            </a:solidFill>
            <a:prstDash val="solid"/>
            <a:round/>
            <a:headEnd type="none" w="sm" len="sm"/>
            <a:tailEnd type="none" w="sm" len="sm"/>
          </a:ln>
        </p:spPr>
      </p:cxnSp>
      <p:grpSp>
        <p:nvGrpSpPr>
          <p:cNvPr id="1234" name="Google Shape;1234;p83"/>
          <p:cNvGrpSpPr/>
          <p:nvPr/>
        </p:nvGrpSpPr>
        <p:grpSpPr>
          <a:xfrm flipH="1">
            <a:off x="499400" y="959675"/>
            <a:ext cx="581800" cy="582350"/>
            <a:chOff x="8064275" y="887850"/>
            <a:chExt cx="581800" cy="582350"/>
          </a:xfrm>
        </p:grpSpPr>
        <p:sp>
          <p:nvSpPr>
            <p:cNvPr id="1235" name="Google Shape;1235;p8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8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8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8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8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8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41" name="Google Shape;1241;p83"/>
          <p:cNvGrpSpPr/>
          <p:nvPr/>
        </p:nvGrpSpPr>
        <p:grpSpPr>
          <a:xfrm flipH="1">
            <a:off x="1500400" y="388100"/>
            <a:ext cx="292025" cy="292575"/>
            <a:chOff x="7353050" y="316275"/>
            <a:chExt cx="292025" cy="292575"/>
          </a:xfrm>
        </p:grpSpPr>
        <p:sp>
          <p:nvSpPr>
            <p:cNvPr id="1242" name="Google Shape;1242;p8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8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8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p8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46" name="Google Shape;1246;p83"/>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p83"/>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p83"/>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83"/>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83"/>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83"/>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52" name="Google Shape;1252;p83"/>
          <p:cNvGrpSpPr/>
          <p:nvPr/>
        </p:nvGrpSpPr>
        <p:grpSpPr>
          <a:xfrm flipH="1">
            <a:off x="3527112" y="361100"/>
            <a:ext cx="175013" cy="27000"/>
            <a:chOff x="5662375" y="212375"/>
            <a:chExt cx="175013" cy="27000"/>
          </a:xfrm>
        </p:grpSpPr>
        <p:sp>
          <p:nvSpPr>
            <p:cNvPr id="1253" name="Google Shape;1253;p8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8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p8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6" name="Google Shape;1256;p83"/>
          <p:cNvGrpSpPr/>
          <p:nvPr/>
        </p:nvGrpSpPr>
        <p:grpSpPr>
          <a:xfrm flipH="1">
            <a:off x="480412" y="242700"/>
            <a:ext cx="175013" cy="27000"/>
            <a:chOff x="5662375" y="212375"/>
            <a:chExt cx="175013" cy="27000"/>
          </a:xfrm>
        </p:grpSpPr>
        <p:sp>
          <p:nvSpPr>
            <p:cNvPr id="1257" name="Google Shape;1257;p8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p8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8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60" name="Google Shape;1260;p83"/>
          <p:cNvGrpSpPr/>
          <p:nvPr/>
        </p:nvGrpSpPr>
        <p:grpSpPr>
          <a:xfrm flipH="1">
            <a:off x="901712" y="1653625"/>
            <a:ext cx="175013" cy="27000"/>
            <a:chOff x="5662375" y="212375"/>
            <a:chExt cx="175013" cy="27000"/>
          </a:xfrm>
        </p:grpSpPr>
        <p:sp>
          <p:nvSpPr>
            <p:cNvPr id="1261" name="Google Shape;1261;p8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p8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8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264" name="Google Shape;1264;p83"/>
          <p:cNvCxnSpPr/>
          <p:nvPr/>
        </p:nvCxnSpPr>
        <p:spPr>
          <a:xfrm>
            <a:off x="791400" y="4212400"/>
            <a:ext cx="1157100" cy="542700"/>
          </a:xfrm>
          <a:prstGeom prst="straightConnector1">
            <a:avLst/>
          </a:prstGeom>
          <a:noFill/>
          <a:ln w="9525" cap="flat" cmpd="sng">
            <a:solidFill>
              <a:schemeClr val="dk2"/>
            </a:solidFill>
            <a:prstDash val="solid"/>
            <a:round/>
            <a:headEnd type="none" w="sm" len="sm"/>
            <a:tailEnd type="none" w="sm" len="sm"/>
          </a:ln>
        </p:spPr>
      </p:cxnSp>
      <p:cxnSp>
        <p:nvCxnSpPr>
          <p:cNvPr id="1265" name="Google Shape;1265;p83"/>
          <p:cNvCxnSpPr/>
          <p:nvPr/>
        </p:nvCxnSpPr>
        <p:spPr>
          <a:xfrm rot="10800000" flipH="1">
            <a:off x="0" y="4220425"/>
            <a:ext cx="791400" cy="836400"/>
          </a:xfrm>
          <a:prstGeom prst="straightConnector1">
            <a:avLst/>
          </a:prstGeom>
          <a:noFill/>
          <a:ln w="9525" cap="flat" cmpd="sng">
            <a:solidFill>
              <a:schemeClr val="dk2"/>
            </a:solidFill>
            <a:prstDash val="solid"/>
            <a:round/>
            <a:headEnd type="none" w="sm" len="sm"/>
            <a:tailEnd type="none" w="sm" len="sm"/>
          </a:ln>
        </p:spPr>
      </p:cxnSp>
      <p:grpSp>
        <p:nvGrpSpPr>
          <p:cNvPr id="1266" name="Google Shape;1266;p83"/>
          <p:cNvGrpSpPr/>
          <p:nvPr/>
        </p:nvGrpSpPr>
        <p:grpSpPr>
          <a:xfrm rot="10800000">
            <a:off x="499400" y="3940925"/>
            <a:ext cx="581800" cy="582350"/>
            <a:chOff x="8064275" y="887850"/>
            <a:chExt cx="581800" cy="582350"/>
          </a:xfrm>
        </p:grpSpPr>
        <p:sp>
          <p:nvSpPr>
            <p:cNvPr id="1267" name="Google Shape;1267;p8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8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8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8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8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p8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3" name="Google Shape;1273;p83"/>
          <p:cNvGrpSpPr/>
          <p:nvPr/>
        </p:nvGrpSpPr>
        <p:grpSpPr>
          <a:xfrm rot="10800000">
            <a:off x="1819575" y="4586750"/>
            <a:ext cx="292025" cy="292575"/>
            <a:chOff x="7353050" y="316275"/>
            <a:chExt cx="292025" cy="292575"/>
          </a:xfrm>
        </p:grpSpPr>
        <p:sp>
          <p:nvSpPr>
            <p:cNvPr id="1274" name="Google Shape;1274;p8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8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8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p8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78" name="Google Shape;1278;p83"/>
          <p:cNvGrpSpPr/>
          <p:nvPr/>
        </p:nvGrpSpPr>
        <p:grpSpPr>
          <a:xfrm rot="10800000">
            <a:off x="212525" y="4645550"/>
            <a:ext cx="175000" cy="175000"/>
            <a:chOff x="8792300" y="321275"/>
            <a:chExt cx="175000" cy="175000"/>
          </a:xfrm>
        </p:grpSpPr>
        <p:sp>
          <p:nvSpPr>
            <p:cNvPr id="1279" name="Google Shape;1279;p8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p8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p8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p8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3" name="Google Shape;1283;p83"/>
          <p:cNvGrpSpPr/>
          <p:nvPr/>
        </p:nvGrpSpPr>
        <p:grpSpPr>
          <a:xfrm rot="10800000">
            <a:off x="480412" y="4852325"/>
            <a:ext cx="175013" cy="27000"/>
            <a:chOff x="5662375" y="212375"/>
            <a:chExt cx="175013" cy="27000"/>
          </a:xfrm>
        </p:grpSpPr>
        <p:sp>
          <p:nvSpPr>
            <p:cNvPr id="1284" name="Google Shape;1284;p8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8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8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87" name="Google Shape;1287;p83"/>
          <p:cNvGrpSpPr/>
          <p:nvPr/>
        </p:nvGrpSpPr>
        <p:grpSpPr>
          <a:xfrm rot="10800000">
            <a:off x="1054112" y="3898600"/>
            <a:ext cx="175013" cy="27000"/>
            <a:chOff x="5662375" y="212375"/>
            <a:chExt cx="175013" cy="27000"/>
          </a:xfrm>
        </p:grpSpPr>
        <p:sp>
          <p:nvSpPr>
            <p:cNvPr id="1288" name="Google Shape;1288;p83"/>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83"/>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p83"/>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91" name="Google Shape;1291;p83"/>
          <p:cNvSpPr txBox="1">
            <a:spLocks noGrp="1"/>
          </p:cNvSpPr>
          <p:nvPr>
            <p:ph type="title"/>
          </p:nvPr>
        </p:nvSpPr>
        <p:spPr>
          <a:xfrm>
            <a:off x="896100" y="1984450"/>
            <a:ext cx="3457200" cy="1292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292"/>
        <p:cNvGrpSpPr/>
        <p:nvPr/>
      </p:nvGrpSpPr>
      <p:grpSpPr>
        <a:xfrm>
          <a:off x="0" y="0"/>
          <a:ext cx="0" cy="0"/>
          <a:chOff x="0" y="0"/>
          <a:chExt cx="0" cy="0"/>
        </a:xfrm>
      </p:grpSpPr>
      <p:sp>
        <p:nvSpPr>
          <p:cNvPr id="1293" name="Google Shape;1293;p85"/>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accent1"/>
              </a:buClr>
              <a:buSzPts val="1400"/>
              <a:buFont typeface="Arial"/>
              <a:buChar char="●"/>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294" name="Google Shape;1294;p85"/>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accent1"/>
              </a:buClr>
              <a:buSzPts val="1400"/>
              <a:buFont typeface="Arial"/>
              <a:buChar char="●"/>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rgbClr val="000000"/>
              </a:buClr>
              <a:buSzPts val="1400"/>
              <a:buFont typeface="Arial"/>
              <a:buChar char="■"/>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sp>
        <p:nvSpPr>
          <p:cNvPr id="1295" name="Google Shape;1295;p85"/>
          <p:cNvSpPr txBox="1">
            <a:spLocks noGrp="1"/>
          </p:cNvSpPr>
          <p:nvPr>
            <p:ph type="title"/>
          </p:nvPr>
        </p:nvSpPr>
        <p:spPr>
          <a:xfrm>
            <a:off x="2532888" y="338328"/>
            <a:ext cx="4087500" cy="576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grpSp>
        <p:nvGrpSpPr>
          <p:cNvPr id="1296" name="Google Shape;1296;p85"/>
          <p:cNvGrpSpPr/>
          <p:nvPr/>
        </p:nvGrpSpPr>
        <p:grpSpPr>
          <a:xfrm>
            <a:off x="432850" y="0"/>
            <a:ext cx="8278300" cy="5165700"/>
            <a:chOff x="432850" y="0"/>
            <a:chExt cx="8278300" cy="5165700"/>
          </a:xfrm>
        </p:grpSpPr>
        <p:cxnSp>
          <p:nvCxnSpPr>
            <p:cNvPr id="1297" name="Google Shape;1297;p85"/>
            <p:cNvCxnSpPr/>
            <p:nvPr/>
          </p:nvCxnSpPr>
          <p:spPr>
            <a:xfrm rot="10800000">
              <a:off x="8420275" y="2664300"/>
              <a:ext cx="0" cy="2501400"/>
            </a:xfrm>
            <a:prstGeom prst="straightConnector1">
              <a:avLst/>
            </a:prstGeom>
            <a:noFill/>
            <a:ln w="9525" cap="flat" cmpd="sng">
              <a:solidFill>
                <a:schemeClr val="dk1"/>
              </a:solidFill>
              <a:prstDash val="solid"/>
              <a:round/>
              <a:headEnd type="none" w="sm" len="sm"/>
              <a:tailEnd type="none" w="sm" len="sm"/>
            </a:ln>
          </p:spPr>
        </p:cxnSp>
        <p:grpSp>
          <p:nvGrpSpPr>
            <p:cNvPr id="1298" name="Google Shape;1298;p85"/>
            <p:cNvGrpSpPr/>
            <p:nvPr/>
          </p:nvGrpSpPr>
          <p:grpSpPr>
            <a:xfrm>
              <a:off x="8129350" y="4292175"/>
              <a:ext cx="581800" cy="582350"/>
              <a:chOff x="8064275" y="887850"/>
              <a:chExt cx="581800" cy="582350"/>
            </a:xfrm>
          </p:grpSpPr>
          <p:sp>
            <p:nvSpPr>
              <p:cNvPr id="1299" name="Google Shape;1299;p8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8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8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8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8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8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05" name="Google Shape;1305;p85"/>
            <p:cNvGrpSpPr/>
            <p:nvPr/>
          </p:nvGrpSpPr>
          <p:grpSpPr>
            <a:xfrm>
              <a:off x="8274238" y="3720600"/>
              <a:ext cx="292025" cy="292575"/>
              <a:chOff x="7353050" y="316275"/>
              <a:chExt cx="292025" cy="292575"/>
            </a:xfrm>
          </p:grpSpPr>
          <p:sp>
            <p:nvSpPr>
              <p:cNvPr id="1306" name="Google Shape;1306;p8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p8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8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9" name="Google Shape;1309;p8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10" name="Google Shape;1310;p85"/>
            <p:cNvGrpSpPr/>
            <p:nvPr/>
          </p:nvGrpSpPr>
          <p:grpSpPr>
            <a:xfrm>
              <a:off x="8332763" y="3212475"/>
              <a:ext cx="175000" cy="175000"/>
              <a:chOff x="8792300" y="321275"/>
              <a:chExt cx="175000" cy="175000"/>
            </a:xfrm>
          </p:grpSpPr>
          <p:sp>
            <p:nvSpPr>
              <p:cNvPr id="1311" name="Google Shape;1311;p8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8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8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8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315" name="Google Shape;1315;p85"/>
            <p:cNvCxnSpPr/>
            <p:nvPr/>
          </p:nvCxnSpPr>
          <p:spPr>
            <a:xfrm>
              <a:off x="723725" y="613"/>
              <a:ext cx="0" cy="2501400"/>
            </a:xfrm>
            <a:prstGeom prst="straightConnector1">
              <a:avLst/>
            </a:prstGeom>
            <a:noFill/>
            <a:ln w="9525" cap="flat" cmpd="sng">
              <a:solidFill>
                <a:schemeClr val="dk1"/>
              </a:solidFill>
              <a:prstDash val="solid"/>
              <a:round/>
              <a:headEnd type="none" w="sm" len="sm"/>
              <a:tailEnd type="none" w="sm" len="sm"/>
            </a:ln>
          </p:spPr>
        </p:cxnSp>
        <p:grpSp>
          <p:nvGrpSpPr>
            <p:cNvPr id="1316" name="Google Shape;1316;p85"/>
            <p:cNvGrpSpPr/>
            <p:nvPr/>
          </p:nvGrpSpPr>
          <p:grpSpPr>
            <a:xfrm rot="10800000">
              <a:off x="432850" y="291788"/>
              <a:ext cx="581800" cy="582350"/>
              <a:chOff x="8064275" y="887850"/>
              <a:chExt cx="581800" cy="582350"/>
            </a:xfrm>
          </p:grpSpPr>
          <p:sp>
            <p:nvSpPr>
              <p:cNvPr id="1317" name="Google Shape;1317;p8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8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p8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8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8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8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23" name="Google Shape;1323;p85"/>
            <p:cNvGrpSpPr/>
            <p:nvPr/>
          </p:nvGrpSpPr>
          <p:grpSpPr>
            <a:xfrm rot="10800000">
              <a:off x="577738" y="1153138"/>
              <a:ext cx="292025" cy="292575"/>
              <a:chOff x="7353050" y="316275"/>
              <a:chExt cx="292025" cy="292575"/>
            </a:xfrm>
          </p:grpSpPr>
          <p:sp>
            <p:nvSpPr>
              <p:cNvPr id="1324" name="Google Shape;1324;p8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p8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8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8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28" name="Google Shape;1328;p85"/>
            <p:cNvGrpSpPr/>
            <p:nvPr/>
          </p:nvGrpSpPr>
          <p:grpSpPr>
            <a:xfrm rot="10800000">
              <a:off x="636238" y="1778838"/>
              <a:ext cx="175000" cy="175000"/>
              <a:chOff x="8792300" y="321275"/>
              <a:chExt cx="175000" cy="175000"/>
            </a:xfrm>
          </p:grpSpPr>
          <p:sp>
            <p:nvSpPr>
              <p:cNvPr id="1329" name="Google Shape;1329;p8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p8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8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p8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33" name="Google Shape;1333;p85"/>
            <p:cNvGrpSpPr/>
            <p:nvPr/>
          </p:nvGrpSpPr>
          <p:grpSpPr>
            <a:xfrm>
              <a:off x="432850" y="2003163"/>
              <a:ext cx="175013" cy="27000"/>
              <a:chOff x="5662375" y="212375"/>
              <a:chExt cx="175013" cy="27000"/>
            </a:xfrm>
          </p:grpSpPr>
          <p:sp>
            <p:nvSpPr>
              <p:cNvPr id="1334" name="Google Shape;1334;p8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8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8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37" name="Google Shape;1337;p85"/>
            <p:cNvGrpSpPr/>
            <p:nvPr/>
          </p:nvGrpSpPr>
          <p:grpSpPr>
            <a:xfrm>
              <a:off x="788100" y="208488"/>
              <a:ext cx="175013" cy="27000"/>
              <a:chOff x="5662375" y="212375"/>
              <a:chExt cx="175013" cy="27000"/>
            </a:xfrm>
          </p:grpSpPr>
          <p:sp>
            <p:nvSpPr>
              <p:cNvPr id="1338" name="Google Shape;1338;p8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p8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p8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41" name="Google Shape;1341;p85"/>
            <p:cNvGrpSpPr/>
            <p:nvPr/>
          </p:nvGrpSpPr>
          <p:grpSpPr>
            <a:xfrm>
              <a:off x="8129350" y="4988725"/>
              <a:ext cx="175013" cy="27000"/>
              <a:chOff x="5662375" y="212375"/>
              <a:chExt cx="175013" cy="27000"/>
            </a:xfrm>
          </p:grpSpPr>
          <p:sp>
            <p:nvSpPr>
              <p:cNvPr id="1342" name="Google Shape;1342;p8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8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8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45" name="Google Shape;1345;p85"/>
            <p:cNvGrpSpPr/>
            <p:nvPr/>
          </p:nvGrpSpPr>
          <p:grpSpPr>
            <a:xfrm>
              <a:off x="8497550" y="3429425"/>
              <a:ext cx="175013" cy="27000"/>
              <a:chOff x="5662375" y="212375"/>
              <a:chExt cx="175013" cy="27000"/>
            </a:xfrm>
          </p:grpSpPr>
          <p:sp>
            <p:nvSpPr>
              <p:cNvPr id="1346" name="Google Shape;1346;p8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8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8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349" name="Google Shape;1349;p85"/>
            <p:cNvCxnSpPr/>
            <p:nvPr/>
          </p:nvCxnSpPr>
          <p:spPr>
            <a:xfrm>
              <a:off x="8407225" y="0"/>
              <a:ext cx="0" cy="2160900"/>
            </a:xfrm>
            <a:prstGeom prst="straightConnector1">
              <a:avLst/>
            </a:prstGeom>
            <a:noFill/>
            <a:ln w="9525" cap="flat" cmpd="sng">
              <a:solidFill>
                <a:schemeClr val="dk1"/>
              </a:solidFill>
              <a:prstDash val="solid"/>
              <a:round/>
              <a:headEnd type="none" w="sm" len="sm"/>
              <a:tailEnd type="none" w="sm" len="sm"/>
            </a:ln>
          </p:spPr>
        </p:cxnSp>
        <p:cxnSp>
          <p:nvCxnSpPr>
            <p:cNvPr id="1350" name="Google Shape;1350;p85"/>
            <p:cNvCxnSpPr/>
            <p:nvPr/>
          </p:nvCxnSpPr>
          <p:spPr>
            <a:xfrm>
              <a:off x="718025" y="2985634"/>
              <a:ext cx="0" cy="2160900"/>
            </a:xfrm>
            <a:prstGeom prst="straightConnector1">
              <a:avLst/>
            </a:prstGeom>
            <a:noFill/>
            <a:ln w="9525" cap="flat" cmpd="sng">
              <a:solidFill>
                <a:schemeClr val="dk1"/>
              </a:solidFill>
              <a:prstDash val="solid"/>
              <a:round/>
              <a:headEnd type="none" w="sm" len="sm"/>
              <a:tailEnd type="none" w="sm" len="sm"/>
            </a:ln>
          </p:spPr>
        </p:cxnSp>
        <p:sp>
          <p:nvSpPr>
            <p:cNvPr id="1351" name="Google Shape;1351;p8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8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8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8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55"/>
        <p:cNvGrpSpPr/>
        <p:nvPr/>
      </p:nvGrpSpPr>
      <p:grpSpPr>
        <a:xfrm>
          <a:off x="0" y="0"/>
          <a:ext cx="0" cy="0"/>
          <a:chOff x="0" y="0"/>
          <a:chExt cx="0" cy="0"/>
        </a:xfrm>
      </p:grpSpPr>
      <p:sp>
        <p:nvSpPr>
          <p:cNvPr id="1356" name="Google Shape;1356;p88"/>
          <p:cNvSpPr txBox="1">
            <a:spLocks noGrp="1"/>
          </p:cNvSpPr>
          <p:nvPr>
            <p:ph type="title"/>
          </p:nvPr>
        </p:nvSpPr>
        <p:spPr>
          <a:xfrm>
            <a:off x="896112" y="2039112"/>
            <a:ext cx="3566100" cy="136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357" name="Google Shape;1357;p88"/>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accent5"/>
              </a:buClr>
              <a:buSzPts val="1400"/>
              <a:buFont typeface="Barlow Semi Condensed"/>
              <a:buChar char="■"/>
              <a:defRPr sz="1400" b="0" i="0" u="none" strike="noStrike" cap="none">
                <a:solidFill>
                  <a:schemeClr val="accent5"/>
                </a:solidFill>
                <a:latin typeface="Barlow Semi Condensed"/>
                <a:ea typeface="Barlow Semi Condensed"/>
                <a:cs typeface="Barlow Semi Condensed"/>
                <a:sym typeface="Barlow Semi Condensed"/>
              </a:defRPr>
            </a:lvl9pPr>
          </a:lstStyle>
          <a:p>
            <a:endParaRPr/>
          </a:p>
        </p:txBody>
      </p:sp>
      <p:cxnSp>
        <p:nvCxnSpPr>
          <p:cNvPr id="1358" name="Google Shape;1358;p88"/>
          <p:cNvCxnSpPr/>
          <p:nvPr/>
        </p:nvCxnSpPr>
        <p:spPr>
          <a:xfrm>
            <a:off x="1645925" y="523125"/>
            <a:ext cx="1672500" cy="126000"/>
          </a:xfrm>
          <a:prstGeom prst="straightConnector1">
            <a:avLst/>
          </a:prstGeom>
          <a:noFill/>
          <a:ln w="9525" cap="flat" cmpd="sng">
            <a:solidFill>
              <a:schemeClr val="dk1"/>
            </a:solidFill>
            <a:prstDash val="solid"/>
            <a:round/>
            <a:headEnd type="none" w="sm" len="sm"/>
            <a:tailEnd type="none" w="sm" len="sm"/>
          </a:ln>
        </p:spPr>
      </p:cxnSp>
      <p:cxnSp>
        <p:nvCxnSpPr>
          <p:cNvPr id="1359" name="Google Shape;1359;p88"/>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sm" len="sm"/>
            <a:tailEnd type="none" w="sm" len="sm"/>
          </a:ln>
        </p:spPr>
      </p:cxnSp>
      <p:cxnSp>
        <p:nvCxnSpPr>
          <p:cNvPr id="1360" name="Google Shape;1360;p88"/>
          <p:cNvCxnSpPr/>
          <p:nvPr/>
        </p:nvCxnSpPr>
        <p:spPr>
          <a:xfrm>
            <a:off x="0" y="65200"/>
            <a:ext cx="796500" cy="1188000"/>
          </a:xfrm>
          <a:prstGeom prst="straightConnector1">
            <a:avLst/>
          </a:prstGeom>
          <a:noFill/>
          <a:ln w="9525" cap="flat" cmpd="sng">
            <a:solidFill>
              <a:schemeClr val="dk1"/>
            </a:solidFill>
            <a:prstDash val="solid"/>
            <a:round/>
            <a:headEnd type="none" w="sm" len="sm"/>
            <a:tailEnd type="none" w="sm" len="sm"/>
          </a:ln>
        </p:spPr>
      </p:cxnSp>
      <p:grpSp>
        <p:nvGrpSpPr>
          <p:cNvPr id="1361" name="Google Shape;1361;p88"/>
          <p:cNvGrpSpPr/>
          <p:nvPr/>
        </p:nvGrpSpPr>
        <p:grpSpPr>
          <a:xfrm flipH="1">
            <a:off x="499400" y="959675"/>
            <a:ext cx="581800" cy="582350"/>
            <a:chOff x="8064275" y="887850"/>
            <a:chExt cx="581800" cy="582350"/>
          </a:xfrm>
        </p:grpSpPr>
        <p:sp>
          <p:nvSpPr>
            <p:cNvPr id="1362" name="Google Shape;1362;p8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3" name="Google Shape;1363;p8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8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8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8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8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68" name="Google Shape;1368;p88"/>
          <p:cNvGrpSpPr/>
          <p:nvPr/>
        </p:nvGrpSpPr>
        <p:grpSpPr>
          <a:xfrm flipH="1">
            <a:off x="1500400" y="388100"/>
            <a:ext cx="292025" cy="292575"/>
            <a:chOff x="7353050" y="316275"/>
            <a:chExt cx="292025" cy="292575"/>
          </a:xfrm>
        </p:grpSpPr>
        <p:sp>
          <p:nvSpPr>
            <p:cNvPr id="1369" name="Google Shape;1369;p8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0" name="Google Shape;1370;p8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p8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8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73" name="Google Shape;1373;p88"/>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88"/>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88"/>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p88"/>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88"/>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88"/>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9" name="Google Shape;1379;p88"/>
          <p:cNvGrpSpPr/>
          <p:nvPr/>
        </p:nvGrpSpPr>
        <p:grpSpPr>
          <a:xfrm flipH="1">
            <a:off x="3527112" y="361100"/>
            <a:ext cx="175013" cy="27000"/>
            <a:chOff x="5662375" y="212375"/>
            <a:chExt cx="175013" cy="27000"/>
          </a:xfrm>
        </p:grpSpPr>
        <p:sp>
          <p:nvSpPr>
            <p:cNvPr id="1380" name="Google Shape;1380;p8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1" name="Google Shape;1381;p8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2" name="Google Shape;1382;p8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3" name="Google Shape;1383;p88"/>
          <p:cNvGrpSpPr/>
          <p:nvPr/>
        </p:nvGrpSpPr>
        <p:grpSpPr>
          <a:xfrm flipH="1">
            <a:off x="480412" y="242700"/>
            <a:ext cx="175013" cy="27000"/>
            <a:chOff x="5662375" y="212375"/>
            <a:chExt cx="175013" cy="27000"/>
          </a:xfrm>
        </p:grpSpPr>
        <p:sp>
          <p:nvSpPr>
            <p:cNvPr id="1384" name="Google Shape;1384;p8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8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8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7" name="Google Shape;1387;p88"/>
          <p:cNvGrpSpPr/>
          <p:nvPr/>
        </p:nvGrpSpPr>
        <p:grpSpPr>
          <a:xfrm flipH="1">
            <a:off x="901712" y="1653625"/>
            <a:ext cx="175013" cy="27000"/>
            <a:chOff x="5662375" y="212375"/>
            <a:chExt cx="175013" cy="27000"/>
          </a:xfrm>
        </p:grpSpPr>
        <p:sp>
          <p:nvSpPr>
            <p:cNvPr id="1388" name="Google Shape;1388;p8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p8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p8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391" name="Google Shape;1391;p88"/>
          <p:cNvCxnSpPr/>
          <p:nvPr/>
        </p:nvCxnSpPr>
        <p:spPr>
          <a:xfrm>
            <a:off x="791400" y="4212400"/>
            <a:ext cx="1157100" cy="542700"/>
          </a:xfrm>
          <a:prstGeom prst="straightConnector1">
            <a:avLst/>
          </a:prstGeom>
          <a:noFill/>
          <a:ln w="9525" cap="flat" cmpd="sng">
            <a:solidFill>
              <a:schemeClr val="dk1"/>
            </a:solidFill>
            <a:prstDash val="solid"/>
            <a:round/>
            <a:headEnd type="none" w="sm" len="sm"/>
            <a:tailEnd type="none" w="sm" len="sm"/>
          </a:ln>
        </p:spPr>
      </p:cxnSp>
      <p:cxnSp>
        <p:nvCxnSpPr>
          <p:cNvPr id="1392" name="Google Shape;1392;p88"/>
          <p:cNvCxnSpPr/>
          <p:nvPr/>
        </p:nvCxnSpPr>
        <p:spPr>
          <a:xfrm rot="10800000" flipH="1">
            <a:off x="0" y="4220425"/>
            <a:ext cx="791400" cy="836400"/>
          </a:xfrm>
          <a:prstGeom prst="straightConnector1">
            <a:avLst/>
          </a:prstGeom>
          <a:noFill/>
          <a:ln w="9525" cap="flat" cmpd="sng">
            <a:solidFill>
              <a:schemeClr val="dk1"/>
            </a:solidFill>
            <a:prstDash val="solid"/>
            <a:round/>
            <a:headEnd type="none" w="sm" len="sm"/>
            <a:tailEnd type="none" w="sm" len="sm"/>
          </a:ln>
        </p:spPr>
      </p:cxnSp>
      <p:grpSp>
        <p:nvGrpSpPr>
          <p:cNvPr id="1393" name="Google Shape;1393;p88"/>
          <p:cNvGrpSpPr/>
          <p:nvPr/>
        </p:nvGrpSpPr>
        <p:grpSpPr>
          <a:xfrm rot="10800000">
            <a:off x="499400" y="3940925"/>
            <a:ext cx="581800" cy="582350"/>
            <a:chOff x="8064275" y="887850"/>
            <a:chExt cx="581800" cy="582350"/>
          </a:xfrm>
        </p:grpSpPr>
        <p:sp>
          <p:nvSpPr>
            <p:cNvPr id="1394" name="Google Shape;1394;p8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5" name="Google Shape;1395;p8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p8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8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8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p8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00" name="Google Shape;1400;p88"/>
          <p:cNvGrpSpPr/>
          <p:nvPr/>
        </p:nvGrpSpPr>
        <p:grpSpPr>
          <a:xfrm rot="10800000">
            <a:off x="1819575" y="4586750"/>
            <a:ext cx="292025" cy="292575"/>
            <a:chOff x="7353050" y="316275"/>
            <a:chExt cx="292025" cy="292575"/>
          </a:xfrm>
        </p:grpSpPr>
        <p:sp>
          <p:nvSpPr>
            <p:cNvPr id="1401" name="Google Shape;1401;p8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2" name="Google Shape;1402;p8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8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8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05" name="Google Shape;1405;p88"/>
          <p:cNvGrpSpPr/>
          <p:nvPr/>
        </p:nvGrpSpPr>
        <p:grpSpPr>
          <a:xfrm rot="10800000">
            <a:off x="212525" y="4645550"/>
            <a:ext cx="175000" cy="175000"/>
            <a:chOff x="8792300" y="321275"/>
            <a:chExt cx="175000" cy="175000"/>
          </a:xfrm>
        </p:grpSpPr>
        <p:sp>
          <p:nvSpPr>
            <p:cNvPr id="1406" name="Google Shape;1406;p8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7" name="Google Shape;1407;p8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8" name="Google Shape;1408;p8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9" name="Google Shape;1409;p8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0" name="Google Shape;1410;p88"/>
          <p:cNvGrpSpPr/>
          <p:nvPr/>
        </p:nvGrpSpPr>
        <p:grpSpPr>
          <a:xfrm rot="10800000">
            <a:off x="480412" y="4852325"/>
            <a:ext cx="175013" cy="27000"/>
            <a:chOff x="5662375" y="212375"/>
            <a:chExt cx="175013" cy="27000"/>
          </a:xfrm>
        </p:grpSpPr>
        <p:sp>
          <p:nvSpPr>
            <p:cNvPr id="1411" name="Google Shape;1411;p8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2" name="Google Shape;1412;p8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3" name="Google Shape;1413;p8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4" name="Google Shape;1414;p88"/>
          <p:cNvGrpSpPr/>
          <p:nvPr/>
        </p:nvGrpSpPr>
        <p:grpSpPr>
          <a:xfrm rot="10800000">
            <a:off x="1054112" y="3898600"/>
            <a:ext cx="175013" cy="27000"/>
            <a:chOff x="5662375" y="212375"/>
            <a:chExt cx="175013" cy="27000"/>
          </a:xfrm>
        </p:grpSpPr>
        <p:sp>
          <p:nvSpPr>
            <p:cNvPr id="1415" name="Google Shape;1415;p8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6" name="Google Shape;1416;p8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7" name="Google Shape;1417;p8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510"/>
        <p:cNvGrpSpPr/>
        <p:nvPr/>
      </p:nvGrpSpPr>
      <p:grpSpPr>
        <a:xfrm>
          <a:off x="0" y="0"/>
          <a:ext cx="0" cy="0"/>
          <a:chOff x="0" y="0"/>
          <a:chExt cx="0" cy="0"/>
        </a:xfrm>
      </p:grpSpPr>
      <p:grpSp>
        <p:nvGrpSpPr>
          <p:cNvPr id="1511" name="Google Shape;1511;p91"/>
          <p:cNvGrpSpPr/>
          <p:nvPr/>
        </p:nvGrpSpPr>
        <p:grpSpPr>
          <a:xfrm>
            <a:off x="432850" y="0"/>
            <a:ext cx="8278300" cy="5165700"/>
            <a:chOff x="432850" y="0"/>
            <a:chExt cx="8278300" cy="5165700"/>
          </a:xfrm>
        </p:grpSpPr>
        <p:cxnSp>
          <p:nvCxnSpPr>
            <p:cNvPr id="1512" name="Google Shape;1512;p91"/>
            <p:cNvCxnSpPr/>
            <p:nvPr/>
          </p:nvCxnSpPr>
          <p:spPr>
            <a:xfrm rot="10800000">
              <a:off x="8420275" y="2664300"/>
              <a:ext cx="0" cy="2501400"/>
            </a:xfrm>
            <a:prstGeom prst="straightConnector1">
              <a:avLst/>
            </a:prstGeom>
            <a:noFill/>
            <a:ln w="9525" cap="flat" cmpd="sng">
              <a:solidFill>
                <a:srgbClr val="595959"/>
              </a:solidFill>
              <a:prstDash val="solid"/>
              <a:round/>
              <a:headEnd type="none" w="sm" len="sm"/>
              <a:tailEnd type="none" w="sm" len="sm"/>
            </a:ln>
          </p:spPr>
        </p:cxnSp>
        <p:grpSp>
          <p:nvGrpSpPr>
            <p:cNvPr id="1513" name="Google Shape;1513;p91"/>
            <p:cNvGrpSpPr/>
            <p:nvPr/>
          </p:nvGrpSpPr>
          <p:grpSpPr>
            <a:xfrm>
              <a:off x="8129350" y="4292175"/>
              <a:ext cx="581800" cy="582350"/>
              <a:chOff x="8064275" y="887850"/>
              <a:chExt cx="581800" cy="582350"/>
            </a:xfrm>
          </p:grpSpPr>
          <p:sp>
            <p:nvSpPr>
              <p:cNvPr id="1514" name="Google Shape;1514;p9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5" name="Google Shape;1515;p9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6" name="Google Shape;1516;p9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7" name="Google Shape;1517;p9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8" name="Google Shape;1518;p9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9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20" name="Google Shape;1520;p91"/>
            <p:cNvGrpSpPr/>
            <p:nvPr/>
          </p:nvGrpSpPr>
          <p:grpSpPr>
            <a:xfrm>
              <a:off x="8274238" y="3720600"/>
              <a:ext cx="292025" cy="292575"/>
              <a:chOff x="7353050" y="316275"/>
              <a:chExt cx="292025" cy="292575"/>
            </a:xfrm>
          </p:grpSpPr>
          <p:sp>
            <p:nvSpPr>
              <p:cNvPr id="1521" name="Google Shape;1521;p9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2" name="Google Shape;1522;p9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3" name="Google Shape;1523;p9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4" name="Google Shape;1524;p9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25" name="Google Shape;1525;p91"/>
            <p:cNvGrpSpPr/>
            <p:nvPr/>
          </p:nvGrpSpPr>
          <p:grpSpPr>
            <a:xfrm>
              <a:off x="8332763" y="3212475"/>
              <a:ext cx="175000" cy="175000"/>
              <a:chOff x="8792300" y="321275"/>
              <a:chExt cx="175000" cy="175000"/>
            </a:xfrm>
          </p:grpSpPr>
          <p:sp>
            <p:nvSpPr>
              <p:cNvPr id="1526" name="Google Shape;1526;p9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7" name="Google Shape;1527;p9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9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9" name="Google Shape;1529;p9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530" name="Google Shape;1530;p91"/>
            <p:cNvCxnSpPr/>
            <p:nvPr/>
          </p:nvCxnSpPr>
          <p:spPr>
            <a:xfrm>
              <a:off x="723725" y="613"/>
              <a:ext cx="0" cy="2501400"/>
            </a:xfrm>
            <a:prstGeom prst="straightConnector1">
              <a:avLst/>
            </a:prstGeom>
            <a:noFill/>
            <a:ln w="9525" cap="flat" cmpd="sng">
              <a:solidFill>
                <a:srgbClr val="595959"/>
              </a:solidFill>
              <a:prstDash val="solid"/>
              <a:round/>
              <a:headEnd type="none" w="sm" len="sm"/>
              <a:tailEnd type="none" w="sm" len="sm"/>
            </a:ln>
          </p:spPr>
        </p:cxnSp>
        <p:grpSp>
          <p:nvGrpSpPr>
            <p:cNvPr id="1531" name="Google Shape;1531;p91"/>
            <p:cNvGrpSpPr/>
            <p:nvPr/>
          </p:nvGrpSpPr>
          <p:grpSpPr>
            <a:xfrm rot="10800000">
              <a:off x="432850" y="291788"/>
              <a:ext cx="581800" cy="582350"/>
              <a:chOff x="8064275" y="887850"/>
              <a:chExt cx="581800" cy="582350"/>
            </a:xfrm>
          </p:grpSpPr>
          <p:sp>
            <p:nvSpPr>
              <p:cNvPr id="1532" name="Google Shape;1532;p9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3" name="Google Shape;1533;p9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9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5" name="Google Shape;1535;p9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6" name="Google Shape;1536;p9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7" name="Google Shape;1537;p9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38" name="Google Shape;1538;p91"/>
            <p:cNvGrpSpPr/>
            <p:nvPr/>
          </p:nvGrpSpPr>
          <p:grpSpPr>
            <a:xfrm rot="10800000">
              <a:off x="577738" y="1153138"/>
              <a:ext cx="292025" cy="292575"/>
              <a:chOff x="7353050" y="316275"/>
              <a:chExt cx="292025" cy="292575"/>
            </a:xfrm>
          </p:grpSpPr>
          <p:sp>
            <p:nvSpPr>
              <p:cNvPr id="1539" name="Google Shape;1539;p9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0" name="Google Shape;1540;p9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1" name="Google Shape;1541;p9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9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43" name="Google Shape;1543;p91"/>
            <p:cNvGrpSpPr/>
            <p:nvPr/>
          </p:nvGrpSpPr>
          <p:grpSpPr>
            <a:xfrm rot="10800000">
              <a:off x="636238" y="1778838"/>
              <a:ext cx="175000" cy="175000"/>
              <a:chOff x="8792300" y="321275"/>
              <a:chExt cx="175000" cy="175000"/>
            </a:xfrm>
          </p:grpSpPr>
          <p:sp>
            <p:nvSpPr>
              <p:cNvPr id="1544" name="Google Shape;1544;p9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p9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6" name="Google Shape;1546;p9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p9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48" name="Google Shape;1548;p91"/>
            <p:cNvGrpSpPr/>
            <p:nvPr/>
          </p:nvGrpSpPr>
          <p:grpSpPr>
            <a:xfrm>
              <a:off x="432850" y="2003163"/>
              <a:ext cx="175013" cy="27000"/>
              <a:chOff x="5662375" y="212375"/>
              <a:chExt cx="175013" cy="27000"/>
            </a:xfrm>
          </p:grpSpPr>
          <p:sp>
            <p:nvSpPr>
              <p:cNvPr id="1549" name="Google Shape;1549;p9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0" name="Google Shape;1550;p9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p9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52" name="Google Shape;1552;p91"/>
            <p:cNvGrpSpPr/>
            <p:nvPr/>
          </p:nvGrpSpPr>
          <p:grpSpPr>
            <a:xfrm>
              <a:off x="788100" y="208488"/>
              <a:ext cx="175013" cy="27000"/>
              <a:chOff x="5662375" y="212375"/>
              <a:chExt cx="175013" cy="27000"/>
            </a:xfrm>
          </p:grpSpPr>
          <p:sp>
            <p:nvSpPr>
              <p:cNvPr id="1553" name="Google Shape;1553;p9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p9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5" name="Google Shape;1555;p9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56" name="Google Shape;1556;p91"/>
            <p:cNvGrpSpPr/>
            <p:nvPr/>
          </p:nvGrpSpPr>
          <p:grpSpPr>
            <a:xfrm>
              <a:off x="8129350" y="4988725"/>
              <a:ext cx="175013" cy="27000"/>
              <a:chOff x="5662375" y="212375"/>
              <a:chExt cx="175013" cy="27000"/>
            </a:xfrm>
          </p:grpSpPr>
          <p:sp>
            <p:nvSpPr>
              <p:cNvPr id="1557" name="Google Shape;1557;p9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9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p9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60" name="Google Shape;1560;p91"/>
            <p:cNvGrpSpPr/>
            <p:nvPr/>
          </p:nvGrpSpPr>
          <p:grpSpPr>
            <a:xfrm>
              <a:off x="8497550" y="3429425"/>
              <a:ext cx="175013" cy="27000"/>
              <a:chOff x="5662375" y="212375"/>
              <a:chExt cx="175013" cy="27000"/>
            </a:xfrm>
          </p:grpSpPr>
          <p:sp>
            <p:nvSpPr>
              <p:cNvPr id="1561" name="Google Shape;1561;p9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p9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3" name="Google Shape;1563;p9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564" name="Google Shape;1564;p91"/>
            <p:cNvCxnSpPr/>
            <p:nvPr/>
          </p:nvCxnSpPr>
          <p:spPr>
            <a:xfrm>
              <a:off x="8407225" y="0"/>
              <a:ext cx="0" cy="2160900"/>
            </a:xfrm>
            <a:prstGeom prst="straightConnector1">
              <a:avLst/>
            </a:prstGeom>
            <a:noFill/>
            <a:ln w="9525" cap="flat" cmpd="sng">
              <a:solidFill>
                <a:srgbClr val="595959"/>
              </a:solidFill>
              <a:prstDash val="solid"/>
              <a:round/>
              <a:headEnd type="none" w="sm" len="sm"/>
              <a:tailEnd type="none" w="sm" len="sm"/>
            </a:ln>
          </p:spPr>
        </p:cxnSp>
        <p:cxnSp>
          <p:nvCxnSpPr>
            <p:cNvPr id="1565" name="Google Shape;1565;p91"/>
            <p:cNvCxnSpPr/>
            <p:nvPr/>
          </p:nvCxnSpPr>
          <p:spPr>
            <a:xfrm>
              <a:off x="718025" y="2985634"/>
              <a:ext cx="0" cy="2160900"/>
            </a:xfrm>
            <a:prstGeom prst="straightConnector1">
              <a:avLst/>
            </a:prstGeom>
            <a:noFill/>
            <a:ln w="9525" cap="flat" cmpd="sng">
              <a:solidFill>
                <a:srgbClr val="595959"/>
              </a:solidFill>
              <a:prstDash val="solid"/>
              <a:round/>
              <a:headEnd type="none" w="sm" len="sm"/>
              <a:tailEnd type="none" w="sm" len="sm"/>
            </a:ln>
          </p:spPr>
        </p:cxnSp>
        <p:sp>
          <p:nvSpPr>
            <p:cNvPr id="1566" name="Google Shape;1566;p91"/>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7" name="Google Shape;1567;p91"/>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p91"/>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9" name="Google Shape;1569;p91"/>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570"/>
        <p:cNvGrpSpPr/>
        <p:nvPr/>
      </p:nvGrpSpPr>
      <p:grpSpPr>
        <a:xfrm>
          <a:off x="0" y="0"/>
          <a:ext cx="0" cy="0"/>
          <a:chOff x="0" y="0"/>
          <a:chExt cx="0" cy="0"/>
        </a:xfrm>
      </p:grpSpPr>
      <p:grpSp>
        <p:nvGrpSpPr>
          <p:cNvPr id="1571" name="Google Shape;1571;p92"/>
          <p:cNvGrpSpPr/>
          <p:nvPr/>
        </p:nvGrpSpPr>
        <p:grpSpPr>
          <a:xfrm>
            <a:off x="-6867" y="-6625"/>
            <a:ext cx="9152342" cy="5102050"/>
            <a:chOff x="-6867" y="-6625"/>
            <a:chExt cx="9152342" cy="5102050"/>
          </a:xfrm>
        </p:grpSpPr>
        <p:cxnSp>
          <p:nvCxnSpPr>
            <p:cNvPr id="1572" name="Google Shape;1572;p92"/>
            <p:cNvCxnSpPr/>
            <p:nvPr/>
          </p:nvCxnSpPr>
          <p:spPr>
            <a:xfrm>
              <a:off x="2904283" y="4513075"/>
              <a:ext cx="1133100" cy="306300"/>
            </a:xfrm>
            <a:prstGeom prst="straightConnector1">
              <a:avLst/>
            </a:prstGeom>
            <a:noFill/>
            <a:ln w="9525" cap="flat" cmpd="sng">
              <a:solidFill>
                <a:schemeClr val="dk2"/>
              </a:solidFill>
              <a:prstDash val="solid"/>
              <a:round/>
              <a:headEnd type="none" w="sm" len="sm"/>
              <a:tailEnd type="none" w="sm" len="sm"/>
            </a:ln>
          </p:spPr>
        </p:cxnSp>
        <p:cxnSp>
          <p:nvCxnSpPr>
            <p:cNvPr id="1573" name="Google Shape;1573;p92"/>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sm" len="sm"/>
              <a:tailEnd type="none" w="sm" len="sm"/>
            </a:ln>
          </p:spPr>
        </p:cxnSp>
        <p:cxnSp>
          <p:nvCxnSpPr>
            <p:cNvPr id="1574" name="Google Shape;1574;p92"/>
            <p:cNvCxnSpPr/>
            <p:nvPr/>
          </p:nvCxnSpPr>
          <p:spPr>
            <a:xfrm>
              <a:off x="259558" y="4408000"/>
              <a:ext cx="1332000" cy="392100"/>
            </a:xfrm>
            <a:prstGeom prst="straightConnector1">
              <a:avLst/>
            </a:prstGeom>
            <a:noFill/>
            <a:ln w="9525" cap="flat" cmpd="sng">
              <a:solidFill>
                <a:schemeClr val="dk2"/>
              </a:solidFill>
              <a:prstDash val="solid"/>
              <a:round/>
              <a:headEnd type="none" w="sm" len="sm"/>
              <a:tailEnd type="none" w="sm" len="sm"/>
            </a:ln>
          </p:spPr>
        </p:cxnSp>
        <p:cxnSp>
          <p:nvCxnSpPr>
            <p:cNvPr id="1575" name="Google Shape;1575;p92"/>
            <p:cNvCxnSpPr/>
            <p:nvPr/>
          </p:nvCxnSpPr>
          <p:spPr>
            <a:xfrm>
              <a:off x="-6867" y="3993550"/>
              <a:ext cx="273900" cy="407100"/>
            </a:xfrm>
            <a:prstGeom prst="straightConnector1">
              <a:avLst/>
            </a:prstGeom>
            <a:noFill/>
            <a:ln w="9525" cap="flat" cmpd="sng">
              <a:solidFill>
                <a:schemeClr val="dk2"/>
              </a:solidFill>
              <a:prstDash val="solid"/>
              <a:round/>
              <a:headEnd type="none" w="sm" len="sm"/>
              <a:tailEnd type="none" w="sm" len="sm"/>
            </a:ln>
          </p:spPr>
        </p:cxnSp>
        <p:grpSp>
          <p:nvGrpSpPr>
            <p:cNvPr id="1576" name="Google Shape;1576;p92"/>
            <p:cNvGrpSpPr/>
            <p:nvPr/>
          </p:nvGrpSpPr>
          <p:grpSpPr>
            <a:xfrm flipH="1">
              <a:off x="1278333" y="4513075"/>
              <a:ext cx="581800" cy="582350"/>
              <a:chOff x="8064275" y="887850"/>
              <a:chExt cx="581800" cy="582350"/>
            </a:xfrm>
          </p:grpSpPr>
          <p:sp>
            <p:nvSpPr>
              <p:cNvPr id="1577" name="Google Shape;1577;p9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8" name="Google Shape;1578;p9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9" name="Google Shape;1579;p9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p9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1" name="Google Shape;1581;p9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p9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83" name="Google Shape;1583;p92"/>
            <p:cNvGrpSpPr/>
            <p:nvPr/>
          </p:nvGrpSpPr>
          <p:grpSpPr>
            <a:xfrm flipH="1">
              <a:off x="2747608" y="4340463"/>
              <a:ext cx="292025" cy="292575"/>
              <a:chOff x="7353050" y="316275"/>
              <a:chExt cx="292025" cy="292575"/>
            </a:xfrm>
          </p:grpSpPr>
          <p:sp>
            <p:nvSpPr>
              <p:cNvPr id="1584" name="Google Shape;1584;p9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p9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p9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7" name="Google Shape;1587;p9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88" name="Google Shape;1588;p92"/>
            <p:cNvGrpSpPr/>
            <p:nvPr/>
          </p:nvGrpSpPr>
          <p:grpSpPr>
            <a:xfrm flipH="1">
              <a:off x="171308" y="4315025"/>
              <a:ext cx="175000" cy="175000"/>
              <a:chOff x="8792300" y="321275"/>
              <a:chExt cx="175000" cy="175000"/>
            </a:xfrm>
          </p:grpSpPr>
          <p:sp>
            <p:nvSpPr>
              <p:cNvPr id="1589" name="Google Shape;1589;p9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0" name="Google Shape;1590;p9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p9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p9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93" name="Google Shape;1593;p92"/>
            <p:cNvGrpSpPr/>
            <p:nvPr/>
          </p:nvGrpSpPr>
          <p:grpSpPr>
            <a:xfrm>
              <a:off x="3873197" y="4657550"/>
              <a:ext cx="293111" cy="293388"/>
              <a:chOff x="3164039" y="430875"/>
              <a:chExt cx="293111" cy="293388"/>
            </a:xfrm>
          </p:grpSpPr>
          <p:sp>
            <p:nvSpPr>
              <p:cNvPr id="1594" name="Google Shape;1594;p9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5" name="Google Shape;1595;p9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p9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7" name="Google Shape;1597;p9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p9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9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00" name="Google Shape;1600;p92"/>
            <p:cNvGrpSpPr/>
            <p:nvPr/>
          </p:nvGrpSpPr>
          <p:grpSpPr>
            <a:xfrm flipH="1">
              <a:off x="242270" y="4142425"/>
              <a:ext cx="175013" cy="27000"/>
              <a:chOff x="5662375" y="212375"/>
              <a:chExt cx="175013" cy="27000"/>
            </a:xfrm>
          </p:grpSpPr>
          <p:sp>
            <p:nvSpPr>
              <p:cNvPr id="1601" name="Google Shape;1601;p92"/>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p92"/>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3" name="Google Shape;1603;p92"/>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604" name="Google Shape;1604;p92"/>
            <p:cNvCxnSpPr/>
            <p:nvPr/>
          </p:nvCxnSpPr>
          <p:spPr>
            <a:xfrm rot="10800000">
              <a:off x="5995050" y="226600"/>
              <a:ext cx="1504500" cy="224700"/>
            </a:xfrm>
            <a:prstGeom prst="straightConnector1">
              <a:avLst/>
            </a:prstGeom>
            <a:noFill/>
            <a:ln w="9525" cap="flat" cmpd="sng">
              <a:solidFill>
                <a:schemeClr val="dk2"/>
              </a:solidFill>
              <a:prstDash val="solid"/>
              <a:round/>
              <a:headEnd type="none" w="sm" len="sm"/>
              <a:tailEnd type="none" w="sm" len="sm"/>
            </a:ln>
          </p:spPr>
        </p:cxnSp>
        <p:cxnSp>
          <p:nvCxnSpPr>
            <p:cNvPr id="1605" name="Google Shape;1605;p92"/>
            <p:cNvCxnSpPr/>
            <p:nvPr/>
          </p:nvCxnSpPr>
          <p:spPr>
            <a:xfrm rot="10800000">
              <a:off x="7512925" y="457850"/>
              <a:ext cx="829500" cy="743400"/>
            </a:xfrm>
            <a:prstGeom prst="straightConnector1">
              <a:avLst/>
            </a:prstGeom>
            <a:noFill/>
            <a:ln w="9525" cap="flat" cmpd="sng">
              <a:solidFill>
                <a:schemeClr val="dk2"/>
              </a:solidFill>
              <a:prstDash val="solid"/>
              <a:round/>
              <a:headEnd type="none" w="sm" len="sm"/>
              <a:tailEnd type="none" w="sm" len="sm"/>
            </a:ln>
          </p:spPr>
        </p:cxnSp>
        <p:cxnSp>
          <p:nvCxnSpPr>
            <p:cNvPr id="1606" name="Google Shape;1606;p92"/>
            <p:cNvCxnSpPr/>
            <p:nvPr/>
          </p:nvCxnSpPr>
          <p:spPr>
            <a:xfrm flipH="1">
              <a:off x="8348975" y="-6625"/>
              <a:ext cx="796500" cy="1188000"/>
            </a:xfrm>
            <a:prstGeom prst="straightConnector1">
              <a:avLst/>
            </a:prstGeom>
            <a:noFill/>
            <a:ln w="9525" cap="flat" cmpd="sng">
              <a:solidFill>
                <a:schemeClr val="dk2"/>
              </a:solidFill>
              <a:prstDash val="solid"/>
              <a:round/>
              <a:headEnd type="none" w="sm" len="sm"/>
              <a:tailEnd type="none" w="sm" len="sm"/>
            </a:ln>
          </p:spPr>
        </p:cxnSp>
        <p:grpSp>
          <p:nvGrpSpPr>
            <p:cNvPr id="1607" name="Google Shape;1607;p92"/>
            <p:cNvGrpSpPr/>
            <p:nvPr/>
          </p:nvGrpSpPr>
          <p:grpSpPr>
            <a:xfrm>
              <a:off x="8064275" y="1040250"/>
              <a:ext cx="581800" cy="582350"/>
              <a:chOff x="8064275" y="887850"/>
              <a:chExt cx="581800" cy="582350"/>
            </a:xfrm>
          </p:grpSpPr>
          <p:sp>
            <p:nvSpPr>
              <p:cNvPr id="1608" name="Google Shape;1608;p9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9" name="Google Shape;1609;p9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9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1" name="Google Shape;1611;p9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p9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p9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14" name="Google Shape;1614;p92"/>
            <p:cNvGrpSpPr/>
            <p:nvPr/>
          </p:nvGrpSpPr>
          <p:grpSpPr>
            <a:xfrm>
              <a:off x="7353050" y="316275"/>
              <a:ext cx="292025" cy="292575"/>
              <a:chOff x="7353050" y="316275"/>
              <a:chExt cx="292025" cy="292575"/>
            </a:xfrm>
          </p:grpSpPr>
          <p:sp>
            <p:nvSpPr>
              <p:cNvPr id="1615" name="Google Shape;1615;p9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p9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9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8" name="Google Shape;1618;p9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19" name="Google Shape;1619;p92"/>
            <p:cNvGrpSpPr/>
            <p:nvPr/>
          </p:nvGrpSpPr>
          <p:grpSpPr>
            <a:xfrm>
              <a:off x="8792300" y="321275"/>
              <a:ext cx="175000" cy="175000"/>
              <a:chOff x="8792300" y="321275"/>
              <a:chExt cx="175000" cy="175000"/>
            </a:xfrm>
          </p:grpSpPr>
          <p:sp>
            <p:nvSpPr>
              <p:cNvPr id="1620" name="Google Shape;1620;p9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1" name="Google Shape;1621;p9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p9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3" name="Google Shape;1623;p9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24" name="Google Shape;1624;p92"/>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p92"/>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p92"/>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7" name="Google Shape;1627;p92"/>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8" name="Google Shape;1628;p92"/>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p92"/>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30" name="Google Shape;1630;p92"/>
            <p:cNvGrpSpPr/>
            <p:nvPr/>
          </p:nvGrpSpPr>
          <p:grpSpPr>
            <a:xfrm>
              <a:off x="8490050" y="170875"/>
              <a:ext cx="175013" cy="27000"/>
              <a:chOff x="5662375" y="212375"/>
              <a:chExt cx="175013" cy="27000"/>
            </a:xfrm>
          </p:grpSpPr>
          <p:sp>
            <p:nvSpPr>
              <p:cNvPr id="1631" name="Google Shape;1631;p9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p9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3" name="Google Shape;1633;p92"/>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34" name="Google Shape;1634;p92"/>
            <p:cNvGrpSpPr/>
            <p:nvPr/>
          </p:nvGrpSpPr>
          <p:grpSpPr>
            <a:xfrm>
              <a:off x="8678350" y="1658000"/>
              <a:ext cx="175013" cy="27000"/>
              <a:chOff x="5662375" y="212375"/>
              <a:chExt cx="175013" cy="27000"/>
            </a:xfrm>
          </p:grpSpPr>
          <p:sp>
            <p:nvSpPr>
              <p:cNvPr id="1635" name="Google Shape;1635;p9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p9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9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06"/>
        <p:cNvGrpSpPr/>
        <p:nvPr/>
      </p:nvGrpSpPr>
      <p:grpSpPr>
        <a:xfrm>
          <a:off x="0" y="0"/>
          <a:ext cx="0" cy="0"/>
          <a:chOff x="0" y="0"/>
          <a:chExt cx="0" cy="0"/>
        </a:xfrm>
      </p:grpSpPr>
      <p:sp>
        <p:nvSpPr>
          <p:cNvPr id="1707" name="Google Shape;1707;g312bfb4b743_5_68"/>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endParaRPr/>
          </a:p>
        </p:txBody>
      </p:sp>
      <p:grpSp>
        <p:nvGrpSpPr>
          <p:cNvPr id="1708" name="Google Shape;1708;g312bfb4b743_5_68"/>
          <p:cNvGrpSpPr/>
          <p:nvPr/>
        </p:nvGrpSpPr>
        <p:grpSpPr>
          <a:xfrm>
            <a:off x="4484494" y="4433000"/>
            <a:ext cx="175013" cy="27000"/>
            <a:chOff x="5662375" y="212375"/>
            <a:chExt cx="175013" cy="27000"/>
          </a:xfrm>
        </p:grpSpPr>
        <p:sp>
          <p:nvSpPr>
            <p:cNvPr id="1709" name="Google Shape;1709;g312bfb4b743_5_6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0" name="Google Shape;1710;g312bfb4b743_5_6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1" name="Google Shape;1711;g312bfb4b743_5_6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12" name="Google Shape;1712;g312bfb4b743_5_68"/>
          <p:cNvSpPr txBox="1">
            <a:spLocks noGrp="1"/>
          </p:cNvSpPr>
          <p:nvPr>
            <p:ph type="title"/>
          </p:nvPr>
        </p:nvSpPr>
        <p:spPr>
          <a:xfrm>
            <a:off x="2167128" y="2478024"/>
            <a:ext cx="4809600" cy="576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grpSp>
        <p:nvGrpSpPr>
          <p:cNvPr id="1713" name="Google Shape;1713;g312bfb4b743_5_68"/>
          <p:cNvGrpSpPr/>
          <p:nvPr/>
        </p:nvGrpSpPr>
        <p:grpSpPr>
          <a:xfrm>
            <a:off x="432850" y="0"/>
            <a:ext cx="8278300" cy="5165700"/>
            <a:chOff x="432850" y="0"/>
            <a:chExt cx="8278300" cy="5165700"/>
          </a:xfrm>
        </p:grpSpPr>
        <p:cxnSp>
          <p:nvCxnSpPr>
            <p:cNvPr id="1714" name="Google Shape;1714;g312bfb4b743_5_68"/>
            <p:cNvCxnSpPr/>
            <p:nvPr/>
          </p:nvCxnSpPr>
          <p:spPr>
            <a:xfrm rot="10800000">
              <a:off x="8420275" y="2664300"/>
              <a:ext cx="0" cy="2501400"/>
            </a:xfrm>
            <a:prstGeom prst="straightConnector1">
              <a:avLst/>
            </a:prstGeom>
            <a:noFill/>
            <a:ln w="9525" cap="flat" cmpd="sng">
              <a:solidFill>
                <a:schemeClr val="dk1"/>
              </a:solidFill>
              <a:prstDash val="solid"/>
              <a:round/>
              <a:headEnd type="none" w="sm" len="sm"/>
              <a:tailEnd type="none" w="sm" len="sm"/>
            </a:ln>
          </p:spPr>
        </p:cxnSp>
        <p:grpSp>
          <p:nvGrpSpPr>
            <p:cNvPr id="1715" name="Google Shape;1715;g312bfb4b743_5_68"/>
            <p:cNvGrpSpPr/>
            <p:nvPr/>
          </p:nvGrpSpPr>
          <p:grpSpPr>
            <a:xfrm>
              <a:off x="8129350" y="4292175"/>
              <a:ext cx="581800" cy="582350"/>
              <a:chOff x="8064275" y="887850"/>
              <a:chExt cx="581800" cy="582350"/>
            </a:xfrm>
          </p:grpSpPr>
          <p:sp>
            <p:nvSpPr>
              <p:cNvPr id="1716" name="Google Shape;1716;g312bfb4b743_5_6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g312bfb4b743_5_6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g312bfb4b743_5_6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g312bfb4b743_5_6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g312bfb4b743_5_6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g312bfb4b743_5_6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22" name="Google Shape;1722;g312bfb4b743_5_68"/>
            <p:cNvGrpSpPr/>
            <p:nvPr/>
          </p:nvGrpSpPr>
          <p:grpSpPr>
            <a:xfrm>
              <a:off x="8274238" y="3720600"/>
              <a:ext cx="292025" cy="292575"/>
              <a:chOff x="7353050" y="316275"/>
              <a:chExt cx="292025" cy="292575"/>
            </a:xfrm>
          </p:grpSpPr>
          <p:sp>
            <p:nvSpPr>
              <p:cNvPr id="1723" name="Google Shape;1723;g312bfb4b743_5_6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g312bfb4b743_5_6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g312bfb4b743_5_6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g312bfb4b743_5_6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27" name="Google Shape;1727;g312bfb4b743_5_68"/>
            <p:cNvGrpSpPr/>
            <p:nvPr/>
          </p:nvGrpSpPr>
          <p:grpSpPr>
            <a:xfrm>
              <a:off x="8332763" y="3212475"/>
              <a:ext cx="175000" cy="175000"/>
              <a:chOff x="8792300" y="321275"/>
              <a:chExt cx="175000" cy="175000"/>
            </a:xfrm>
          </p:grpSpPr>
          <p:sp>
            <p:nvSpPr>
              <p:cNvPr id="1728" name="Google Shape;1728;g312bfb4b743_5_6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g312bfb4b743_5_6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g312bfb4b743_5_6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g312bfb4b743_5_6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732" name="Google Shape;1732;g312bfb4b743_5_68"/>
            <p:cNvCxnSpPr/>
            <p:nvPr/>
          </p:nvCxnSpPr>
          <p:spPr>
            <a:xfrm>
              <a:off x="723725" y="613"/>
              <a:ext cx="0" cy="2501400"/>
            </a:xfrm>
            <a:prstGeom prst="straightConnector1">
              <a:avLst/>
            </a:prstGeom>
            <a:noFill/>
            <a:ln w="9525" cap="flat" cmpd="sng">
              <a:solidFill>
                <a:schemeClr val="dk1"/>
              </a:solidFill>
              <a:prstDash val="solid"/>
              <a:round/>
              <a:headEnd type="none" w="sm" len="sm"/>
              <a:tailEnd type="none" w="sm" len="sm"/>
            </a:ln>
          </p:spPr>
        </p:cxnSp>
        <p:grpSp>
          <p:nvGrpSpPr>
            <p:cNvPr id="1733" name="Google Shape;1733;g312bfb4b743_5_68"/>
            <p:cNvGrpSpPr/>
            <p:nvPr/>
          </p:nvGrpSpPr>
          <p:grpSpPr>
            <a:xfrm rot="10800000">
              <a:off x="432850" y="291788"/>
              <a:ext cx="581800" cy="582350"/>
              <a:chOff x="8064275" y="887850"/>
              <a:chExt cx="581800" cy="582350"/>
            </a:xfrm>
          </p:grpSpPr>
          <p:sp>
            <p:nvSpPr>
              <p:cNvPr id="1734" name="Google Shape;1734;g312bfb4b743_5_6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5" name="Google Shape;1735;g312bfb4b743_5_6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6" name="Google Shape;1736;g312bfb4b743_5_6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7" name="Google Shape;1737;g312bfb4b743_5_6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8" name="Google Shape;1738;g312bfb4b743_5_6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9" name="Google Shape;1739;g312bfb4b743_5_6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40" name="Google Shape;1740;g312bfb4b743_5_68"/>
            <p:cNvGrpSpPr/>
            <p:nvPr/>
          </p:nvGrpSpPr>
          <p:grpSpPr>
            <a:xfrm rot="10800000">
              <a:off x="577738" y="1153138"/>
              <a:ext cx="292025" cy="292575"/>
              <a:chOff x="7353050" y="316275"/>
              <a:chExt cx="292025" cy="292575"/>
            </a:xfrm>
          </p:grpSpPr>
          <p:sp>
            <p:nvSpPr>
              <p:cNvPr id="1741" name="Google Shape;1741;g312bfb4b743_5_6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2" name="Google Shape;1742;g312bfb4b743_5_6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3" name="Google Shape;1743;g312bfb4b743_5_6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g312bfb4b743_5_6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45" name="Google Shape;1745;g312bfb4b743_5_68"/>
            <p:cNvGrpSpPr/>
            <p:nvPr/>
          </p:nvGrpSpPr>
          <p:grpSpPr>
            <a:xfrm rot="10800000">
              <a:off x="636238" y="1778838"/>
              <a:ext cx="175000" cy="175000"/>
              <a:chOff x="8792300" y="321275"/>
              <a:chExt cx="175000" cy="175000"/>
            </a:xfrm>
          </p:grpSpPr>
          <p:sp>
            <p:nvSpPr>
              <p:cNvPr id="1746" name="Google Shape;1746;g312bfb4b743_5_6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7" name="Google Shape;1747;g312bfb4b743_5_6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8" name="Google Shape;1748;g312bfb4b743_5_6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9" name="Google Shape;1749;g312bfb4b743_5_6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0" name="Google Shape;1750;g312bfb4b743_5_68"/>
            <p:cNvGrpSpPr/>
            <p:nvPr/>
          </p:nvGrpSpPr>
          <p:grpSpPr>
            <a:xfrm>
              <a:off x="432850" y="2003163"/>
              <a:ext cx="175013" cy="27000"/>
              <a:chOff x="5662375" y="212375"/>
              <a:chExt cx="175013" cy="27000"/>
            </a:xfrm>
          </p:grpSpPr>
          <p:sp>
            <p:nvSpPr>
              <p:cNvPr id="1751" name="Google Shape;1751;g312bfb4b743_5_6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2" name="Google Shape;1752;g312bfb4b743_5_6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g312bfb4b743_5_6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4" name="Google Shape;1754;g312bfb4b743_5_68"/>
            <p:cNvGrpSpPr/>
            <p:nvPr/>
          </p:nvGrpSpPr>
          <p:grpSpPr>
            <a:xfrm>
              <a:off x="788100" y="208488"/>
              <a:ext cx="175013" cy="27000"/>
              <a:chOff x="5662375" y="212375"/>
              <a:chExt cx="175013" cy="27000"/>
            </a:xfrm>
          </p:grpSpPr>
          <p:sp>
            <p:nvSpPr>
              <p:cNvPr id="1755" name="Google Shape;1755;g312bfb4b743_5_6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g312bfb4b743_5_6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g312bfb4b743_5_6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8" name="Google Shape;1758;g312bfb4b743_5_68"/>
            <p:cNvGrpSpPr/>
            <p:nvPr/>
          </p:nvGrpSpPr>
          <p:grpSpPr>
            <a:xfrm>
              <a:off x="8129350" y="4988725"/>
              <a:ext cx="175013" cy="27000"/>
              <a:chOff x="5662375" y="212375"/>
              <a:chExt cx="175013" cy="27000"/>
            </a:xfrm>
          </p:grpSpPr>
          <p:sp>
            <p:nvSpPr>
              <p:cNvPr id="1759" name="Google Shape;1759;g312bfb4b743_5_6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g312bfb4b743_5_6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g312bfb4b743_5_6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62" name="Google Shape;1762;g312bfb4b743_5_68"/>
            <p:cNvGrpSpPr/>
            <p:nvPr/>
          </p:nvGrpSpPr>
          <p:grpSpPr>
            <a:xfrm>
              <a:off x="8497550" y="3429425"/>
              <a:ext cx="175013" cy="27000"/>
              <a:chOff x="5662375" y="212375"/>
              <a:chExt cx="175013" cy="27000"/>
            </a:xfrm>
          </p:grpSpPr>
          <p:sp>
            <p:nvSpPr>
              <p:cNvPr id="1763" name="Google Shape;1763;g312bfb4b743_5_6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4" name="Google Shape;1764;g312bfb4b743_5_6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g312bfb4b743_5_6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766" name="Google Shape;1766;g312bfb4b743_5_68"/>
            <p:cNvCxnSpPr/>
            <p:nvPr/>
          </p:nvCxnSpPr>
          <p:spPr>
            <a:xfrm>
              <a:off x="8407225" y="0"/>
              <a:ext cx="0" cy="2160900"/>
            </a:xfrm>
            <a:prstGeom prst="straightConnector1">
              <a:avLst/>
            </a:prstGeom>
            <a:noFill/>
            <a:ln w="9525" cap="flat" cmpd="sng">
              <a:solidFill>
                <a:schemeClr val="dk1"/>
              </a:solidFill>
              <a:prstDash val="solid"/>
              <a:round/>
              <a:headEnd type="none" w="sm" len="sm"/>
              <a:tailEnd type="none" w="sm" len="sm"/>
            </a:ln>
          </p:spPr>
        </p:cxnSp>
        <p:cxnSp>
          <p:nvCxnSpPr>
            <p:cNvPr id="1767" name="Google Shape;1767;g312bfb4b743_5_68"/>
            <p:cNvCxnSpPr/>
            <p:nvPr/>
          </p:nvCxnSpPr>
          <p:spPr>
            <a:xfrm>
              <a:off x="718025" y="2985634"/>
              <a:ext cx="0" cy="2160900"/>
            </a:xfrm>
            <a:prstGeom prst="straightConnector1">
              <a:avLst/>
            </a:prstGeom>
            <a:noFill/>
            <a:ln w="9525" cap="flat" cmpd="sng">
              <a:solidFill>
                <a:schemeClr val="dk1"/>
              </a:solidFill>
              <a:prstDash val="solid"/>
              <a:round/>
              <a:headEnd type="none" w="sm" len="sm"/>
              <a:tailEnd type="none" w="sm" len="sm"/>
            </a:ln>
          </p:spPr>
        </p:cxnSp>
        <p:sp>
          <p:nvSpPr>
            <p:cNvPr id="1768" name="Google Shape;1768;g312bfb4b743_5_68"/>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9" name="Google Shape;1769;g312bfb4b743_5_68"/>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g312bfb4b743_5_68"/>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g312bfb4b743_5_68"/>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3050023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72"/>
        <p:cNvGrpSpPr/>
        <p:nvPr/>
      </p:nvGrpSpPr>
      <p:grpSpPr>
        <a:xfrm>
          <a:off x="0" y="0"/>
          <a:ext cx="0" cy="0"/>
          <a:chOff x="0" y="0"/>
          <a:chExt cx="0" cy="0"/>
        </a:xfrm>
      </p:grpSpPr>
      <p:sp>
        <p:nvSpPr>
          <p:cNvPr id="1973" name="Google Shape;1973;g312bfb4b743_5_334"/>
          <p:cNvSpPr txBox="1">
            <a:spLocks noGrp="1"/>
          </p:cNvSpPr>
          <p:nvPr>
            <p:ph type="title"/>
          </p:nvPr>
        </p:nvSpPr>
        <p:spPr>
          <a:xfrm>
            <a:off x="1823475" y="338328"/>
            <a:ext cx="5496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grpSp>
        <p:nvGrpSpPr>
          <p:cNvPr id="1974" name="Google Shape;1974;g312bfb4b743_5_334"/>
          <p:cNvGrpSpPr/>
          <p:nvPr/>
        </p:nvGrpSpPr>
        <p:grpSpPr>
          <a:xfrm>
            <a:off x="432850" y="0"/>
            <a:ext cx="8278300" cy="5165700"/>
            <a:chOff x="432850" y="0"/>
            <a:chExt cx="8278300" cy="5165700"/>
          </a:xfrm>
        </p:grpSpPr>
        <p:cxnSp>
          <p:nvCxnSpPr>
            <p:cNvPr id="1975" name="Google Shape;1975;g312bfb4b743_5_334"/>
            <p:cNvCxnSpPr/>
            <p:nvPr/>
          </p:nvCxnSpPr>
          <p:spPr>
            <a:xfrm rot="10800000">
              <a:off x="8420275" y="2664300"/>
              <a:ext cx="0" cy="2501400"/>
            </a:xfrm>
            <a:prstGeom prst="straightConnector1">
              <a:avLst/>
            </a:prstGeom>
            <a:noFill/>
            <a:ln w="9525" cap="flat" cmpd="sng">
              <a:solidFill>
                <a:schemeClr val="dk1"/>
              </a:solidFill>
              <a:prstDash val="solid"/>
              <a:round/>
              <a:headEnd type="none" w="sm" len="sm"/>
              <a:tailEnd type="none" w="sm" len="sm"/>
            </a:ln>
          </p:spPr>
        </p:cxnSp>
        <p:grpSp>
          <p:nvGrpSpPr>
            <p:cNvPr id="1976" name="Google Shape;1976;g312bfb4b743_5_334"/>
            <p:cNvGrpSpPr/>
            <p:nvPr/>
          </p:nvGrpSpPr>
          <p:grpSpPr>
            <a:xfrm>
              <a:off x="8129350" y="4292175"/>
              <a:ext cx="581800" cy="582350"/>
              <a:chOff x="8064275" y="887850"/>
              <a:chExt cx="581800" cy="582350"/>
            </a:xfrm>
          </p:grpSpPr>
          <p:sp>
            <p:nvSpPr>
              <p:cNvPr id="1977" name="Google Shape;1977;g312bfb4b743_5_33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g312bfb4b743_5_33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g312bfb4b743_5_33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g312bfb4b743_5_33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g312bfb4b743_5_33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g312bfb4b743_5_33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3" name="Google Shape;1983;g312bfb4b743_5_334"/>
            <p:cNvGrpSpPr/>
            <p:nvPr/>
          </p:nvGrpSpPr>
          <p:grpSpPr>
            <a:xfrm>
              <a:off x="8274238" y="3720600"/>
              <a:ext cx="292025" cy="292575"/>
              <a:chOff x="7353050" y="316275"/>
              <a:chExt cx="292025" cy="292575"/>
            </a:xfrm>
          </p:grpSpPr>
          <p:sp>
            <p:nvSpPr>
              <p:cNvPr id="1984" name="Google Shape;1984;g312bfb4b743_5_33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g312bfb4b743_5_33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g312bfb4b743_5_33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7" name="Google Shape;1987;g312bfb4b743_5_33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8" name="Google Shape;1988;g312bfb4b743_5_334"/>
            <p:cNvGrpSpPr/>
            <p:nvPr/>
          </p:nvGrpSpPr>
          <p:grpSpPr>
            <a:xfrm>
              <a:off x="8332763" y="3212475"/>
              <a:ext cx="175000" cy="175000"/>
              <a:chOff x="8792300" y="321275"/>
              <a:chExt cx="175000" cy="175000"/>
            </a:xfrm>
          </p:grpSpPr>
          <p:sp>
            <p:nvSpPr>
              <p:cNvPr id="1989" name="Google Shape;1989;g312bfb4b743_5_33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g312bfb4b743_5_33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g312bfb4b743_5_33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g312bfb4b743_5_33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993" name="Google Shape;1993;g312bfb4b743_5_334"/>
            <p:cNvCxnSpPr/>
            <p:nvPr/>
          </p:nvCxnSpPr>
          <p:spPr>
            <a:xfrm>
              <a:off x="723725" y="613"/>
              <a:ext cx="0" cy="2501400"/>
            </a:xfrm>
            <a:prstGeom prst="straightConnector1">
              <a:avLst/>
            </a:prstGeom>
            <a:noFill/>
            <a:ln w="9525" cap="flat" cmpd="sng">
              <a:solidFill>
                <a:schemeClr val="dk1"/>
              </a:solidFill>
              <a:prstDash val="solid"/>
              <a:round/>
              <a:headEnd type="none" w="sm" len="sm"/>
              <a:tailEnd type="none" w="sm" len="sm"/>
            </a:ln>
          </p:spPr>
        </p:cxnSp>
        <p:grpSp>
          <p:nvGrpSpPr>
            <p:cNvPr id="1994" name="Google Shape;1994;g312bfb4b743_5_334"/>
            <p:cNvGrpSpPr/>
            <p:nvPr/>
          </p:nvGrpSpPr>
          <p:grpSpPr>
            <a:xfrm rot="10800000">
              <a:off x="432850" y="291788"/>
              <a:ext cx="581800" cy="582350"/>
              <a:chOff x="8064275" y="887850"/>
              <a:chExt cx="581800" cy="582350"/>
            </a:xfrm>
          </p:grpSpPr>
          <p:sp>
            <p:nvSpPr>
              <p:cNvPr id="1995" name="Google Shape;1995;g312bfb4b743_5_33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6" name="Google Shape;1996;g312bfb4b743_5_33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g312bfb4b743_5_33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8" name="Google Shape;1998;g312bfb4b743_5_33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9" name="Google Shape;1999;g312bfb4b743_5_33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g312bfb4b743_5_33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01" name="Google Shape;2001;g312bfb4b743_5_334"/>
            <p:cNvGrpSpPr/>
            <p:nvPr/>
          </p:nvGrpSpPr>
          <p:grpSpPr>
            <a:xfrm rot="10800000">
              <a:off x="577738" y="1153138"/>
              <a:ext cx="292025" cy="292575"/>
              <a:chOff x="7353050" y="316275"/>
              <a:chExt cx="292025" cy="292575"/>
            </a:xfrm>
          </p:grpSpPr>
          <p:sp>
            <p:nvSpPr>
              <p:cNvPr id="2002" name="Google Shape;2002;g312bfb4b743_5_33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g312bfb4b743_5_33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g312bfb4b743_5_33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g312bfb4b743_5_33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06" name="Google Shape;2006;g312bfb4b743_5_334"/>
            <p:cNvGrpSpPr/>
            <p:nvPr/>
          </p:nvGrpSpPr>
          <p:grpSpPr>
            <a:xfrm rot="10800000">
              <a:off x="636238" y="1778838"/>
              <a:ext cx="175000" cy="175000"/>
              <a:chOff x="8792300" y="321275"/>
              <a:chExt cx="175000" cy="175000"/>
            </a:xfrm>
          </p:grpSpPr>
          <p:sp>
            <p:nvSpPr>
              <p:cNvPr id="2007" name="Google Shape;2007;g312bfb4b743_5_33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g312bfb4b743_5_33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g312bfb4b743_5_33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g312bfb4b743_5_33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11" name="Google Shape;2011;g312bfb4b743_5_334"/>
            <p:cNvGrpSpPr/>
            <p:nvPr/>
          </p:nvGrpSpPr>
          <p:grpSpPr>
            <a:xfrm>
              <a:off x="432850" y="2003163"/>
              <a:ext cx="175013" cy="27000"/>
              <a:chOff x="5662375" y="212375"/>
              <a:chExt cx="175013" cy="27000"/>
            </a:xfrm>
          </p:grpSpPr>
          <p:sp>
            <p:nvSpPr>
              <p:cNvPr id="2012" name="Google Shape;2012;g312bfb4b743_5_33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g312bfb4b743_5_33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g312bfb4b743_5_33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15" name="Google Shape;2015;g312bfb4b743_5_334"/>
            <p:cNvGrpSpPr/>
            <p:nvPr/>
          </p:nvGrpSpPr>
          <p:grpSpPr>
            <a:xfrm>
              <a:off x="788100" y="208488"/>
              <a:ext cx="175013" cy="27000"/>
              <a:chOff x="5662375" y="212375"/>
              <a:chExt cx="175013" cy="27000"/>
            </a:xfrm>
          </p:grpSpPr>
          <p:sp>
            <p:nvSpPr>
              <p:cNvPr id="2016" name="Google Shape;2016;g312bfb4b743_5_33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g312bfb4b743_5_33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g312bfb4b743_5_33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19" name="Google Shape;2019;g312bfb4b743_5_334"/>
            <p:cNvGrpSpPr/>
            <p:nvPr/>
          </p:nvGrpSpPr>
          <p:grpSpPr>
            <a:xfrm>
              <a:off x="8129350" y="4988725"/>
              <a:ext cx="175013" cy="27000"/>
              <a:chOff x="5662375" y="212375"/>
              <a:chExt cx="175013" cy="27000"/>
            </a:xfrm>
          </p:grpSpPr>
          <p:sp>
            <p:nvSpPr>
              <p:cNvPr id="2020" name="Google Shape;2020;g312bfb4b743_5_33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g312bfb4b743_5_33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g312bfb4b743_5_33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23" name="Google Shape;2023;g312bfb4b743_5_334"/>
            <p:cNvGrpSpPr/>
            <p:nvPr/>
          </p:nvGrpSpPr>
          <p:grpSpPr>
            <a:xfrm>
              <a:off x="8497550" y="3429425"/>
              <a:ext cx="175013" cy="27000"/>
              <a:chOff x="5662375" y="212375"/>
              <a:chExt cx="175013" cy="27000"/>
            </a:xfrm>
          </p:grpSpPr>
          <p:sp>
            <p:nvSpPr>
              <p:cNvPr id="2024" name="Google Shape;2024;g312bfb4b743_5_33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g312bfb4b743_5_33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g312bfb4b743_5_33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027" name="Google Shape;2027;g312bfb4b743_5_334"/>
            <p:cNvCxnSpPr/>
            <p:nvPr/>
          </p:nvCxnSpPr>
          <p:spPr>
            <a:xfrm>
              <a:off x="8407225" y="0"/>
              <a:ext cx="0" cy="2160900"/>
            </a:xfrm>
            <a:prstGeom prst="straightConnector1">
              <a:avLst/>
            </a:prstGeom>
            <a:noFill/>
            <a:ln w="9525" cap="flat" cmpd="sng">
              <a:solidFill>
                <a:schemeClr val="dk1"/>
              </a:solidFill>
              <a:prstDash val="solid"/>
              <a:round/>
              <a:headEnd type="none" w="sm" len="sm"/>
              <a:tailEnd type="none" w="sm" len="sm"/>
            </a:ln>
          </p:spPr>
        </p:cxnSp>
        <p:cxnSp>
          <p:nvCxnSpPr>
            <p:cNvPr id="2028" name="Google Shape;2028;g312bfb4b743_5_334"/>
            <p:cNvCxnSpPr/>
            <p:nvPr/>
          </p:nvCxnSpPr>
          <p:spPr>
            <a:xfrm>
              <a:off x="718025" y="2985634"/>
              <a:ext cx="0" cy="2160900"/>
            </a:xfrm>
            <a:prstGeom prst="straightConnector1">
              <a:avLst/>
            </a:prstGeom>
            <a:noFill/>
            <a:ln w="9525" cap="flat" cmpd="sng">
              <a:solidFill>
                <a:schemeClr val="dk1"/>
              </a:solidFill>
              <a:prstDash val="solid"/>
              <a:round/>
              <a:headEnd type="none" w="sm" len="sm"/>
              <a:tailEnd type="none" w="sm" len="sm"/>
            </a:ln>
          </p:spPr>
        </p:cxnSp>
        <p:sp>
          <p:nvSpPr>
            <p:cNvPr id="2029" name="Google Shape;2029;g312bfb4b743_5_33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g312bfb4b743_5_33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g312bfb4b743_5_33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2" name="Google Shape;2032;g312bfb4b743_5_33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31101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2">
  <p:cSld name="Title and body 2">
    <p:spTree>
      <p:nvGrpSpPr>
        <p:cNvPr id="1" name="Shape 238"/>
        <p:cNvGrpSpPr/>
        <p:nvPr/>
      </p:nvGrpSpPr>
      <p:grpSpPr>
        <a:xfrm>
          <a:off x="0" y="0"/>
          <a:ext cx="0" cy="0"/>
          <a:chOff x="0" y="0"/>
          <a:chExt cx="0" cy="0"/>
        </a:xfrm>
      </p:grpSpPr>
      <p:sp>
        <p:nvSpPr>
          <p:cNvPr id="239" name="Google Shape;239;p82"/>
          <p:cNvSpPr txBox="1">
            <a:spLocks noGrp="1"/>
          </p:cNvSpPr>
          <p:nvPr>
            <p:ph type="title"/>
          </p:nvPr>
        </p:nvSpPr>
        <p:spPr>
          <a:xfrm>
            <a:off x="1271016" y="338328"/>
            <a:ext cx="6611100" cy="54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240" name="Google Shape;240;p82"/>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endParaRPr/>
          </a:p>
        </p:txBody>
      </p:sp>
      <p:cxnSp>
        <p:nvCxnSpPr>
          <p:cNvPr id="241" name="Google Shape;241;p82"/>
          <p:cNvCxnSpPr/>
          <p:nvPr/>
        </p:nvCxnSpPr>
        <p:spPr>
          <a:xfrm rot="10800000">
            <a:off x="8109000" y="501275"/>
            <a:ext cx="737700" cy="737700"/>
          </a:xfrm>
          <a:prstGeom prst="straightConnector1">
            <a:avLst/>
          </a:prstGeom>
          <a:noFill/>
          <a:ln w="9525" cap="flat" cmpd="sng">
            <a:solidFill>
              <a:schemeClr val="dk1"/>
            </a:solidFill>
            <a:prstDash val="solid"/>
            <a:round/>
            <a:headEnd type="none" w="sm" len="sm"/>
            <a:tailEnd type="none" w="sm" len="sm"/>
          </a:ln>
        </p:spPr>
      </p:cxnSp>
      <p:cxnSp>
        <p:nvCxnSpPr>
          <p:cNvPr id="242" name="Google Shape;242;p82"/>
          <p:cNvCxnSpPr/>
          <p:nvPr/>
        </p:nvCxnSpPr>
        <p:spPr>
          <a:xfrm>
            <a:off x="582475" y="282188"/>
            <a:ext cx="1212900" cy="422700"/>
          </a:xfrm>
          <a:prstGeom prst="straightConnector1">
            <a:avLst/>
          </a:prstGeom>
          <a:noFill/>
          <a:ln w="9525" cap="flat" cmpd="sng">
            <a:solidFill>
              <a:schemeClr val="dk1"/>
            </a:solidFill>
            <a:prstDash val="solid"/>
            <a:round/>
            <a:headEnd type="none" w="sm" len="sm"/>
            <a:tailEnd type="none" w="sm" len="sm"/>
          </a:ln>
        </p:spPr>
      </p:cxnSp>
      <p:cxnSp>
        <p:nvCxnSpPr>
          <p:cNvPr id="243" name="Google Shape;243;p82"/>
          <p:cNvCxnSpPr/>
          <p:nvPr/>
        </p:nvCxnSpPr>
        <p:spPr>
          <a:xfrm rot="10800000" flipH="1">
            <a:off x="0" y="274188"/>
            <a:ext cx="582600" cy="654300"/>
          </a:xfrm>
          <a:prstGeom prst="straightConnector1">
            <a:avLst/>
          </a:prstGeom>
          <a:noFill/>
          <a:ln w="9525" cap="flat" cmpd="sng">
            <a:solidFill>
              <a:schemeClr val="dk1"/>
            </a:solidFill>
            <a:prstDash val="solid"/>
            <a:round/>
            <a:headEnd type="none" w="sm" len="sm"/>
            <a:tailEnd type="none" w="sm" len="sm"/>
          </a:ln>
        </p:spPr>
      </p:cxnSp>
      <p:grpSp>
        <p:nvGrpSpPr>
          <p:cNvPr id="244" name="Google Shape;244;p82"/>
          <p:cNvGrpSpPr/>
          <p:nvPr/>
        </p:nvGrpSpPr>
        <p:grpSpPr>
          <a:xfrm flipH="1">
            <a:off x="423750" y="125363"/>
            <a:ext cx="292025" cy="292575"/>
            <a:chOff x="7353050" y="316275"/>
            <a:chExt cx="292025" cy="292575"/>
          </a:xfrm>
        </p:grpSpPr>
        <p:sp>
          <p:nvSpPr>
            <p:cNvPr id="245" name="Google Shape;245;p8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8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8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8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9" name="Google Shape;249;p82"/>
          <p:cNvGrpSpPr/>
          <p:nvPr/>
        </p:nvGrpSpPr>
        <p:grpSpPr>
          <a:xfrm>
            <a:off x="1638739" y="558163"/>
            <a:ext cx="293111" cy="293388"/>
            <a:chOff x="3164039" y="430875"/>
            <a:chExt cx="293111" cy="293388"/>
          </a:xfrm>
        </p:grpSpPr>
        <p:sp>
          <p:nvSpPr>
            <p:cNvPr id="250" name="Google Shape;250;p8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8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8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8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8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8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6" name="Google Shape;256;p82"/>
          <p:cNvGrpSpPr/>
          <p:nvPr/>
        </p:nvGrpSpPr>
        <p:grpSpPr>
          <a:xfrm>
            <a:off x="1591750" y="362600"/>
            <a:ext cx="175013" cy="27000"/>
            <a:chOff x="5662375" y="212375"/>
            <a:chExt cx="175013" cy="27000"/>
          </a:xfrm>
        </p:grpSpPr>
        <p:sp>
          <p:nvSpPr>
            <p:cNvPr id="257" name="Google Shape;257;p8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8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8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60" name="Google Shape;260;p82"/>
          <p:cNvCxnSpPr/>
          <p:nvPr/>
        </p:nvCxnSpPr>
        <p:spPr>
          <a:xfrm flipH="1">
            <a:off x="8151325" y="6875"/>
            <a:ext cx="1002600" cy="494400"/>
          </a:xfrm>
          <a:prstGeom prst="straightConnector1">
            <a:avLst/>
          </a:prstGeom>
          <a:noFill/>
          <a:ln w="9525" cap="flat" cmpd="sng">
            <a:solidFill>
              <a:schemeClr val="dk1"/>
            </a:solidFill>
            <a:prstDash val="solid"/>
            <a:round/>
            <a:headEnd type="none" w="sm" len="sm"/>
            <a:tailEnd type="none" w="sm" len="sm"/>
          </a:ln>
        </p:spPr>
      </p:cxnSp>
      <p:grpSp>
        <p:nvGrpSpPr>
          <p:cNvPr id="261" name="Google Shape;261;p82"/>
          <p:cNvGrpSpPr/>
          <p:nvPr/>
        </p:nvGrpSpPr>
        <p:grpSpPr>
          <a:xfrm>
            <a:off x="7823875" y="202375"/>
            <a:ext cx="581800" cy="582350"/>
            <a:chOff x="8064275" y="887850"/>
            <a:chExt cx="581800" cy="582350"/>
          </a:xfrm>
        </p:grpSpPr>
        <p:sp>
          <p:nvSpPr>
            <p:cNvPr id="262" name="Google Shape;262;p8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8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8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8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8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8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8" name="Google Shape;268;p82"/>
          <p:cNvGrpSpPr/>
          <p:nvPr/>
        </p:nvGrpSpPr>
        <p:grpSpPr>
          <a:xfrm flipH="1">
            <a:off x="8698650" y="1117488"/>
            <a:ext cx="292025" cy="292575"/>
            <a:chOff x="7353050" y="316275"/>
            <a:chExt cx="292025" cy="292575"/>
          </a:xfrm>
        </p:grpSpPr>
        <p:sp>
          <p:nvSpPr>
            <p:cNvPr id="269" name="Google Shape;269;p8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8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8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8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3" name="Google Shape;273;p82"/>
          <p:cNvGrpSpPr/>
          <p:nvPr/>
        </p:nvGrpSpPr>
        <p:grpSpPr>
          <a:xfrm>
            <a:off x="8678350" y="1581800"/>
            <a:ext cx="175013" cy="27000"/>
            <a:chOff x="5662375" y="212375"/>
            <a:chExt cx="175013" cy="27000"/>
          </a:xfrm>
        </p:grpSpPr>
        <p:sp>
          <p:nvSpPr>
            <p:cNvPr id="274" name="Google Shape;274;p8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8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8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77" name="Google Shape;277;p82"/>
          <p:cNvCxnSpPr/>
          <p:nvPr/>
        </p:nvCxnSpPr>
        <p:spPr>
          <a:xfrm flipH="1">
            <a:off x="5101704" y="4513075"/>
            <a:ext cx="1133100" cy="306300"/>
          </a:xfrm>
          <a:prstGeom prst="straightConnector1">
            <a:avLst/>
          </a:prstGeom>
          <a:noFill/>
          <a:ln w="9525" cap="flat" cmpd="sng">
            <a:solidFill>
              <a:schemeClr val="dk2"/>
            </a:solidFill>
            <a:prstDash val="solid"/>
            <a:round/>
            <a:headEnd type="none" w="sm" len="sm"/>
            <a:tailEnd type="none" w="sm" len="sm"/>
          </a:ln>
        </p:spPr>
      </p:cxnSp>
      <p:cxnSp>
        <p:nvCxnSpPr>
          <p:cNvPr id="278" name="Google Shape;278;p82"/>
          <p:cNvCxnSpPr/>
          <p:nvPr/>
        </p:nvCxnSpPr>
        <p:spPr>
          <a:xfrm rot="10800000">
            <a:off x="6234804" y="4492325"/>
            <a:ext cx="1342200" cy="315300"/>
          </a:xfrm>
          <a:prstGeom prst="straightConnector1">
            <a:avLst/>
          </a:prstGeom>
          <a:noFill/>
          <a:ln w="9525" cap="flat" cmpd="sng">
            <a:solidFill>
              <a:schemeClr val="dk2"/>
            </a:solidFill>
            <a:prstDash val="solid"/>
            <a:round/>
            <a:headEnd type="none" w="sm" len="sm"/>
            <a:tailEnd type="none" w="sm" len="sm"/>
          </a:ln>
        </p:spPr>
      </p:cxnSp>
      <p:cxnSp>
        <p:nvCxnSpPr>
          <p:cNvPr id="279" name="Google Shape;279;p82"/>
          <p:cNvCxnSpPr/>
          <p:nvPr/>
        </p:nvCxnSpPr>
        <p:spPr>
          <a:xfrm flipH="1">
            <a:off x="7547529" y="4408000"/>
            <a:ext cx="1332000" cy="392100"/>
          </a:xfrm>
          <a:prstGeom prst="straightConnector1">
            <a:avLst/>
          </a:prstGeom>
          <a:noFill/>
          <a:ln w="9525" cap="flat" cmpd="sng">
            <a:solidFill>
              <a:schemeClr val="dk2"/>
            </a:solidFill>
            <a:prstDash val="solid"/>
            <a:round/>
            <a:headEnd type="none" w="sm" len="sm"/>
            <a:tailEnd type="none" w="sm" len="sm"/>
          </a:ln>
        </p:spPr>
      </p:cxnSp>
      <p:cxnSp>
        <p:nvCxnSpPr>
          <p:cNvPr id="280" name="Google Shape;280;p82"/>
          <p:cNvCxnSpPr/>
          <p:nvPr/>
        </p:nvCxnSpPr>
        <p:spPr>
          <a:xfrm flipH="1">
            <a:off x="8872054" y="3993550"/>
            <a:ext cx="273900" cy="407100"/>
          </a:xfrm>
          <a:prstGeom prst="straightConnector1">
            <a:avLst/>
          </a:prstGeom>
          <a:noFill/>
          <a:ln w="9525" cap="flat" cmpd="sng">
            <a:solidFill>
              <a:schemeClr val="dk2"/>
            </a:solidFill>
            <a:prstDash val="solid"/>
            <a:round/>
            <a:headEnd type="none" w="sm" len="sm"/>
            <a:tailEnd type="none" w="sm" len="sm"/>
          </a:ln>
        </p:spPr>
      </p:cxnSp>
      <p:grpSp>
        <p:nvGrpSpPr>
          <p:cNvPr id="281" name="Google Shape;281;p82"/>
          <p:cNvGrpSpPr/>
          <p:nvPr/>
        </p:nvGrpSpPr>
        <p:grpSpPr>
          <a:xfrm>
            <a:off x="7278954" y="4513075"/>
            <a:ext cx="581800" cy="582350"/>
            <a:chOff x="8064275" y="887850"/>
            <a:chExt cx="581800" cy="582350"/>
          </a:xfrm>
        </p:grpSpPr>
        <p:sp>
          <p:nvSpPr>
            <p:cNvPr id="282" name="Google Shape;282;p8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8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8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8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8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8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8" name="Google Shape;288;p82"/>
          <p:cNvGrpSpPr/>
          <p:nvPr/>
        </p:nvGrpSpPr>
        <p:grpSpPr>
          <a:xfrm>
            <a:off x="6099454" y="4340463"/>
            <a:ext cx="292025" cy="292575"/>
            <a:chOff x="7353050" y="316275"/>
            <a:chExt cx="292025" cy="292575"/>
          </a:xfrm>
        </p:grpSpPr>
        <p:sp>
          <p:nvSpPr>
            <p:cNvPr id="289" name="Google Shape;289;p8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8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8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8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3" name="Google Shape;293;p82"/>
          <p:cNvGrpSpPr/>
          <p:nvPr/>
        </p:nvGrpSpPr>
        <p:grpSpPr>
          <a:xfrm>
            <a:off x="8792779" y="4315025"/>
            <a:ext cx="175000" cy="175000"/>
            <a:chOff x="8792300" y="321275"/>
            <a:chExt cx="175000" cy="175000"/>
          </a:xfrm>
        </p:grpSpPr>
        <p:sp>
          <p:nvSpPr>
            <p:cNvPr id="294" name="Google Shape;294;p8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8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8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8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8" name="Google Shape;298;p82"/>
          <p:cNvGrpSpPr/>
          <p:nvPr/>
        </p:nvGrpSpPr>
        <p:grpSpPr>
          <a:xfrm flipH="1">
            <a:off x="4972779" y="4657550"/>
            <a:ext cx="293111" cy="293388"/>
            <a:chOff x="3164039" y="430875"/>
            <a:chExt cx="293111" cy="293388"/>
          </a:xfrm>
        </p:grpSpPr>
        <p:sp>
          <p:nvSpPr>
            <p:cNvPr id="299" name="Google Shape;299;p8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8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8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8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8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8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5" name="Google Shape;305;p82"/>
          <p:cNvGrpSpPr/>
          <p:nvPr/>
        </p:nvGrpSpPr>
        <p:grpSpPr>
          <a:xfrm>
            <a:off x="8721804" y="4142425"/>
            <a:ext cx="175013" cy="27000"/>
            <a:chOff x="5662375" y="212375"/>
            <a:chExt cx="175013" cy="27000"/>
          </a:xfrm>
        </p:grpSpPr>
        <p:sp>
          <p:nvSpPr>
            <p:cNvPr id="306" name="Google Shape;306;p8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8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8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9070733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10"/>
        <p:cNvGrpSpPr/>
        <p:nvPr/>
      </p:nvGrpSpPr>
      <p:grpSpPr>
        <a:xfrm>
          <a:off x="0" y="0"/>
          <a:ext cx="0" cy="0"/>
          <a:chOff x="0" y="0"/>
          <a:chExt cx="0" cy="0"/>
        </a:xfrm>
      </p:grpSpPr>
      <p:sp>
        <p:nvSpPr>
          <p:cNvPr id="311" name="Google Shape;311;p81"/>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00000"/>
              </a:lnSpc>
              <a:spcBef>
                <a:spcPts val="0"/>
              </a:spcBef>
              <a:spcAft>
                <a:spcPts val="0"/>
              </a:spcAft>
              <a:buClr>
                <a:schemeClr val="dk2"/>
              </a:buClr>
              <a:buSzPts val="1600"/>
              <a:buFont typeface="Barlow Semi Condensed"/>
              <a:buNone/>
              <a:defRPr sz="1600" b="0" i="0" u="none" strike="noStrike" cap="none">
                <a:solidFill>
                  <a:schemeClr val="dk2"/>
                </a:solidFill>
                <a:latin typeface="Barlow Semi Condensed"/>
                <a:ea typeface="Barlow Semi Condensed"/>
                <a:cs typeface="Barlow Semi Condensed"/>
                <a:sym typeface="Barlow Semi Condensed"/>
              </a:defRPr>
            </a:lvl1pPr>
          </a:lstStyle>
          <a:p>
            <a:endParaRPr/>
          </a:p>
        </p:txBody>
      </p:sp>
      <p:sp>
        <p:nvSpPr>
          <p:cNvPr id="312" name="Google Shape;312;p81"/>
          <p:cNvSpPr txBox="1">
            <a:spLocks noGrp="1"/>
          </p:cNvSpPr>
          <p:nvPr>
            <p:ph type="title"/>
          </p:nvPr>
        </p:nvSpPr>
        <p:spPr>
          <a:xfrm>
            <a:off x="2100600" y="347472"/>
            <a:ext cx="4947000" cy="585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cxnSp>
        <p:nvCxnSpPr>
          <p:cNvPr id="313" name="Google Shape;313;p81"/>
          <p:cNvCxnSpPr/>
          <p:nvPr/>
        </p:nvCxnSpPr>
        <p:spPr>
          <a:xfrm>
            <a:off x="590450" y="4340600"/>
            <a:ext cx="1212900" cy="422700"/>
          </a:xfrm>
          <a:prstGeom prst="straightConnector1">
            <a:avLst/>
          </a:prstGeom>
          <a:noFill/>
          <a:ln w="9525" cap="flat" cmpd="sng">
            <a:solidFill>
              <a:schemeClr val="dk1"/>
            </a:solidFill>
            <a:prstDash val="solid"/>
            <a:round/>
            <a:headEnd type="none" w="sm" len="sm"/>
            <a:tailEnd type="none" w="sm" len="sm"/>
          </a:ln>
        </p:spPr>
      </p:cxnSp>
      <p:cxnSp>
        <p:nvCxnSpPr>
          <p:cNvPr id="314" name="Google Shape;314;p81"/>
          <p:cNvCxnSpPr/>
          <p:nvPr/>
        </p:nvCxnSpPr>
        <p:spPr>
          <a:xfrm rot="10800000" flipH="1">
            <a:off x="7975" y="4332600"/>
            <a:ext cx="582600" cy="654300"/>
          </a:xfrm>
          <a:prstGeom prst="straightConnector1">
            <a:avLst/>
          </a:prstGeom>
          <a:noFill/>
          <a:ln w="9525" cap="flat" cmpd="sng">
            <a:solidFill>
              <a:schemeClr val="dk1"/>
            </a:solidFill>
            <a:prstDash val="solid"/>
            <a:round/>
            <a:headEnd type="none" w="sm" len="sm"/>
            <a:tailEnd type="none" w="sm" len="sm"/>
          </a:ln>
        </p:spPr>
      </p:cxnSp>
      <p:grpSp>
        <p:nvGrpSpPr>
          <p:cNvPr id="315" name="Google Shape;315;p81"/>
          <p:cNvGrpSpPr/>
          <p:nvPr/>
        </p:nvGrpSpPr>
        <p:grpSpPr>
          <a:xfrm flipH="1">
            <a:off x="431725" y="4183775"/>
            <a:ext cx="292025" cy="292575"/>
            <a:chOff x="7353050" y="316275"/>
            <a:chExt cx="292025" cy="292575"/>
          </a:xfrm>
        </p:grpSpPr>
        <p:sp>
          <p:nvSpPr>
            <p:cNvPr id="316" name="Google Shape;316;p8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8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8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8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0" name="Google Shape;320;p81"/>
          <p:cNvGrpSpPr/>
          <p:nvPr/>
        </p:nvGrpSpPr>
        <p:grpSpPr>
          <a:xfrm>
            <a:off x="1646714" y="4616575"/>
            <a:ext cx="293111" cy="293388"/>
            <a:chOff x="3164039" y="430875"/>
            <a:chExt cx="293111" cy="293388"/>
          </a:xfrm>
        </p:grpSpPr>
        <p:sp>
          <p:nvSpPr>
            <p:cNvPr id="321" name="Google Shape;321;p8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8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8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8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8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8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327" name="Google Shape;327;p81"/>
          <p:cNvCxnSpPr/>
          <p:nvPr/>
        </p:nvCxnSpPr>
        <p:spPr>
          <a:xfrm rot="10800000">
            <a:off x="7196975" y="295100"/>
            <a:ext cx="1157100" cy="542700"/>
          </a:xfrm>
          <a:prstGeom prst="straightConnector1">
            <a:avLst/>
          </a:prstGeom>
          <a:noFill/>
          <a:ln w="9525" cap="flat" cmpd="sng">
            <a:solidFill>
              <a:schemeClr val="dk1"/>
            </a:solidFill>
            <a:prstDash val="solid"/>
            <a:round/>
            <a:headEnd type="none" w="sm" len="sm"/>
            <a:tailEnd type="none" w="sm" len="sm"/>
          </a:ln>
        </p:spPr>
      </p:cxnSp>
      <p:cxnSp>
        <p:nvCxnSpPr>
          <p:cNvPr id="328" name="Google Shape;328;p81"/>
          <p:cNvCxnSpPr/>
          <p:nvPr/>
        </p:nvCxnSpPr>
        <p:spPr>
          <a:xfrm flipH="1">
            <a:off x="8354075" y="-6625"/>
            <a:ext cx="791400" cy="836400"/>
          </a:xfrm>
          <a:prstGeom prst="straightConnector1">
            <a:avLst/>
          </a:prstGeom>
          <a:noFill/>
          <a:ln w="9525" cap="flat" cmpd="sng">
            <a:solidFill>
              <a:schemeClr val="dk1"/>
            </a:solidFill>
            <a:prstDash val="solid"/>
            <a:round/>
            <a:headEnd type="none" w="sm" len="sm"/>
            <a:tailEnd type="none" w="sm" len="sm"/>
          </a:ln>
        </p:spPr>
      </p:cxnSp>
      <p:grpSp>
        <p:nvGrpSpPr>
          <p:cNvPr id="329" name="Google Shape;329;p81"/>
          <p:cNvGrpSpPr/>
          <p:nvPr/>
        </p:nvGrpSpPr>
        <p:grpSpPr>
          <a:xfrm>
            <a:off x="8064275" y="526925"/>
            <a:ext cx="581800" cy="582350"/>
            <a:chOff x="8064275" y="887850"/>
            <a:chExt cx="581800" cy="582350"/>
          </a:xfrm>
        </p:grpSpPr>
        <p:sp>
          <p:nvSpPr>
            <p:cNvPr id="330" name="Google Shape;330;p8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8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8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8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8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8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36" name="Google Shape;336;p81"/>
          <p:cNvGrpSpPr/>
          <p:nvPr/>
        </p:nvGrpSpPr>
        <p:grpSpPr>
          <a:xfrm>
            <a:off x="7033875" y="170875"/>
            <a:ext cx="292025" cy="292575"/>
            <a:chOff x="7353050" y="316275"/>
            <a:chExt cx="292025" cy="292575"/>
          </a:xfrm>
        </p:grpSpPr>
        <p:sp>
          <p:nvSpPr>
            <p:cNvPr id="337" name="Google Shape;337;p8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8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8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8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1" name="Google Shape;341;p81"/>
          <p:cNvGrpSpPr/>
          <p:nvPr/>
        </p:nvGrpSpPr>
        <p:grpSpPr>
          <a:xfrm>
            <a:off x="8757950" y="229650"/>
            <a:ext cx="175000" cy="175000"/>
            <a:chOff x="8792300" y="321275"/>
            <a:chExt cx="175000" cy="175000"/>
          </a:xfrm>
        </p:grpSpPr>
        <p:sp>
          <p:nvSpPr>
            <p:cNvPr id="342" name="Google Shape;342;p8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8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8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8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6" name="Google Shape;346;p81"/>
          <p:cNvGrpSpPr/>
          <p:nvPr/>
        </p:nvGrpSpPr>
        <p:grpSpPr>
          <a:xfrm>
            <a:off x="8490050" y="170875"/>
            <a:ext cx="175013" cy="27000"/>
            <a:chOff x="5662375" y="212375"/>
            <a:chExt cx="175013" cy="27000"/>
          </a:xfrm>
        </p:grpSpPr>
        <p:sp>
          <p:nvSpPr>
            <p:cNvPr id="347" name="Google Shape;347;p8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8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8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0" name="Google Shape;350;p81"/>
          <p:cNvGrpSpPr/>
          <p:nvPr/>
        </p:nvGrpSpPr>
        <p:grpSpPr>
          <a:xfrm>
            <a:off x="7916350" y="1124600"/>
            <a:ext cx="175013" cy="27000"/>
            <a:chOff x="5662375" y="212375"/>
            <a:chExt cx="175013" cy="27000"/>
          </a:xfrm>
        </p:grpSpPr>
        <p:sp>
          <p:nvSpPr>
            <p:cNvPr id="351" name="Google Shape;351;p8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8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8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862706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489"/>
        <p:cNvGrpSpPr/>
        <p:nvPr/>
      </p:nvGrpSpPr>
      <p:grpSpPr>
        <a:xfrm>
          <a:off x="0" y="0"/>
          <a:ext cx="0" cy="0"/>
          <a:chOff x="0" y="0"/>
          <a:chExt cx="0" cy="0"/>
        </a:xfrm>
      </p:grpSpPr>
      <p:grpSp>
        <p:nvGrpSpPr>
          <p:cNvPr id="1490" name="Google Shape;1490;p90"/>
          <p:cNvGrpSpPr/>
          <p:nvPr/>
        </p:nvGrpSpPr>
        <p:grpSpPr>
          <a:xfrm>
            <a:off x="261711" y="-1158"/>
            <a:ext cx="8550327" cy="3981600"/>
            <a:chOff x="261711" y="-1158"/>
            <a:chExt cx="8550327" cy="3981600"/>
          </a:xfrm>
        </p:grpSpPr>
        <p:cxnSp>
          <p:nvCxnSpPr>
            <p:cNvPr id="1491" name="Google Shape;1491;p90"/>
            <p:cNvCxnSpPr/>
            <p:nvPr/>
          </p:nvCxnSpPr>
          <p:spPr>
            <a:xfrm>
              <a:off x="515925" y="-1158"/>
              <a:ext cx="0" cy="3981600"/>
            </a:xfrm>
            <a:prstGeom prst="straightConnector1">
              <a:avLst/>
            </a:prstGeom>
            <a:noFill/>
            <a:ln w="9525" cap="flat" cmpd="sng">
              <a:solidFill>
                <a:srgbClr val="595959"/>
              </a:solidFill>
              <a:prstDash val="solid"/>
              <a:round/>
              <a:headEnd type="none" w="sm" len="sm"/>
              <a:tailEnd type="none" w="sm" len="sm"/>
            </a:ln>
          </p:spPr>
        </p:cxnSp>
        <p:cxnSp>
          <p:nvCxnSpPr>
            <p:cNvPr id="1492" name="Google Shape;1492;p90"/>
            <p:cNvCxnSpPr/>
            <p:nvPr/>
          </p:nvCxnSpPr>
          <p:spPr>
            <a:xfrm>
              <a:off x="8666025" y="-1158"/>
              <a:ext cx="0" cy="1902000"/>
            </a:xfrm>
            <a:prstGeom prst="straightConnector1">
              <a:avLst/>
            </a:prstGeom>
            <a:noFill/>
            <a:ln w="9525" cap="flat" cmpd="sng">
              <a:solidFill>
                <a:srgbClr val="595959"/>
              </a:solidFill>
              <a:prstDash val="solid"/>
              <a:round/>
              <a:headEnd type="none" w="sm" len="sm"/>
              <a:tailEnd type="none" w="sm" len="sm"/>
            </a:ln>
          </p:spPr>
        </p:cxnSp>
        <p:grpSp>
          <p:nvGrpSpPr>
            <p:cNvPr id="1493" name="Google Shape;1493;p90"/>
            <p:cNvGrpSpPr/>
            <p:nvPr/>
          </p:nvGrpSpPr>
          <p:grpSpPr>
            <a:xfrm rot="10800000">
              <a:off x="343275" y="3300779"/>
              <a:ext cx="344736" cy="345385"/>
              <a:chOff x="7353050" y="316275"/>
              <a:chExt cx="292025" cy="292575"/>
            </a:xfrm>
          </p:grpSpPr>
          <p:sp>
            <p:nvSpPr>
              <p:cNvPr id="1494" name="Google Shape;1494;p9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p9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p9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7" name="Google Shape;1497;p9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98" name="Google Shape;1498;p90"/>
            <p:cNvGrpSpPr/>
            <p:nvPr/>
          </p:nvGrpSpPr>
          <p:grpSpPr>
            <a:xfrm rot="10800000">
              <a:off x="8520013" y="714742"/>
              <a:ext cx="292025" cy="292575"/>
              <a:chOff x="7353050" y="316275"/>
              <a:chExt cx="292025" cy="292575"/>
            </a:xfrm>
          </p:grpSpPr>
          <p:sp>
            <p:nvSpPr>
              <p:cNvPr id="1499" name="Google Shape;1499;p9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9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1" name="Google Shape;1501;p9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2" name="Google Shape;1502;p9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03" name="Google Shape;1503;p90"/>
            <p:cNvGrpSpPr/>
            <p:nvPr/>
          </p:nvGrpSpPr>
          <p:grpSpPr>
            <a:xfrm rot="10800000">
              <a:off x="261711" y="465077"/>
              <a:ext cx="507562" cy="507984"/>
              <a:chOff x="8064275" y="887850"/>
              <a:chExt cx="581800" cy="582350"/>
            </a:xfrm>
          </p:grpSpPr>
          <p:sp>
            <p:nvSpPr>
              <p:cNvPr id="1504" name="Google Shape;1504;p9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5" name="Google Shape;1505;p9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6" name="Google Shape;1506;p9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9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8" name="Google Shape;1508;p9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9" name="Google Shape;1509;p9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extLst>
      <p:ext uri="{BB962C8B-B14F-4D97-AF65-F5344CB8AC3E}">
        <p14:creationId xmlns:p14="http://schemas.microsoft.com/office/powerpoint/2010/main" val="2858415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418"/>
        <p:cNvGrpSpPr/>
        <p:nvPr/>
      </p:nvGrpSpPr>
      <p:grpSpPr>
        <a:xfrm>
          <a:off x="0" y="0"/>
          <a:ext cx="0" cy="0"/>
          <a:chOff x="0" y="0"/>
          <a:chExt cx="0" cy="0"/>
        </a:xfrm>
      </p:grpSpPr>
      <p:cxnSp>
        <p:nvCxnSpPr>
          <p:cNvPr id="1419" name="Google Shape;1419;p89"/>
          <p:cNvCxnSpPr/>
          <p:nvPr/>
        </p:nvCxnSpPr>
        <p:spPr>
          <a:xfrm rot="5400000">
            <a:off x="7269708" y="3324550"/>
            <a:ext cx="1133100" cy="306300"/>
          </a:xfrm>
          <a:prstGeom prst="straightConnector1">
            <a:avLst/>
          </a:prstGeom>
          <a:noFill/>
          <a:ln w="9525" cap="flat" cmpd="sng">
            <a:solidFill>
              <a:srgbClr val="1A2E35"/>
            </a:solidFill>
            <a:prstDash val="solid"/>
            <a:round/>
            <a:headEnd type="none" w="sm" len="sm"/>
            <a:tailEnd type="none" w="sm" len="sm"/>
          </a:ln>
        </p:spPr>
      </p:cxnSp>
      <p:cxnSp>
        <p:nvCxnSpPr>
          <p:cNvPr id="1420" name="Google Shape;1420;p89"/>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sm" len="sm"/>
            <a:tailEnd type="none" w="sm" len="sm"/>
          </a:ln>
        </p:spPr>
      </p:cxnSp>
      <p:cxnSp>
        <p:nvCxnSpPr>
          <p:cNvPr id="1421" name="Google Shape;1421;p89"/>
          <p:cNvCxnSpPr/>
          <p:nvPr/>
        </p:nvCxnSpPr>
        <p:spPr>
          <a:xfrm rot="5400000">
            <a:off x="7232433" y="736375"/>
            <a:ext cx="1332000" cy="392100"/>
          </a:xfrm>
          <a:prstGeom prst="straightConnector1">
            <a:avLst/>
          </a:prstGeom>
          <a:noFill/>
          <a:ln w="9525" cap="flat" cmpd="sng">
            <a:solidFill>
              <a:srgbClr val="1A2E35"/>
            </a:solidFill>
            <a:prstDash val="solid"/>
            <a:round/>
            <a:headEnd type="none" w="sm" len="sm"/>
            <a:tailEnd type="none" w="sm" len="sm"/>
          </a:ln>
        </p:spPr>
      </p:cxnSp>
      <p:cxnSp>
        <p:nvCxnSpPr>
          <p:cNvPr id="1422" name="Google Shape;1422;p89"/>
          <p:cNvCxnSpPr/>
          <p:nvPr/>
        </p:nvCxnSpPr>
        <p:spPr>
          <a:xfrm rot="5400000">
            <a:off x="8168433" y="-66600"/>
            <a:ext cx="273900" cy="407100"/>
          </a:xfrm>
          <a:prstGeom prst="straightConnector1">
            <a:avLst/>
          </a:prstGeom>
          <a:noFill/>
          <a:ln w="9525" cap="flat" cmpd="sng">
            <a:solidFill>
              <a:srgbClr val="1A2E35"/>
            </a:solidFill>
            <a:prstDash val="solid"/>
            <a:round/>
            <a:headEnd type="none" w="sm" len="sm"/>
            <a:tailEnd type="none" w="sm" len="sm"/>
          </a:ln>
        </p:spPr>
      </p:cxnSp>
      <p:grpSp>
        <p:nvGrpSpPr>
          <p:cNvPr id="1423" name="Google Shape;1423;p89"/>
          <p:cNvGrpSpPr/>
          <p:nvPr/>
        </p:nvGrpSpPr>
        <p:grpSpPr>
          <a:xfrm rot="5400000" flipH="1">
            <a:off x="7407333" y="1284925"/>
            <a:ext cx="581800" cy="582350"/>
            <a:chOff x="8064275" y="887850"/>
            <a:chExt cx="581800" cy="582350"/>
          </a:xfrm>
        </p:grpSpPr>
        <p:sp>
          <p:nvSpPr>
            <p:cNvPr id="1424" name="Google Shape;1424;p8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p8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6" name="Google Shape;1426;p8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7" name="Google Shape;1427;p8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8" name="Google Shape;1428;p8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9" name="Google Shape;1429;p8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30" name="Google Shape;1430;p89"/>
          <p:cNvGrpSpPr/>
          <p:nvPr/>
        </p:nvGrpSpPr>
        <p:grpSpPr>
          <a:xfrm rot="5400000" flipH="1">
            <a:off x="7869720" y="2754200"/>
            <a:ext cx="292025" cy="292575"/>
            <a:chOff x="7353050" y="316275"/>
            <a:chExt cx="292025" cy="292575"/>
          </a:xfrm>
        </p:grpSpPr>
        <p:sp>
          <p:nvSpPr>
            <p:cNvPr id="1431" name="Google Shape;1431;p8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2" name="Google Shape;1432;p8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p8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p8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35" name="Google Shape;1435;p89"/>
          <p:cNvGrpSpPr/>
          <p:nvPr/>
        </p:nvGrpSpPr>
        <p:grpSpPr>
          <a:xfrm rot="5400000" flipH="1">
            <a:off x="8012458" y="178175"/>
            <a:ext cx="175000" cy="175000"/>
            <a:chOff x="8792300" y="321275"/>
            <a:chExt cx="175000" cy="175000"/>
          </a:xfrm>
        </p:grpSpPr>
        <p:sp>
          <p:nvSpPr>
            <p:cNvPr id="1436" name="Google Shape;1436;p8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7" name="Google Shape;1437;p8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8" name="Google Shape;1438;p8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p8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40" name="Google Shape;1440;p89"/>
          <p:cNvGrpSpPr/>
          <p:nvPr/>
        </p:nvGrpSpPr>
        <p:grpSpPr>
          <a:xfrm rot="5400000">
            <a:off x="7551683" y="3879926"/>
            <a:ext cx="293111" cy="293388"/>
            <a:chOff x="3164039" y="430875"/>
            <a:chExt cx="293111" cy="293388"/>
          </a:xfrm>
        </p:grpSpPr>
        <p:sp>
          <p:nvSpPr>
            <p:cNvPr id="1441" name="Google Shape;1441;p8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2" name="Google Shape;1442;p8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p8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p8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p8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p8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47" name="Google Shape;1447;p89"/>
          <p:cNvGrpSpPr/>
          <p:nvPr/>
        </p:nvGrpSpPr>
        <p:grpSpPr>
          <a:xfrm rot="5400000" flipH="1">
            <a:off x="8259052" y="323144"/>
            <a:ext cx="175013" cy="27000"/>
            <a:chOff x="5662375" y="212375"/>
            <a:chExt cx="175013" cy="27000"/>
          </a:xfrm>
        </p:grpSpPr>
        <p:sp>
          <p:nvSpPr>
            <p:cNvPr id="1448" name="Google Shape;1448;p8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p8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p8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451" name="Google Shape;1451;p89"/>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sm" len="sm"/>
            <a:tailEnd type="none" w="sm" len="sm"/>
          </a:ln>
        </p:spPr>
      </p:cxnSp>
      <p:cxnSp>
        <p:nvCxnSpPr>
          <p:cNvPr id="1452" name="Google Shape;1452;p89"/>
          <p:cNvCxnSpPr/>
          <p:nvPr/>
        </p:nvCxnSpPr>
        <p:spPr>
          <a:xfrm rot="-5400000">
            <a:off x="847100" y="3554000"/>
            <a:ext cx="829500" cy="743400"/>
          </a:xfrm>
          <a:prstGeom prst="straightConnector1">
            <a:avLst/>
          </a:prstGeom>
          <a:noFill/>
          <a:ln w="9525" cap="flat" cmpd="sng">
            <a:solidFill>
              <a:srgbClr val="1A2E35"/>
            </a:solidFill>
            <a:prstDash val="solid"/>
            <a:round/>
            <a:headEnd type="none" w="sm" len="sm"/>
            <a:tailEnd type="none" w="sm" len="sm"/>
          </a:ln>
        </p:spPr>
      </p:cxnSp>
      <p:cxnSp>
        <p:nvCxnSpPr>
          <p:cNvPr id="1453" name="Google Shape;1453;p89"/>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sm" len="sm"/>
            <a:tailEnd type="none" w="sm" len="sm"/>
          </a:ln>
        </p:spPr>
      </p:cxnSp>
      <p:grpSp>
        <p:nvGrpSpPr>
          <p:cNvPr id="1454" name="Google Shape;1454;p89"/>
          <p:cNvGrpSpPr/>
          <p:nvPr/>
        </p:nvGrpSpPr>
        <p:grpSpPr>
          <a:xfrm rot="5400000">
            <a:off x="621475" y="4062025"/>
            <a:ext cx="581800" cy="582350"/>
            <a:chOff x="8064275" y="887850"/>
            <a:chExt cx="581800" cy="582350"/>
          </a:xfrm>
        </p:grpSpPr>
        <p:sp>
          <p:nvSpPr>
            <p:cNvPr id="1455" name="Google Shape;1455;p8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6" name="Google Shape;1456;p8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p8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p8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p8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0" name="Google Shape;1460;p8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61" name="Google Shape;1461;p89"/>
          <p:cNvGrpSpPr/>
          <p:nvPr/>
        </p:nvGrpSpPr>
        <p:grpSpPr>
          <a:xfrm rot="5400000">
            <a:off x="1482825" y="3350800"/>
            <a:ext cx="292025" cy="292575"/>
            <a:chOff x="7353050" y="316275"/>
            <a:chExt cx="292025" cy="292575"/>
          </a:xfrm>
        </p:grpSpPr>
        <p:sp>
          <p:nvSpPr>
            <p:cNvPr id="1462" name="Google Shape;1462;p8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p8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p8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p8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66" name="Google Shape;1466;p89"/>
          <p:cNvGrpSpPr/>
          <p:nvPr/>
        </p:nvGrpSpPr>
        <p:grpSpPr>
          <a:xfrm rot="5400000">
            <a:off x="1595125" y="4790325"/>
            <a:ext cx="175000" cy="175000"/>
            <a:chOff x="8792300" y="321275"/>
            <a:chExt cx="175000" cy="175000"/>
          </a:xfrm>
        </p:grpSpPr>
        <p:sp>
          <p:nvSpPr>
            <p:cNvPr id="1467" name="Google Shape;1467;p8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8" name="Google Shape;1468;p8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p8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0" name="Google Shape;1470;p8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71" name="Google Shape;1471;p8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2" name="Google Shape;1472;p8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3" name="Google Shape;1473;p8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4" name="Google Shape;1474;p8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p8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6" name="Google Shape;1476;p8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77" name="Google Shape;1477;p89"/>
          <p:cNvGrpSpPr/>
          <p:nvPr/>
        </p:nvGrpSpPr>
        <p:grpSpPr>
          <a:xfrm rot="5400000">
            <a:off x="1701119" y="1515381"/>
            <a:ext cx="175013" cy="27000"/>
            <a:chOff x="5662375" y="212375"/>
            <a:chExt cx="175013" cy="27000"/>
          </a:xfrm>
        </p:grpSpPr>
        <p:sp>
          <p:nvSpPr>
            <p:cNvPr id="1478" name="Google Shape;1478;p8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p8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0" name="Google Shape;1480;p8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81" name="Google Shape;1481;p89"/>
          <p:cNvGrpSpPr/>
          <p:nvPr/>
        </p:nvGrpSpPr>
        <p:grpSpPr>
          <a:xfrm rot="5400000">
            <a:off x="1819519" y="4562081"/>
            <a:ext cx="175013" cy="27000"/>
            <a:chOff x="5662375" y="212375"/>
            <a:chExt cx="175013" cy="27000"/>
          </a:xfrm>
        </p:grpSpPr>
        <p:sp>
          <p:nvSpPr>
            <p:cNvPr id="1482" name="Google Shape;1482;p8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p8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4" name="Google Shape;1484;p8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85" name="Google Shape;1485;p89"/>
          <p:cNvGrpSpPr/>
          <p:nvPr/>
        </p:nvGrpSpPr>
        <p:grpSpPr>
          <a:xfrm rot="5400000">
            <a:off x="408594" y="4140781"/>
            <a:ext cx="175013" cy="27000"/>
            <a:chOff x="5662375" y="212375"/>
            <a:chExt cx="175013" cy="27000"/>
          </a:xfrm>
        </p:grpSpPr>
        <p:sp>
          <p:nvSpPr>
            <p:cNvPr id="1486" name="Google Shape;1486;p8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7" name="Google Shape;1487;p8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8" name="Google Shape;1488;p8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1360704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50"/>
        <p:cNvGrpSpPr/>
        <p:nvPr/>
      </p:nvGrpSpPr>
      <p:grpSpPr>
        <a:xfrm>
          <a:off x="0" y="0"/>
          <a:ext cx="0" cy="0"/>
          <a:chOff x="0" y="0"/>
          <a:chExt cx="0" cy="0"/>
        </a:xfrm>
      </p:grpSpPr>
      <p:sp>
        <p:nvSpPr>
          <p:cNvPr id="651" name="Google Shape;651;p7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cxnSp>
        <p:nvCxnSpPr>
          <p:cNvPr id="652" name="Google Shape;652;p71"/>
          <p:cNvCxnSpPr/>
          <p:nvPr/>
        </p:nvCxnSpPr>
        <p:spPr>
          <a:xfrm>
            <a:off x="590450" y="4340600"/>
            <a:ext cx="670200" cy="423000"/>
          </a:xfrm>
          <a:prstGeom prst="straightConnector1">
            <a:avLst/>
          </a:prstGeom>
          <a:noFill/>
          <a:ln w="9525" cap="flat" cmpd="sng">
            <a:solidFill>
              <a:schemeClr val="dk1"/>
            </a:solidFill>
            <a:prstDash val="solid"/>
            <a:round/>
            <a:headEnd type="none" w="sm" len="sm"/>
            <a:tailEnd type="none" w="sm" len="sm"/>
          </a:ln>
        </p:spPr>
      </p:cxnSp>
      <p:cxnSp>
        <p:nvCxnSpPr>
          <p:cNvPr id="653" name="Google Shape;653;p71"/>
          <p:cNvCxnSpPr/>
          <p:nvPr/>
        </p:nvCxnSpPr>
        <p:spPr>
          <a:xfrm rot="10800000" flipH="1">
            <a:off x="0" y="4332550"/>
            <a:ext cx="590700" cy="663900"/>
          </a:xfrm>
          <a:prstGeom prst="straightConnector1">
            <a:avLst/>
          </a:prstGeom>
          <a:noFill/>
          <a:ln w="9525" cap="flat" cmpd="sng">
            <a:solidFill>
              <a:schemeClr val="dk1"/>
            </a:solidFill>
            <a:prstDash val="solid"/>
            <a:round/>
            <a:headEnd type="none" w="sm" len="sm"/>
            <a:tailEnd type="none" w="sm" len="sm"/>
          </a:ln>
        </p:spPr>
      </p:cxnSp>
      <p:grpSp>
        <p:nvGrpSpPr>
          <p:cNvPr id="654" name="Google Shape;654;p71"/>
          <p:cNvGrpSpPr/>
          <p:nvPr/>
        </p:nvGrpSpPr>
        <p:grpSpPr>
          <a:xfrm flipH="1">
            <a:off x="431725" y="4183775"/>
            <a:ext cx="292025" cy="292575"/>
            <a:chOff x="7353050" y="316275"/>
            <a:chExt cx="292025" cy="292575"/>
          </a:xfrm>
        </p:grpSpPr>
        <p:sp>
          <p:nvSpPr>
            <p:cNvPr id="655" name="Google Shape;655;p7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7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7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7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59" name="Google Shape;659;p71"/>
          <p:cNvGrpSpPr/>
          <p:nvPr/>
        </p:nvGrpSpPr>
        <p:grpSpPr>
          <a:xfrm>
            <a:off x="1075789" y="4604675"/>
            <a:ext cx="293111" cy="293388"/>
            <a:chOff x="3164039" y="430875"/>
            <a:chExt cx="293111" cy="293388"/>
          </a:xfrm>
        </p:grpSpPr>
        <p:sp>
          <p:nvSpPr>
            <p:cNvPr id="660" name="Google Shape;660;p7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7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7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7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7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7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666" name="Google Shape;666;p71"/>
          <p:cNvCxnSpPr/>
          <p:nvPr/>
        </p:nvCxnSpPr>
        <p:spPr>
          <a:xfrm rot="10800000">
            <a:off x="7196975" y="295100"/>
            <a:ext cx="1157100" cy="542700"/>
          </a:xfrm>
          <a:prstGeom prst="straightConnector1">
            <a:avLst/>
          </a:prstGeom>
          <a:noFill/>
          <a:ln w="9525" cap="flat" cmpd="sng">
            <a:solidFill>
              <a:schemeClr val="dk2"/>
            </a:solidFill>
            <a:prstDash val="solid"/>
            <a:round/>
            <a:headEnd type="none" w="sm" len="sm"/>
            <a:tailEnd type="none" w="sm" len="sm"/>
          </a:ln>
        </p:spPr>
      </p:cxnSp>
      <p:cxnSp>
        <p:nvCxnSpPr>
          <p:cNvPr id="667" name="Google Shape;667;p71"/>
          <p:cNvCxnSpPr/>
          <p:nvPr/>
        </p:nvCxnSpPr>
        <p:spPr>
          <a:xfrm flipH="1">
            <a:off x="8354075" y="-6625"/>
            <a:ext cx="791400" cy="836400"/>
          </a:xfrm>
          <a:prstGeom prst="straightConnector1">
            <a:avLst/>
          </a:prstGeom>
          <a:noFill/>
          <a:ln w="9525" cap="flat" cmpd="sng">
            <a:solidFill>
              <a:schemeClr val="dk2"/>
            </a:solidFill>
            <a:prstDash val="solid"/>
            <a:round/>
            <a:headEnd type="none" w="sm" len="sm"/>
            <a:tailEnd type="none" w="sm" len="sm"/>
          </a:ln>
        </p:spPr>
      </p:cxnSp>
      <p:grpSp>
        <p:nvGrpSpPr>
          <p:cNvPr id="668" name="Google Shape;668;p71"/>
          <p:cNvGrpSpPr/>
          <p:nvPr/>
        </p:nvGrpSpPr>
        <p:grpSpPr>
          <a:xfrm>
            <a:off x="8064275" y="526925"/>
            <a:ext cx="581800" cy="582350"/>
            <a:chOff x="8064275" y="887850"/>
            <a:chExt cx="581800" cy="582350"/>
          </a:xfrm>
        </p:grpSpPr>
        <p:sp>
          <p:nvSpPr>
            <p:cNvPr id="669" name="Google Shape;669;p7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7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7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7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7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7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5" name="Google Shape;675;p71"/>
          <p:cNvGrpSpPr/>
          <p:nvPr/>
        </p:nvGrpSpPr>
        <p:grpSpPr>
          <a:xfrm>
            <a:off x="7033875" y="170875"/>
            <a:ext cx="292025" cy="292575"/>
            <a:chOff x="7353050" y="316275"/>
            <a:chExt cx="292025" cy="292575"/>
          </a:xfrm>
        </p:grpSpPr>
        <p:sp>
          <p:nvSpPr>
            <p:cNvPr id="676" name="Google Shape;676;p7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7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7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7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0" name="Google Shape;680;p71"/>
          <p:cNvGrpSpPr/>
          <p:nvPr/>
        </p:nvGrpSpPr>
        <p:grpSpPr>
          <a:xfrm>
            <a:off x="8757950" y="229650"/>
            <a:ext cx="175000" cy="175000"/>
            <a:chOff x="8792300" y="321275"/>
            <a:chExt cx="175000" cy="175000"/>
          </a:xfrm>
        </p:grpSpPr>
        <p:sp>
          <p:nvSpPr>
            <p:cNvPr id="681" name="Google Shape;681;p7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7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7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7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5" name="Google Shape;685;p71"/>
          <p:cNvGrpSpPr/>
          <p:nvPr/>
        </p:nvGrpSpPr>
        <p:grpSpPr>
          <a:xfrm>
            <a:off x="8490050" y="170875"/>
            <a:ext cx="175013" cy="27000"/>
            <a:chOff x="5662375" y="212375"/>
            <a:chExt cx="175013" cy="27000"/>
          </a:xfrm>
        </p:grpSpPr>
        <p:sp>
          <p:nvSpPr>
            <p:cNvPr id="686" name="Google Shape;686;p7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7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7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9" name="Google Shape;689;p71"/>
          <p:cNvGrpSpPr/>
          <p:nvPr/>
        </p:nvGrpSpPr>
        <p:grpSpPr>
          <a:xfrm>
            <a:off x="7916350" y="1124600"/>
            <a:ext cx="175013" cy="27000"/>
            <a:chOff x="5662375" y="212375"/>
            <a:chExt cx="175013" cy="27000"/>
          </a:xfrm>
        </p:grpSpPr>
        <p:sp>
          <p:nvSpPr>
            <p:cNvPr id="690" name="Google Shape;690;p7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7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7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733420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0"/>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l"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62"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4.bin"/><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5.bin"/><Relationship Id="rId1" Type="http://schemas.openxmlformats.org/officeDocument/2006/relationships/slideLayout" Target="../slideLayouts/slideLayout24.xml"/><Relationship Id="rId5" Type="http://schemas.openxmlformats.org/officeDocument/2006/relationships/image" Target="../media/image11.e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7.bin"/><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9.bin"/><Relationship Id="rId1" Type="http://schemas.openxmlformats.org/officeDocument/2006/relationships/slideLayout" Target="../slideLayouts/slideLayout24.xml"/><Relationship Id="rId5" Type="http://schemas.openxmlformats.org/officeDocument/2006/relationships/image" Target="../media/image15.emf"/><Relationship Id="rId4"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1.bin"/><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2.bin"/><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hyperlink" Target="http://localhost:8000/analysis/dashboard/"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8.emf"/><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4"/>
        <p:cNvGrpSpPr/>
        <p:nvPr/>
      </p:nvGrpSpPr>
      <p:grpSpPr>
        <a:xfrm>
          <a:off x="0" y="0"/>
          <a:ext cx="0" cy="0"/>
          <a:chOff x="0" y="0"/>
          <a:chExt cx="0" cy="0"/>
        </a:xfrm>
      </p:grpSpPr>
      <p:grpSp>
        <p:nvGrpSpPr>
          <p:cNvPr id="3275" name="Google Shape;3275;p1"/>
          <p:cNvGrpSpPr/>
          <p:nvPr/>
        </p:nvGrpSpPr>
        <p:grpSpPr>
          <a:xfrm>
            <a:off x="303210" y="959719"/>
            <a:ext cx="5343540" cy="4183680"/>
            <a:chOff x="469775" y="238125"/>
            <a:chExt cx="6679425" cy="5229600"/>
          </a:xfrm>
        </p:grpSpPr>
        <p:sp>
          <p:nvSpPr>
            <p:cNvPr id="3276" name="Google Shape;3276;p1"/>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7" name="Google Shape;3277;p1"/>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8" name="Google Shape;3278;p1"/>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9" name="Google Shape;3279;p1"/>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0" name="Google Shape;3280;p1"/>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1" name="Google Shape;3281;p1"/>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2" name="Google Shape;3282;p1"/>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3" name="Google Shape;3283;p1"/>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4" name="Google Shape;3284;p1"/>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5" name="Google Shape;3285;p1"/>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6" name="Google Shape;3286;p1"/>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7" name="Google Shape;3287;p1"/>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8" name="Google Shape;3288;p1"/>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9" name="Google Shape;3289;p1"/>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0" name="Google Shape;3290;p1"/>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1" name="Google Shape;3291;p1"/>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2" name="Google Shape;3292;p1"/>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3" name="Google Shape;3293;p1"/>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4" name="Google Shape;3294;p1"/>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5" name="Google Shape;3295;p1"/>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6" name="Google Shape;3296;p1"/>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7" name="Google Shape;3297;p1"/>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8" name="Google Shape;3298;p1"/>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9" name="Google Shape;3299;p1"/>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0" name="Google Shape;3300;p1"/>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1" name="Google Shape;3301;p1"/>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2" name="Google Shape;3302;p1"/>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3" name="Google Shape;3303;p1"/>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4" name="Google Shape;3304;p1"/>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5" name="Google Shape;3305;p1"/>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6" name="Google Shape;3306;p1"/>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7" name="Google Shape;3307;p1"/>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8" name="Google Shape;3308;p1"/>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9" name="Google Shape;3309;p1"/>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0" name="Google Shape;3310;p1"/>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1" name="Google Shape;3311;p1"/>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2" name="Google Shape;3312;p1"/>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3" name="Google Shape;3313;p1"/>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4" name="Google Shape;3314;p1"/>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5" name="Google Shape;3315;p1"/>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6" name="Google Shape;3316;p1"/>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7" name="Google Shape;3317;p1"/>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8" name="Google Shape;3318;p1"/>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9" name="Google Shape;3319;p1"/>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0" name="Google Shape;3320;p1"/>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1" name="Google Shape;3321;p1"/>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2" name="Google Shape;3322;p1"/>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3" name="Google Shape;3323;p1"/>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4" name="Google Shape;3324;p1"/>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5" name="Google Shape;3325;p1"/>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6" name="Google Shape;3326;p1"/>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7" name="Google Shape;3327;p1"/>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8" name="Google Shape;3328;p1"/>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9" name="Google Shape;3329;p1"/>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0" name="Google Shape;3330;p1"/>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1" name="Google Shape;3331;p1"/>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2" name="Google Shape;3332;p1"/>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3" name="Google Shape;3333;p1"/>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4" name="Google Shape;3334;p1"/>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5" name="Google Shape;3335;p1"/>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6" name="Google Shape;3336;p1"/>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7" name="Google Shape;3337;p1"/>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8" name="Google Shape;3338;p1"/>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9" name="Google Shape;3339;p1"/>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0" name="Google Shape;3340;p1"/>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1" name="Google Shape;3341;p1"/>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2" name="Google Shape;3342;p1"/>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3" name="Google Shape;3343;p1"/>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4" name="Google Shape;3344;p1"/>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5" name="Google Shape;3345;p1"/>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6" name="Google Shape;3346;p1"/>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7" name="Google Shape;3347;p1"/>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8" name="Google Shape;3348;p1"/>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9" name="Google Shape;3349;p1"/>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0" name="Google Shape;3350;p1"/>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1" name="Google Shape;3351;p1"/>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2" name="Google Shape;3352;p1"/>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3" name="Google Shape;3353;p1"/>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4" name="Google Shape;3354;p1"/>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5" name="Google Shape;3355;p1"/>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6" name="Google Shape;3356;p1"/>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7" name="Google Shape;3357;p1"/>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8" name="Google Shape;3358;p1"/>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9" name="Google Shape;3359;p1"/>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0" name="Google Shape;3360;p1"/>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1" name="Google Shape;3361;p1"/>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2" name="Google Shape;3362;p1"/>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3" name="Google Shape;3363;p1"/>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4" name="Google Shape;3364;p1"/>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5" name="Google Shape;3365;p1"/>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6" name="Google Shape;3366;p1"/>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7" name="Google Shape;3367;p1"/>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8" name="Google Shape;3368;p1"/>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9" name="Google Shape;3369;p1"/>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0" name="Google Shape;3370;p1"/>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1" name="Google Shape;3371;p1"/>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2" name="Google Shape;3372;p1"/>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3" name="Google Shape;3373;p1"/>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4" name="Google Shape;3374;p1"/>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5" name="Google Shape;3375;p1"/>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6" name="Google Shape;3376;p1"/>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7" name="Google Shape;3377;p1"/>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8" name="Google Shape;3378;p1"/>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9" name="Google Shape;3379;p1"/>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0" name="Google Shape;3380;p1"/>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1" name="Google Shape;3381;p1"/>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2" name="Google Shape;3382;p1"/>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3" name="Google Shape;3383;p1"/>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4" name="Google Shape;3384;p1"/>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5" name="Google Shape;3385;p1"/>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6" name="Google Shape;3386;p1"/>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7" name="Google Shape;3387;p1"/>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8" name="Google Shape;3388;p1"/>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9" name="Google Shape;3389;p1"/>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0" name="Google Shape;3390;p1"/>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1" name="Google Shape;3391;p1"/>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2" name="Google Shape;3392;p1"/>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3" name="Google Shape;3393;p1"/>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4" name="Google Shape;3394;p1"/>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5" name="Google Shape;3395;p1"/>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6" name="Google Shape;3396;p1"/>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7" name="Google Shape;3397;p1"/>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8" name="Google Shape;3398;p1"/>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9" name="Google Shape;3399;p1"/>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0" name="Google Shape;3400;p1"/>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1" name="Google Shape;3401;p1"/>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2" name="Google Shape;3402;p1"/>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3" name="Google Shape;3403;p1"/>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4" name="Google Shape;3404;p1"/>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5" name="Google Shape;3405;p1"/>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6" name="Google Shape;3406;p1"/>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7" name="Google Shape;3407;p1"/>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8" name="Google Shape;3408;p1"/>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9" name="Google Shape;3409;p1"/>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0" name="Google Shape;3410;p1"/>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1" name="Google Shape;3411;p1"/>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2" name="Google Shape;3412;p1"/>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3" name="Google Shape;3413;p1"/>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4" name="Google Shape;3414;p1"/>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5" name="Google Shape;3415;p1"/>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6" name="Google Shape;3416;p1"/>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7" name="Google Shape;3417;p1"/>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8" name="Google Shape;3418;p1"/>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9" name="Google Shape;3419;p1"/>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0" name="Google Shape;3420;p1"/>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1" name="Google Shape;3421;p1"/>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2" name="Google Shape;3422;p1"/>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3" name="Google Shape;3423;p1"/>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4" name="Google Shape;3424;p1"/>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5" name="Google Shape;3425;p1"/>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6" name="Google Shape;3426;p1"/>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7" name="Google Shape;3427;p1"/>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8" name="Google Shape;3428;p1"/>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9" name="Google Shape;3429;p1"/>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0" name="Google Shape;3430;p1"/>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1" name="Google Shape;3431;p1"/>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2" name="Google Shape;3432;p1"/>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3" name="Google Shape;3433;p1"/>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4" name="Google Shape;3434;p1"/>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5" name="Google Shape;3435;p1"/>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6" name="Google Shape;3436;p1"/>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7" name="Google Shape;3437;p1"/>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8" name="Google Shape;3438;p1"/>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9" name="Google Shape;3439;p1"/>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0" name="Google Shape;3440;p1"/>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1" name="Google Shape;3441;p1"/>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2" name="Google Shape;3442;p1"/>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3" name="Google Shape;3443;p1"/>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4" name="Google Shape;3444;p1"/>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5" name="Google Shape;3445;p1"/>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6" name="Google Shape;3446;p1"/>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7" name="Google Shape;3447;p1"/>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8" name="Google Shape;3448;p1"/>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9" name="Google Shape;3449;p1"/>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0" name="Google Shape;3450;p1"/>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1" name="Google Shape;3451;p1"/>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2" name="Google Shape;3452;p1"/>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3" name="Google Shape;3453;p1"/>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4" name="Google Shape;3454;p1"/>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5" name="Google Shape;3455;p1"/>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6" name="Google Shape;3456;p1"/>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7" name="Google Shape;3457;p1"/>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8" name="Google Shape;3458;p1"/>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9" name="Google Shape;3459;p1"/>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0" name="Google Shape;3460;p1"/>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1" name="Google Shape;3461;p1"/>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2" name="Google Shape;3462;p1"/>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3" name="Google Shape;3463;p1"/>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4" name="Google Shape;3464;p1"/>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5" name="Google Shape;3465;p1"/>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6" name="Google Shape;3466;p1"/>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7" name="Google Shape;3467;p1"/>
            <p:cNvSpPr/>
            <p:nvPr/>
          </p:nvSpPr>
          <p:spPr>
            <a:xfrm>
              <a:off x="1026300" y="5458550"/>
              <a:ext cx="6114750" cy="25"/>
            </a:xfrm>
            <a:custGeom>
              <a:avLst/>
              <a:gdLst/>
              <a:ahLst/>
              <a:cxnLst/>
              <a:rect l="l" t="t" r="r" b="b"/>
              <a:pathLst>
                <a:path w="244590" h="1" extrusionOk="0">
                  <a:moveTo>
                    <a:pt x="0" y="0"/>
                  </a:moveTo>
                  <a:lnTo>
                    <a:pt x="244590" y="0"/>
                  </a:lnTo>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8" name="Google Shape;3468;p1"/>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69" name="Google Shape;3469;p1"/>
          <p:cNvSpPr txBox="1">
            <a:spLocks noGrp="1"/>
          </p:cNvSpPr>
          <p:nvPr>
            <p:ph type="ctrTitle"/>
          </p:nvPr>
        </p:nvSpPr>
        <p:spPr>
          <a:xfrm>
            <a:off x="5166510" y="2002536"/>
            <a:ext cx="3346446" cy="17922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5200"/>
              <a:buNone/>
            </a:pPr>
            <a:r>
              <a:rPr lang="en" sz="5000"/>
              <a:t>Movie Data Visualization</a:t>
            </a:r>
            <a:r>
              <a:rPr lang="en" sz="5000">
                <a:solidFill>
                  <a:schemeClr val="dk2"/>
                </a:solidFill>
              </a:rPr>
              <a:t> Platform</a:t>
            </a:r>
            <a:endParaRPr sz="5000">
              <a:solidFill>
                <a:schemeClr val="dk2"/>
              </a:solidFill>
            </a:endParaRPr>
          </a:p>
        </p:txBody>
      </p:sp>
      <p:sp>
        <p:nvSpPr>
          <p:cNvPr id="3470" name="Google Shape;3470;p1"/>
          <p:cNvSpPr txBox="1">
            <a:spLocks noGrp="1"/>
          </p:cNvSpPr>
          <p:nvPr>
            <p:ph type="subTitle" idx="1"/>
          </p:nvPr>
        </p:nvSpPr>
        <p:spPr>
          <a:xfrm>
            <a:off x="5248656" y="3721608"/>
            <a:ext cx="3264300" cy="896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en" sz="2300" b="1"/>
              <a:t>MDVP</a:t>
            </a:r>
            <a:r>
              <a:rPr lang="en" sz="2300">
                <a:solidFill>
                  <a:schemeClr val="accent1"/>
                </a:solidFill>
              </a:rPr>
              <a:t> </a:t>
            </a:r>
            <a:r>
              <a:rPr lang="en" sz="2300"/>
              <a:t>Project</a:t>
            </a:r>
            <a:endParaRPr sz="2300">
              <a:solidFill>
                <a:schemeClr val="accent1"/>
              </a:solidFill>
            </a:endParaRPr>
          </a:p>
          <a:p>
            <a:pPr marL="0" lvl="0" indent="0" algn="r" rtl="0">
              <a:lnSpc>
                <a:spcPct val="100000"/>
              </a:lnSpc>
              <a:spcBef>
                <a:spcPts val="0"/>
              </a:spcBef>
              <a:spcAft>
                <a:spcPts val="0"/>
              </a:spcAft>
              <a:buClr>
                <a:schemeClr val="dk1"/>
              </a:buClr>
              <a:buSzPts val="1100"/>
              <a:buFont typeface="Arial"/>
              <a:buNone/>
            </a:pPr>
            <a:r>
              <a:rPr lang="en" sz="2300"/>
              <a:t>Team 3 - </a:t>
            </a:r>
            <a:r>
              <a:rPr lang="en" sz="2300" b="1">
                <a:solidFill>
                  <a:schemeClr val="dk1"/>
                </a:solidFill>
              </a:rPr>
              <a:t>Movie Masters</a:t>
            </a:r>
            <a:endParaRPr sz="2300" b="1">
              <a:solidFill>
                <a:schemeClr val="dk1"/>
              </a:solidFill>
            </a:endParaRPr>
          </a:p>
          <a:p>
            <a:pPr marL="0" lvl="0" indent="0" algn="r" rtl="0">
              <a:lnSpc>
                <a:spcPct val="100000"/>
              </a:lnSpc>
              <a:spcBef>
                <a:spcPts val="0"/>
              </a:spcBef>
              <a:spcAft>
                <a:spcPts val="0"/>
              </a:spcAft>
              <a:buClr>
                <a:schemeClr val="dk1"/>
              </a:buClr>
              <a:buSzPts val="1100"/>
              <a:buFont typeface="Arial"/>
              <a:buNone/>
            </a:pPr>
            <a:endParaRPr sz="2300">
              <a:solidFill>
                <a:schemeClr val="accent1"/>
              </a:solidFill>
            </a:endParaRPr>
          </a:p>
          <a:p>
            <a:pPr marL="0" lvl="0" indent="0" algn="r" rtl="0">
              <a:lnSpc>
                <a:spcPct val="100000"/>
              </a:lnSpc>
              <a:spcBef>
                <a:spcPts val="0"/>
              </a:spcBef>
              <a:spcAft>
                <a:spcPts val="0"/>
              </a:spcAft>
              <a:buSzPts val="2800"/>
              <a:buNone/>
            </a:pPr>
            <a:endParaRPr sz="2300">
              <a:solidFill>
                <a:schemeClr val="accent1"/>
              </a:solidFill>
            </a:endParaRPr>
          </a:p>
        </p:txBody>
      </p:sp>
      <p:pic>
        <p:nvPicPr>
          <p:cNvPr id="3471" name="Google Shape;3471;p1"/>
          <p:cNvPicPr preferRelativeResize="0"/>
          <p:nvPr/>
        </p:nvPicPr>
        <p:blipFill rotWithShape="1">
          <a:blip r:embed="rId3">
            <a:alphaModFix/>
          </a:blip>
          <a:srcRect/>
          <a:stretch/>
        </p:blipFill>
        <p:spPr>
          <a:xfrm>
            <a:off x="-42071" y="-492420"/>
            <a:ext cx="1769681" cy="17696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75"/>
        <p:cNvGrpSpPr/>
        <p:nvPr/>
      </p:nvGrpSpPr>
      <p:grpSpPr>
        <a:xfrm>
          <a:off x="0" y="0"/>
          <a:ext cx="0" cy="0"/>
          <a:chOff x="0" y="0"/>
          <a:chExt cx="0" cy="0"/>
        </a:xfrm>
      </p:grpSpPr>
      <p:grpSp>
        <p:nvGrpSpPr>
          <p:cNvPr id="3476" name="Google Shape;3476;p2"/>
          <p:cNvGrpSpPr/>
          <p:nvPr/>
        </p:nvGrpSpPr>
        <p:grpSpPr>
          <a:xfrm>
            <a:off x="731647" y="672633"/>
            <a:ext cx="635100" cy="734640"/>
            <a:chOff x="731647" y="573573"/>
            <a:chExt cx="635100" cy="734640"/>
          </a:xfrm>
        </p:grpSpPr>
        <p:grpSp>
          <p:nvGrpSpPr>
            <p:cNvPr id="3477" name="Google Shape;3477;p2"/>
            <p:cNvGrpSpPr/>
            <p:nvPr/>
          </p:nvGrpSpPr>
          <p:grpSpPr>
            <a:xfrm>
              <a:off x="731647" y="573573"/>
              <a:ext cx="635100" cy="635100"/>
              <a:chOff x="917231" y="750460"/>
              <a:chExt cx="635100" cy="635100"/>
            </a:xfrm>
          </p:grpSpPr>
          <p:sp>
            <p:nvSpPr>
              <p:cNvPr id="3478" name="Google Shape;3478;p2"/>
              <p:cNvSpPr/>
              <p:nvPr/>
            </p:nvSpPr>
            <p:spPr>
              <a:xfrm>
                <a:off x="917231" y="750460"/>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9" name="Google Shape;3479;p2"/>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80" name="Google Shape;3480;p2"/>
            <p:cNvGrpSpPr/>
            <p:nvPr/>
          </p:nvGrpSpPr>
          <p:grpSpPr>
            <a:xfrm>
              <a:off x="961679" y="1281213"/>
              <a:ext cx="175013" cy="27000"/>
              <a:chOff x="5662375" y="212375"/>
              <a:chExt cx="175013" cy="27000"/>
            </a:xfrm>
          </p:grpSpPr>
          <p:sp>
            <p:nvSpPr>
              <p:cNvPr id="3481" name="Google Shape;3481;p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82" name="Google Shape;3482;p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83" name="Google Shape;3483;p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grpSp>
        <p:nvGrpSpPr>
          <p:cNvPr id="3484" name="Google Shape;3484;p2"/>
          <p:cNvGrpSpPr/>
          <p:nvPr/>
        </p:nvGrpSpPr>
        <p:grpSpPr>
          <a:xfrm>
            <a:off x="731647" y="2816320"/>
            <a:ext cx="635100" cy="733491"/>
            <a:chOff x="731647" y="1650460"/>
            <a:chExt cx="635100" cy="733491"/>
          </a:xfrm>
        </p:grpSpPr>
        <p:grpSp>
          <p:nvGrpSpPr>
            <p:cNvPr id="3485" name="Google Shape;3485;p2"/>
            <p:cNvGrpSpPr/>
            <p:nvPr/>
          </p:nvGrpSpPr>
          <p:grpSpPr>
            <a:xfrm>
              <a:off x="731647" y="1650460"/>
              <a:ext cx="635100" cy="635100"/>
              <a:chOff x="917231" y="1827973"/>
              <a:chExt cx="635100" cy="635100"/>
            </a:xfrm>
          </p:grpSpPr>
          <p:sp>
            <p:nvSpPr>
              <p:cNvPr id="3486" name="Google Shape;3486;p2"/>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7" name="Google Shape;3487;p2"/>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88" name="Google Shape;3488;p2"/>
            <p:cNvGrpSpPr/>
            <p:nvPr/>
          </p:nvGrpSpPr>
          <p:grpSpPr>
            <a:xfrm>
              <a:off x="961679" y="2356951"/>
              <a:ext cx="175013" cy="27000"/>
              <a:chOff x="5662375" y="212375"/>
              <a:chExt cx="175013" cy="27000"/>
            </a:xfrm>
          </p:grpSpPr>
          <p:sp>
            <p:nvSpPr>
              <p:cNvPr id="3489" name="Google Shape;3489;p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90" name="Google Shape;3490;p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91" name="Google Shape;3491;p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grpSp>
        <p:nvGrpSpPr>
          <p:cNvPr id="3492" name="Google Shape;3492;p2"/>
          <p:cNvGrpSpPr/>
          <p:nvPr/>
        </p:nvGrpSpPr>
        <p:grpSpPr>
          <a:xfrm>
            <a:off x="731647" y="3848417"/>
            <a:ext cx="635100" cy="734983"/>
            <a:chOff x="731647" y="2728277"/>
            <a:chExt cx="635100" cy="734983"/>
          </a:xfrm>
        </p:grpSpPr>
        <p:grpSp>
          <p:nvGrpSpPr>
            <p:cNvPr id="3493" name="Google Shape;3493;p2"/>
            <p:cNvGrpSpPr/>
            <p:nvPr/>
          </p:nvGrpSpPr>
          <p:grpSpPr>
            <a:xfrm>
              <a:off x="731647" y="2728277"/>
              <a:ext cx="635100" cy="635100"/>
              <a:chOff x="917231" y="2905502"/>
              <a:chExt cx="635100" cy="635100"/>
            </a:xfrm>
          </p:grpSpPr>
          <p:sp>
            <p:nvSpPr>
              <p:cNvPr id="3494" name="Google Shape;3494;p2"/>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5" name="Google Shape;3495;p2"/>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496" name="Google Shape;3496;p2"/>
            <p:cNvGrpSpPr/>
            <p:nvPr/>
          </p:nvGrpSpPr>
          <p:grpSpPr>
            <a:xfrm>
              <a:off x="961679" y="3436260"/>
              <a:ext cx="175013" cy="27000"/>
              <a:chOff x="5662375" y="212375"/>
              <a:chExt cx="175013" cy="27000"/>
            </a:xfrm>
          </p:grpSpPr>
          <p:sp>
            <p:nvSpPr>
              <p:cNvPr id="3497" name="Google Shape;3497;p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98" name="Google Shape;3498;p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3499" name="Google Shape;3499;p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sp>
        <p:nvSpPr>
          <p:cNvPr id="3508" name="Google Shape;3508;p2"/>
          <p:cNvSpPr txBox="1">
            <a:spLocks noGrp="1"/>
          </p:cNvSpPr>
          <p:nvPr>
            <p:ph type="title"/>
          </p:nvPr>
        </p:nvSpPr>
        <p:spPr>
          <a:xfrm>
            <a:off x="5907024" y="356616"/>
            <a:ext cx="26151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2800"/>
              <a:buNone/>
            </a:pPr>
            <a:r>
              <a:rPr lang="en"/>
              <a:t>Table of Contents</a:t>
            </a:r>
            <a:endParaRPr/>
          </a:p>
        </p:txBody>
      </p:sp>
      <p:sp>
        <p:nvSpPr>
          <p:cNvPr id="3509" name="Google Shape;3509;p2"/>
          <p:cNvSpPr txBox="1">
            <a:spLocks noGrp="1"/>
          </p:cNvSpPr>
          <p:nvPr>
            <p:ph type="subTitle" idx="1"/>
          </p:nvPr>
        </p:nvSpPr>
        <p:spPr>
          <a:xfrm>
            <a:off x="1713060" y="780832"/>
            <a:ext cx="2858940" cy="38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CA" sz="2200" dirty="0"/>
              <a:t>User Management</a:t>
            </a:r>
            <a:endParaRPr sz="2200" dirty="0"/>
          </a:p>
        </p:txBody>
      </p:sp>
      <p:sp>
        <p:nvSpPr>
          <p:cNvPr id="3510" name="Google Shape;3510;p2"/>
          <p:cNvSpPr txBox="1">
            <a:spLocks noGrp="1"/>
          </p:cNvSpPr>
          <p:nvPr>
            <p:ph type="subTitle" idx="3"/>
          </p:nvPr>
        </p:nvSpPr>
        <p:spPr>
          <a:xfrm>
            <a:off x="1694732" y="2970820"/>
            <a:ext cx="2724867" cy="38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CA" sz="2200" dirty="0"/>
              <a:t>Sentiment/Word Cloud</a:t>
            </a:r>
            <a:endParaRPr sz="2200" dirty="0"/>
          </a:p>
        </p:txBody>
      </p:sp>
      <p:sp>
        <p:nvSpPr>
          <p:cNvPr id="3511" name="Google Shape;3511;p2"/>
          <p:cNvSpPr txBox="1">
            <a:spLocks noGrp="1"/>
          </p:cNvSpPr>
          <p:nvPr>
            <p:ph type="subTitle" idx="5"/>
          </p:nvPr>
        </p:nvSpPr>
        <p:spPr>
          <a:xfrm>
            <a:off x="1694733" y="4004092"/>
            <a:ext cx="2615100" cy="38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altLang="zh-CN" sz="2200" dirty="0"/>
              <a:t>Automated Testing</a:t>
            </a:r>
            <a:endParaRPr sz="2200" dirty="0"/>
          </a:p>
        </p:txBody>
      </p:sp>
      <p:sp>
        <p:nvSpPr>
          <p:cNvPr id="3513" name="Google Shape;3513;p2"/>
          <p:cNvSpPr txBox="1">
            <a:spLocks noGrp="1"/>
          </p:cNvSpPr>
          <p:nvPr>
            <p:ph type="title" idx="9"/>
          </p:nvPr>
        </p:nvSpPr>
        <p:spPr>
          <a:xfrm>
            <a:off x="813816" y="821436"/>
            <a:ext cx="457200" cy="34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000"/>
              <a:buNone/>
            </a:pPr>
            <a:r>
              <a:rPr lang="en"/>
              <a:t>01</a:t>
            </a:r>
            <a:endParaRPr/>
          </a:p>
        </p:txBody>
      </p:sp>
      <p:sp>
        <p:nvSpPr>
          <p:cNvPr id="3514" name="Google Shape;3514;p2"/>
          <p:cNvSpPr txBox="1">
            <a:spLocks noGrp="1"/>
          </p:cNvSpPr>
          <p:nvPr>
            <p:ph type="title" idx="13"/>
          </p:nvPr>
        </p:nvSpPr>
        <p:spPr>
          <a:xfrm>
            <a:off x="813816" y="2967228"/>
            <a:ext cx="457200" cy="34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000"/>
              <a:buNone/>
            </a:pPr>
            <a:r>
              <a:rPr lang="en" dirty="0"/>
              <a:t>03</a:t>
            </a:r>
            <a:endParaRPr dirty="0"/>
          </a:p>
        </p:txBody>
      </p:sp>
      <p:sp>
        <p:nvSpPr>
          <p:cNvPr id="3515" name="Google Shape;3515;p2"/>
          <p:cNvSpPr txBox="1">
            <a:spLocks noGrp="1"/>
          </p:cNvSpPr>
          <p:nvPr>
            <p:ph type="title" idx="14"/>
          </p:nvPr>
        </p:nvSpPr>
        <p:spPr>
          <a:xfrm>
            <a:off x="813816" y="4000500"/>
            <a:ext cx="457200" cy="34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000"/>
              <a:buNone/>
            </a:pPr>
            <a:r>
              <a:rPr lang="en" dirty="0"/>
              <a:t>04</a:t>
            </a:r>
            <a:endParaRPr dirty="0"/>
          </a:p>
        </p:txBody>
      </p:sp>
      <p:sp>
        <p:nvSpPr>
          <p:cNvPr id="3516" name="Google Shape;3516;p2"/>
          <p:cNvSpPr txBox="1">
            <a:spLocks noGrp="1"/>
          </p:cNvSpPr>
          <p:nvPr>
            <p:ph type="title" idx="15"/>
          </p:nvPr>
        </p:nvSpPr>
        <p:spPr>
          <a:xfrm>
            <a:off x="813816" y="4370832"/>
            <a:ext cx="457200" cy="34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000"/>
              <a:buNone/>
            </a:pPr>
            <a:r>
              <a:rPr lang="en" dirty="0"/>
              <a:t>05</a:t>
            </a:r>
            <a:endParaRPr dirty="0"/>
          </a:p>
        </p:txBody>
      </p:sp>
      <p:grpSp>
        <p:nvGrpSpPr>
          <p:cNvPr id="3517" name="Google Shape;3517;p2"/>
          <p:cNvGrpSpPr/>
          <p:nvPr/>
        </p:nvGrpSpPr>
        <p:grpSpPr>
          <a:xfrm>
            <a:off x="4864694" y="1646523"/>
            <a:ext cx="4241121" cy="3025385"/>
            <a:chOff x="862950" y="932250"/>
            <a:chExt cx="5612175" cy="4003950"/>
          </a:xfrm>
        </p:grpSpPr>
        <p:sp>
          <p:nvSpPr>
            <p:cNvPr id="3518" name="Google Shape;3518;p2"/>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9" name="Google Shape;3519;p2"/>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0" name="Google Shape;3520;p2"/>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1" name="Google Shape;3521;p2"/>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2" name="Google Shape;3522;p2"/>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3" name="Google Shape;3523;p2"/>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4" name="Google Shape;3524;p2"/>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5" name="Google Shape;3525;p2"/>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6" name="Google Shape;3526;p2"/>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7" name="Google Shape;3527;p2"/>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8" name="Google Shape;3528;p2"/>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9" name="Google Shape;3529;p2"/>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0" name="Google Shape;3530;p2"/>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1" name="Google Shape;3531;p2"/>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2" name="Google Shape;3532;p2"/>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3" name="Google Shape;3533;p2"/>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4" name="Google Shape;3534;p2"/>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5" name="Google Shape;3535;p2"/>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6" name="Google Shape;3536;p2"/>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7" name="Google Shape;3537;p2"/>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8" name="Google Shape;3538;p2"/>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9" name="Google Shape;3539;p2"/>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0" name="Google Shape;3540;p2"/>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1" name="Google Shape;3541;p2"/>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2" name="Google Shape;3542;p2"/>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3" name="Google Shape;3543;p2"/>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4" name="Google Shape;3544;p2"/>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5" name="Google Shape;3545;p2"/>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6" name="Google Shape;3546;p2"/>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7" name="Google Shape;3547;p2"/>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8" name="Google Shape;3548;p2"/>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9" name="Google Shape;3549;p2"/>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0" name="Google Shape;3550;p2"/>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1" name="Google Shape;3551;p2"/>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2" name="Google Shape;3552;p2"/>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3" name="Google Shape;3553;p2"/>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4" name="Google Shape;3554;p2"/>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5" name="Google Shape;3555;p2"/>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6" name="Google Shape;3556;p2"/>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7" name="Google Shape;3557;p2"/>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8" name="Google Shape;3558;p2"/>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9" name="Google Shape;3559;p2"/>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0" name="Google Shape;3560;p2"/>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1" name="Google Shape;3561;p2"/>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2" name="Google Shape;3562;p2"/>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3" name="Google Shape;3563;p2"/>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4" name="Google Shape;3564;p2"/>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5" name="Google Shape;3565;p2"/>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6" name="Google Shape;3566;p2"/>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7" name="Google Shape;3567;p2"/>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8" name="Google Shape;3568;p2"/>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9" name="Google Shape;3569;p2"/>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0" name="Google Shape;3570;p2"/>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1" name="Google Shape;3571;p2"/>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2" name="Google Shape;3572;p2"/>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3" name="Google Shape;3573;p2"/>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4" name="Google Shape;3574;p2"/>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5" name="Google Shape;3575;p2"/>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6" name="Google Shape;3576;p2"/>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7" name="Google Shape;3577;p2"/>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8" name="Google Shape;3578;p2"/>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9" name="Google Shape;3579;p2"/>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0" name="Google Shape;3580;p2"/>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1" name="Google Shape;3581;p2"/>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2" name="Google Shape;3582;p2"/>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3" name="Google Shape;3583;p2"/>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4" name="Google Shape;3584;p2"/>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5" name="Google Shape;3585;p2"/>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6" name="Google Shape;3586;p2"/>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7" name="Google Shape;3587;p2"/>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8" name="Google Shape;3588;p2"/>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9" name="Google Shape;3589;p2"/>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0" name="Google Shape;3590;p2"/>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1" name="Google Shape;3591;p2"/>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2" name="Google Shape;3592;p2"/>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3" name="Google Shape;3593;p2"/>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4" name="Google Shape;3594;p2"/>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5" name="Google Shape;3595;p2"/>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6" name="Google Shape;3596;p2"/>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7" name="Google Shape;3597;p2"/>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8" name="Google Shape;3598;p2"/>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9" name="Google Shape;3599;p2"/>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0" name="Google Shape;3600;p2"/>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1" name="Google Shape;3601;p2"/>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2" name="Google Shape;3602;p2"/>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3" name="Google Shape;3603;p2"/>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4" name="Google Shape;3604;p2"/>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5" name="Google Shape;3605;p2"/>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6" name="Google Shape;3606;p2"/>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7" name="Google Shape;3607;p2"/>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8" name="Google Shape;3608;p2"/>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9" name="Google Shape;3609;p2"/>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0" name="Google Shape;3610;p2"/>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1" name="Google Shape;3611;p2"/>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2" name="Google Shape;3612;p2"/>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3" name="Google Shape;3613;p2"/>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4" name="Google Shape;3614;p2"/>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5" name="Google Shape;3615;p2"/>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6" name="Google Shape;3616;p2"/>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7" name="Google Shape;3617;p2"/>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8" name="Google Shape;3618;p2"/>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9" name="Google Shape;3619;p2"/>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0" name="Google Shape;3620;p2"/>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1" name="Google Shape;3621;p2"/>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2" name="Google Shape;3622;p2"/>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3" name="Google Shape;3623;p2"/>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4" name="Google Shape;3624;p2"/>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5" name="Google Shape;3625;p2"/>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6" name="Google Shape;3626;p2"/>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7" name="Google Shape;3627;p2"/>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8" name="Google Shape;3628;p2"/>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9" name="Google Shape;3629;p2"/>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0" name="Google Shape;3630;p2"/>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1" name="Google Shape;3631;p2"/>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2" name="Google Shape;3632;p2"/>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3" name="Google Shape;3633;p2"/>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4" name="Google Shape;3634;p2"/>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5" name="Google Shape;3635;p2"/>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6" name="Google Shape;3636;p2"/>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7" name="Google Shape;3637;p2"/>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8" name="Google Shape;3638;p2"/>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9" name="Google Shape;3639;p2"/>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0" name="Google Shape;3640;p2"/>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1" name="Google Shape;3641;p2"/>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2" name="Google Shape;3642;p2"/>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3" name="Google Shape;3643;p2"/>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4" name="Google Shape;3644;p2"/>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5" name="Google Shape;3645;p2"/>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6" name="Google Shape;3646;p2"/>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7" name="Google Shape;3647;p2"/>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8" name="Google Shape;3648;p2"/>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9" name="Google Shape;3649;p2"/>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0" name="Google Shape;3650;p2"/>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1" name="Google Shape;3651;p2"/>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2" name="Google Shape;3652;p2"/>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3" name="Google Shape;3653;p2"/>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4" name="Google Shape;3654;p2"/>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5" name="Google Shape;3655;p2"/>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6" name="Google Shape;3656;p2"/>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57" name="Google Shape;3657;p2"/>
          <p:cNvSpPr/>
          <p:nvPr/>
        </p:nvSpPr>
        <p:spPr>
          <a:xfrm>
            <a:off x="7922596" y="2369872"/>
            <a:ext cx="350645" cy="589698"/>
          </a:xfrm>
          <a:custGeom>
            <a:avLst/>
            <a:gdLst/>
            <a:ahLst/>
            <a:cxnLst/>
            <a:rect l="l" t="t" r="r" b="b"/>
            <a:pathLst>
              <a:path w="10567" h="12120" extrusionOk="0">
                <a:moveTo>
                  <a:pt x="2177" y="931"/>
                </a:moveTo>
                <a:lnTo>
                  <a:pt x="2177" y="1868"/>
                </a:lnTo>
                <a:lnTo>
                  <a:pt x="930" y="1868"/>
                </a:lnTo>
                <a:lnTo>
                  <a:pt x="930" y="931"/>
                </a:lnTo>
                <a:close/>
                <a:moveTo>
                  <a:pt x="9636" y="931"/>
                </a:moveTo>
                <a:lnTo>
                  <a:pt x="9636" y="1868"/>
                </a:lnTo>
                <a:lnTo>
                  <a:pt x="8388" y="1868"/>
                </a:lnTo>
                <a:lnTo>
                  <a:pt x="8388" y="931"/>
                </a:lnTo>
                <a:close/>
                <a:moveTo>
                  <a:pt x="2177" y="2799"/>
                </a:moveTo>
                <a:lnTo>
                  <a:pt x="2177" y="3729"/>
                </a:lnTo>
                <a:lnTo>
                  <a:pt x="930" y="3729"/>
                </a:lnTo>
                <a:lnTo>
                  <a:pt x="930" y="2799"/>
                </a:lnTo>
                <a:close/>
                <a:moveTo>
                  <a:pt x="9636" y="2799"/>
                </a:moveTo>
                <a:lnTo>
                  <a:pt x="9636" y="3729"/>
                </a:lnTo>
                <a:lnTo>
                  <a:pt x="8388" y="3729"/>
                </a:lnTo>
                <a:lnTo>
                  <a:pt x="8388" y="2799"/>
                </a:lnTo>
                <a:close/>
                <a:moveTo>
                  <a:pt x="2177" y="4661"/>
                </a:moveTo>
                <a:lnTo>
                  <a:pt x="2177" y="5597"/>
                </a:lnTo>
                <a:lnTo>
                  <a:pt x="930" y="5597"/>
                </a:lnTo>
                <a:lnTo>
                  <a:pt x="930" y="4661"/>
                </a:lnTo>
                <a:close/>
                <a:moveTo>
                  <a:pt x="7458" y="931"/>
                </a:moveTo>
                <a:lnTo>
                  <a:pt x="7458" y="5597"/>
                </a:lnTo>
                <a:lnTo>
                  <a:pt x="3109" y="5597"/>
                </a:lnTo>
                <a:lnTo>
                  <a:pt x="3109" y="931"/>
                </a:lnTo>
                <a:close/>
                <a:moveTo>
                  <a:pt x="9636" y="4661"/>
                </a:moveTo>
                <a:lnTo>
                  <a:pt x="9636" y="5597"/>
                </a:lnTo>
                <a:lnTo>
                  <a:pt x="8388" y="5597"/>
                </a:lnTo>
                <a:lnTo>
                  <a:pt x="8388" y="4661"/>
                </a:lnTo>
                <a:close/>
                <a:moveTo>
                  <a:pt x="2177" y="6528"/>
                </a:moveTo>
                <a:lnTo>
                  <a:pt x="2177" y="7458"/>
                </a:lnTo>
                <a:lnTo>
                  <a:pt x="930" y="7458"/>
                </a:lnTo>
                <a:lnTo>
                  <a:pt x="930" y="6528"/>
                </a:lnTo>
                <a:close/>
                <a:moveTo>
                  <a:pt x="9636" y="6528"/>
                </a:moveTo>
                <a:lnTo>
                  <a:pt x="9636" y="7458"/>
                </a:lnTo>
                <a:lnTo>
                  <a:pt x="8388" y="7458"/>
                </a:lnTo>
                <a:lnTo>
                  <a:pt x="8388" y="6528"/>
                </a:lnTo>
                <a:close/>
                <a:moveTo>
                  <a:pt x="2177" y="8390"/>
                </a:moveTo>
                <a:lnTo>
                  <a:pt x="2177" y="9326"/>
                </a:lnTo>
                <a:lnTo>
                  <a:pt x="930" y="9326"/>
                </a:lnTo>
                <a:lnTo>
                  <a:pt x="930" y="8390"/>
                </a:lnTo>
                <a:close/>
                <a:moveTo>
                  <a:pt x="9636" y="8390"/>
                </a:moveTo>
                <a:lnTo>
                  <a:pt x="9636" y="9326"/>
                </a:lnTo>
                <a:lnTo>
                  <a:pt x="8388" y="9326"/>
                </a:lnTo>
                <a:lnTo>
                  <a:pt x="8388" y="8390"/>
                </a:lnTo>
                <a:close/>
                <a:moveTo>
                  <a:pt x="2177" y="10257"/>
                </a:moveTo>
                <a:lnTo>
                  <a:pt x="2177" y="11188"/>
                </a:lnTo>
                <a:lnTo>
                  <a:pt x="930" y="11188"/>
                </a:lnTo>
                <a:lnTo>
                  <a:pt x="930" y="10257"/>
                </a:lnTo>
                <a:close/>
                <a:moveTo>
                  <a:pt x="7458" y="6528"/>
                </a:moveTo>
                <a:lnTo>
                  <a:pt x="7458" y="11188"/>
                </a:lnTo>
                <a:lnTo>
                  <a:pt x="3109" y="11188"/>
                </a:lnTo>
                <a:lnTo>
                  <a:pt x="3109" y="6528"/>
                </a:lnTo>
                <a:close/>
                <a:moveTo>
                  <a:pt x="9636" y="10257"/>
                </a:moveTo>
                <a:lnTo>
                  <a:pt x="9636" y="11188"/>
                </a:lnTo>
                <a:lnTo>
                  <a:pt x="8388" y="11188"/>
                </a:lnTo>
                <a:lnTo>
                  <a:pt x="8388" y="10257"/>
                </a:lnTo>
                <a:close/>
                <a:moveTo>
                  <a:pt x="0" y="0"/>
                </a:moveTo>
                <a:lnTo>
                  <a:pt x="0" y="12119"/>
                </a:lnTo>
                <a:lnTo>
                  <a:pt x="10567" y="12119"/>
                </a:lnTo>
                <a:lnTo>
                  <a:pt x="10567" y="0"/>
                </a:lnTo>
                <a:close/>
              </a:path>
            </a:pathLst>
          </a:custGeom>
          <a:solidFill>
            <a:srgbClr val="EF59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8" name="Google Shape;3658;p2"/>
          <p:cNvSpPr/>
          <p:nvPr/>
        </p:nvSpPr>
        <p:spPr>
          <a:xfrm>
            <a:off x="7922596" y="2918478"/>
            <a:ext cx="350645" cy="589698"/>
          </a:xfrm>
          <a:custGeom>
            <a:avLst/>
            <a:gdLst/>
            <a:ahLst/>
            <a:cxnLst/>
            <a:rect l="l" t="t" r="r" b="b"/>
            <a:pathLst>
              <a:path w="10567" h="12120" extrusionOk="0">
                <a:moveTo>
                  <a:pt x="2177" y="931"/>
                </a:moveTo>
                <a:lnTo>
                  <a:pt x="2177" y="1868"/>
                </a:lnTo>
                <a:lnTo>
                  <a:pt x="930" y="1868"/>
                </a:lnTo>
                <a:lnTo>
                  <a:pt x="930" y="931"/>
                </a:lnTo>
                <a:close/>
                <a:moveTo>
                  <a:pt x="9636" y="931"/>
                </a:moveTo>
                <a:lnTo>
                  <a:pt x="9636" y="1868"/>
                </a:lnTo>
                <a:lnTo>
                  <a:pt x="8388" y="1868"/>
                </a:lnTo>
                <a:lnTo>
                  <a:pt x="8388" y="931"/>
                </a:lnTo>
                <a:close/>
                <a:moveTo>
                  <a:pt x="2177" y="2799"/>
                </a:moveTo>
                <a:lnTo>
                  <a:pt x="2177" y="3729"/>
                </a:lnTo>
                <a:lnTo>
                  <a:pt x="930" y="3729"/>
                </a:lnTo>
                <a:lnTo>
                  <a:pt x="930" y="2799"/>
                </a:lnTo>
                <a:close/>
                <a:moveTo>
                  <a:pt x="9636" y="2799"/>
                </a:moveTo>
                <a:lnTo>
                  <a:pt x="9636" y="3729"/>
                </a:lnTo>
                <a:lnTo>
                  <a:pt x="8388" y="3729"/>
                </a:lnTo>
                <a:lnTo>
                  <a:pt x="8388" y="2799"/>
                </a:lnTo>
                <a:close/>
                <a:moveTo>
                  <a:pt x="2177" y="4661"/>
                </a:moveTo>
                <a:lnTo>
                  <a:pt x="2177" y="5597"/>
                </a:lnTo>
                <a:lnTo>
                  <a:pt x="930" y="5597"/>
                </a:lnTo>
                <a:lnTo>
                  <a:pt x="930" y="4661"/>
                </a:lnTo>
                <a:close/>
                <a:moveTo>
                  <a:pt x="7458" y="931"/>
                </a:moveTo>
                <a:lnTo>
                  <a:pt x="7458" y="5597"/>
                </a:lnTo>
                <a:lnTo>
                  <a:pt x="3109" y="5597"/>
                </a:lnTo>
                <a:lnTo>
                  <a:pt x="3109" y="931"/>
                </a:lnTo>
                <a:close/>
                <a:moveTo>
                  <a:pt x="9636" y="4661"/>
                </a:moveTo>
                <a:lnTo>
                  <a:pt x="9636" y="5597"/>
                </a:lnTo>
                <a:lnTo>
                  <a:pt x="8388" y="5597"/>
                </a:lnTo>
                <a:lnTo>
                  <a:pt x="8388" y="4661"/>
                </a:lnTo>
                <a:close/>
                <a:moveTo>
                  <a:pt x="2177" y="6528"/>
                </a:moveTo>
                <a:lnTo>
                  <a:pt x="2177" y="7458"/>
                </a:lnTo>
                <a:lnTo>
                  <a:pt x="930" y="7458"/>
                </a:lnTo>
                <a:lnTo>
                  <a:pt x="930" y="6528"/>
                </a:lnTo>
                <a:close/>
                <a:moveTo>
                  <a:pt x="9636" y="6528"/>
                </a:moveTo>
                <a:lnTo>
                  <a:pt x="9636" y="7458"/>
                </a:lnTo>
                <a:lnTo>
                  <a:pt x="8388" y="7458"/>
                </a:lnTo>
                <a:lnTo>
                  <a:pt x="8388" y="6528"/>
                </a:lnTo>
                <a:close/>
                <a:moveTo>
                  <a:pt x="2177" y="8390"/>
                </a:moveTo>
                <a:lnTo>
                  <a:pt x="2177" y="9326"/>
                </a:lnTo>
                <a:lnTo>
                  <a:pt x="930" y="9326"/>
                </a:lnTo>
                <a:lnTo>
                  <a:pt x="930" y="8390"/>
                </a:lnTo>
                <a:close/>
                <a:moveTo>
                  <a:pt x="9636" y="8390"/>
                </a:moveTo>
                <a:lnTo>
                  <a:pt x="9636" y="9326"/>
                </a:lnTo>
                <a:lnTo>
                  <a:pt x="8388" y="9326"/>
                </a:lnTo>
                <a:lnTo>
                  <a:pt x="8388" y="8390"/>
                </a:lnTo>
                <a:close/>
                <a:moveTo>
                  <a:pt x="2177" y="10257"/>
                </a:moveTo>
                <a:lnTo>
                  <a:pt x="2177" y="11188"/>
                </a:lnTo>
                <a:lnTo>
                  <a:pt x="930" y="11188"/>
                </a:lnTo>
                <a:lnTo>
                  <a:pt x="930" y="10257"/>
                </a:lnTo>
                <a:close/>
                <a:moveTo>
                  <a:pt x="7458" y="6528"/>
                </a:moveTo>
                <a:lnTo>
                  <a:pt x="7458" y="11188"/>
                </a:lnTo>
                <a:lnTo>
                  <a:pt x="3109" y="11188"/>
                </a:lnTo>
                <a:lnTo>
                  <a:pt x="3109" y="6528"/>
                </a:lnTo>
                <a:close/>
                <a:moveTo>
                  <a:pt x="9636" y="10257"/>
                </a:moveTo>
                <a:lnTo>
                  <a:pt x="9636" y="11188"/>
                </a:lnTo>
                <a:lnTo>
                  <a:pt x="8388" y="11188"/>
                </a:lnTo>
                <a:lnTo>
                  <a:pt x="8388" y="10257"/>
                </a:lnTo>
                <a:close/>
                <a:moveTo>
                  <a:pt x="0" y="0"/>
                </a:moveTo>
                <a:lnTo>
                  <a:pt x="0" y="12119"/>
                </a:lnTo>
                <a:lnTo>
                  <a:pt x="10567" y="12119"/>
                </a:lnTo>
                <a:lnTo>
                  <a:pt x="10567" y="0"/>
                </a:lnTo>
                <a:close/>
              </a:path>
            </a:pathLst>
          </a:custGeom>
          <a:solidFill>
            <a:srgbClr val="EF59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9" name="Google Shape;3659;p2"/>
          <p:cNvSpPr/>
          <p:nvPr/>
        </p:nvSpPr>
        <p:spPr>
          <a:xfrm>
            <a:off x="7590825" y="3555423"/>
            <a:ext cx="370199" cy="295276"/>
          </a:xfrm>
          <a:custGeom>
            <a:avLst/>
            <a:gdLst/>
            <a:ahLst/>
            <a:cxnLst/>
            <a:rect l="l" t="t" r="r" b="b"/>
            <a:pathLst>
              <a:path w="11188" h="8079" extrusionOk="0">
                <a:moveTo>
                  <a:pt x="5592" y="3729"/>
                </a:moveTo>
                <a:lnTo>
                  <a:pt x="5592" y="4661"/>
                </a:lnTo>
                <a:lnTo>
                  <a:pt x="2793" y="4661"/>
                </a:lnTo>
                <a:lnTo>
                  <a:pt x="2793" y="3729"/>
                </a:lnTo>
                <a:close/>
                <a:moveTo>
                  <a:pt x="931" y="0"/>
                </a:moveTo>
                <a:lnTo>
                  <a:pt x="931" y="930"/>
                </a:lnTo>
                <a:lnTo>
                  <a:pt x="5668" y="930"/>
                </a:lnTo>
                <a:lnTo>
                  <a:pt x="6348" y="1862"/>
                </a:lnTo>
                <a:lnTo>
                  <a:pt x="931" y="1862"/>
                </a:lnTo>
                <a:lnTo>
                  <a:pt x="931" y="3419"/>
                </a:lnTo>
                <a:lnTo>
                  <a:pt x="1" y="3419"/>
                </a:lnTo>
                <a:lnTo>
                  <a:pt x="1" y="5281"/>
                </a:lnTo>
                <a:lnTo>
                  <a:pt x="931" y="5281"/>
                </a:lnTo>
                <a:lnTo>
                  <a:pt x="931" y="8079"/>
                </a:lnTo>
                <a:lnTo>
                  <a:pt x="8700" y="8079"/>
                </a:lnTo>
                <a:lnTo>
                  <a:pt x="8700" y="6523"/>
                </a:lnTo>
                <a:lnTo>
                  <a:pt x="9212" y="6523"/>
                </a:lnTo>
                <a:lnTo>
                  <a:pt x="11188" y="7513"/>
                </a:lnTo>
                <a:lnTo>
                  <a:pt x="11188" y="2428"/>
                </a:lnTo>
                <a:lnTo>
                  <a:pt x="9212" y="3419"/>
                </a:lnTo>
                <a:lnTo>
                  <a:pt x="8700" y="3419"/>
                </a:lnTo>
                <a:lnTo>
                  <a:pt x="8700" y="1862"/>
                </a:lnTo>
                <a:lnTo>
                  <a:pt x="7509" y="1862"/>
                </a:lnTo>
                <a:lnTo>
                  <a:pt x="6142" y="0"/>
                </a:lnTo>
                <a:close/>
              </a:path>
            </a:pathLst>
          </a:custGeom>
          <a:solidFill>
            <a:srgbClr val="EF59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 name="Google Shape;3476;p2">
            <a:extLst>
              <a:ext uri="{FF2B5EF4-FFF2-40B4-BE49-F238E27FC236}">
                <a16:creationId xmlns:a16="http://schemas.microsoft.com/office/drawing/2014/main" id="{386FB687-EA90-12FF-CE50-296D4D8FE5FC}"/>
              </a:ext>
            </a:extLst>
          </p:cNvPr>
          <p:cNvGrpSpPr/>
          <p:nvPr/>
        </p:nvGrpSpPr>
        <p:grpSpPr>
          <a:xfrm>
            <a:off x="713403" y="1746916"/>
            <a:ext cx="635100" cy="734640"/>
            <a:chOff x="731647" y="573573"/>
            <a:chExt cx="635100" cy="734640"/>
          </a:xfrm>
        </p:grpSpPr>
        <p:grpSp>
          <p:nvGrpSpPr>
            <p:cNvPr id="7" name="Google Shape;3477;p2">
              <a:extLst>
                <a:ext uri="{FF2B5EF4-FFF2-40B4-BE49-F238E27FC236}">
                  <a16:creationId xmlns:a16="http://schemas.microsoft.com/office/drawing/2014/main" id="{EB8F18D1-3DBA-2EEC-03D3-C8403E6C7C00}"/>
                </a:ext>
              </a:extLst>
            </p:cNvPr>
            <p:cNvGrpSpPr/>
            <p:nvPr/>
          </p:nvGrpSpPr>
          <p:grpSpPr>
            <a:xfrm>
              <a:off x="731647" y="573573"/>
              <a:ext cx="635100" cy="635100"/>
              <a:chOff x="917231" y="750460"/>
              <a:chExt cx="635100" cy="635100"/>
            </a:xfrm>
          </p:grpSpPr>
          <p:sp>
            <p:nvSpPr>
              <p:cNvPr id="12" name="Google Shape;3478;p2">
                <a:extLst>
                  <a:ext uri="{FF2B5EF4-FFF2-40B4-BE49-F238E27FC236}">
                    <a16:creationId xmlns:a16="http://schemas.microsoft.com/office/drawing/2014/main" id="{FEFF2577-DBC1-657A-FC1B-AC76C5CC400D}"/>
                  </a:ext>
                </a:extLst>
              </p:cNvPr>
              <p:cNvSpPr/>
              <p:nvPr/>
            </p:nvSpPr>
            <p:spPr>
              <a:xfrm>
                <a:off x="917231" y="750460"/>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3479;p2">
                <a:extLst>
                  <a:ext uri="{FF2B5EF4-FFF2-40B4-BE49-F238E27FC236}">
                    <a16:creationId xmlns:a16="http://schemas.microsoft.com/office/drawing/2014/main" id="{F8C606DE-8E17-DA93-167C-EFF1DE8DD819}"/>
                  </a:ext>
                </a:extLst>
              </p:cNvPr>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 name="Google Shape;3480;p2">
              <a:extLst>
                <a:ext uri="{FF2B5EF4-FFF2-40B4-BE49-F238E27FC236}">
                  <a16:creationId xmlns:a16="http://schemas.microsoft.com/office/drawing/2014/main" id="{C4EB9D36-1D5A-CC7E-6A99-E27C0AD453BE}"/>
                </a:ext>
              </a:extLst>
            </p:cNvPr>
            <p:cNvGrpSpPr/>
            <p:nvPr/>
          </p:nvGrpSpPr>
          <p:grpSpPr>
            <a:xfrm>
              <a:off x="961679" y="1281213"/>
              <a:ext cx="175013" cy="27000"/>
              <a:chOff x="5662375" y="212375"/>
              <a:chExt cx="175013" cy="27000"/>
            </a:xfrm>
          </p:grpSpPr>
          <p:sp>
            <p:nvSpPr>
              <p:cNvPr id="9" name="Google Shape;3481;p2">
                <a:extLst>
                  <a:ext uri="{FF2B5EF4-FFF2-40B4-BE49-F238E27FC236}">
                    <a16:creationId xmlns:a16="http://schemas.microsoft.com/office/drawing/2014/main" id="{F2C8FE5B-BC8B-D1C2-8244-6597550E6047}"/>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10" name="Google Shape;3482;p2">
                <a:extLst>
                  <a:ext uri="{FF2B5EF4-FFF2-40B4-BE49-F238E27FC236}">
                    <a16:creationId xmlns:a16="http://schemas.microsoft.com/office/drawing/2014/main" id="{73A67A86-4C58-7AF2-1AD7-E1A6069F3F7F}"/>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11" name="Google Shape;3483;p2">
                <a:extLst>
                  <a:ext uri="{FF2B5EF4-FFF2-40B4-BE49-F238E27FC236}">
                    <a16:creationId xmlns:a16="http://schemas.microsoft.com/office/drawing/2014/main" id="{06B30E69-DAEA-5E37-8FCE-09D7B8E2EF5B}"/>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sp>
        <p:nvSpPr>
          <p:cNvPr id="14" name="Google Shape;3513;p2">
            <a:extLst>
              <a:ext uri="{FF2B5EF4-FFF2-40B4-BE49-F238E27FC236}">
                <a16:creationId xmlns:a16="http://schemas.microsoft.com/office/drawing/2014/main" id="{CBB242EB-95C4-EC63-F6F6-CA615DD4D0E2}"/>
              </a:ext>
            </a:extLst>
          </p:cNvPr>
          <p:cNvSpPr txBox="1">
            <a:spLocks/>
          </p:cNvSpPr>
          <p:nvPr/>
        </p:nvSpPr>
        <p:spPr>
          <a:xfrm>
            <a:off x="795572" y="1895719"/>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02</a:t>
            </a:r>
          </a:p>
        </p:txBody>
      </p:sp>
      <p:sp>
        <p:nvSpPr>
          <p:cNvPr id="15" name="Google Shape;3510;p2">
            <a:extLst>
              <a:ext uri="{FF2B5EF4-FFF2-40B4-BE49-F238E27FC236}">
                <a16:creationId xmlns:a16="http://schemas.microsoft.com/office/drawing/2014/main" id="{53EC5A23-9BF9-9F90-8D11-12F6B8A8B4BD}"/>
              </a:ext>
            </a:extLst>
          </p:cNvPr>
          <p:cNvSpPr txBox="1">
            <a:spLocks/>
          </p:cNvSpPr>
          <p:nvPr/>
        </p:nvSpPr>
        <p:spPr>
          <a:xfrm>
            <a:off x="1658177" y="1808008"/>
            <a:ext cx="2724867"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en-CA" sz="2200" dirty="0"/>
              <a:t> Dashboard &amp; 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1"/>
        <p:cNvGrpSpPr/>
        <p:nvPr/>
      </p:nvGrpSpPr>
      <p:grpSpPr>
        <a:xfrm>
          <a:off x="0" y="0"/>
          <a:ext cx="0" cy="0"/>
          <a:chOff x="0" y="0"/>
          <a:chExt cx="0" cy="0"/>
        </a:xfrm>
      </p:grpSpPr>
      <p:sp>
        <p:nvSpPr>
          <p:cNvPr id="2102" name="Google Shape;2102;g312bfb4b743_5_689"/>
          <p:cNvSpPr txBox="1">
            <a:spLocks noGrp="1"/>
          </p:cNvSpPr>
          <p:nvPr>
            <p:ph type="title"/>
          </p:nvPr>
        </p:nvSpPr>
        <p:spPr>
          <a:xfrm>
            <a:off x="2739000" y="2880384"/>
            <a:ext cx="3201825" cy="804648"/>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 sz="4700"/>
              <a:t>Registration and Login Features</a:t>
            </a:r>
            <a:br>
              <a:rPr lang="en" sz="4700"/>
            </a:br>
            <a:endParaRPr sz="4700"/>
          </a:p>
        </p:txBody>
      </p:sp>
      <p:sp>
        <p:nvSpPr>
          <p:cNvPr id="2103" name="Google Shape;2103;g312bfb4b743_5_689"/>
          <p:cNvSpPr txBox="1">
            <a:spLocks noGrp="1"/>
          </p:cNvSpPr>
          <p:nvPr>
            <p:ph type="title" idx="2"/>
          </p:nvPr>
        </p:nvSpPr>
        <p:spPr>
          <a:xfrm>
            <a:off x="2884213" y="635306"/>
            <a:ext cx="2967600" cy="10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dirty="0"/>
              <a:t>01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7"/>
        <p:cNvGrpSpPr/>
        <p:nvPr/>
      </p:nvGrpSpPr>
      <p:grpSpPr>
        <a:xfrm>
          <a:off x="0" y="0"/>
          <a:ext cx="0" cy="0"/>
          <a:chOff x="0" y="0"/>
          <a:chExt cx="0" cy="0"/>
        </a:xfrm>
      </p:grpSpPr>
      <p:sp>
        <p:nvSpPr>
          <p:cNvPr id="2108" name="Google Shape;2108;g312bfb4b743_5_695"/>
          <p:cNvSpPr txBox="1">
            <a:spLocks noGrp="1"/>
          </p:cNvSpPr>
          <p:nvPr>
            <p:ph type="title"/>
          </p:nvPr>
        </p:nvSpPr>
        <p:spPr>
          <a:xfrm>
            <a:off x="795528" y="1030224"/>
            <a:ext cx="4809600" cy="576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solidFill>
                  <a:schemeClr val="accent1"/>
                </a:solidFill>
              </a:rPr>
              <a:t>Function Overview</a:t>
            </a:r>
            <a:endParaRPr>
              <a:solidFill>
                <a:schemeClr val="accent1"/>
              </a:solidFill>
            </a:endParaRPr>
          </a:p>
        </p:txBody>
      </p:sp>
      <p:sp>
        <p:nvSpPr>
          <p:cNvPr id="2109" name="Google Shape;2109;g312bfb4b743_5_695"/>
          <p:cNvSpPr txBox="1">
            <a:spLocks noGrp="1"/>
          </p:cNvSpPr>
          <p:nvPr>
            <p:ph type="subTitle" idx="1"/>
          </p:nvPr>
        </p:nvSpPr>
        <p:spPr>
          <a:xfrm>
            <a:off x="1095450" y="1606225"/>
            <a:ext cx="5124300" cy="113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sz="2000"/>
              <a:t>Provide secure, user-friendly signup and login functionality in the movie data visualization app.</a:t>
            </a:r>
            <a:endParaRPr>
              <a:latin typeface="Barlow Semi Condensed"/>
              <a:ea typeface="Barlow Semi Condensed"/>
              <a:cs typeface="Barlow Semi Condensed"/>
              <a:sym typeface="Barlow Semi Condensed"/>
            </a:endParaRPr>
          </a:p>
        </p:txBody>
      </p:sp>
      <p:grpSp>
        <p:nvGrpSpPr>
          <p:cNvPr id="2110" name="Google Shape;2110;g312bfb4b743_5_695"/>
          <p:cNvGrpSpPr/>
          <p:nvPr/>
        </p:nvGrpSpPr>
        <p:grpSpPr>
          <a:xfrm>
            <a:off x="1152067" y="1071174"/>
            <a:ext cx="591455" cy="590639"/>
            <a:chOff x="1190625" y="238125"/>
            <a:chExt cx="5238750" cy="5231525"/>
          </a:xfrm>
        </p:grpSpPr>
        <p:sp>
          <p:nvSpPr>
            <p:cNvPr id="2111" name="Google Shape;2111;g312bfb4b743_5_695"/>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2" name="Google Shape;2112;g312bfb4b743_5_695"/>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3" name="Google Shape;2113;g312bfb4b743_5_695"/>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4" name="Google Shape;2114;g312bfb4b743_5_695"/>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5" name="Google Shape;2115;g312bfb4b743_5_695"/>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6" name="Google Shape;2116;g312bfb4b743_5_695"/>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7" name="Google Shape;2117;g312bfb4b743_5_695"/>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8" name="Google Shape;2118;g312bfb4b743_5_695"/>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19" name="Google Shape;2119;g312bfb4b743_5_695"/>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120" name="Google Shape;2120;g312bfb4b743_5_695"/>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sp>
        <p:nvSpPr>
          <p:cNvPr id="2121" name="Google Shape;2121;g312bfb4b743_5_695"/>
          <p:cNvSpPr txBox="1">
            <a:spLocks noGrp="1"/>
          </p:cNvSpPr>
          <p:nvPr>
            <p:ph type="subTitle" idx="1"/>
          </p:nvPr>
        </p:nvSpPr>
        <p:spPr>
          <a:xfrm>
            <a:off x="3862365" y="2913310"/>
            <a:ext cx="1764900" cy="107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1600">
                <a:solidFill>
                  <a:schemeClr val="dk2"/>
                </a:solidFill>
                <a:latin typeface="Barlow Semi Condensed"/>
                <a:ea typeface="Barlow Semi Condensed"/>
                <a:cs typeface="Barlow Semi Condensed"/>
                <a:sym typeface="Barlow Semi Condensed"/>
              </a:rPr>
              <a:t>Login feature with error handling and redirection.</a:t>
            </a:r>
            <a:endParaRPr sz="1600">
              <a:solidFill>
                <a:schemeClr val="dk2"/>
              </a:solidFill>
              <a:latin typeface="Barlow Semi Condensed"/>
              <a:ea typeface="Barlow Semi Condensed"/>
              <a:cs typeface="Barlow Semi Condensed"/>
              <a:sym typeface="Barlow Semi Condensed"/>
            </a:endParaRPr>
          </a:p>
        </p:txBody>
      </p:sp>
      <p:sp>
        <p:nvSpPr>
          <p:cNvPr id="2122" name="Google Shape;2122;g312bfb4b743_5_695"/>
          <p:cNvSpPr txBox="1">
            <a:spLocks noGrp="1"/>
          </p:cNvSpPr>
          <p:nvPr>
            <p:ph type="subTitle" idx="1"/>
          </p:nvPr>
        </p:nvSpPr>
        <p:spPr>
          <a:xfrm>
            <a:off x="977860" y="2844221"/>
            <a:ext cx="2080500" cy="1079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Barlow Semi Condensed"/>
                <a:ea typeface="Barlow Semi Condensed"/>
                <a:cs typeface="Barlow Semi Condensed"/>
                <a:sym typeface="Barlow Semi Condensed"/>
              </a:rPr>
              <a:t>Custom signup form with specific username and password requirements.</a:t>
            </a:r>
            <a:endParaRPr sz="1600" b="0" i="0" u="none" strike="noStrike" cap="none">
              <a:solidFill>
                <a:schemeClr val="dk2"/>
              </a:solidFill>
              <a:latin typeface="Barlow Semi Condensed"/>
              <a:ea typeface="Barlow Semi Condensed"/>
              <a:cs typeface="Barlow Semi Condensed"/>
              <a:sym typeface="Barlow Semi Condensed"/>
            </a:endParaRPr>
          </a:p>
        </p:txBody>
      </p:sp>
      <p:sp>
        <p:nvSpPr>
          <p:cNvPr id="2123" name="Google Shape;2123;g312bfb4b743_5_695"/>
          <p:cNvSpPr txBox="1">
            <a:spLocks noGrp="1"/>
          </p:cNvSpPr>
          <p:nvPr>
            <p:ph type="subTitle" idx="1"/>
          </p:nvPr>
        </p:nvSpPr>
        <p:spPr>
          <a:xfrm>
            <a:off x="6431280" y="2844221"/>
            <a:ext cx="1764900" cy="1079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Barlow Semi Condensed"/>
                <a:ea typeface="Barlow Semi Condensed"/>
                <a:cs typeface="Barlow Semi Condensed"/>
                <a:sym typeface="Barlow Semi Condensed"/>
              </a:rPr>
              <a:t>Inline error messages for user feedback.</a:t>
            </a:r>
            <a:endParaRPr sz="1600" b="0" i="0" u="none" strike="noStrike" cap="none">
              <a:solidFill>
                <a:schemeClr val="dk2"/>
              </a:solidFill>
              <a:latin typeface="Barlow Semi Condensed"/>
              <a:ea typeface="Barlow Semi Condensed"/>
              <a:cs typeface="Barlow Semi Condensed"/>
              <a:sym typeface="Barlow Semi Condensed"/>
            </a:endParaRPr>
          </a:p>
        </p:txBody>
      </p:sp>
      <p:pic>
        <p:nvPicPr>
          <p:cNvPr id="2124" name="Google Shape;2124;g312bfb4b743_5_695"/>
          <p:cNvPicPr preferRelativeResize="0"/>
          <p:nvPr/>
        </p:nvPicPr>
        <p:blipFill rotWithShape="1">
          <a:blip r:embed="rId3">
            <a:alphaModFix/>
          </a:blip>
          <a:srcRect/>
          <a:stretch/>
        </p:blipFill>
        <p:spPr>
          <a:xfrm>
            <a:off x="4334625" y="4015275"/>
            <a:ext cx="400050" cy="495300"/>
          </a:xfrm>
          <a:prstGeom prst="rect">
            <a:avLst/>
          </a:prstGeom>
          <a:noFill/>
          <a:ln>
            <a:noFill/>
          </a:ln>
        </p:spPr>
      </p:pic>
      <p:pic>
        <p:nvPicPr>
          <p:cNvPr id="2125" name="Google Shape;2125;g312bfb4b743_5_695"/>
          <p:cNvPicPr preferRelativeResize="0"/>
          <p:nvPr/>
        </p:nvPicPr>
        <p:blipFill rotWithShape="1">
          <a:blip r:embed="rId3">
            <a:alphaModFix/>
          </a:blip>
          <a:srcRect/>
          <a:stretch/>
        </p:blipFill>
        <p:spPr>
          <a:xfrm>
            <a:off x="261275" y="1958350"/>
            <a:ext cx="400050" cy="495300"/>
          </a:xfrm>
          <a:prstGeom prst="rect">
            <a:avLst/>
          </a:prstGeom>
          <a:noFill/>
          <a:ln>
            <a:noFill/>
          </a:ln>
        </p:spPr>
      </p:pic>
      <p:pic>
        <p:nvPicPr>
          <p:cNvPr id="2126" name="Google Shape;2126;g312bfb4b743_5_695"/>
          <p:cNvPicPr preferRelativeResize="0"/>
          <p:nvPr/>
        </p:nvPicPr>
        <p:blipFill rotWithShape="1">
          <a:blip r:embed="rId3">
            <a:alphaModFix/>
          </a:blip>
          <a:srcRect/>
          <a:stretch/>
        </p:blipFill>
        <p:spPr>
          <a:xfrm>
            <a:off x="7932375" y="4937325"/>
            <a:ext cx="400050" cy="179725"/>
          </a:xfrm>
          <a:prstGeom prst="rect">
            <a:avLst/>
          </a:prstGeom>
          <a:noFill/>
          <a:ln>
            <a:noFill/>
          </a:ln>
        </p:spPr>
      </p:pic>
      <p:pic>
        <p:nvPicPr>
          <p:cNvPr id="2127" name="Google Shape;2127;g312bfb4b743_5_695"/>
          <p:cNvPicPr preferRelativeResize="0"/>
          <p:nvPr/>
        </p:nvPicPr>
        <p:blipFill rotWithShape="1">
          <a:blip r:embed="rId3">
            <a:alphaModFix/>
          </a:blip>
          <a:srcRect/>
          <a:stretch/>
        </p:blipFill>
        <p:spPr>
          <a:xfrm>
            <a:off x="8466350" y="3390000"/>
            <a:ext cx="400050" cy="280000"/>
          </a:xfrm>
          <a:prstGeom prst="rect">
            <a:avLst/>
          </a:prstGeom>
          <a:noFill/>
          <a:ln>
            <a:noFill/>
          </a:ln>
        </p:spPr>
      </p:pic>
      <p:pic>
        <p:nvPicPr>
          <p:cNvPr id="2128" name="Google Shape;2128;g312bfb4b743_5_695"/>
          <p:cNvPicPr preferRelativeResize="0"/>
          <p:nvPr/>
        </p:nvPicPr>
        <p:blipFill rotWithShape="1">
          <a:blip r:embed="rId3">
            <a:alphaModFix/>
          </a:blip>
          <a:srcRect/>
          <a:stretch/>
        </p:blipFill>
        <p:spPr>
          <a:xfrm>
            <a:off x="752025" y="81200"/>
            <a:ext cx="400050" cy="179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g312bfb4b743_5_750"/>
          <p:cNvSpPr txBox="1"/>
          <p:nvPr/>
        </p:nvSpPr>
        <p:spPr>
          <a:xfrm>
            <a:off x="4507992" y="1335024"/>
            <a:ext cx="4809600" cy="2587752"/>
          </a:xfrm>
          <a:prstGeom prst="rect">
            <a:avLst/>
          </a:prstGeom>
          <a:noFill/>
          <a:ln>
            <a:noFill/>
          </a:ln>
        </p:spPr>
        <p:txBody>
          <a:bodyPr spcFirstLastPara="1" wrap="square" lIns="91425" tIns="91425" rIns="91425" bIns="91425" anchor="t" anchorCtr="0">
            <a:noAutofit/>
          </a:bodyPr>
          <a:lstStyle/>
          <a:p>
            <a:pPr marL="139700" marR="0" lvl="0" indent="0" algn="l" rtl="0">
              <a:lnSpc>
                <a:spcPct val="100000"/>
              </a:lnSpc>
              <a:spcBef>
                <a:spcPts val="0"/>
              </a:spcBef>
              <a:spcAft>
                <a:spcPts val="0"/>
              </a:spcAft>
              <a:buClr>
                <a:schemeClr val="accent5"/>
              </a:buClr>
              <a:buSzPts val="1400"/>
              <a:buFont typeface="Barlow Semi Condensed"/>
              <a:buNone/>
            </a:pPr>
            <a:r>
              <a:rPr lang="en" sz="1400" b="0" i="0" u="none" strike="noStrike" cap="none">
                <a:solidFill>
                  <a:schemeClr val="dk2"/>
                </a:solidFill>
                <a:latin typeface="Barlow Semi Condensed"/>
                <a:ea typeface="Barlow Semi Condensed"/>
                <a:cs typeface="Barlow Semi Condensed"/>
                <a:sym typeface="Barlow Semi Condensed"/>
              </a:rPr>
              <a:t>Username Requirements: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accent5"/>
              </a:buClr>
              <a:buSzPts val="1400"/>
              <a:buFont typeface="Barlow Semi Condensed"/>
              <a:buChar char="●"/>
            </a:pPr>
            <a:r>
              <a:rPr lang="en" sz="1400" b="0" i="0" u="none" strike="noStrike" cap="none">
                <a:solidFill>
                  <a:schemeClr val="dk2"/>
                </a:solidFill>
                <a:latin typeface="Barlow Semi Condensed"/>
                <a:ea typeface="Barlow Semi Condensed"/>
                <a:cs typeface="Barlow Semi Condensed"/>
                <a:sym typeface="Barlow Semi Condensed"/>
              </a:rPr>
              <a:t>Length between 5-13 characters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accent5"/>
              </a:buClr>
              <a:buSzPts val="1400"/>
              <a:buFont typeface="Barlow Semi Condensed"/>
              <a:buChar char="●"/>
            </a:pPr>
            <a:r>
              <a:rPr lang="en" sz="1400" b="0" i="0" u="none" strike="noStrike" cap="none">
                <a:solidFill>
                  <a:schemeClr val="dk2"/>
                </a:solidFill>
                <a:latin typeface="Barlow Semi Condensed"/>
                <a:ea typeface="Barlow Semi Condensed"/>
                <a:cs typeface="Barlow Semi Condensed"/>
                <a:sym typeface="Barlow Semi Condensed"/>
              </a:rPr>
              <a:t>Letters and numbers only</a:t>
            </a:r>
            <a:endParaRPr sz="1400" b="0" i="0" u="none" strike="noStrike" cap="none">
              <a:solidFill>
                <a:srgbClr val="000000"/>
              </a:solidFill>
              <a:latin typeface="Arial"/>
              <a:ea typeface="Arial"/>
              <a:cs typeface="Arial"/>
              <a:sym typeface="Arial"/>
            </a:endParaRPr>
          </a:p>
          <a:p>
            <a:pPr marL="139700" marR="0" lvl="0" indent="0" algn="l" rtl="0">
              <a:lnSpc>
                <a:spcPct val="100000"/>
              </a:lnSpc>
              <a:spcBef>
                <a:spcPts val="0"/>
              </a:spcBef>
              <a:spcAft>
                <a:spcPts val="0"/>
              </a:spcAft>
              <a:buClr>
                <a:schemeClr val="accent5"/>
              </a:buClr>
              <a:buSzPts val="1400"/>
              <a:buFont typeface="Barlow Semi Condensed"/>
              <a:buNone/>
            </a:pPr>
            <a:endParaRPr sz="1400" b="0" i="0" u="none" strike="noStrike" cap="none">
              <a:solidFill>
                <a:schemeClr val="dk2"/>
              </a:solidFill>
              <a:latin typeface="Barlow Semi Condensed"/>
              <a:ea typeface="Barlow Semi Condensed"/>
              <a:cs typeface="Barlow Semi Condensed"/>
              <a:sym typeface="Barlow Semi Condensed"/>
            </a:endParaRPr>
          </a:p>
          <a:p>
            <a:pPr marL="139700" marR="0" lvl="0" indent="0" algn="l" rtl="0">
              <a:lnSpc>
                <a:spcPct val="100000"/>
              </a:lnSpc>
              <a:spcBef>
                <a:spcPts val="0"/>
              </a:spcBef>
              <a:spcAft>
                <a:spcPts val="0"/>
              </a:spcAft>
              <a:buClr>
                <a:schemeClr val="accent5"/>
              </a:buClr>
              <a:buSzPts val="1400"/>
              <a:buFont typeface="Barlow Semi Condensed"/>
              <a:buNone/>
            </a:pPr>
            <a:r>
              <a:rPr lang="en" sz="1400" b="0" i="0" u="none" strike="noStrike" cap="none">
                <a:solidFill>
                  <a:schemeClr val="dk2"/>
                </a:solidFill>
                <a:latin typeface="Barlow Semi Condensed"/>
                <a:ea typeface="Barlow Semi Condensed"/>
                <a:cs typeface="Barlow Semi Condensed"/>
                <a:sym typeface="Barlow Semi Condensed"/>
              </a:rPr>
              <a:t>Password Requirements: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accent5"/>
              </a:buClr>
              <a:buSzPts val="1400"/>
              <a:buFont typeface="Barlow Semi Condensed"/>
              <a:buChar char="●"/>
            </a:pPr>
            <a:r>
              <a:rPr lang="en" sz="1400" b="0" i="0" u="none" strike="noStrike" cap="none">
                <a:solidFill>
                  <a:schemeClr val="dk2"/>
                </a:solidFill>
                <a:latin typeface="Barlow Semi Condensed"/>
                <a:ea typeface="Barlow Semi Condensed"/>
                <a:cs typeface="Barlow Semi Condensed"/>
                <a:sym typeface="Barlow Semi Condensed"/>
              </a:rPr>
              <a:t>At least 8 characters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accent5"/>
              </a:buClr>
              <a:buSzPts val="1400"/>
              <a:buFont typeface="Barlow Semi Condensed"/>
              <a:buChar char="●"/>
            </a:pPr>
            <a:r>
              <a:rPr lang="en" sz="1400" b="0" i="0" u="none" strike="noStrike" cap="none">
                <a:solidFill>
                  <a:schemeClr val="dk2"/>
                </a:solidFill>
                <a:latin typeface="Barlow Semi Condensed"/>
                <a:ea typeface="Barlow Semi Condensed"/>
                <a:cs typeface="Barlow Semi Condensed"/>
                <a:sym typeface="Barlow Semi Condensed"/>
              </a:rPr>
              <a:t>Must include uppercase, lowercase, digit, and special character</a:t>
            </a:r>
            <a:endParaRPr sz="14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accent5"/>
              </a:buClr>
              <a:buSzPts val="1400"/>
              <a:buFont typeface="Barlow Semi Condensed"/>
              <a:buNone/>
            </a:pPr>
            <a:endParaRPr sz="1400" b="0" i="0" u="none" strike="noStrike" cap="none">
              <a:solidFill>
                <a:schemeClr val="dk2"/>
              </a:solidFill>
              <a:latin typeface="Barlow Semi Condensed"/>
              <a:ea typeface="Barlow Semi Condensed"/>
              <a:cs typeface="Barlow Semi Condensed"/>
              <a:sym typeface="Barlow Semi Condensed"/>
            </a:endParaRPr>
          </a:p>
          <a:p>
            <a:pPr marL="139700" marR="0" lvl="0" indent="0" algn="l" rtl="0">
              <a:lnSpc>
                <a:spcPct val="100000"/>
              </a:lnSpc>
              <a:spcBef>
                <a:spcPts val="0"/>
              </a:spcBef>
              <a:spcAft>
                <a:spcPts val="0"/>
              </a:spcAft>
              <a:buClr>
                <a:schemeClr val="accent5"/>
              </a:buClr>
              <a:buSzPts val="1400"/>
              <a:buFont typeface="Barlow Semi Condensed"/>
              <a:buNone/>
            </a:pPr>
            <a:r>
              <a:rPr lang="en" sz="1400" b="0" i="0" u="none" strike="noStrike" cap="none">
                <a:solidFill>
                  <a:schemeClr val="dk2"/>
                </a:solidFill>
                <a:latin typeface="Barlow Semi Condensed"/>
                <a:ea typeface="Barlow Semi Condensed"/>
                <a:cs typeface="Barlow Semi Condensed"/>
                <a:sym typeface="Barlow Semi Condensed"/>
              </a:rPr>
              <a:t>Warning Messages:</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accent5"/>
              </a:buClr>
              <a:buSzPts val="1400"/>
              <a:buFont typeface="Barlow Semi Condensed"/>
              <a:buChar char="●"/>
            </a:pPr>
            <a:r>
              <a:rPr lang="en" sz="1400" b="0" i="0" u="none" strike="noStrike" cap="none">
                <a:solidFill>
                  <a:schemeClr val="dk2"/>
                </a:solidFill>
                <a:latin typeface="Barlow Semi Condensed"/>
                <a:ea typeface="Barlow Semi Condensed"/>
                <a:cs typeface="Barlow Semi Condensed"/>
                <a:sym typeface="Barlow Semi Condensed"/>
              </a:rPr>
              <a:t>Error messages are displayed in red to alert users immediately</a:t>
            </a:r>
            <a:endParaRPr sz="14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accent5"/>
              </a:buClr>
              <a:buSzPts val="1400"/>
              <a:buFont typeface="Barlow Semi Condensed"/>
              <a:buNone/>
            </a:pPr>
            <a:endParaRPr sz="1400" b="0" i="0" u="none" strike="noStrike" cap="none">
              <a:solidFill>
                <a:schemeClr val="dk2"/>
              </a:solidFill>
              <a:latin typeface="Barlow Semi Condensed"/>
              <a:ea typeface="Barlow Semi Condensed"/>
              <a:cs typeface="Barlow Semi Condensed"/>
              <a:sym typeface="Barlow Semi Condensed"/>
            </a:endParaRPr>
          </a:p>
        </p:txBody>
      </p:sp>
      <p:sp>
        <p:nvSpPr>
          <p:cNvPr id="2134" name="Google Shape;2134;g312bfb4b743_5_750"/>
          <p:cNvSpPr txBox="1"/>
          <p:nvPr/>
        </p:nvSpPr>
        <p:spPr>
          <a:xfrm>
            <a:off x="100584" y="1915704"/>
            <a:ext cx="4809600" cy="1426392"/>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2"/>
              </a:buClr>
              <a:buSzPts val="4200"/>
              <a:buFont typeface="Fjalla One"/>
              <a:buNone/>
            </a:pPr>
            <a:r>
              <a:rPr lang="en" sz="4200" b="0" i="0" u="none" strike="noStrike" cap="none">
                <a:solidFill>
                  <a:schemeClr val="accent1"/>
                </a:solidFill>
                <a:latin typeface="Fjalla One"/>
                <a:ea typeface="Fjalla One"/>
                <a:cs typeface="Fjalla One"/>
                <a:sym typeface="Fjalla One"/>
              </a:rPr>
              <a:t>Signup Form Requirements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8"/>
        <p:cNvGrpSpPr/>
        <p:nvPr/>
      </p:nvGrpSpPr>
      <p:grpSpPr>
        <a:xfrm>
          <a:off x="0" y="0"/>
          <a:ext cx="0" cy="0"/>
          <a:chOff x="0" y="0"/>
          <a:chExt cx="0" cy="0"/>
        </a:xfrm>
      </p:grpSpPr>
      <p:grpSp>
        <p:nvGrpSpPr>
          <p:cNvPr id="2139" name="Google Shape;2139;g312bfb4b743_5_798"/>
          <p:cNvGrpSpPr/>
          <p:nvPr/>
        </p:nvGrpSpPr>
        <p:grpSpPr>
          <a:xfrm>
            <a:off x="2340890" y="2876550"/>
            <a:ext cx="1419894" cy="1575237"/>
            <a:chOff x="1260950" y="-166737"/>
            <a:chExt cx="5129675" cy="5643987"/>
          </a:xfrm>
        </p:grpSpPr>
        <p:sp>
          <p:nvSpPr>
            <p:cNvPr id="2140" name="Google Shape;2140;g312bfb4b743_5_798"/>
            <p:cNvSpPr/>
            <p:nvPr/>
          </p:nvSpPr>
          <p:spPr>
            <a:xfrm>
              <a:off x="1260950" y="395850"/>
              <a:ext cx="5129675" cy="4941275"/>
            </a:xfrm>
            <a:custGeom>
              <a:avLst/>
              <a:gdLst/>
              <a:ahLst/>
              <a:cxnLst/>
              <a:rect l="l" t="t" r="r" b="b"/>
              <a:pathLst>
                <a:path w="205187" h="197651" extrusionOk="0">
                  <a:moveTo>
                    <a:pt x="118352" y="1"/>
                  </a:moveTo>
                  <a:cubicBezTo>
                    <a:pt x="118262" y="1"/>
                    <a:pt x="118173" y="1"/>
                    <a:pt x="118084" y="3"/>
                  </a:cubicBezTo>
                  <a:cubicBezTo>
                    <a:pt x="89771" y="436"/>
                    <a:pt x="90673" y="18108"/>
                    <a:pt x="82269" y="42454"/>
                  </a:cubicBezTo>
                  <a:cubicBezTo>
                    <a:pt x="73866" y="66763"/>
                    <a:pt x="45553" y="55726"/>
                    <a:pt x="26546" y="64563"/>
                  </a:cubicBezTo>
                  <a:cubicBezTo>
                    <a:pt x="7538" y="73399"/>
                    <a:pt x="13742" y="109647"/>
                    <a:pt x="14607" y="117618"/>
                  </a:cubicBezTo>
                  <a:cubicBezTo>
                    <a:pt x="15509" y="125588"/>
                    <a:pt x="6204" y="119385"/>
                    <a:pt x="3102" y="125120"/>
                  </a:cubicBezTo>
                  <a:cubicBezTo>
                    <a:pt x="0" y="130890"/>
                    <a:pt x="2164" y="141747"/>
                    <a:pt x="2164" y="141747"/>
                  </a:cubicBezTo>
                  <a:lnTo>
                    <a:pt x="178677" y="197651"/>
                  </a:lnTo>
                  <a:cubicBezTo>
                    <a:pt x="178677" y="197651"/>
                    <a:pt x="179975" y="195451"/>
                    <a:pt x="185746" y="186145"/>
                  </a:cubicBezTo>
                  <a:cubicBezTo>
                    <a:pt x="191481" y="176876"/>
                    <a:pt x="172906" y="151232"/>
                    <a:pt x="173736" y="140160"/>
                  </a:cubicBezTo>
                  <a:cubicBezTo>
                    <a:pt x="174565" y="129087"/>
                    <a:pt x="205186" y="110548"/>
                    <a:pt x="202084" y="89305"/>
                  </a:cubicBezTo>
                  <a:cubicBezTo>
                    <a:pt x="199028" y="68164"/>
                    <a:pt x="146727" y="1"/>
                    <a:pt x="11835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1" name="Google Shape;2141;g312bfb4b743_5_798"/>
            <p:cNvSpPr/>
            <p:nvPr/>
          </p:nvSpPr>
          <p:spPr>
            <a:xfrm>
              <a:off x="1297025" y="395900"/>
              <a:ext cx="5022350" cy="4941225"/>
            </a:xfrm>
            <a:custGeom>
              <a:avLst/>
              <a:gdLst/>
              <a:ahLst/>
              <a:cxnLst/>
              <a:rect l="l" t="t" r="r" b="b"/>
              <a:pathLst>
                <a:path w="200894" h="197649" extrusionOk="0">
                  <a:moveTo>
                    <a:pt x="116641" y="1"/>
                  </a:moveTo>
                  <a:cubicBezTo>
                    <a:pt x="88328" y="434"/>
                    <a:pt x="89230" y="18106"/>
                    <a:pt x="80826" y="42452"/>
                  </a:cubicBezTo>
                  <a:cubicBezTo>
                    <a:pt x="72423" y="66761"/>
                    <a:pt x="44110" y="55724"/>
                    <a:pt x="25103" y="64561"/>
                  </a:cubicBezTo>
                  <a:cubicBezTo>
                    <a:pt x="14030" y="69719"/>
                    <a:pt x="11505" y="84145"/>
                    <a:pt x="11505" y="96913"/>
                  </a:cubicBezTo>
                  <a:cubicBezTo>
                    <a:pt x="11505" y="106038"/>
                    <a:pt x="12804" y="114297"/>
                    <a:pt x="13164" y="117616"/>
                  </a:cubicBezTo>
                  <a:cubicBezTo>
                    <a:pt x="13201" y="117976"/>
                    <a:pt x="13237" y="118301"/>
                    <a:pt x="13237" y="118589"/>
                  </a:cubicBezTo>
                  <a:cubicBezTo>
                    <a:pt x="13237" y="125045"/>
                    <a:pt x="4617" y="119635"/>
                    <a:pt x="1659" y="125118"/>
                  </a:cubicBezTo>
                  <a:cubicBezTo>
                    <a:pt x="361" y="127534"/>
                    <a:pt x="0" y="130816"/>
                    <a:pt x="0" y="133846"/>
                  </a:cubicBezTo>
                  <a:cubicBezTo>
                    <a:pt x="0" y="138066"/>
                    <a:pt x="721" y="141745"/>
                    <a:pt x="721" y="141745"/>
                  </a:cubicBezTo>
                  <a:lnTo>
                    <a:pt x="41946" y="154801"/>
                  </a:lnTo>
                  <a:cubicBezTo>
                    <a:pt x="42199" y="153430"/>
                    <a:pt x="42559" y="151591"/>
                    <a:pt x="42992" y="149571"/>
                  </a:cubicBezTo>
                  <a:cubicBezTo>
                    <a:pt x="43858" y="145387"/>
                    <a:pt x="44976" y="140482"/>
                    <a:pt x="45986" y="137417"/>
                  </a:cubicBezTo>
                  <a:cubicBezTo>
                    <a:pt x="48041" y="131249"/>
                    <a:pt x="52189" y="128616"/>
                    <a:pt x="54678" y="127282"/>
                  </a:cubicBezTo>
                  <a:cubicBezTo>
                    <a:pt x="55327" y="126921"/>
                    <a:pt x="56156" y="126344"/>
                    <a:pt x="57094" y="125659"/>
                  </a:cubicBezTo>
                  <a:cubicBezTo>
                    <a:pt x="58934" y="124288"/>
                    <a:pt x="60989" y="122629"/>
                    <a:pt x="61891" y="121872"/>
                  </a:cubicBezTo>
                  <a:cubicBezTo>
                    <a:pt x="62035" y="121727"/>
                    <a:pt x="62144" y="121619"/>
                    <a:pt x="62252" y="121583"/>
                  </a:cubicBezTo>
                  <a:cubicBezTo>
                    <a:pt x="62252" y="121547"/>
                    <a:pt x="62252" y="121547"/>
                    <a:pt x="62288" y="121547"/>
                  </a:cubicBezTo>
                  <a:cubicBezTo>
                    <a:pt x="62396" y="121150"/>
                    <a:pt x="62829" y="119599"/>
                    <a:pt x="63658" y="117688"/>
                  </a:cubicBezTo>
                  <a:cubicBezTo>
                    <a:pt x="64596" y="115488"/>
                    <a:pt x="66039" y="112855"/>
                    <a:pt x="68059" y="110943"/>
                  </a:cubicBezTo>
                  <a:cubicBezTo>
                    <a:pt x="70078" y="109032"/>
                    <a:pt x="73397" y="107481"/>
                    <a:pt x="76246" y="106399"/>
                  </a:cubicBezTo>
                  <a:cubicBezTo>
                    <a:pt x="78807" y="105425"/>
                    <a:pt x="80971" y="104812"/>
                    <a:pt x="81367" y="104704"/>
                  </a:cubicBezTo>
                  <a:cubicBezTo>
                    <a:pt x="82954" y="103369"/>
                    <a:pt x="85407" y="102143"/>
                    <a:pt x="88184" y="101061"/>
                  </a:cubicBezTo>
                  <a:cubicBezTo>
                    <a:pt x="90997" y="99979"/>
                    <a:pt x="94135" y="99041"/>
                    <a:pt x="97057" y="98248"/>
                  </a:cubicBezTo>
                  <a:cubicBezTo>
                    <a:pt x="102358" y="96877"/>
                    <a:pt x="106975" y="96011"/>
                    <a:pt x="107877" y="95867"/>
                  </a:cubicBezTo>
                  <a:cubicBezTo>
                    <a:pt x="108129" y="95362"/>
                    <a:pt x="109067" y="93595"/>
                    <a:pt x="110978" y="91142"/>
                  </a:cubicBezTo>
                  <a:cubicBezTo>
                    <a:pt x="112169" y="89591"/>
                    <a:pt x="114225" y="88437"/>
                    <a:pt x="116028" y="87644"/>
                  </a:cubicBezTo>
                  <a:cubicBezTo>
                    <a:pt x="117615" y="86923"/>
                    <a:pt x="118985" y="86526"/>
                    <a:pt x="119274" y="86454"/>
                  </a:cubicBezTo>
                  <a:cubicBezTo>
                    <a:pt x="119310" y="86382"/>
                    <a:pt x="119454" y="86309"/>
                    <a:pt x="119635" y="86201"/>
                  </a:cubicBezTo>
                  <a:cubicBezTo>
                    <a:pt x="119887" y="86021"/>
                    <a:pt x="120284" y="85732"/>
                    <a:pt x="120825" y="85336"/>
                  </a:cubicBezTo>
                  <a:cubicBezTo>
                    <a:pt x="121907" y="84578"/>
                    <a:pt x="123530" y="83424"/>
                    <a:pt x="125730" y="81873"/>
                  </a:cubicBezTo>
                  <a:cubicBezTo>
                    <a:pt x="129337" y="79276"/>
                    <a:pt x="134422" y="76716"/>
                    <a:pt x="136153" y="75850"/>
                  </a:cubicBezTo>
                  <a:cubicBezTo>
                    <a:pt x="134278" y="74984"/>
                    <a:pt x="132763" y="73361"/>
                    <a:pt x="131465" y="71342"/>
                  </a:cubicBezTo>
                  <a:cubicBezTo>
                    <a:pt x="130022" y="69069"/>
                    <a:pt x="128868" y="66292"/>
                    <a:pt x="127858" y="63479"/>
                  </a:cubicBezTo>
                  <a:cubicBezTo>
                    <a:pt x="125874" y="57925"/>
                    <a:pt x="122051" y="52010"/>
                    <a:pt x="118985" y="49160"/>
                  </a:cubicBezTo>
                  <a:cubicBezTo>
                    <a:pt x="117867" y="48114"/>
                    <a:pt x="116930" y="47249"/>
                    <a:pt x="116244" y="46275"/>
                  </a:cubicBezTo>
                  <a:cubicBezTo>
                    <a:pt x="115595" y="45373"/>
                    <a:pt x="115198" y="44327"/>
                    <a:pt x="115198" y="43101"/>
                  </a:cubicBezTo>
                  <a:cubicBezTo>
                    <a:pt x="115198" y="42091"/>
                    <a:pt x="115451" y="40937"/>
                    <a:pt x="115992" y="39530"/>
                  </a:cubicBezTo>
                  <a:cubicBezTo>
                    <a:pt x="116677" y="37655"/>
                    <a:pt x="118228" y="35419"/>
                    <a:pt x="120031" y="33327"/>
                  </a:cubicBezTo>
                  <a:cubicBezTo>
                    <a:pt x="121835" y="31199"/>
                    <a:pt x="123927" y="29179"/>
                    <a:pt x="125694" y="27772"/>
                  </a:cubicBezTo>
                  <a:cubicBezTo>
                    <a:pt x="126884" y="26835"/>
                    <a:pt x="127930" y="26149"/>
                    <a:pt x="128723" y="25861"/>
                  </a:cubicBezTo>
                  <a:cubicBezTo>
                    <a:pt x="130022" y="25428"/>
                    <a:pt x="131392" y="24887"/>
                    <a:pt x="132547" y="24887"/>
                  </a:cubicBezTo>
                  <a:cubicBezTo>
                    <a:pt x="132907" y="24887"/>
                    <a:pt x="133268" y="24923"/>
                    <a:pt x="133556" y="25067"/>
                  </a:cubicBezTo>
                  <a:cubicBezTo>
                    <a:pt x="133881" y="25176"/>
                    <a:pt x="134170" y="25392"/>
                    <a:pt x="134386" y="25681"/>
                  </a:cubicBezTo>
                  <a:cubicBezTo>
                    <a:pt x="134819" y="26258"/>
                    <a:pt x="135071" y="27123"/>
                    <a:pt x="135071" y="28386"/>
                  </a:cubicBezTo>
                  <a:cubicBezTo>
                    <a:pt x="135071" y="28458"/>
                    <a:pt x="135071" y="28566"/>
                    <a:pt x="135071" y="28638"/>
                  </a:cubicBezTo>
                  <a:cubicBezTo>
                    <a:pt x="134999" y="30874"/>
                    <a:pt x="133701" y="32714"/>
                    <a:pt x="132258" y="34192"/>
                  </a:cubicBezTo>
                  <a:cubicBezTo>
                    <a:pt x="130815" y="35707"/>
                    <a:pt x="129192" y="36897"/>
                    <a:pt x="128399" y="37691"/>
                  </a:cubicBezTo>
                  <a:cubicBezTo>
                    <a:pt x="128182" y="37943"/>
                    <a:pt x="128038" y="38160"/>
                    <a:pt x="127966" y="38268"/>
                  </a:cubicBezTo>
                  <a:cubicBezTo>
                    <a:pt x="127641" y="39025"/>
                    <a:pt x="127461" y="39927"/>
                    <a:pt x="127461" y="40937"/>
                  </a:cubicBezTo>
                  <a:cubicBezTo>
                    <a:pt x="127461" y="41947"/>
                    <a:pt x="127641" y="43029"/>
                    <a:pt x="128074" y="44111"/>
                  </a:cubicBezTo>
                  <a:cubicBezTo>
                    <a:pt x="128507" y="45193"/>
                    <a:pt x="129842" y="47681"/>
                    <a:pt x="131501" y="50459"/>
                  </a:cubicBezTo>
                  <a:cubicBezTo>
                    <a:pt x="133124" y="53236"/>
                    <a:pt x="135107" y="56338"/>
                    <a:pt x="136911" y="58610"/>
                  </a:cubicBezTo>
                  <a:cubicBezTo>
                    <a:pt x="139580" y="62072"/>
                    <a:pt x="144882" y="68709"/>
                    <a:pt x="147767" y="72748"/>
                  </a:cubicBezTo>
                  <a:cubicBezTo>
                    <a:pt x="148741" y="74083"/>
                    <a:pt x="149426" y="75129"/>
                    <a:pt x="149715" y="75706"/>
                  </a:cubicBezTo>
                  <a:cubicBezTo>
                    <a:pt x="150039" y="76427"/>
                    <a:pt x="150256" y="76968"/>
                    <a:pt x="150256" y="77509"/>
                  </a:cubicBezTo>
                  <a:cubicBezTo>
                    <a:pt x="150256" y="78086"/>
                    <a:pt x="150039" y="78591"/>
                    <a:pt x="149715" y="79240"/>
                  </a:cubicBezTo>
                  <a:cubicBezTo>
                    <a:pt x="149390" y="79889"/>
                    <a:pt x="148885" y="80719"/>
                    <a:pt x="148272" y="81909"/>
                  </a:cubicBezTo>
                  <a:cubicBezTo>
                    <a:pt x="147262" y="83749"/>
                    <a:pt x="145206" y="86237"/>
                    <a:pt x="143403" y="88257"/>
                  </a:cubicBezTo>
                  <a:cubicBezTo>
                    <a:pt x="142068" y="89772"/>
                    <a:pt x="140842" y="90998"/>
                    <a:pt x="140301" y="91575"/>
                  </a:cubicBezTo>
                  <a:lnTo>
                    <a:pt x="140914" y="91864"/>
                  </a:lnTo>
                  <a:cubicBezTo>
                    <a:pt x="141022" y="91792"/>
                    <a:pt x="141203" y="91647"/>
                    <a:pt x="141455" y="91503"/>
                  </a:cubicBezTo>
                  <a:cubicBezTo>
                    <a:pt x="141888" y="91178"/>
                    <a:pt x="142465" y="90782"/>
                    <a:pt x="143150" y="90313"/>
                  </a:cubicBezTo>
                  <a:cubicBezTo>
                    <a:pt x="144521" y="89339"/>
                    <a:pt x="146252" y="88149"/>
                    <a:pt x="147587" y="87139"/>
                  </a:cubicBezTo>
                  <a:cubicBezTo>
                    <a:pt x="149931" y="85372"/>
                    <a:pt x="153105" y="84145"/>
                    <a:pt x="153970" y="83821"/>
                  </a:cubicBezTo>
                  <a:cubicBezTo>
                    <a:pt x="153934" y="83280"/>
                    <a:pt x="153826" y="81873"/>
                    <a:pt x="153826" y="79962"/>
                  </a:cubicBezTo>
                  <a:cubicBezTo>
                    <a:pt x="153826" y="76102"/>
                    <a:pt x="154151" y="70260"/>
                    <a:pt x="155882" y="65427"/>
                  </a:cubicBezTo>
                  <a:cubicBezTo>
                    <a:pt x="157289" y="61495"/>
                    <a:pt x="159381" y="55400"/>
                    <a:pt x="161256" y="49701"/>
                  </a:cubicBezTo>
                  <a:cubicBezTo>
                    <a:pt x="163131" y="44003"/>
                    <a:pt x="164755" y="38665"/>
                    <a:pt x="165187" y="36429"/>
                  </a:cubicBezTo>
                  <a:cubicBezTo>
                    <a:pt x="165368" y="35419"/>
                    <a:pt x="165476" y="34481"/>
                    <a:pt x="165548" y="33651"/>
                  </a:cubicBezTo>
                  <a:cubicBezTo>
                    <a:pt x="149137" y="15293"/>
                    <a:pt x="130346" y="1"/>
                    <a:pt x="116930" y="1"/>
                  </a:cubicBezTo>
                  <a:close/>
                  <a:moveTo>
                    <a:pt x="171499" y="40540"/>
                  </a:moveTo>
                  <a:cubicBezTo>
                    <a:pt x="171391" y="40612"/>
                    <a:pt x="171283" y="40721"/>
                    <a:pt x="171211" y="40829"/>
                  </a:cubicBezTo>
                  <a:cubicBezTo>
                    <a:pt x="170850" y="41262"/>
                    <a:pt x="170561" y="41766"/>
                    <a:pt x="170381" y="42163"/>
                  </a:cubicBezTo>
                  <a:cubicBezTo>
                    <a:pt x="170237" y="42416"/>
                    <a:pt x="170165" y="42632"/>
                    <a:pt x="170165" y="42704"/>
                  </a:cubicBezTo>
                  <a:lnTo>
                    <a:pt x="170129" y="42740"/>
                  </a:lnTo>
                  <a:lnTo>
                    <a:pt x="170129" y="42812"/>
                  </a:lnTo>
                  <a:cubicBezTo>
                    <a:pt x="170129" y="42885"/>
                    <a:pt x="170129" y="42993"/>
                    <a:pt x="170092" y="43101"/>
                  </a:cubicBezTo>
                  <a:cubicBezTo>
                    <a:pt x="170056" y="43353"/>
                    <a:pt x="170020" y="43714"/>
                    <a:pt x="169984" y="44147"/>
                  </a:cubicBezTo>
                  <a:cubicBezTo>
                    <a:pt x="169876" y="45013"/>
                    <a:pt x="169732" y="46275"/>
                    <a:pt x="169587" y="47754"/>
                  </a:cubicBezTo>
                  <a:cubicBezTo>
                    <a:pt x="169263" y="50783"/>
                    <a:pt x="168830" y="54823"/>
                    <a:pt x="168397" y="59115"/>
                  </a:cubicBezTo>
                  <a:cubicBezTo>
                    <a:pt x="167496" y="67663"/>
                    <a:pt x="166522" y="77112"/>
                    <a:pt x="166125" y="80899"/>
                  </a:cubicBezTo>
                  <a:cubicBezTo>
                    <a:pt x="165728" y="84722"/>
                    <a:pt x="165223" y="87716"/>
                    <a:pt x="163817" y="90818"/>
                  </a:cubicBezTo>
                  <a:cubicBezTo>
                    <a:pt x="162446" y="93920"/>
                    <a:pt x="160174" y="97093"/>
                    <a:pt x="156279" y="101385"/>
                  </a:cubicBezTo>
                  <a:cubicBezTo>
                    <a:pt x="148813" y="109609"/>
                    <a:pt x="139940" y="113360"/>
                    <a:pt x="139183" y="113648"/>
                  </a:cubicBezTo>
                  <a:lnTo>
                    <a:pt x="127533" y="124072"/>
                  </a:lnTo>
                  <a:cubicBezTo>
                    <a:pt x="127533" y="124360"/>
                    <a:pt x="127461" y="125370"/>
                    <a:pt x="127209" y="128796"/>
                  </a:cubicBezTo>
                  <a:cubicBezTo>
                    <a:pt x="127064" y="130924"/>
                    <a:pt x="126523" y="132547"/>
                    <a:pt x="125982" y="133738"/>
                  </a:cubicBezTo>
                  <a:cubicBezTo>
                    <a:pt x="125441" y="134928"/>
                    <a:pt x="124864" y="135721"/>
                    <a:pt x="124612" y="136154"/>
                  </a:cubicBezTo>
                  <a:cubicBezTo>
                    <a:pt x="124612" y="136190"/>
                    <a:pt x="124612" y="136190"/>
                    <a:pt x="124612" y="136190"/>
                  </a:cubicBezTo>
                  <a:cubicBezTo>
                    <a:pt x="124540" y="136298"/>
                    <a:pt x="124504" y="136407"/>
                    <a:pt x="124504" y="136443"/>
                  </a:cubicBezTo>
                  <a:cubicBezTo>
                    <a:pt x="124504" y="136515"/>
                    <a:pt x="124468" y="136623"/>
                    <a:pt x="124468" y="136731"/>
                  </a:cubicBezTo>
                  <a:cubicBezTo>
                    <a:pt x="124431" y="136803"/>
                    <a:pt x="124395" y="136875"/>
                    <a:pt x="124395" y="136984"/>
                  </a:cubicBezTo>
                  <a:cubicBezTo>
                    <a:pt x="124395" y="136984"/>
                    <a:pt x="124359" y="137020"/>
                    <a:pt x="124359" y="137020"/>
                  </a:cubicBezTo>
                  <a:cubicBezTo>
                    <a:pt x="124359" y="137056"/>
                    <a:pt x="124359" y="137056"/>
                    <a:pt x="124359" y="137092"/>
                  </a:cubicBezTo>
                  <a:cubicBezTo>
                    <a:pt x="124359" y="137092"/>
                    <a:pt x="124359" y="137092"/>
                    <a:pt x="124359" y="137128"/>
                  </a:cubicBezTo>
                  <a:cubicBezTo>
                    <a:pt x="124251" y="137453"/>
                    <a:pt x="124107" y="137849"/>
                    <a:pt x="123963" y="138354"/>
                  </a:cubicBezTo>
                  <a:cubicBezTo>
                    <a:pt x="123638" y="139364"/>
                    <a:pt x="123205" y="140699"/>
                    <a:pt x="122736" y="142105"/>
                  </a:cubicBezTo>
                  <a:cubicBezTo>
                    <a:pt x="121726" y="144991"/>
                    <a:pt x="120464" y="148345"/>
                    <a:pt x="119346" y="150653"/>
                  </a:cubicBezTo>
                  <a:cubicBezTo>
                    <a:pt x="118192" y="152961"/>
                    <a:pt x="117146" y="154837"/>
                    <a:pt x="115379" y="156640"/>
                  </a:cubicBezTo>
                  <a:cubicBezTo>
                    <a:pt x="113647" y="158444"/>
                    <a:pt x="111195" y="160139"/>
                    <a:pt x="107300" y="162122"/>
                  </a:cubicBezTo>
                  <a:cubicBezTo>
                    <a:pt x="100555" y="165549"/>
                    <a:pt x="95506" y="169228"/>
                    <a:pt x="94388" y="170093"/>
                  </a:cubicBezTo>
                  <a:cubicBezTo>
                    <a:pt x="94207" y="170202"/>
                    <a:pt x="94135" y="170274"/>
                    <a:pt x="94135" y="170274"/>
                  </a:cubicBezTo>
                  <a:cubicBezTo>
                    <a:pt x="94063" y="170310"/>
                    <a:pt x="93991" y="170310"/>
                    <a:pt x="93955" y="170310"/>
                  </a:cubicBezTo>
                  <a:cubicBezTo>
                    <a:pt x="93883" y="170310"/>
                    <a:pt x="93811" y="170310"/>
                    <a:pt x="93738" y="170274"/>
                  </a:cubicBezTo>
                  <a:lnTo>
                    <a:pt x="88473" y="165982"/>
                  </a:lnTo>
                  <a:cubicBezTo>
                    <a:pt x="88364" y="165910"/>
                    <a:pt x="88328" y="165729"/>
                    <a:pt x="88400" y="165621"/>
                  </a:cubicBezTo>
                  <a:cubicBezTo>
                    <a:pt x="88400" y="165621"/>
                    <a:pt x="88869" y="164828"/>
                    <a:pt x="89591" y="163637"/>
                  </a:cubicBezTo>
                  <a:cubicBezTo>
                    <a:pt x="90312" y="162411"/>
                    <a:pt x="91286" y="160788"/>
                    <a:pt x="92296" y="159057"/>
                  </a:cubicBezTo>
                  <a:cubicBezTo>
                    <a:pt x="94352" y="155558"/>
                    <a:pt x="96588" y="151663"/>
                    <a:pt x="97381" y="150040"/>
                  </a:cubicBezTo>
                  <a:cubicBezTo>
                    <a:pt x="98211" y="148309"/>
                    <a:pt x="100194" y="146830"/>
                    <a:pt x="101926" y="145748"/>
                  </a:cubicBezTo>
                  <a:cubicBezTo>
                    <a:pt x="103404" y="144810"/>
                    <a:pt x="104739" y="144197"/>
                    <a:pt x="105136" y="144017"/>
                  </a:cubicBezTo>
                  <a:lnTo>
                    <a:pt x="107336" y="137200"/>
                  </a:lnTo>
                  <a:cubicBezTo>
                    <a:pt x="107336" y="137200"/>
                    <a:pt x="107336" y="137200"/>
                    <a:pt x="107336" y="137164"/>
                  </a:cubicBezTo>
                  <a:lnTo>
                    <a:pt x="107624" y="136298"/>
                  </a:lnTo>
                  <a:lnTo>
                    <a:pt x="107624" y="136298"/>
                  </a:lnTo>
                  <a:cubicBezTo>
                    <a:pt x="106326" y="136479"/>
                    <a:pt x="102575" y="136984"/>
                    <a:pt x="98066" y="136984"/>
                  </a:cubicBezTo>
                  <a:cubicBezTo>
                    <a:pt x="95470" y="136984"/>
                    <a:pt x="92620" y="136803"/>
                    <a:pt x="89843" y="136334"/>
                  </a:cubicBezTo>
                  <a:cubicBezTo>
                    <a:pt x="81872" y="135000"/>
                    <a:pt x="74803" y="130456"/>
                    <a:pt x="73649" y="129698"/>
                  </a:cubicBezTo>
                  <a:cubicBezTo>
                    <a:pt x="72747" y="130275"/>
                    <a:pt x="68491" y="133088"/>
                    <a:pt x="65786" y="134856"/>
                  </a:cubicBezTo>
                  <a:cubicBezTo>
                    <a:pt x="64813" y="135469"/>
                    <a:pt x="64019" y="135974"/>
                    <a:pt x="63694" y="136190"/>
                  </a:cubicBezTo>
                  <a:cubicBezTo>
                    <a:pt x="63586" y="136226"/>
                    <a:pt x="63550" y="136262"/>
                    <a:pt x="63514" y="136298"/>
                  </a:cubicBezTo>
                  <a:lnTo>
                    <a:pt x="63478" y="136371"/>
                  </a:lnTo>
                  <a:cubicBezTo>
                    <a:pt x="63406" y="136443"/>
                    <a:pt x="63370" y="136551"/>
                    <a:pt x="63298" y="136659"/>
                  </a:cubicBezTo>
                  <a:cubicBezTo>
                    <a:pt x="63153" y="136948"/>
                    <a:pt x="62937" y="137344"/>
                    <a:pt x="62721" y="137849"/>
                  </a:cubicBezTo>
                  <a:cubicBezTo>
                    <a:pt x="62252" y="138859"/>
                    <a:pt x="61567" y="140194"/>
                    <a:pt x="60773" y="141745"/>
                  </a:cubicBezTo>
                  <a:cubicBezTo>
                    <a:pt x="59114" y="144774"/>
                    <a:pt x="56842" y="148489"/>
                    <a:pt x="53992" y="151302"/>
                  </a:cubicBezTo>
                  <a:cubicBezTo>
                    <a:pt x="51576" y="153683"/>
                    <a:pt x="50205" y="155666"/>
                    <a:pt x="49412" y="157181"/>
                  </a:cubicBezTo>
                  <a:lnTo>
                    <a:pt x="110041" y="176369"/>
                  </a:lnTo>
                  <a:lnTo>
                    <a:pt x="167532" y="194439"/>
                  </a:lnTo>
                  <a:cubicBezTo>
                    <a:pt x="167640" y="194475"/>
                    <a:pt x="167712" y="194547"/>
                    <a:pt x="167748" y="194655"/>
                  </a:cubicBezTo>
                  <a:lnTo>
                    <a:pt x="177234" y="197649"/>
                  </a:lnTo>
                  <a:cubicBezTo>
                    <a:pt x="177234" y="197649"/>
                    <a:pt x="178532" y="195449"/>
                    <a:pt x="184303" y="186143"/>
                  </a:cubicBezTo>
                  <a:cubicBezTo>
                    <a:pt x="185060" y="184917"/>
                    <a:pt x="185385" y="183366"/>
                    <a:pt x="185385" y="181599"/>
                  </a:cubicBezTo>
                  <a:cubicBezTo>
                    <a:pt x="185421" y="170526"/>
                    <a:pt x="172256" y="150761"/>
                    <a:pt x="172256" y="140879"/>
                  </a:cubicBezTo>
                  <a:cubicBezTo>
                    <a:pt x="172256" y="140626"/>
                    <a:pt x="172256" y="140410"/>
                    <a:pt x="172293" y="140158"/>
                  </a:cubicBezTo>
                  <a:cubicBezTo>
                    <a:pt x="173086" y="129626"/>
                    <a:pt x="200894" y="112314"/>
                    <a:pt x="200858" y="92333"/>
                  </a:cubicBezTo>
                  <a:cubicBezTo>
                    <a:pt x="200858" y="91323"/>
                    <a:pt x="200786" y="90313"/>
                    <a:pt x="200641" y="89303"/>
                  </a:cubicBezTo>
                  <a:cubicBezTo>
                    <a:pt x="199199" y="79421"/>
                    <a:pt x="187008" y="59223"/>
                    <a:pt x="171499" y="4054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g312bfb4b743_5_798"/>
            <p:cNvSpPr/>
            <p:nvPr/>
          </p:nvSpPr>
          <p:spPr>
            <a:xfrm>
              <a:off x="5625075" y="5303525"/>
              <a:ext cx="225425" cy="80725"/>
            </a:xfrm>
            <a:custGeom>
              <a:avLst/>
              <a:gdLst/>
              <a:ahLst/>
              <a:cxnLst/>
              <a:rect l="l" t="t" r="r" b="b"/>
              <a:pathLst>
                <a:path w="9017" h="3229" extrusionOk="0">
                  <a:moveTo>
                    <a:pt x="359" y="0"/>
                  </a:moveTo>
                  <a:cubicBezTo>
                    <a:pt x="233" y="0"/>
                    <a:pt x="102" y="75"/>
                    <a:pt x="72" y="226"/>
                  </a:cubicBezTo>
                  <a:cubicBezTo>
                    <a:pt x="0" y="370"/>
                    <a:pt x="108" y="550"/>
                    <a:pt x="253" y="586"/>
                  </a:cubicBezTo>
                  <a:lnTo>
                    <a:pt x="8584" y="3219"/>
                  </a:lnTo>
                  <a:cubicBezTo>
                    <a:pt x="8614" y="3225"/>
                    <a:pt x="8643" y="3228"/>
                    <a:pt x="8671" y="3228"/>
                  </a:cubicBezTo>
                  <a:cubicBezTo>
                    <a:pt x="8810" y="3228"/>
                    <a:pt x="8921" y="3153"/>
                    <a:pt x="8981" y="3003"/>
                  </a:cubicBezTo>
                  <a:cubicBezTo>
                    <a:pt x="9017" y="2858"/>
                    <a:pt x="8945" y="2678"/>
                    <a:pt x="8764" y="2642"/>
                  </a:cubicBezTo>
                  <a:lnTo>
                    <a:pt x="433" y="9"/>
                  </a:lnTo>
                  <a:cubicBezTo>
                    <a:pt x="409" y="3"/>
                    <a:pt x="384" y="0"/>
                    <a:pt x="3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g312bfb4b743_5_798"/>
            <p:cNvSpPr/>
            <p:nvPr/>
          </p:nvSpPr>
          <p:spPr>
            <a:xfrm>
              <a:off x="1607200" y="4042075"/>
              <a:ext cx="3884450" cy="1229450"/>
            </a:xfrm>
            <a:custGeom>
              <a:avLst/>
              <a:gdLst/>
              <a:ahLst/>
              <a:cxnLst/>
              <a:rect l="l" t="t" r="r" b="b"/>
              <a:pathLst>
                <a:path w="155378" h="49178" extrusionOk="0">
                  <a:moveTo>
                    <a:pt x="356" y="0"/>
                  </a:moveTo>
                  <a:cubicBezTo>
                    <a:pt x="231" y="0"/>
                    <a:pt x="102" y="70"/>
                    <a:pt x="72" y="190"/>
                  </a:cubicBezTo>
                  <a:cubicBezTo>
                    <a:pt x="0" y="370"/>
                    <a:pt x="108" y="550"/>
                    <a:pt x="253" y="586"/>
                  </a:cubicBezTo>
                  <a:lnTo>
                    <a:pt x="154944" y="49169"/>
                  </a:lnTo>
                  <a:cubicBezTo>
                    <a:pt x="154968" y="49175"/>
                    <a:pt x="154993" y="49178"/>
                    <a:pt x="155019" y="49178"/>
                  </a:cubicBezTo>
                  <a:cubicBezTo>
                    <a:pt x="155145" y="49178"/>
                    <a:pt x="155275" y="49103"/>
                    <a:pt x="155305" y="48952"/>
                  </a:cubicBezTo>
                  <a:cubicBezTo>
                    <a:pt x="155377" y="48808"/>
                    <a:pt x="155269" y="48628"/>
                    <a:pt x="155125" y="48592"/>
                  </a:cubicBezTo>
                  <a:lnTo>
                    <a:pt x="433" y="9"/>
                  </a:lnTo>
                  <a:cubicBezTo>
                    <a:pt x="408" y="3"/>
                    <a:pt x="382" y="0"/>
                    <a:pt x="3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4" name="Google Shape;2144;g312bfb4b743_5_798"/>
            <p:cNvSpPr/>
            <p:nvPr/>
          </p:nvSpPr>
          <p:spPr>
            <a:xfrm>
              <a:off x="2109425" y="4449850"/>
              <a:ext cx="1904375" cy="1019825"/>
            </a:xfrm>
            <a:custGeom>
              <a:avLst/>
              <a:gdLst/>
              <a:ahLst/>
              <a:cxnLst/>
              <a:rect l="l" t="t" r="r" b="b"/>
              <a:pathLst>
                <a:path w="76175" h="40793" extrusionOk="0">
                  <a:moveTo>
                    <a:pt x="16880" y="1"/>
                  </a:moveTo>
                  <a:lnTo>
                    <a:pt x="0" y="20775"/>
                  </a:lnTo>
                  <a:lnTo>
                    <a:pt x="57419" y="40792"/>
                  </a:lnTo>
                  <a:lnTo>
                    <a:pt x="76174" y="20018"/>
                  </a:lnTo>
                  <a:lnTo>
                    <a:pt x="1688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5" name="Google Shape;2145;g312bfb4b743_5_798"/>
            <p:cNvSpPr/>
            <p:nvPr/>
          </p:nvSpPr>
          <p:spPr>
            <a:xfrm>
              <a:off x="2101300" y="4442275"/>
              <a:ext cx="1920600" cy="1034975"/>
            </a:xfrm>
            <a:custGeom>
              <a:avLst/>
              <a:gdLst/>
              <a:ahLst/>
              <a:cxnLst/>
              <a:rect l="l" t="t" r="r" b="b"/>
              <a:pathLst>
                <a:path w="76824" h="41399" extrusionOk="0">
                  <a:moveTo>
                    <a:pt x="17313" y="628"/>
                  </a:moveTo>
                  <a:lnTo>
                    <a:pt x="75994" y="20465"/>
                  </a:lnTo>
                  <a:lnTo>
                    <a:pt x="57671" y="40756"/>
                  </a:lnTo>
                  <a:lnTo>
                    <a:pt x="57671" y="40756"/>
                  </a:lnTo>
                  <a:lnTo>
                    <a:pt x="830" y="20934"/>
                  </a:lnTo>
                  <a:lnTo>
                    <a:pt x="17313" y="628"/>
                  </a:lnTo>
                  <a:close/>
                  <a:moveTo>
                    <a:pt x="17220" y="1"/>
                  </a:moveTo>
                  <a:cubicBezTo>
                    <a:pt x="17133" y="1"/>
                    <a:pt x="17041" y="34"/>
                    <a:pt x="16988" y="87"/>
                  </a:cubicBezTo>
                  <a:lnTo>
                    <a:pt x="73" y="20862"/>
                  </a:lnTo>
                  <a:cubicBezTo>
                    <a:pt x="37" y="20970"/>
                    <a:pt x="1" y="21042"/>
                    <a:pt x="37" y="21150"/>
                  </a:cubicBezTo>
                  <a:cubicBezTo>
                    <a:pt x="73" y="21259"/>
                    <a:pt x="145" y="21331"/>
                    <a:pt x="217" y="21367"/>
                  </a:cubicBezTo>
                  <a:lnTo>
                    <a:pt x="57636" y="41384"/>
                  </a:lnTo>
                  <a:cubicBezTo>
                    <a:pt x="57665" y="41394"/>
                    <a:pt x="57697" y="41398"/>
                    <a:pt x="57729" y="41398"/>
                  </a:cubicBezTo>
                  <a:cubicBezTo>
                    <a:pt x="57816" y="41398"/>
                    <a:pt x="57908" y="41365"/>
                    <a:pt x="57961" y="41312"/>
                  </a:cubicBezTo>
                  <a:lnTo>
                    <a:pt x="76716" y="20537"/>
                  </a:lnTo>
                  <a:cubicBezTo>
                    <a:pt x="76788" y="20429"/>
                    <a:pt x="76824" y="20357"/>
                    <a:pt x="76788" y="20249"/>
                  </a:cubicBezTo>
                  <a:cubicBezTo>
                    <a:pt x="76788" y="20140"/>
                    <a:pt x="76716" y="20068"/>
                    <a:pt x="76607" y="20032"/>
                  </a:cubicBezTo>
                  <a:lnTo>
                    <a:pt x="17313" y="15"/>
                  </a:lnTo>
                  <a:cubicBezTo>
                    <a:pt x="17284" y="5"/>
                    <a:pt x="17252" y="1"/>
                    <a:pt x="172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g312bfb4b743_5_798"/>
            <p:cNvSpPr/>
            <p:nvPr/>
          </p:nvSpPr>
          <p:spPr>
            <a:xfrm>
              <a:off x="2372725" y="4594125"/>
              <a:ext cx="1442700" cy="737600"/>
            </a:xfrm>
            <a:custGeom>
              <a:avLst/>
              <a:gdLst/>
              <a:ahLst/>
              <a:cxnLst/>
              <a:rect l="l" t="t" r="r" b="b"/>
              <a:pathLst>
                <a:path w="57708" h="29504" extrusionOk="0">
                  <a:moveTo>
                    <a:pt x="12587" y="0"/>
                  </a:moveTo>
                  <a:lnTo>
                    <a:pt x="0" y="14571"/>
                  </a:lnTo>
                  <a:lnTo>
                    <a:pt x="45084" y="29503"/>
                  </a:lnTo>
                  <a:lnTo>
                    <a:pt x="57707" y="15906"/>
                  </a:lnTo>
                  <a:lnTo>
                    <a:pt x="1258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7" name="Google Shape;2147;g312bfb4b743_5_798"/>
            <p:cNvSpPr/>
            <p:nvPr/>
          </p:nvSpPr>
          <p:spPr>
            <a:xfrm>
              <a:off x="2364600" y="4586550"/>
              <a:ext cx="1458025" cy="752725"/>
            </a:xfrm>
            <a:custGeom>
              <a:avLst/>
              <a:gdLst/>
              <a:ahLst/>
              <a:cxnLst/>
              <a:rect l="l" t="t" r="r" b="b"/>
              <a:pathLst>
                <a:path w="58321" h="30109" extrusionOk="0">
                  <a:moveTo>
                    <a:pt x="13021" y="628"/>
                  </a:moveTo>
                  <a:lnTo>
                    <a:pt x="57491" y="16353"/>
                  </a:lnTo>
                  <a:lnTo>
                    <a:pt x="45320" y="29452"/>
                  </a:lnTo>
                  <a:lnTo>
                    <a:pt x="45320" y="29452"/>
                  </a:lnTo>
                  <a:lnTo>
                    <a:pt x="830" y="14730"/>
                  </a:lnTo>
                  <a:lnTo>
                    <a:pt x="13021" y="628"/>
                  </a:lnTo>
                  <a:close/>
                  <a:moveTo>
                    <a:pt x="12928" y="1"/>
                  </a:moveTo>
                  <a:cubicBezTo>
                    <a:pt x="12840" y="1"/>
                    <a:pt x="12749" y="34"/>
                    <a:pt x="12696" y="87"/>
                  </a:cubicBezTo>
                  <a:lnTo>
                    <a:pt x="73" y="14694"/>
                  </a:lnTo>
                  <a:cubicBezTo>
                    <a:pt x="0" y="14766"/>
                    <a:pt x="0" y="14874"/>
                    <a:pt x="37" y="14947"/>
                  </a:cubicBezTo>
                  <a:cubicBezTo>
                    <a:pt x="37" y="15055"/>
                    <a:pt x="109" y="15127"/>
                    <a:pt x="217" y="15163"/>
                  </a:cubicBezTo>
                  <a:lnTo>
                    <a:pt x="45337" y="30095"/>
                  </a:lnTo>
                  <a:cubicBezTo>
                    <a:pt x="45366" y="30104"/>
                    <a:pt x="45395" y="30109"/>
                    <a:pt x="45423" y="30109"/>
                  </a:cubicBezTo>
                  <a:cubicBezTo>
                    <a:pt x="45500" y="30109"/>
                    <a:pt x="45573" y="30075"/>
                    <a:pt x="45625" y="30023"/>
                  </a:cubicBezTo>
                  <a:lnTo>
                    <a:pt x="58249" y="16425"/>
                  </a:lnTo>
                  <a:cubicBezTo>
                    <a:pt x="58321" y="16353"/>
                    <a:pt x="58321" y="16245"/>
                    <a:pt x="58321" y="16137"/>
                  </a:cubicBezTo>
                  <a:cubicBezTo>
                    <a:pt x="58285" y="16029"/>
                    <a:pt x="58213" y="15956"/>
                    <a:pt x="58105" y="15920"/>
                  </a:cubicBezTo>
                  <a:lnTo>
                    <a:pt x="13021" y="15"/>
                  </a:lnTo>
                  <a:cubicBezTo>
                    <a:pt x="12992" y="5"/>
                    <a:pt x="12960" y="1"/>
                    <a:pt x="129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g312bfb4b743_5_798"/>
            <p:cNvSpPr/>
            <p:nvPr/>
          </p:nvSpPr>
          <p:spPr>
            <a:xfrm>
              <a:off x="2342050" y="1025400"/>
              <a:ext cx="3594125" cy="3621050"/>
            </a:xfrm>
            <a:custGeom>
              <a:avLst/>
              <a:gdLst/>
              <a:ahLst/>
              <a:cxnLst/>
              <a:rect l="l" t="t" r="r" b="b"/>
              <a:pathLst>
                <a:path w="143765" h="144842" extrusionOk="0">
                  <a:moveTo>
                    <a:pt x="90743" y="0"/>
                  </a:moveTo>
                  <a:cubicBezTo>
                    <a:pt x="89664" y="0"/>
                    <a:pt x="88322" y="517"/>
                    <a:pt x="87031" y="969"/>
                  </a:cubicBezTo>
                  <a:cubicBezTo>
                    <a:pt x="84109" y="1979"/>
                    <a:pt x="76247" y="9626"/>
                    <a:pt x="74443" y="14422"/>
                  </a:cubicBezTo>
                  <a:cubicBezTo>
                    <a:pt x="72676" y="19255"/>
                    <a:pt x="74227" y="20842"/>
                    <a:pt x="77365" y="23728"/>
                  </a:cubicBezTo>
                  <a:cubicBezTo>
                    <a:pt x="80503" y="26649"/>
                    <a:pt x="84326" y="32600"/>
                    <a:pt x="86345" y="38227"/>
                  </a:cubicBezTo>
                  <a:cubicBezTo>
                    <a:pt x="88365" y="43817"/>
                    <a:pt x="90926" y="49191"/>
                    <a:pt x="95074" y="50670"/>
                  </a:cubicBezTo>
                  <a:cubicBezTo>
                    <a:pt x="95074" y="50670"/>
                    <a:pt x="88473" y="53808"/>
                    <a:pt x="84109" y="56946"/>
                  </a:cubicBezTo>
                  <a:cubicBezTo>
                    <a:pt x="79709" y="60083"/>
                    <a:pt x="77581" y="61526"/>
                    <a:pt x="77581" y="61526"/>
                  </a:cubicBezTo>
                  <a:cubicBezTo>
                    <a:pt x="77581" y="61526"/>
                    <a:pt x="71666" y="63221"/>
                    <a:pt x="69394" y="66143"/>
                  </a:cubicBezTo>
                  <a:cubicBezTo>
                    <a:pt x="67158" y="69028"/>
                    <a:pt x="66256" y="70940"/>
                    <a:pt x="66256" y="70940"/>
                  </a:cubicBezTo>
                  <a:cubicBezTo>
                    <a:pt x="66256" y="70940"/>
                    <a:pt x="45986" y="74438"/>
                    <a:pt x="39711" y="79812"/>
                  </a:cubicBezTo>
                  <a:cubicBezTo>
                    <a:pt x="39711" y="79812"/>
                    <a:pt x="30405" y="82265"/>
                    <a:pt x="26474" y="85980"/>
                  </a:cubicBezTo>
                  <a:cubicBezTo>
                    <a:pt x="22543" y="89695"/>
                    <a:pt x="20739" y="96511"/>
                    <a:pt x="20739" y="96511"/>
                  </a:cubicBezTo>
                  <a:cubicBezTo>
                    <a:pt x="20739" y="96511"/>
                    <a:pt x="15474" y="101020"/>
                    <a:pt x="13021" y="102354"/>
                  </a:cubicBezTo>
                  <a:cubicBezTo>
                    <a:pt x="10532" y="103689"/>
                    <a:pt x="6493" y="106285"/>
                    <a:pt x="4473" y="112345"/>
                  </a:cubicBezTo>
                  <a:cubicBezTo>
                    <a:pt x="2453" y="118368"/>
                    <a:pt x="1" y="132073"/>
                    <a:pt x="1" y="132073"/>
                  </a:cubicBezTo>
                  <a:lnTo>
                    <a:pt x="6276" y="134995"/>
                  </a:lnTo>
                  <a:cubicBezTo>
                    <a:pt x="6276" y="134995"/>
                    <a:pt x="6385" y="131388"/>
                    <a:pt x="12011" y="125906"/>
                  </a:cubicBezTo>
                  <a:cubicBezTo>
                    <a:pt x="17602" y="120388"/>
                    <a:pt x="21064" y="111082"/>
                    <a:pt x="21533" y="110866"/>
                  </a:cubicBezTo>
                  <a:cubicBezTo>
                    <a:pt x="21966" y="110650"/>
                    <a:pt x="31848" y="104157"/>
                    <a:pt x="31848" y="104157"/>
                  </a:cubicBezTo>
                  <a:cubicBezTo>
                    <a:pt x="31848" y="104157"/>
                    <a:pt x="39458" y="109423"/>
                    <a:pt x="48114" y="110866"/>
                  </a:cubicBezTo>
                  <a:cubicBezTo>
                    <a:pt x="50854" y="111336"/>
                    <a:pt x="53685" y="111496"/>
                    <a:pt x="56272" y="111496"/>
                  </a:cubicBezTo>
                  <a:cubicBezTo>
                    <a:pt x="61825" y="111496"/>
                    <a:pt x="66256" y="110758"/>
                    <a:pt x="66256" y="110758"/>
                  </a:cubicBezTo>
                  <a:lnTo>
                    <a:pt x="66256" y="110758"/>
                  </a:lnTo>
                  <a:lnTo>
                    <a:pt x="63587" y="119053"/>
                  </a:lnTo>
                  <a:cubicBezTo>
                    <a:pt x="63587" y="119053"/>
                    <a:pt x="57420" y="121758"/>
                    <a:pt x="55833" y="125004"/>
                  </a:cubicBezTo>
                  <a:cubicBezTo>
                    <a:pt x="54282" y="128250"/>
                    <a:pt x="46888" y="140585"/>
                    <a:pt x="46888" y="140585"/>
                  </a:cubicBezTo>
                  <a:lnTo>
                    <a:pt x="52154" y="144841"/>
                  </a:lnTo>
                  <a:cubicBezTo>
                    <a:pt x="52154" y="144841"/>
                    <a:pt x="57636" y="140585"/>
                    <a:pt x="65390" y="136654"/>
                  </a:cubicBezTo>
                  <a:cubicBezTo>
                    <a:pt x="73109" y="132723"/>
                    <a:pt x="75020" y="129945"/>
                    <a:pt x="77256" y="125329"/>
                  </a:cubicBezTo>
                  <a:cubicBezTo>
                    <a:pt x="79493" y="120748"/>
                    <a:pt x="82306" y="111984"/>
                    <a:pt x="82414" y="111191"/>
                  </a:cubicBezTo>
                  <a:cubicBezTo>
                    <a:pt x="82522" y="110433"/>
                    <a:pt x="84758" y="108413"/>
                    <a:pt x="85119" y="103580"/>
                  </a:cubicBezTo>
                  <a:lnTo>
                    <a:pt x="85444" y="98747"/>
                  </a:lnTo>
                  <a:lnTo>
                    <a:pt x="97202" y="88216"/>
                  </a:lnTo>
                  <a:cubicBezTo>
                    <a:pt x="97202" y="88216"/>
                    <a:pt x="106543" y="84537"/>
                    <a:pt x="114261" y="75989"/>
                  </a:cubicBezTo>
                  <a:cubicBezTo>
                    <a:pt x="122016" y="67477"/>
                    <a:pt x="123242" y="63329"/>
                    <a:pt x="124036" y="55719"/>
                  </a:cubicBezTo>
                  <a:cubicBezTo>
                    <a:pt x="124793" y="48073"/>
                    <a:pt x="127931" y="17921"/>
                    <a:pt x="128039" y="17452"/>
                  </a:cubicBezTo>
                  <a:cubicBezTo>
                    <a:pt x="128183" y="17019"/>
                    <a:pt x="129193" y="14783"/>
                    <a:pt x="130528" y="14567"/>
                  </a:cubicBezTo>
                  <a:cubicBezTo>
                    <a:pt x="130553" y="14562"/>
                    <a:pt x="130580" y="14560"/>
                    <a:pt x="130610" y="14560"/>
                  </a:cubicBezTo>
                  <a:cubicBezTo>
                    <a:pt x="132140" y="14560"/>
                    <a:pt x="139275" y="20855"/>
                    <a:pt x="140266" y="21492"/>
                  </a:cubicBezTo>
                  <a:cubicBezTo>
                    <a:pt x="140695" y="21783"/>
                    <a:pt x="141308" y="22009"/>
                    <a:pt x="141886" y="22009"/>
                  </a:cubicBezTo>
                  <a:cubicBezTo>
                    <a:pt x="142668" y="22009"/>
                    <a:pt x="143387" y="21596"/>
                    <a:pt x="143512" y="20374"/>
                  </a:cubicBezTo>
                  <a:cubicBezTo>
                    <a:pt x="143764" y="18246"/>
                    <a:pt x="141961" y="12980"/>
                    <a:pt x="136226" y="7245"/>
                  </a:cubicBezTo>
                  <a:cubicBezTo>
                    <a:pt x="132064" y="3083"/>
                    <a:pt x="128730" y="1480"/>
                    <a:pt x="126700" y="1480"/>
                  </a:cubicBezTo>
                  <a:cubicBezTo>
                    <a:pt x="125950" y="1480"/>
                    <a:pt x="125379" y="1698"/>
                    <a:pt x="125009" y="2087"/>
                  </a:cubicBezTo>
                  <a:cubicBezTo>
                    <a:pt x="123675" y="3566"/>
                    <a:pt x="124577" y="6704"/>
                    <a:pt x="123675" y="11285"/>
                  </a:cubicBezTo>
                  <a:cubicBezTo>
                    <a:pt x="122773" y="15901"/>
                    <a:pt x="117183" y="32492"/>
                    <a:pt x="114370" y="40355"/>
                  </a:cubicBezTo>
                  <a:cubicBezTo>
                    <a:pt x="111556" y="48181"/>
                    <a:pt x="112458" y="58857"/>
                    <a:pt x="112458" y="58857"/>
                  </a:cubicBezTo>
                  <a:cubicBezTo>
                    <a:pt x="112458" y="58857"/>
                    <a:pt x="108671" y="60192"/>
                    <a:pt x="105966" y="62211"/>
                  </a:cubicBezTo>
                  <a:cubicBezTo>
                    <a:pt x="103261" y="64231"/>
                    <a:pt x="99113" y="67044"/>
                    <a:pt x="99113" y="67044"/>
                  </a:cubicBezTo>
                  <a:lnTo>
                    <a:pt x="97995" y="66467"/>
                  </a:lnTo>
                  <a:cubicBezTo>
                    <a:pt x="97995" y="66467"/>
                    <a:pt x="104271" y="60192"/>
                    <a:pt x="106182" y="56585"/>
                  </a:cubicBezTo>
                  <a:cubicBezTo>
                    <a:pt x="108094" y="53014"/>
                    <a:pt x="108671" y="52798"/>
                    <a:pt x="107661" y="50670"/>
                  </a:cubicBezTo>
                  <a:cubicBezTo>
                    <a:pt x="106651" y="48542"/>
                    <a:pt x="98464" y="38227"/>
                    <a:pt x="94857" y="33610"/>
                  </a:cubicBezTo>
                  <a:cubicBezTo>
                    <a:pt x="91287" y="29030"/>
                    <a:pt x="86886" y="21275"/>
                    <a:pt x="86021" y="19039"/>
                  </a:cubicBezTo>
                  <a:cubicBezTo>
                    <a:pt x="85119" y="16803"/>
                    <a:pt x="85227" y="14567"/>
                    <a:pt x="85877" y="12980"/>
                  </a:cubicBezTo>
                  <a:cubicBezTo>
                    <a:pt x="86562" y="11393"/>
                    <a:pt x="92837" y="8255"/>
                    <a:pt x="92946" y="3458"/>
                  </a:cubicBezTo>
                  <a:cubicBezTo>
                    <a:pt x="93005" y="788"/>
                    <a:pt x="92075" y="0"/>
                    <a:pt x="9074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g312bfb4b743_5_798"/>
            <p:cNvSpPr/>
            <p:nvPr/>
          </p:nvSpPr>
          <p:spPr>
            <a:xfrm>
              <a:off x="3621525" y="3838525"/>
              <a:ext cx="734900" cy="798900"/>
            </a:xfrm>
            <a:custGeom>
              <a:avLst/>
              <a:gdLst/>
              <a:ahLst/>
              <a:cxnLst/>
              <a:rect l="l" t="t" r="r" b="b"/>
              <a:pathLst>
                <a:path w="29396" h="31956" extrusionOk="0">
                  <a:moveTo>
                    <a:pt x="26835" y="0"/>
                  </a:moveTo>
                  <a:cubicBezTo>
                    <a:pt x="26655" y="1948"/>
                    <a:pt x="26186" y="5086"/>
                    <a:pt x="25104" y="7358"/>
                  </a:cubicBezTo>
                  <a:cubicBezTo>
                    <a:pt x="23481" y="10856"/>
                    <a:pt x="20920" y="12046"/>
                    <a:pt x="20920" y="12046"/>
                  </a:cubicBezTo>
                  <a:cubicBezTo>
                    <a:pt x="20920" y="12046"/>
                    <a:pt x="21136" y="16014"/>
                    <a:pt x="17854" y="19043"/>
                  </a:cubicBezTo>
                  <a:cubicBezTo>
                    <a:pt x="14608" y="22073"/>
                    <a:pt x="6421" y="26978"/>
                    <a:pt x="1263" y="30260"/>
                  </a:cubicBezTo>
                  <a:cubicBezTo>
                    <a:pt x="831" y="30549"/>
                    <a:pt x="398" y="30837"/>
                    <a:pt x="1" y="31162"/>
                  </a:cubicBezTo>
                  <a:lnTo>
                    <a:pt x="975" y="31956"/>
                  </a:lnTo>
                  <a:cubicBezTo>
                    <a:pt x="1985" y="31162"/>
                    <a:pt x="7142" y="27375"/>
                    <a:pt x="14067" y="23876"/>
                  </a:cubicBezTo>
                  <a:cubicBezTo>
                    <a:pt x="17926" y="21929"/>
                    <a:pt x="20307" y="20234"/>
                    <a:pt x="21966" y="18502"/>
                  </a:cubicBezTo>
                  <a:cubicBezTo>
                    <a:pt x="23661" y="16771"/>
                    <a:pt x="24707" y="14968"/>
                    <a:pt x="25825" y="12696"/>
                  </a:cubicBezTo>
                  <a:cubicBezTo>
                    <a:pt x="27015" y="10243"/>
                    <a:pt x="28350" y="6600"/>
                    <a:pt x="29396" y="3607"/>
                  </a:cubicBezTo>
                  <a:cubicBezTo>
                    <a:pt x="28927" y="2272"/>
                    <a:pt x="28169" y="1010"/>
                    <a:pt x="26835"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0" name="Google Shape;2150;g312bfb4b743_5_798"/>
            <p:cNvSpPr/>
            <p:nvPr/>
          </p:nvSpPr>
          <p:spPr>
            <a:xfrm>
              <a:off x="2437625" y="3653675"/>
              <a:ext cx="495950" cy="734875"/>
            </a:xfrm>
            <a:custGeom>
              <a:avLst/>
              <a:gdLst/>
              <a:ahLst/>
              <a:cxnLst/>
              <a:rect l="l" t="t" r="r" b="b"/>
              <a:pathLst>
                <a:path w="19838" h="29395" extrusionOk="0">
                  <a:moveTo>
                    <a:pt x="19621" y="0"/>
                  </a:moveTo>
                  <a:cubicBezTo>
                    <a:pt x="17493" y="1118"/>
                    <a:pt x="15690" y="2128"/>
                    <a:pt x="15690" y="2128"/>
                  </a:cubicBezTo>
                  <a:cubicBezTo>
                    <a:pt x="15690" y="2128"/>
                    <a:pt x="15438" y="8692"/>
                    <a:pt x="10785" y="12660"/>
                  </a:cubicBezTo>
                  <a:cubicBezTo>
                    <a:pt x="6096" y="16627"/>
                    <a:pt x="722" y="25896"/>
                    <a:pt x="722" y="25896"/>
                  </a:cubicBezTo>
                  <a:lnTo>
                    <a:pt x="1" y="28385"/>
                  </a:lnTo>
                  <a:lnTo>
                    <a:pt x="2201" y="29395"/>
                  </a:lnTo>
                  <a:cubicBezTo>
                    <a:pt x="2417" y="28277"/>
                    <a:pt x="3391" y="25031"/>
                    <a:pt x="7972" y="20559"/>
                  </a:cubicBezTo>
                  <a:cubicBezTo>
                    <a:pt x="11723" y="16844"/>
                    <a:pt x="14572" y="11361"/>
                    <a:pt x="16123" y="8188"/>
                  </a:cubicBezTo>
                  <a:cubicBezTo>
                    <a:pt x="16628" y="7106"/>
                    <a:pt x="17025" y="6312"/>
                    <a:pt x="17241" y="5879"/>
                  </a:cubicBezTo>
                  <a:cubicBezTo>
                    <a:pt x="17313" y="5771"/>
                    <a:pt x="17349" y="5663"/>
                    <a:pt x="17421" y="5591"/>
                  </a:cubicBezTo>
                  <a:cubicBezTo>
                    <a:pt x="17457" y="5555"/>
                    <a:pt x="17493" y="5519"/>
                    <a:pt x="17566" y="5482"/>
                  </a:cubicBezTo>
                  <a:cubicBezTo>
                    <a:pt x="17566" y="5482"/>
                    <a:pt x="17602" y="5446"/>
                    <a:pt x="17674" y="5410"/>
                  </a:cubicBezTo>
                  <a:cubicBezTo>
                    <a:pt x="17746" y="5374"/>
                    <a:pt x="17818" y="5338"/>
                    <a:pt x="17890" y="5266"/>
                  </a:cubicBezTo>
                  <a:cubicBezTo>
                    <a:pt x="18107" y="5158"/>
                    <a:pt x="18359" y="4978"/>
                    <a:pt x="18648" y="4797"/>
                  </a:cubicBezTo>
                  <a:cubicBezTo>
                    <a:pt x="18972" y="4581"/>
                    <a:pt x="19333" y="4364"/>
                    <a:pt x="19694" y="4112"/>
                  </a:cubicBezTo>
                  <a:cubicBezTo>
                    <a:pt x="19766" y="3571"/>
                    <a:pt x="19838" y="2886"/>
                    <a:pt x="19838" y="2200"/>
                  </a:cubicBezTo>
                  <a:cubicBezTo>
                    <a:pt x="19838" y="1479"/>
                    <a:pt x="19766" y="722"/>
                    <a:pt x="19621"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1" name="Google Shape;2151;g312bfb4b743_5_798"/>
            <p:cNvSpPr/>
            <p:nvPr/>
          </p:nvSpPr>
          <p:spPr>
            <a:xfrm>
              <a:off x="2333950" y="1018075"/>
              <a:ext cx="3604025" cy="3636025"/>
            </a:xfrm>
            <a:custGeom>
              <a:avLst/>
              <a:gdLst/>
              <a:ahLst/>
              <a:cxnLst/>
              <a:rect l="l" t="t" r="r" b="b"/>
              <a:pathLst>
                <a:path w="144161" h="145441" extrusionOk="0">
                  <a:moveTo>
                    <a:pt x="91070" y="613"/>
                  </a:moveTo>
                  <a:cubicBezTo>
                    <a:pt x="91394" y="613"/>
                    <a:pt x="91647" y="649"/>
                    <a:pt x="91863" y="721"/>
                  </a:cubicBezTo>
                  <a:cubicBezTo>
                    <a:pt x="92188" y="866"/>
                    <a:pt x="92440" y="1082"/>
                    <a:pt x="92657" y="1515"/>
                  </a:cubicBezTo>
                  <a:cubicBezTo>
                    <a:pt x="92873" y="1948"/>
                    <a:pt x="92981" y="2597"/>
                    <a:pt x="92981" y="3499"/>
                  </a:cubicBezTo>
                  <a:cubicBezTo>
                    <a:pt x="92981" y="3571"/>
                    <a:pt x="92981" y="3643"/>
                    <a:pt x="92981" y="3751"/>
                  </a:cubicBezTo>
                  <a:cubicBezTo>
                    <a:pt x="92945" y="4869"/>
                    <a:pt x="92548" y="5915"/>
                    <a:pt x="91971" y="6889"/>
                  </a:cubicBezTo>
                  <a:cubicBezTo>
                    <a:pt x="91070" y="8332"/>
                    <a:pt x="89735" y="9594"/>
                    <a:pt x="88509" y="10604"/>
                  </a:cubicBezTo>
                  <a:cubicBezTo>
                    <a:pt x="87932" y="11109"/>
                    <a:pt x="87355" y="11578"/>
                    <a:pt x="86922" y="12010"/>
                  </a:cubicBezTo>
                  <a:cubicBezTo>
                    <a:pt x="86453" y="12407"/>
                    <a:pt x="86092" y="12768"/>
                    <a:pt x="85948" y="13165"/>
                  </a:cubicBezTo>
                  <a:cubicBezTo>
                    <a:pt x="85587" y="13994"/>
                    <a:pt x="85371" y="14968"/>
                    <a:pt x="85371" y="16050"/>
                  </a:cubicBezTo>
                  <a:cubicBezTo>
                    <a:pt x="85371" y="17132"/>
                    <a:pt x="85587" y="18286"/>
                    <a:pt x="86056" y="19440"/>
                  </a:cubicBezTo>
                  <a:cubicBezTo>
                    <a:pt x="86525" y="20594"/>
                    <a:pt x="87824" y="23083"/>
                    <a:pt x="89483" y="25896"/>
                  </a:cubicBezTo>
                  <a:cubicBezTo>
                    <a:pt x="91142" y="28673"/>
                    <a:pt x="93161" y="31775"/>
                    <a:pt x="94965" y="34084"/>
                  </a:cubicBezTo>
                  <a:cubicBezTo>
                    <a:pt x="96732" y="36392"/>
                    <a:pt x="99690" y="40107"/>
                    <a:pt x="102323" y="43533"/>
                  </a:cubicBezTo>
                  <a:cubicBezTo>
                    <a:pt x="103621" y="45228"/>
                    <a:pt x="104847" y="46887"/>
                    <a:pt x="105821" y="48222"/>
                  </a:cubicBezTo>
                  <a:cubicBezTo>
                    <a:pt x="106759" y="49556"/>
                    <a:pt x="107480" y="50602"/>
                    <a:pt x="107697" y="51071"/>
                  </a:cubicBezTo>
                  <a:cubicBezTo>
                    <a:pt x="108021" y="51756"/>
                    <a:pt x="108165" y="52225"/>
                    <a:pt x="108165" y="52622"/>
                  </a:cubicBezTo>
                  <a:cubicBezTo>
                    <a:pt x="108165" y="53019"/>
                    <a:pt x="108021" y="53452"/>
                    <a:pt x="107697" y="54065"/>
                  </a:cubicBezTo>
                  <a:cubicBezTo>
                    <a:pt x="107372" y="54714"/>
                    <a:pt x="106903" y="55543"/>
                    <a:pt x="106254" y="56734"/>
                  </a:cubicBezTo>
                  <a:cubicBezTo>
                    <a:pt x="105316" y="58501"/>
                    <a:pt x="103296" y="60954"/>
                    <a:pt x="101493" y="62973"/>
                  </a:cubicBezTo>
                  <a:cubicBezTo>
                    <a:pt x="100591" y="63983"/>
                    <a:pt x="99726" y="64885"/>
                    <a:pt x="99113" y="65498"/>
                  </a:cubicBezTo>
                  <a:cubicBezTo>
                    <a:pt x="98824" y="65823"/>
                    <a:pt x="98572" y="66111"/>
                    <a:pt x="98391" y="66255"/>
                  </a:cubicBezTo>
                  <a:cubicBezTo>
                    <a:pt x="98211" y="66436"/>
                    <a:pt x="98103" y="66544"/>
                    <a:pt x="98103" y="66544"/>
                  </a:cubicBezTo>
                  <a:cubicBezTo>
                    <a:pt x="98031" y="66616"/>
                    <a:pt x="98031" y="66724"/>
                    <a:pt x="98031" y="66796"/>
                  </a:cubicBezTo>
                  <a:cubicBezTo>
                    <a:pt x="98031" y="66905"/>
                    <a:pt x="98103" y="66977"/>
                    <a:pt x="98211" y="67013"/>
                  </a:cubicBezTo>
                  <a:lnTo>
                    <a:pt x="99329" y="67590"/>
                  </a:lnTo>
                  <a:cubicBezTo>
                    <a:pt x="99359" y="67605"/>
                    <a:pt x="99401" y="67614"/>
                    <a:pt x="99445" y="67614"/>
                  </a:cubicBezTo>
                  <a:cubicBezTo>
                    <a:pt x="99508" y="67614"/>
                    <a:pt x="99575" y="67596"/>
                    <a:pt x="99617" y="67554"/>
                  </a:cubicBezTo>
                  <a:cubicBezTo>
                    <a:pt x="99617" y="67554"/>
                    <a:pt x="103765" y="64777"/>
                    <a:pt x="106470" y="62757"/>
                  </a:cubicBezTo>
                  <a:cubicBezTo>
                    <a:pt x="107769" y="61747"/>
                    <a:pt x="109392" y="60917"/>
                    <a:pt x="110690" y="60340"/>
                  </a:cubicBezTo>
                  <a:cubicBezTo>
                    <a:pt x="111303" y="60052"/>
                    <a:pt x="111880" y="59799"/>
                    <a:pt x="112277" y="59655"/>
                  </a:cubicBezTo>
                  <a:cubicBezTo>
                    <a:pt x="112457" y="59583"/>
                    <a:pt x="112638" y="59511"/>
                    <a:pt x="112746" y="59475"/>
                  </a:cubicBezTo>
                  <a:cubicBezTo>
                    <a:pt x="112854" y="59439"/>
                    <a:pt x="112890" y="59403"/>
                    <a:pt x="112890" y="59403"/>
                  </a:cubicBezTo>
                  <a:cubicBezTo>
                    <a:pt x="113034" y="59367"/>
                    <a:pt x="113107" y="59258"/>
                    <a:pt x="113107" y="59114"/>
                  </a:cubicBezTo>
                  <a:cubicBezTo>
                    <a:pt x="113107" y="59114"/>
                    <a:pt x="113071" y="59006"/>
                    <a:pt x="113071" y="58826"/>
                  </a:cubicBezTo>
                  <a:cubicBezTo>
                    <a:pt x="113034" y="58248"/>
                    <a:pt x="112962" y="56878"/>
                    <a:pt x="112962" y="55075"/>
                  </a:cubicBezTo>
                  <a:cubicBezTo>
                    <a:pt x="112962" y="51251"/>
                    <a:pt x="113287" y="45445"/>
                    <a:pt x="114982" y="40720"/>
                  </a:cubicBezTo>
                  <a:cubicBezTo>
                    <a:pt x="116389" y="36789"/>
                    <a:pt x="118481" y="30693"/>
                    <a:pt x="120356" y="24995"/>
                  </a:cubicBezTo>
                  <a:cubicBezTo>
                    <a:pt x="122232" y="19260"/>
                    <a:pt x="123855" y="13994"/>
                    <a:pt x="124287" y="11650"/>
                  </a:cubicBezTo>
                  <a:cubicBezTo>
                    <a:pt x="124756" y="9305"/>
                    <a:pt x="124756" y="7358"/>
                    <a:pt x="124828" y="5843"/>
                  </a:cubicBezTo>
                  <a:cubicBezTo>
                    <a:pt x="124828" y="5049"/>
                    <a:pt x="124864" y="4400"/>
                    <a:pt x="125009" y="3859"/>
                  </a:cubicBezTo>
                  <a:cubicBezTo>
                    <a:pt x="125117" y="3318"/>
                    <a:pt x="125297" y="2922"/>
                    <a:pt x="125586" y="2597"/>
                  </a:cubicBezTo>
                  <a:cubicBezTo>
                    <a:pt x="125874" y="2272"/>
                    <a:pt x="126343" y="2092"/>
                    <a:pt x="127028" y="2092"/>
                  </a:cubicBezTo>
                  <a:cubicBezTo>
                    <a:pt x="127966" y="2092"/>
                    <a:pt x="129265" y="2453"/>
                    <a:pt x="130852" y="3354"/>
                  </a:cubicBezTo>
                  <a:cubicBezTo>
                    <a:pt x="132439" y="4256"/>
                    <a:pt x="134278" y="5699"/>
                    <a:pt x="136370" y="7754"/>
                  </a:cubicBezTo>
                  <a:cubicBezTo>
                    <a:pt x="139039" y="10460"/>
                    <a:pt x="140842" y="13020"/>
                    <a:pt x="141996" y="15220"/>
                  </a:cubicBezTo>
                  <a:cubicBezTo>
                    <a:pt x="143114" y="17420"/>
                    <a:pt x="143583" y="19224"/>
                    <a:pt x="143583" y="20306"/>
                  </a:cubicBezTo>
                  <a:cubicBezTo>
                    <a:pt x="143583" y="20414"/>
                    <a:pt x="143547" y="20522"/>
                    <a:pt x="143547" y="20630"/>
                  </a:cubicBezTo>
                  <a:cubicBezTo>
                    <a:pt x="143511" y="21208"/>
                    <a:pt x="143295" y="21532"/>
                    <a:pt x="143078" y="21712"/>
                  </a:cubicBezTo>
                  <a:cubicBezTo>
                    <a:pt x="142862" y="21929"/>
                    <a:pt x="142573" y="22001"/>
                    <a:pt x="142213" y="22001"/>
                  </a:cubicBezTo>
                  <a:cubicBezTo>
                    <a:pt x="141708" y="22001"/>
                    <a:pt x="141131" y="21785"/>
                    <a:pt x="140770" y="21532"/>
                  </a:cubicBezTo>
                  <a:cubicBezTo>
                    <a:pt x="140662" y="21460"/>
                    <a:pt x="140445" y="21316"/>
                    <a:pt x="140157" y="21063"/>
                  </a:cubicBezTo>
                  <a:cubicBezTo>
                    <a:pt x="139111" y="20234"/>
                    <a:pt x="137199" y="18647"/>
                    <a:pt x="135360" y="17204"/>
                  </a:cubicBezTo>
                  <a:cubicBezTo>
                    <a:pt x="134422" y="16519"/>
                    <a:pt x="133521" y="15834"/>
                    <a:pt x="132763" y="15365"/>
                  </a:cubicBezTo>
                  <a:cubicBezTo>
                    <a:pt x="132366" y="15112"/>
                    <a:pt x="132042" y="14932"/>
                    <a:pt x="131717" y="14788"/>
                  </a:cubicBezTo>
                  <a:cubicBezTo>
                    <a:pt x="131429" y="14643"/>
                    <a:pt x="131176" y="14535"/>
                    <a:pt x="130924" y="14535"/>
                  </a:cubicBezTo>
                  <a:lnTo>
                    <a:pt x="130779" y="14535"/>
                  </a:lnTo>
                  <a:cubicBezTo>
                    <a:pt x="129986" y="14679"/>
                    <a:pt x="129373" y="15365"/>
                    <a:pt x="128904" y="16050"/>
                  </a:cubicBezTo>
                  <a:cubicBezTo>
                    <a:pt x="128688" y="16375"/>
                    <a:pt x="128471" y="16735"/>
                    <a:pt x="128363" y="17024"/>
                  </a:cubicBezTo>
                  <a:cubicBezTo>
                    <a:pt x="128219" y="17312"/>
                    <a:pt x="128110" y="17529"/>
                    <a:pt x="128074" y="17673"/>
                  </a:cubicBezTo>
                  <a:lnTo>
                    <a:pt x="128074" y="17745"/>
                  </a:lnTo>
                  <a:cubicBezTo>
                    <a:pt x="128038" y="18106"/>
                    <a:pt x="127786" y="20198"/>
                    <a:pt x="127461" y="23263"/>
                  </a:cubicBezTo>
                  <a:cubicBezTo>
                    <a:pt x="126487" y="32424"/>
                    <a:pt x="124612" y="50350"/>
                    <a:pt x="124035" y="55976"/>
                  </a:cubicBezTo>
                  <a:cubicBezTo>
                    <a:pt x="123638" y="59763"/>
                    <a:pt x="123169" y="62685"/>
                    <a:pt x="121799" y="65678"/>
                  </a:cubicBezTo>
                  <a:cubicBezTo>
                    <a:pt x="120428" y="68708"/>
                    <a:pt x="118228" y="71846"/>
                    <a:pt x="114369" y="76102"/>
                  </a:cubicBezTo>
                  <a:cubicBezTo>
                    <a:pt x="110510" y="80322"/>
                    <a:pt x="106290" y="83351"/>
                    <a:pt x="103008" y="85335"/>
                  </a:cubicBezTo>
                  <a:cubicBezTo>
                    <a:pt x="101385" y="86345"/>
                    <a:pt x="99978" y="87066"/>
                    <a:pt x="99004" y="87535"/>
                  </a:cubicBezTo>
                  <a:cubicBezTo>
                    <a:pt x="98499" y="87787"/>
                    <a:pt x="98103" y="87932"/>
                    <a:pt x="97850" y="88076"/>
                  </a:cubicBezTo>
                  <a:cubicBezTo>
                    <a:pt x="97706" y="88112"/>
                    <a:pt x="97598" y="88148"/>
                    <a:pt x="97526" y="88184"/>
                  </a:cubicBezTo>
                  <a:cubicBezTo>
                    <a:pt x="97453" y="88220"/>
                    <a:pt x="97417" y="88220"/>
                    <a:pt x="97417" y="88220"/>
                  </a:cubicBezTo>
                  <a:lnTo>
                    <a:pt x="97345" y="88292"/>
                  </a:lnTo>
                  <a:lnTo>
                    <a:pt x="85551" y="98824"/>
                  </a:lnTo>
                  <a:cubicBezTo>
                    <a:pt x="85515" y="98896"/>
                    <a:pt x="85479" y="98968"/>
                    <a:pt x="85479" y="99040"/>
                  </a:cubicBezTo>
                  <a:cubicBezTo>
                    <a:pt x="85479" y="99040"/>
                    <a:pt x="85479" y="99040"/>
                    <a:pt x="85443" y="99654"/>
                  </a:cubicBezTo>
                  <a:cubicBezTo>
                    <a:pt x="85371" y="100231"/>
                    <a:pt x="85299" y="101457"/>
                    <a:pt x="85119" y="103837"/>
                  </a:cubicBezTo>
                  <a:cubicBezTo>
                    <a:pt x="84974" y="106218"/>
                    <a:pt x="84325" y="107877"/>
                    <a:pt x="83748" y="109067"/>
                  </a:cubicBezTo>
                  <a:cubicBezTo>
                    <a:pt x="83423" y="109644"/>
                    <a:pt x="83135" y="110113"/>
                    <a:pt x="82918" y="110510"/>
                  </a:cubicBezTo>
                  <a:cubicBezTo>
                    <a:pt x="82774" y="110690"/>
                    <a:pt x="82702" y="110870"/>
                    <a:pt x="82594" y="111015"/>
                  </a:cubicBezTo>
                  <a:cubicBezTo>
                    <a:pt x="82522" y="111159"/>
                    <a:pt x="82450" y="111303"/>
                    <a:pt x="82450" y="111447"/>
                  </a:cubicBezTo>
                  <a:cubicBezTo>
                    <a:pt x="82450" y="111520"/>
                    <a:pt x="82377" y="111736"/>
                    <a:pt x="82305" y="112061"/>
                  </a:cubicBezTo>
                  <a:cubicBezTo>
                    <a:pt x="81656" y="114297"/>
                    <a:pt x="79276" y="121510"/>
                    <a:pt x="77328" y="125514"/>
                  </a:cubicBezTo>
                  <a:cubicBezTo>
                    <a:pt x="76210" y="127786"/>
                    <a:pt x="75164" y="129589"/>
                    <a:pt x="73469" y="131320"/>
                  </a:cubicBezTo>
                  <a:cubicBezTo>
                    <a:pt x="71810" y="133052"/>
                    <a:pt x="69429" y="134747"/>
                    <a:pt x="65570" y="136694"/>
                  </a:cubicBezTo>
                  <a:cubicBezTo>
                    <a:pt x="58632" y="140212"/>
                    <a:pt x="53484" y="143989"/>
                    <a:pt x="52477" y="144771"/>
                  </a:cubicBezTo>
                  <a:lnTo>
                    <a:pt x="52477" y="144771"/>
                  </a:lnTo>
                  <a:lnTo>
                    <a:pt x="47587" y="140819"/>
                  </a:lnTo>
                  <a:lnTo>
                    <a:pt x="47587" y="140819"/>
                  </a:lnTo>
                  <a:cubicBezTo>
                    <a:pt x="48029" y="140079"/>
                    <a:pt x="49617" y="137424"/>
                    <a:pt x="51360" y="134458"/>
                  </a:cubicBezTo>
                  <a:cubicBezTo>
                    <a:pt x="53416" y="130960"/>
                    <a:pt x="55652" y="127065"/>
                    <a:pt x="56445" y="125405"/>
                  </a:cubicBezTo>
                  <a:cubicBezTo>
                    <a:pt x="57167" y="123891"/>
                    <a:pt x="59078" y="122412"/>
                    <a:pt x="60773" y="121366"/>
                  </a:cubicBezTo>
                  <a:cubicBezTo>
                    <a:pt x="61639" y="120825"/>
                    <a:pt x="62468" y="120392"/>
                    <a:pt x="63045" y="120104"/>
                  </a:cubicBezTo>
                  <a:cubicBezTo>
                    <a:pt x="63334" y="119923"/>
                    <a:pt x="63586" y="119815"/>
                    <a:pt x="63767" y="119743"/>
                  </a:cubicBezTo>
                  <a:cubicBezTo>
                    <a:pt x="63947" y="119671"/>
                    <a:pt x="64019" y="119635"/>
                    <a:pt x="64019" y="119635"/>
                  </a:cubicBezTo>
                  <a:cubicBezTo>
                    <a:pt x="64091" y="119599"/>
                    <a:pt x="64164" y="119527"/>
                    <a:pt x="64200" y="119454"/>
                  </a:cubicBezTo>
                  <a:lnTo>
                    <a:pt x="66869" y="111159"/>
                  </a:lnTo>
                  <a:cubicBezTo>
                    <a:pt x="66905" y="111051"/>
                    <a:pt x="66905" y="110943"/>
                    <a:pt x="66833" y="110870"/>
                  </a:cubicBezTo>
                  <a:cubicBezTo>
                    <a:pt x="66778" y="110789"/>
                    <a:pt x="66704" y="110749"/>
                    <a:pt x="66625" y="110749"/>
                  </a:cubicBezTo>
                  <a:cubicBezTo>
                    <a:pt x="66598" y="110749"/>
                    <a:pt x="66571" y="110753"/>
                    <a:pt x="66544" y="110762"/>
                  </a:cubicBezTo>
                  <a:cubicBezTo>
                    <a:pt x="66544" y="110762"/>
                    <a:pt x="66255" y="110798"/>
                    <a:pt x="65787" y="110870"/>
                  </a:cubicBezTo>
                  <a:cubicBezTo>
                    <a:pt x="64272" y="111087"/>
                    <a:pt x="60737" y="111484"/>
                    <a:pt x="56589" y="111484"/>
                  </a:cubicBezTo>
                  <a:cubicBezTo>
                    <a:pt x="53993" y="111484"/>
                    <a:pt x="51179" y="111339"/>
                    <a:pt x="48474" y="110870"/>
                  </a:cubicBezTo>
                  <a:cubicBezTo>
                    <a:pt x="44218" y="110149"/>
                    <a:pt x="40179" y="108490"/>
                    <a:pt x="37185" y="106975"/>
                  </a:cubicBezTo>
                  <a:cubicBezTo>
                    <a:pt x="35707" y="106254"/>
                    <a:pt x="34480" y="105532"/>
                    <a:pt x="33651" y="105028"/>
                  </a:cubicBezTo>
                  <a:cubicBezTo>
                    <a:pt x="33218" y="104775"/>
                    <a:pt x="32893" y="104559"/>
                    <a:pt x="32677" y="104414"/>
                  </a:cubicBezTo>
                  <a:cubicBezTo>
                    <a:pt x="32569" y="104342"/>
                    <a:pt x="32497" y="104270"/>
                    <a:pt x="32424" y="104234"/>
                  </a:cubicBezTo>
                  <a:cubicBezTo>
                    <a:pt x="32352" y="104198"/>
                    <a:pt x="32352" y="104198"/>
                    <a:pt x="32352" y="104198"/>
                  </a:cubicBezTo>
                  <a:cubicBezTo>
                    <a:pt x="32298" y="104162"/>
                    <a:pt x="32235" y="104144"/>
                    <a:pt x="32172" y="104144"/>
                  </a:cubicBezTo>
                  <a:cubicBezTo>
                    <a:pt x="32109" y="104144"/>
                    <a:pt x="32046" y="104162"/>
                    <a:pt x="31992" y="104198"/>
                  </a:cubicBezTo>
                  <a:cubicBezTo>
                    <a:pt x="31992" y="104198"/>
                    <a:pt x="31379" y="104595"/>
                    <a:pt x="30441" y="105208"/>
                  </a:cubicBezTo>
                  <a:cubicBezTo>
                    <a:pt x="29070" y="106110"/>
                    <a:pt x="26942" y="107516"/>
                    <a:pt x="25139" y="108670"/>
                  </a:cubicBezTo>
                  <a:cubicBezTo>
                    <a:pt x="24237" y="109283"/>
                    <a:pt x="23444" y="109824"/>
                    <a:pt x="22795" y="110221"/>
                  </a:cubicBezTo>
                  <a:cubicBezTo>
                    <a:pt x="22506" y="110402"/>
                    <a:pt x="22254" y="110582"/>
                    <a:pt x="22037" y="110690"/>
                  </a:cubicBezTo>
                  <a:cubicBezTo>
                    <a:pt x="21965" y="110762"/>
                    <a:pt x="21893" y="110798"/>
                    <a:pt x="21821" y="110834"/>
                  </a:cubicBezTo>
                  <a:cubicBezTo>
                    <a:pt x="21749" y="110870"/>
                    <a:pt x="21713" y="110906"/>
                    <a:pt x="21713" y="110906"/>
                  </a:cubicBezTo>
                  <a:cubicBezTo>
                    <a:pt x="21640" y="110943"/>
                    <a:pt x="21604" y="110979"/>
                    <a:pt x="21568" y="111015"/>
                  </a:cubicBezTo>
                  <a:cubicBezTo>
                    <a:pt x="21496" y="111087"/>
                    <a:pt x="21460" y="111195"/>
                    <a:pt x="21388" y="111303"/>
                  </a:cubicBezTo>
                  <a:cubicBezTo>
                    <a:pt x="21172" y="111736"/>
                    <a:pt x="20775" y="112530"/>
                    <a:pt x="20270" y="113612"/>
                  </a:cubicBezTo>
                  <a:cubicBezTo>
                    <a:pt x="18719" y="116785"/>
                    <a:pt x="15870" y="122268"/>
                    <a:pt x="12119" y="125983"/>
                  </a:cubicBezTo>
                  <a:cubicBezTo>
                    <a:pt x="7545" y="130440"/>
                    <a:pt x="6571" y="133698"/>
                    <a:pt x="6366" y="134823"/>
                  </a:cubicBezTo>
                  <a:lnTo>
                    <a:pt x="6366" y="134823"/>
                  </a:lnTo>
                  <a:lnTo>
                    <a:pt x="656" y="132165"/>
                  </a:lnTo>
                  <a:lnTo>
                    <a:pt x="656" y="132165"/>
                  </a:lnTo>
                  <a:cubicBezTo>
                    <a:pt x="718" y="131825"/>
                    <a:pt x="848" y="131131"/>
                    <a:pt x="1046" y="130166"/>
                  </a:cubicBezTo>
                  <a:cubicBezTo>
                    <a:pt x="1840" y="126055"/>
                    <a:pt x="3607" y="117218"/>
                    <a:pt x="5086" y="112710"/>
                  </a:cubicBezTo>
                  <a:cubicBezTo>
                    <a:pt x="7069" y="106759"/>
                    <a:pt x="11037" y="104234"/>
                    <a:pt x="13489" y="102900"/>
                  </a:cubicBezTo>
                  <a:cubicBezTo>
                    <a:pt x="14752" y="102214"/>
                    <a:pt x="16663" y="100736"/>
                    <a:pt x="18322" y="99473"/>
                  </a:cubicBezTo>
                  <a:cubicBezTo>
                    <a:pt x="19945" y="98175"/>
                    <a:pt x="21280" y="97057"/>
                    <a:pt x="21280" y="97057"/>
                  </a:cubicBezTo>
                  <a:cubicBezTo>
                    <a:pt x="21316" y="96985"/>
                    <a:pt x="21352" y="96949"/>
                    <a:pt x="21352" y="96876"/>
                  </a:cubicBezTo>
                  <a:cubicBezTo>
                    <a:pt x="21352" y="96876"/>
                    <a:pt x="21388" y="96768"/>
                    <a:pt x="21460" y="96588"/>
                  </a:cubicBezTo>
                  <a:cubicBezTo>
                    <a:pt x="21821" y="95253"/>
                    <a:pt x="23624" y="89627"/>
                    <a:pt x="26978" y="86489"/>
                  </a:cubicBezTo>
                  <a:cubicBezTo>
                    <a:pt x="28890" y="84686"/>
                    <a:pt x="32172" y="83135"/>
                    <a:pt x="34985" y="82089"/>
                  </a:cubicBezTo>
                  <a:cubicBezTo>
                    <a:pt x="36392" y="81548"/>
                    <a:pt x="37654" y="81115"/>
                    <a:pt x="38592" y="80826"/>
                  </a:cubicBezTo>
                  <a:cubicBezTo>
                    <a:pt x="39061" y="80682"/>
                    <a:pt x="39422" y="80574"/>
                    <a:pt x="39710" y="80502"/>
                  </a:cubicBezTo>
                  <a:cubicBezTo>
                    <a:pt x="39963" y="80430"/>
                    <a:pt x="40107" y="80394"/>
                    <a:pt x="40107" y="80394"/>
                  </a:cubicBezTo>
                  <a:lnTo>
                    <a:pt x="40215" y="80322"/>
                  </a:lnTo>
                  <a:cubicBezTo>
                    <a:pt x="41730" y="79023"/>
                    <a:pt x="44146" y="77797"/>
                    <a:pt x="46923" y="76715"/>
                  </a:cubicBezTo>
                  <a:cubicBezTo>
                    <a:pt x="51071" y="75128"/>
                    <a:pt x="56012" y="73829"/>
                    <a:pt x="59908" y="72928"/>
                  </a:cubicBezTo>
                  <a:cubicBezTo>
                    <a:pt x="61855" y="72459"/>
                    <a:pt x="63550" y="72134"/>
                    <a:pt x="64741" y="71882"/>
                  </a:cubicBezTo>
                  <a:cubicBezTo>
                    <a:pt x="65354" y="71774"/>
                    <a:pt x="65823" y="71702"/>
                    <a:pt x="66147" y="71629"/>
                  </a:cubicBezTo>
                  <a:cubicBezTo>
                    <a:pt x="66472" y="71557"/>
                    <a:pt x="66652" y="71557"/>
                    <a:pt x="66652" y="71557"/>
                  </a:cubicBezTo>
                  <a:cubicBezTo>
                    <a:pt x="66724" y="71521"/>
                    <a:pt x="66833" y="71449"/>
                    <a:pt x="66869" y="71377"/>
                  </a:cubicBezTo>
                  <a:cubicBezTo>
                    <a:pt x="66869" y="71377"/>
                    <a:pt x="66869" y="71341"/>
                    <a:pt x="66905" y="71305"/>
                  </a:cubicBezTo>
                  <a:cubicBezTo>
                    <a:pt x="67085" y="70908"/>
                    <a:pt x="68023" y="69141"/>
                    <a:pt x="69970" y="66616"/>
                  </a:cubicBezTo>
                  <a:cubicBezTo>
                    <a:pt x="71016" y="65209"/>
                    <a:pt x="73036" y="64091"/>
                    <a:pt x="74803" y="63298"/>
                  </a:cubicBezTo>
                  <a:cubicBezTo>
                    <a:pt x="75669" y="62901"/>
                    <a:pt x="76462" y="62613"/>
                    <a:pt x="77039" y="62432"/>
                  </a:cubicBezTo>
                  <a:cubicBezTo>
                    <a:pt x="77364" y="62324"/>
                    <a:pt x="77580" y="62252"/>
                    <a:pt x="77761" y="62180"/>
                  </a:cubicBezTo>
                  <a:cubicBezTo>
                    <a:pt x="77905" y="62144"/>
                    <a:pt x="78013" y="62108"/>
                    <a:pt x="78013" y="62108"/>
                  </a:cubicBezTo>
                  <a:lnTo>
                    <a:pt x="78085" y="62072"/>
                  </a:lnTo>
                  <a:cubicBezTo>
                    <a:pt x="78085" y="62072"/>
                    <a:pt x="80213" y="60629"/>
                    <a:pt x="84614" y="57491"/>
                  </a:cubicBezTo>
                  <a:cubicBezTo>
                    <a:pt x="86778" y="55904"/>
                    <a:pt x="89519" y="54353"/>
                    <a:pt x="91683" y="53163"/>
                  </a:cubicBezTo>
                  <a:cubicBezTo>
                    <a:pt x="92801" y="52586"/>
                    <a:pt x="93775" y="52117"/>
                    <a:pt x="94460" y="51756"/>
                  </a:cubicBezTo>
                  <a:cubicBezTo>
                    <a:pt x="95145" y="51432"/>
                    <a:pt x="95542" y="51215"/>
                    <a:pt x="95542" y="51215"/>
                  </a:cubicBezTo>
                  <a:cubicBezTo>
                    <a:pt x="95650" y="51179"/>
                    <a:pt x="95722" y="51071"/>
                    <a:pt x="95722" y="50927"/>
                  </a:cubicBezTo>
                  <a:cubicBezTo>
                    <a:pt x="95722" y="50819"/>
                    <a:pt x="95614" y="50710"/>
                    <a:pt x="95506" y="50674"/>
                  </a:cubicBezTo>
                  <a:cubicBezTo>
                    <a:pt x="93522" y="49989"/>
                    <a:pt x="91899" y="48330"/>
                    <a:pt x="90493" y="46130"/>
                  </a:cubicBezTo>
                  <a:cubicBezTo>
                    <a:pt x="89086" y="43930"/>
                    <a:pt x="87968" y="41189"/>
                    <a:pt x="86958" y="38412"/>
                  </a:cubicBezTo>
                  <a:cubicBezTo>
                    <a:pt x="84902" y="32749"/>
                    <a:pt x="81079" y="26798"/>
                    <a:pt x="77905" y="23804"/>
                  </a:cubicBezTo>
                  <a:cubicBezTo>
                    <a:pt x="76787" y="22794"/>
                    <a:pt x="75885" y="21929"/>
                    <a:pt x="75272" y="21063"/>
                  </a:cubicBezTo>
                  <a:cubicBezTo>
                    <a:pt x="74659" y="20198"/>
                    <a:pt x="74334" y="19332"/>
                    <a:pt x="74334" y="18214"/>
                  </a:cubicBezTo>
                  <a:cubicBezTo>
                    <a:pt x="74334" y="17312"/>
                    <a:pt x="74551" y="16194"/>
                    <a:pt x="75056" y="14824"/>
                  </a:cubicBezTo>
                  <a:cubicBezTo>
                    <a:pt x="75921" y="12515"/>
                    <a:pt x="78338" y="9414"/>
                    <a:pt x="80863" y="6781"/>
                  </a:cubicBezTo>
                  <a:cubicBezTo>
                    <a:pt x="82125" y="5482"/>
                    <a:pt x="83423" y="4292"/>
                    <a:pt x="84578" y="3354"/>
                  </a:cubicBezTo>
                  <a:cubicBezTo>
                    <a:pt x="85732" y="2453"/>
                    <a:pt x="86778" y="1803"/>
                    <a:pt x="87427" y="1551"/>
                  </a:cubicBezTo>
                  <a:cubicBezTo>
                    <a:pt x="88761" y="1118"/>
                    <a:pt x="90096" y="613"/>
                    <a:pt x="91070" y="613"/>
                  </a:cubicBezTo>
                  <a:close/>
                  <a:moveTo>
                    <a:pt x="91070" y="0"/>
                  </a:moveTo>
                  <a:cubicBezTo>
                    <a:pt x="89915" y="0"/>
                    <a:pt x="88545" y="541"/>
                    <a:pt x="87246" y="974"/>
                  </a:cubicBezTo>
                  <a:cubicBezTo>
                    <a:pt x="86453" y="1262"/>
                    <a:pt x="85407" y="1948"/>
                    <a:pt x="84217" y="2885"/>
                  </a:cubicBezTo>
                  <a:cubicBezTo>
                    <a:pt x="82450" y="4292"/>
                    <a:pt x="80358" y="6312"/>
                    <a:pt x="78554" y="8440"/>
                  </a:cubicBezTo>
                  <a:cubicBezTo>
                    <a:pt x="76751" y="10532"/>
                    <a:pt x="75200" y="12768"/>
                    <a:pt x="74515" y="14643"/>
                  </a:cubicBezTo>
                  <a:cubicBezTo>
                    <a:pt x="73974" y="16050"/>
                    <a:pt x="73721" y="17204"/>
                    <a:pt x="73721" y="18214"/>
                  </a:cubicBezTo>
                  <a:cubicBezTo>
                    <a:pt x="73721" y="19440"/>
                    <a:pt x="74118" y="20486"/>
                    <a:pt x="74767" y="21388"/>
                  </a:cubicBezTo>
                  <a:cubicBezTo>
                    <a:pt x="75453" y="22362"/>
                    <a:pt x="76390" y="23227"/>
                    <a:pt x="77508" y="24273"/>
                  </a:cubicBezTo>
                  <a:cubicBezTo>
                    <a:pt x="80574" y="27123"/>
                    <a:pt x="84397" y="33038"/>
                    <a:pt x="86381" y="38592"/>
                  </a:cubicBezTo>
                  <a:cubicBezTo>
                    <a:pt x="87391" y="41405"/>
                    <a:pt x="88545" y="44182"/>
                    <a:pt x="89988" y="46455"/>
                  </a:cubicBezTo>
                  <a:cubicBezTo>
                    <a:pt x="91288" y="48469"/>
                    <a:pt x="92822" y="50104"/>
                    <a:pt x="94696" y="50961"/>
                  </a:cubicBezTo>
                  <a:lnTo>
                    <a:pt x="94696" y="50961"/>
                  </a:lnTo>
                  <a:cubicBezTo>
                    <a:pt x="92972" y="51806"/>
                    <a:pt x="87861" y="54384"/>
                    <a:pt x="84253" y="56986"/>
                  </a:cubicBezTo>
                  <a:cubicBezTo>
                    <a:pt x="82053" y="58537"/>
                    <a:pt x="80430" y="59691"/>
                    <a:pt x="79348" y="60449"/>
                  </a:cubicBezTo>
                  <a:cubicBezTo>
                    <a:pt x="78807" y="60845"/>
                    <a:pt x="78410" y="61134"/>
                    <a:pt x="78158" y="61314"/>
                  </a:cubicBezTo>
                  <a:cubicBezTo>
                    <a:pt x="77968" y="61432"/>
                    <a:pt x="77857" y="61504"/>
                    <a:pt x="77802" y="61540"/>
                  </a:cubicBezTo>
                  <a:lnTo>
                    <a:pt x="77802" y="61540"/>
                  </a:lnTo>
                  <a:cubicBezTo>
                    <a:pt x="77579" y="61605"/>
                    <a:pt x="76171" y="62029"/>
                    <a:pt x="74551" y="62757"/>
                  </a:cubicBezTo>
                  <a:cubicBezTo>
                    <a:pt x="72748" y="63550"/>
                    <a:pt x="70692" y="64704"/>
                    <a:pt x="69501" y="66255"/>
                  </a:cubicBezTo>
                  <a:cubicBezTo>
                    <a:pt x="67589" y="68714"/>
                    <a:pt x="66648" y="70458"/>
                    <a:pt x="66397" y="70970"/>
                  </a:cubicBezTo>
                  <a:lnTo>
                    <a:pt x="66397" y="70970"/>
                  </a:lnTo>
                  <a:cubicBezTo>
                    <a:pt x="65525" y="71123"/>
                    <a:pt x="60874" y="71964"/>
                    <a:pt x="55580" y="73361"/>
                  </a:cubicBezTo>
                  <a:cubicBezTo>
                    <a:pt x="52658" y="74154"/>
                    <a:pt x="49520" y="75092"/>
                    <a:pt x="46707" y="76174"/>
                  </a:cubicBezTo>
                  <a:cubicBezTo>
                    <a:pt x="43936" y="77240"/>
                    <a:pt x="41514" y="78446"/>
                    <a:pt x="39891" y="79826"/>
                  </a:cubicBezTo>
                  <a:lnTo>
                    <a:pt x="39891" y="79826"/>
                  </a:lnTo>
                  <a:cubicBezTo>
                    <a:pt x="39591" y="79907"/>
                    <a:pt x="37413" y="80508"/>
                    <a:pt x="34769" y="81512"/>
                  </a:cubicBezTo>
                  <a:cubicBezTo>
                    <a:pt x="31920" y="82594"/>
                    <a:pt x="28601" y="84145"/>
                    <a:pt x="26582" y="86056"/>
                  </a:cubicBezTo>
                  <a:cubicBezTo>
                    <a:pt x="24562" y="87968"/>
                    <a:pt x="23119" y="90601"/>
                    <a:pt x="22181" y="92801"/>
                  </a:cubicBezTo>
                  <a:cubicBezTo>
                    <a:pt x="21351" y="94750"/>
                    <a:pt x="20888" y="96331"/>
                    <a:pt x="20793" y="96666"/>
                  </a:cubicBezTo>
                  <a:lnTo>
                    <a:pt x="20793" y="96666"/>
                  </a:lnTo>
                  <a:cubicBezTo>
                    <a:pt x="20662" y="96780"/>
                    <a:pt x="20391" y="97010"/>
                    <a:pt x="20017" y="97309"/>
                  </a:cubicBezTo>
                  <a:cubicBezTo>
                    <a:pt x="19224" y="97958"/>
                    <a:pt x="17962" y="98968"/>
                    <a:pt x="16699" y="99978"/>
                  </a:cubicBezTo>
                  <a:cubicBezTo>
                    <a:pt x="15401" y="100952"/>
                    <a:pt x="14066" y="101890"/>
                    <a:pt x="13201" y="102395"/>
                  </a:cubicBezTo>
                  <a:cubicBezTo>
                    <a:pt x="10712" y="103729"/>
                    <a:pt x="6564" y="106362"/>
                    <a:pt x="4509" y="112530"/>
                  </a:cubicBezTo>
                  <a:cubicBezTo>
                    <a:pt x="3499" y="115595"/>
                    <a:pt x="2381" y="120500"/>
                    <a:pt x="1515" y="124684"/>
                  </a:cubicBezTo>
                  <a:cubicBezTo>
                    <a:pt x="649" y="128868"/>
                    <a:pt x="36" y="132294"/>
                    <a:pt x="36" y="132294"/>
                  </a:cubicBezTo>
                  <a:cubicBezTo>
                    <a:pt x="0" y="132439"/>
                    <a:pt x="72" y="132583"/>
                    <a:pt x="181" y="132619"/>
                  </a:cubicBezTo>
                  <a:lnTo>
                    <a:pt x="6492" y="135540"/>
                  </a:lnTo>
                  <a:cubicBezTo>
                    <a:pt x="6528" y="135558"/>
                    <a:pt x="6573" y="135567"/>
                    <a:pt x="6618" y="135567"/>
                  </a:cubicBezTo>
                  <a:cubicBezTo>
                    <a:pt x="6664" y="135567"/>
                    <a:pt x="6709" y="135558"/>
                    <a:pt x="6745" y="135540"/>
                  </a:cubicBezTo>
                  <a:cubicBezTo>
                    <a:pt x="6853" y="135468"/>
                    <a:pt x="6889" y="135396"/>
                    <a:pt x="6889" y="135288"/>
                  </a:cubicBezTo>
                  <a:cubicBezTo>
                    <a:pt x="6925" y="135144"/>
                    <a:pt x="7141" y="131681"/>
                    <a:pt x="12515" y="126415"/>
                  </a:cubicBezTo>
                  <a:cubicBezTo>
                    <a:pt x="15365" y="123602"/>
                    <a:pt x="17637" y="119887"/>
                    <a:pt x="19296" y="116858"/>
                  </a:cubicBezTo>
                  <a:cubicBezTo>
                    <a:pt x="20090" y="115307"/>
                    <a:pt x="20775" y="113972"/>
                    <a:pt x="21244" y="112962"/>
                  </a:cubicBezTo>
                  <a:cubicBezTo>
                    <a:pt x="21460" y="112457"/>
                    <a:pt x="21676" y="112061"/>
                    <a:pt x="21821" y="111772"/>
                  </a:cubicBezTo>
                  <a:cubicBezTo>
                    <a:pt x="21893" y="111664"/>
                    <a:pt x="21929" y="111556"/>
                    <a:pt x="22001" y="111484"/>
                  </a:cubicBezTo>
                  <a:lnTo>
                    <a:pt x="22032" y="111422"/>
                  </a:lnTo>
                  <a:lnTo>
                    <a:pt x="22032" y="111422"/>
                  </a:lnTo>
                  <a:cubicBezTo>
                    <a:pt x="22072" y="111393"/>
                    <a:pt x="22134" y="111359"/>
                    <a:pt x="22217" y="111303"/>
                  </a:cubicBezTo>
                  <a:cubicBezTo>
                    <a:pt x="23547" y="110473"/>
                    <a:pt x="30999" y="105570"/>
                    <a:pt x="32191" y="104804"/>
                  </a:cubicBezTo>
                  <a:lnTo>
                    <a:pt x="32191" y="104804"/>
                  </a:lnTo>
                  <a:cubicBezTo>
                    <a:pt x="33450" y="105644"/>
                    <a:pt x="40477" y="110105"/>
                    <a:pt x="48366" y="111447"/>
                  </a:cubicBezTo>
                  <a:cubicBezTo>
                    <a:pt x="51143" y="111916"/>
                    <a:pt x="53993" y="112097"/>
                    <a:pt x="56589" y="112097"/>
                  </a:cubicBezTo>
                  <a:cubicBezTo>
                    <a:pt x="61074" y="112097"/>
                    <a:pt x="64816" y="111609"/>
                    <a:pt x="66140" y="111416"/>
                  </a:cubicBezTo>
                  <a:lnTo>
                    <a:pt x="66140" y="111416"/>
                  </a:lnTo>
                  <a:lnTo>
                    <a:pt x="63675" y="119111"/>
                  </a:lnTo>
                  <a:lnTo>
                    <a:pt x="63675" y="119111"/>
                  </a:lnTo>
                  <a:cubicBezTo>
                    <a:pt x="63317" y="119290"/>
                    <a:pt x="61962" y="119903"/>
                    <a:pt x="60449" y="120861"/>
                  </a:cubicBezTo>
                  <a:cubicBezTo>
                    <a:pt x="58717" y="121943"/>
                    <a:pt x="56734" y="123422"/>
                    <a:pt x="55904" y="125153"/>
                  </a:cubicBezTo>
                  <a:cubicBezTo>
                    <a:pt x="55111" y="126776"/>
                    <a:pt x="52875" y="130671"/>
                    <a:pt x="50819" y="134170"/>
                  </a:cubicBezTo>
                  <a:cubicBezTo>
                    <a:pt x="49809" y="135901"/>
                    <a:pt x="48835" y="137524"/>
                    <a:pt x="48114" y="138750"/>
                  </a:cubicBezTo>
                  <a:cubicBezTo>
                    <a:pt x="47392" y="139941"/>
                    <a:pt x="46923" y="140734"/>
                    <a:pt x="46923" y="140734"/>
                  </a:cubicBezTo>
                  <a:cubicBezTo>
                    <a:pt x="46851" y="140842"/>
                    <a:pt x="46887" y="141023"/>
                    <a:pt x="46996" y="141095"/>
                  </a:cubicBezTo>
                  <a:lnTo>
                    <a:pt x="52261" y="145387"/>
                  </a:lnTo>
                  <a:cubicBezTo>
                    <a:pt x="52315" y="145423"/>
                    <a:pt x="52388" y="145441"/>
                    <a:pt x="52460" y="145441"/>
                  </a:cubicBezTo>
                  <a:cubicBezTo>
                    <a:pt x="52532" y="145441"/>
                    <a:pt x="52604" y="145423"/>
                    <a:pt x="52658" y="145387"/>
                  </a:cubicBezTo>
                  <a:cubicBezTo>
                    <a:pt x="52658" y="145387"/>
                    <a:pt x="52730" y="145315"/>
                    <a:pt x="52911" y="145206"/>
                  </a:cubicBezTo>
                  <a:cubicBezTo>
                    <a:pt x="54029" y="144341"/>
                    <a:pt x="59078" y="140662"/>
                    <a:pt x="65823" y="137235"/>
                  </a:cubicBezTo>
                  <a:cubicBezTo>
                    <a:pt x="69718" y="135252"/>
                    <a:pt x="72170" y="133557"/>
                    <a:pt x="73902" y="131753"/>
                  </a:cubicBezTo>
                  <a:cubicBezTo>
                    <a:pt x="75669" y="129950"/>
                    <a:pt x="76715" y="128074"/>
                    <a:pt x="77869" y="125766"/>
                  </a:cubicBezTo>
                  <a:cubicBezTo>
                    <a:pt x="78987" y="123458"/>
                    <a:pt x="80249" y="120104"/>
                    <a:pt x="81259" y="117218"/>
                  </a:cubicBezTo>
                  <a:cubicBezTo>
                    <a:pt x="81728" y="115812"/>
                    <a:pt x="82161" y="114477"/>
                    <a:pt x="82486" y="113467"/>
                  </a:cubicBezTo>
                  <a:cubicBezTo>
                    <a:pt x="82630" y="112962"/>
                    <a:pt x="82774" y="112566"/>
                    <a:pt x="82882" y="112241"/>
                  </a:cubicBezTo>
                  <a:cubicBezTo>
                    <a:pt x="82954" y="111880"/>
                    <a:pt x="83027" y="111664"/>
                    <a:pt x="83027" y="111556"/>
                  </a:cubicBezTo>
                  <a:cubicBezTo>
                    <a:pt x="83027" y="111520"/>
                    <a:pt x="83063" y="111411"/>
                    <a:pt x="83135" y="111267"/>
                  </a:cubicBezTo>
                  <a:cubicBezTo>
                    <a:pt x="83387" y="110834"/>
                    <a:pt x="83964" y="110041"/>
                    <a:pt x="84505" y="108851"/>
                  </a:cubicBezTo>
                  <a:cubicBezTo>
                    <a:pt x="85046" y="107660"/>
                    <a:pt x="85587" y="106037"/>
                    <a:pt x="85732" y="103909"/>
                  </a:cubicBezTo>
                  <a:lnTo>
                    <a:pt x="86045" y="99238"/>
                  </a:lnTo>
                  <a:lnTo>
                    <a:pt x="86045" y="99238"/>
                  </a:lnTo>
                  <a:lnTo>
                    <a:pt x="97667" y="88792"/>
                  </a:lnTo>
                  <a:lnTo>
                    <a:pt x="97670" y="88797"/>
                  </a:lnTo>
                  <a:cubicBezTo>
                    <a:pt x="97670" y="88797"/>
                    <a:pt x="107011" y="85082"/>
                    <a:pt x="114802" y="76498"/>
                  </a:cubicBezTo>
                  <a:cubicBezTo>
                    <a:pt x="118697" y="72206"/>
                    <a:pt x="120969" y="69033"/>
                    <a:pt x="122340" y="65931"/>
                  </a:cubicBezTo>
                  <a:cubicBezTo>
                    <a:pt x="123746" y="62829"/>
                    <a:pt x="124251" y="59835"/>
                    <a:pt x="124648" y="56012"/>
                  </a:cubicBezTo>
                  <a:cubicBezTo>
                    <a:pt x="125045" y="52225"/>
                    <a:pt x="126019" y="42776"/>
                    <a:pt x="126920" y="34228"/>
                  </a:cubicBezTo>
                  <a:cubicBezTo>
                    <a:pt x="127353" y="29936"/>
                    <a:pt x="127786" y="25896"/>
                    <a:pt x="128110" y="22867"/>
                  </a:cubicBezTo>
                  <a:cubicBezTo>
                    <a:pt x="128255" y="21388"/>
                    <a:pt x="128399" y="20126"/>
                    <a:pt x="128507" y="19260"/>
                  </a:cubicBezTo>
                  <a:cubicBezTo>
                    <a:pt x="128543" y="18827"/>
                    <a:pt x="128579" y="18466"/>
                    <a:pt x="128615" y="18214"/>
                  </a:cubicBezTo>
                  <a:cubicBezTo>
                    <a:pt x="128652" y="18106"/>
                    <a:pt x="128652" y="17998"/>
                    <a:pt x="128652" y="17925"/>
                  </a:cubicBezTo>
                  <a:lnTo>
                    <a:pt x="128652" y="17853"/>
                  </a:lnTo>
                  <a:lnTo>
                    <a:pt x="128688" y="17817"/>
                  </a:lnTo>
                  <a:cubicBezTo>
                    <a:pt x="128688" y="17745"/>
                    <a:pt x="128760" y="17529"/>
                    <a:pt x="128904" y="17276"/>
                  </a:cubicBezTo>
                  <a:cubicBezTo>
                    <a:pt x="129084" y="16879"/>
                    <a:pt x="129373" y="16375"/>
                    <a:pt x="129734" y="15942"/>
                  </a:cubicBezTo>
                  <a:cubicBezTo>
                    <a:pt x="130094" y="15509"/>
                    <a:pt x="130491" y="15184"/>
                    <a:pt x="130888" y="15148"/>
                  </a:cubicBezTo>
                  <a:lnTo>
                    <a:pt x="130924" y="15148"/>
                  </a:lnTo>
                  <a:cubicBezTo>
                    <a:pt x="130996" y="15148"/>
                    <a:pt x="131284" y="15220"/>
                    <a:pt x="131609" y="15365"/>
                  </a:cubicBezTo>
                  <a:cubicBezTo>
                    <a:pt x="132763" y="15942"/>
                    <a:pt x="134747" y="17493"/>
                    <a:pt x="136550" y="18935"/>
                  </a:cubicBezTo>
                  <a:cubicBezTo>
                    <a:pt x="137452" y="19657"/>
                    <a:pt x="138317" y="20342"/>
                    <a:pt x="139003" y="20919"/>
                  </a:cubicBezTo>
                  <a:cubicBezTo>
                    <a:pt x="139688" y="21460"/>
                    <a:pt x="140193" y="21893"/>
                    <a:pt x="140445" y="22037"/>
                  </a:cubicBezTo>
                  <a:cubicBezTo>
                    <a:pt x="140914" y="22362"/>
                    <a:pt x="141564" y="22614"/>
                    <a:pt x="142213" y="22614"/>
                  </a:cubicBezTo>
                  <a:cubicBezTo>
                    <a:pt x="142682" y="22614"/>
                    <a:pt x="143114" y="22506"/>
                    <a:pt x="143475" y="22181"/>
                  </a:cubicBezTo>
                  <a:cubicBezTo>
                    <a:pt x="143836" y="21857"/>
                    <a:pt x="144088" y="21352"/>
                    <a:pt x="144160" y="20703"/>
                  </a:cubicBezTo>
                  <a:cubicBezTo>
                    <a:pt x="144160" y="20594"/>
                    <a:pt x="144160" y="20450"/>
                    <a:pt x="144160" y="20306"/>
                  </a:cubicBezTo>
                  <a:cubicBezTo>
                    <a:pt x="144160" y="19044"/>
                    <a:pt x="143691" y="17204"/>
                    <a:pt x="142501" y="14932"/>
                  </a:cubicBezTo>
                  <a:cubicBezTo>
                    <a:pt x="141347" y="12696"/>
                    <a:pt x="139508" y="10063"/>
                    <a:pt x="136767" y="7358"/>
                  </a:cubicBezTo>
                  <a:cubicBezTo>
                    <a:pt x="134675" y="5230"/>
                    <a:pt x="132799" y="3787"/>
                    <a:pt x="131140" y="2849"/>
                  </a:cubicBezTo>
                  <a:cubicBezTo>
                    <a:pt x="129517" y="1912"/>
                    <a:pt x="128147" y="1479"/>
                    <a:pt x="127028" y="1479"/>
                  </a:cubicBezTo>
                  <a:cubicBezTo>
                    <a:pt x="126235" y="1479"/>
                    <a:pt x="125550" y="1731"/>
                    <a:pt x="125117" y="2200"/>
                  </a:cubicBezTo>
                  <a:cubicBezTo>
                    <a:pt x="124756" y="2597"/>
                    <a:pt x="124540" y="3138"/>
                    <a:pt x="124396" y="3751"/>
                  </a:cubicBezTo>
                  <a:cubicBezTo>
                    <a:pt x="124215" y="4653"/>
                    <a:pt x="124215" y="5735"/>
                    <a:pt x="124179" y="7033"/>
                  </a:cubicBezTo>
                  <a:cubicBezTo>
                    <a:pt x="124143" y="8332"/>
                    <a:pt x="124035" y="9846"/>
                    <a:pt x="123710" y="11542"/>
                  </a:cubicBezTo>
                  <a:cubicBezTo>
                    <a:pt x="123278" y="13778"/>
                    <a:pt x="121654" y="19116"/>
                    <a:pt x="119779" y="24814"/>
                  </a:cubicBezTo>
                  <a:cubicBezTo>
                    <a:pt x="117904" y="30513"/>
                    <a:pt x="115812" y="36608"/>
                    <a:pt x="114405" y="40540"/>
                  </a:cubicBezTo>
                  <a:cubicBezTo>
                    <a:pt x="112674" y="45373"/>
                    <a:pt x="112349" y="51215"/>
                    <a:pt x="112349" y="55075"/>
                  </a:cubicBezTo>
                  <a:cubicBezTo>
                    <a:pt x="112349" y="57010"/>
                    <a:pt x="112439" y="58429"/>
                    <a:pt x="112477" y="58941"/>
                  </a:cubicBezTo>
                  <a:lnTo>
                    <a:pt x="112477" y="58941"/>
                  </a:lnTo>
                  <a:cubicBezTo>
                    <a:pt x="111604" y="59257"/>
                    <a:pt x="108459" y="60490"/>
                    <a:pt x="106110" y="62252"/>
                  </a:cubicBezTo>
                  <a:cubicBezTo>
                    <a:pt x="104775" y="63262"/>
                    <a:pt x="103044" y="64452"/>
                    <a:pt x="101673" y="65426"/>
                  </a:cubicBezTo>
                  <a:cubicBezTo>
                    <a:pt x="100988" y="65895"/>
                    <a:pt x="100411" y="66291"/>
                    <a:pt x="99978" y="66616"/>
                  </a:cubicBezTo>
                  <a:cubicBezTo>
                    <a:pt x="99741" y="66774"/>
                    <a:pt x="99558" y="66900"/>
                    <a:pt x="99441" y="66981"/>
                  </a:cubicBezTo>
                  <a:lnTo>
                    <a:pt x="99441" y="66981"/>
                  </a:lnTo>
                  <a:lnTo>
                    <a:pt x="98825" y="66683"/>
                  </a:lnTo>
                  <a:lnTo>
                    <a:pt x="98825" y="66683"/>
                  </a:lnTo>
                  <a:cubicBezTo>
                    <a:pt x="99364" y="66134"/>
                    <a:pt x="100585" y="64872"/>
                    <a:pt x="101926" y="63370"/>
                  </a:cubicBezTo>
                  <a:cubicBezTo>
                    <a:pt x="103729" y="61350"/>
                    <a:pt x="105785" y="58862"/>
                    <a:pt x="106795" y="57022"/>
                  </a:cubicBezTo>
                  <a:cubicBezTo>
                    <a:pt x="107408" y="55832"/>
                    <a:pt x="107913" y="55002"/>
                    <a:pt x="108238" y="54353"/>
                  </a:cubicBezTo>
                  <a:cubicBezTo>
                    <a:pt x="108562" y="53704"/>
                    <a:pt x="108779" y="53199"/>
                    <a:pt x="108779" y="52622"/>
                  </a:cubicBezTo>
                  <a:cubicBezTo>
                    <a:pt x="108779" y="52081"/>
                    <a:pt x="108562" y="51540"/>
                    <a:pt x="108238" y="50819"/>
                  </a:cubicBezTo>
                  <a:cubicBezTo>
                    <a:pt x="107949" y="50242"/>
                    <a:pt x="107264" y="49196"/>
                    <a:pt x="106290" y="47861"/>
                  </a:cubicBezTo>
                  <a:cubicBezTo>
                    <a:pt x="103405" y="43822"/>
                    <a:pt x="98103" y="37185"/>
                    <a:pt x="95434" y="33723"/>
                  </a:cubicBezTo>
                  <a:cubicBezTo>
                    <a:pt x="93630" y="31451"/>
                    <a:pt x="91647" y="28349"/>
                    <a:pt x="90024" y="25572"/>
                  </a:cubicBezTo>
                  <a:cubicBezTo>
                    <a:pt x="88365" y="22794"/>
                    <a:pt x="87030" y="20306"/>
                    <a:pt x="86597" y="19224"/>
                  </a:cubicBezTo>
                  <a:cubicBezTo>
                    <a:pt x="86164" y="18142"/>
                    <a:pt x="85984" y="17060"/>
                    <a:pt x="85984" y="16050"/>
                  </a:cubicBezTo>
                  <a:cubicBezTo>
                    <a:pt x="85984" y="15040"/>
                    <a:pt x="86164" y="14138"/>
                    <a:pt x="86489" y="13381"/>
                  </a:cubicBezTo>
                  <a:cubicBezTo>
                    <a:pt x="86561" y="13273"/>
                    <a:pt x="86705" y="13056"/>
                    <a:pt x="86922" y="12804"/>
                  </a:cubicBezTo>
                  <a:cubicBezTo>
                    <a:pt x="87715" y="12010"/>
                    <a:pt x="89338" y="10820"/>
                    <a:pt x="90781" y="9305"/>
                  </a:cubicBezTo>
                  <a:cubicBezTo>
                    <a:pt x="92224" y="7827"/>
                    <a:pt x="93522" y="5987"/>
                    <a:pt x="93594" y="3751"/>
                  </a:cubicBezTo>
                  <a:cubicBezTo>
                    <a:pt x="93594" y="3679"/>
                    <a:pt x="93594" y="3571"/>
                    <a:pt x="93594" y="3499"/>
                  </a:cubicBezTo>
                  <a:cubicBezTo>
                    <a:pt x="93594" y="2236"/>
                    <a:pt x="93342" y="1371"/>
                    <a:pt x="92909" y="794"/>
                  </a:cubicBezTo>
                  <a:cubicBezTo>
                    <a:pt x="92693" y="505"/>
                    <a:pt x="92404" y="289"/>
                    <a:pt x="92079" y="180"/>
                  </a:cubicBezTo>
                  <a:cubicBezTo>
                    <a:pt x="91791" y="36"/>
                    <a:pt x="91430" y="0"/>
                    <a:pt x="910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2" name="Google Shape;2152;g312bfb4b743_5_798"/>
            <p:cNvSpPr/>
            <p:nvPr/>
          </p:nvSpPr>
          <p:spPr>
            <a:xfrm>
              <a:off x="2728875" y="2701500"/>
              <a:ext cx="2002650" cy="1227200"/>
            </a:xfrm>
            <a:custGeom>
              <a:avLst/>
              <a:gdLst/>
              <a:ahLst/>
              <a:cxnLst/>
              <a:rect l="l" t="t" r="r" b="b"/>
              <a:pathLst>
                <a:path w="80106" h="49088" extrusionOk="0">
                  <a:moveTo>
                    <a:pt x="57852" y="0"/>
                  </a:moveTo>
                  <a:cubicBezTo>
                    <a:pt x="56446" y="0"/>
                    <a:pt x="54714" y="109"/>
                    <a:pt x="53055" y="289"/>
                  </a:cubicBezTo>
                  <a:cubicBezTo>
                    <a:pt x="51468" y="2525"/>
                    <a:pt x="50783" y="3896"/>
                    <a:pt x="50783" y="3896"/>
                  </a:cubicBezTo>
                  <a:cubicBezTo>
                    <a:pt x="50783" y="3896"/>
                    <a:pt x="30513" y="7394"/>
                    <a:pt x="24238" y="12768"/>
                  </a:cubicBezTo>
                  <a:cubicBezTo>
                    <a:pt x="24238" y="12768"/>
                    <a:pt x="14932" y="15221"/>
                    <a:pt x="11001" y="18936"/>
                  </a:cubicBezTo>
                  <a:cubicBezTo>
                    <a:pt x="7070" y="22651"/>
                    <a:pt x="5266" y="29467"/>
                    <a:pt x="5266" y="29467"/>
                  </a:cubicBezTo>
                  <a:cubicBezTo>
                    <a:pt x="5266" y="29467"/>
                    <a:pt x="2489" y="31848"/>
                    <a:pt x="1" y="33651"/>
                  </a:cubicBezTo>
                  <a:cubicBezTo>
                    <a:pt x="364" y="33624"/>
                    <a:pt x="773" y="33606"/>
                    <a:pt x="1210" y="33606"/>
                  </a:cubicBezTo>
                  <a:cubicBezTo>
                    <a:pt x="3118" y="33606"/>
                    <a:pt x="5553" y="33951"/>
                    <a:pt x="6962" y="35418"/>
                  </a:cubicBezTo>
                  <a:cubicBezTo>
                    <a:pt x="8729" y="37258"/>
                    <a:pt x="8585" y="40504"/>
                    <a:pt x="8332" y="42379"/>
                  </a:cubicBezTo>
                  <a:cubicBezTo>
                    <a:pt x="11398" y="40396"/>
                    <a:pt x="16375" y="37113"/>
                    <a:pt x="16375" y="37113"/>
                  </a:cubicBezTo>
                  <a:cubicBezTo>
                    <a:pt x="16375" y="37113"/>
                    <a:pt x="23985" y="42379"/>
                    <a:pt x="32641" y="43822"/>
                  </a:cubicBezTo>
                  <a:cubicBezTo>
                    <a:pt x="35381" y="44292"/>
                    <a:pt x="38212" y="44452"/>
                    <a:pt x="40799" y="44452"/>
                  </a:cubicBezTo>
                  <a:cubicBezTo>
                    <a:pt x="46352" y="44452"/>
                    <a:pt x="50783" y="43714"/>
                    <a:pt x="50783" y="43714"/>
                  </a:cubicBezTo>
                  <a:lnTo>
                    <a:pt x="50783" y="43714"/>
                  </a:lnTo>
                  <a:lnTo>
                    <a:pt x="50350" y="45048"/>
                  </a:lnTo>
                  <a:cubicBezTo>
                    <a:pt x="51450" y="44242"/>
                    <a:pt x="53412" y="43153"/>
                    <a:pt x="56145" y="43153"/>
                  </a:cubicBezTo>
                  <a:cubicBezTo>
                    <a:pt x="57445" y="43153"/>
                    <a:pt x="58919" y="43399"/>
                    <a:pt x="60557" y="44038"/>
                  </a:cubicBezTo>
                  <a:cubicBezTo>
                    <a:pt x="63334" y="45156"/>
                    <a:pt x="64741" y="47068"/>
                    <a:pt x="65390" y="49088"/>
                  </a:cubicBezTo>
                  <a:cubicBezTo>
                    <a:pt x="66256" y="46563"/>
                    <a:pt x="66905" y="44507"/>
                    <a:pt x="66941" y="44147"/>
                  </a:cubicBezTo>
                  <a:cubicBezTo>
                    <a:pt x="67049" y="43389"/>
                    <a:pt x="69285" y="41369"/>
                    <a:pt x="69646" y="36536"/>
                  </a:cubicBezTo>
                  <a:lnTo>
                    <a:pt x="69971" y="31703"/>
                  </a:lnTo>
                  <a:lnTo>
                    <a:pt x="79889" y="22831"/>
                  </a:lnTo>
                  <a:cubicBezTo>
                    <a:pt x="80106" y="20667"/>
                    <a:pt x="79817" y="17349"/>
                    <a:pt x="77833" y="12768"/>
                  </a:cubicBezTo>
                  <a:cubicBezTo>
                    <a:pt x="73902" y="3787"/>
                    <a:pt x="61351" y="0"/>
                    <a:pt x="5785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3" name="Google Shape;2153;g312bfb4b743_5_798"/>
            <p:cNvSpPr/>
            <p:nvPr/>
          </p:nvSpPr>
          <p:spPr>
            <a:xfrm>
              <a:off x="2941675" y="3491375"/>
              <a:ext cx="1069400" cy="313800"/>
            </a:xfrm>
            <a:custGeom>
              <a:avLst/>
              <a:gdLst/>
              <a:ahLst/>
              <a:cxnLst/>
              <a:rect l="l" t="t" r="r" b="b"/>
              <a:pathLst>
                <a:path w="42776" h="12552" extrusionOk="0">
                  <a:moveTo>
                    <a:pt x="8620" y="0"/>
                  </a:moveTo>
                  <a:cubicBezTo>
                    <a:pt x="8620" y="0"/>
                    <a:pt x="7683" y="2777"/>
                    <a:pt x="5122" y="3715"/>
                  </a:cubicBezTo>
                  <a:cubicBezTo>
                    <a:pt x="3968" y="4148"/>
                    <a:pt x="1912" y="5194"/>
                    <a:pt x="0" y="6204"/>
                  </a:cubicBezTo>
                  <a:cubicBezTo>
                    <a:pt x="217" y="7033"/>
                    <a:pt x="289" y="7899"/>
                    <a:pt x="289" y="8692"/>
                  </a:cubicBezTo>
                  <a:cubicBezTo>
                    <a:pt x="289" y="9233"/>
                    <a:pt x="253" y="9738"/>
                    <a:pt x="217" y="10171"/>
                  </a:cubicBezTo>
                  <a:cubicBezTo>
                    <a:pt x="2453" y="8692"/>
                    <a:pt x="5447" y="6745"/>
                    <a:pt x="6853" y="5807"/>
                  </a:cubicBezTo>
                  <a:cubicBezTo>
                    <a:pt x="7394" y="5446"/>
                    <a:pt x="7683" y="5266"/>
                    <a:pt x="7683" y="5266"/>
                  </a:cubicBezTo>
                  <a:cubicBezTo>
                    <a:pt x="7755" y="5230"/>
                    <a:pt x="7791" y="5194"/>
                    <a:pt x="7863" y="5194"/>
                  </a:cubicBezTo>
                  <a:cubicBezTo>
                    <a:pt x="7935" y="5194"/>
                    <a:pt x="7971" y="5230"/>
                    <a:pt x="8043" y="5266"/>
                  </a:cubicBezTo>
                  <a:cubicBezTo>
                    <a:pt x="8043" y="5266"/>
                    <a:pt x="8043" y="5266"/>
                    <a:pt x="8115" y="5302"/>
                  </a:cubicBezTo>
                  <a:cubicBezTo>
                    <a:pt x="8188" y="5338"/>
                    <a:pt x="8260" y="5410"/>
                    <a:pt x="8368" y="5482"/>
                  </a:cubicBezTo>
                  <a:cubicBezTo>
                    <a:pt x="8584" y="5627"/>
                    <a:pt x="8909" y="5843"/>
                    <a:pt x="9342" y="6096"/>
                  </a:cubicBezTo>
                  <a:cubicBezTo>
                    <a:pt x="10171" y="6600"/>
                    <a:pt x="11398" y="7322"/>
                    <a:pt x="12876" y="8043"/>
                  </a:cubicBezTo>
                  <a:cubicBezTo>
                    <a:pt x="15870" y="9558"/>
                    <a:pt x="19909" y="11217"/>
                    <a:pt x="24165" y="11938"/>
                  </a:cubicBezTo>
                  <a:cubicBezTo>
                    <a:pt x="26870" y="12407"/>
                    <a:pt x="29684" y="12552"/>
                    <a:pt x="32280" y="12552"/>
                  </a:cubicBezTo>
                  <a:cubicBezTo>
                    <a:pt x="36428" y="12552"/>
                    <a:pt x="39963" y="12155"/>
                    <a:pt x="41478" y="11938"/>
                  </a:cubicBezTo>
                  <a:cubicBezTo>
                    <a:pt x="41802" y="11902"/>
                    <a:pt x="42055" y="11866"/>
                    <a:pt x="42163" y="11830"/>
                  </a:cubicBezTo>
                  <a:cubicBezTo>
                    <a:pt x="42596" y="10640"/>
                    <a:pt x="42776" y="9378"/>
                    <a:pt x="42019" y="8873"/>
                  </a:cubicBezTo>
                  <a:cubicBezTo>
                    <a:pt x="40612" y="7935"/>
                    <a:pt x="41081" y="5375"/>
                    <a:pt x="41081" y="5374"/>
                  </a:cubicBezTo>
                  <a:lnTo>
                    <a:pt x="41081" y="5374"/>
                  </a:lnTo>
                  <a:cubicBezTo>
                    <a:pt x="41081" y="5375"/>
                    <a:pt x="40287" y="7142"/>
                    <a:pt x="34697" y="7719"/>
                  </a:cubicBezTo>
                  <a:cubicBezTo>
                    <a:pt x="33651" y="8981"/>
                    <a:pt x="32389" y="9414"/>
                    <a:pt x="31162" y="9414"/>
                  </a:cubicBezTo>
                  <a:cubicBezTo>
                    <a:pt x="29215" y="9414"/>
                    <a:pt x="27303" y="8296"/>
                    <a:pt x="26257" y="7466"/>
                  </a:cubicBezTo>
                  <a:cubicBezTo>
                    <a:pt x="17781" y="5735"/>
                    <a:pt x="8620" y="0"/>
                    <a:pt x="86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4" name="Google Shape;2154;g312bfb4b743_5_798"/>
            <p:cNvSpPr/>
            <p:nvPr/>
          </p:nvSpPr>
          <p:spPr>
            <a:xfrm>
              <a:off x="4294200" y="3286675"/>
              <a:ext cx="393150" cy="620400"/>
            </a:xfrm>
            <a:custGeom>
              <a:avLst/>
              <a:gdLst/>
              <a:ahLst/>
              <a:cxnLst/>
              <a:rect l="l" t="t" r="r" b="b"/>
              <a:pathLst>
                <a:path w="15726" h="24816" extrusionOk="0">
                  <a:moveTo>
                    <a:pt x="15256" y="1"/>
                  </a:moveTo>
                  <a:lnTo>
                    <a:pt x="5663" y="4437"/>
                  </a:lnTo>
                  <a:cubicBezTo>
                    <a:pt x="5663" y="4437"/>
                    <a:pt x="6131" y="11687"/>
                    <a:pt x="3571" y="15402"/>
                  </a:cubicBezTo>
                  <a:cubicBezTo>
                    <a:pt x="1010" y="19153"/>
                    <a:pt x="72" y="20307"/>
                    <a:pt x="72" y="20307"/>
                  </a:cubicBezTo>
                  <a:cubicBezTo>
                    <a:pt x="72" y="20307"/>
                    <a:pt x="72" y="20740"/>
                    <a:pt x="0" y="21389"/>
                  </a:cubicBezTo>
                  <a:cubicBezTo>
                    <a:pt x="1335" y="22327"/>
                    <a:pt x="2236" y="23517"/>
                    <a:pt x="2777" y="24815"/>
                  </a:cubicBezTo>
                  <a:cubicBezTo>
                    <a:pt x="3282" y="23264"/>
                    <a:pt x="3715" y="21966"/>
                    <a:pt x="3895" y="21244"/>
                  </a:cubicBezTo>
                  <a:cubicBezTo>
                    <a:pt x="3967" y="20956"/>
                    <a:pt x="4040" y="20776"/>
                    <a:pt x="4040" y="20703"/>
                  </a:cubicBezTo>
                  <a:cubicBezTo>
                    <a:pt x="4040" y="20559"/>
                    <a:pt x="4112" y="20415"/>
                    <a:pt x="4184" y="20271"/>
                  </a:cubicBezTo>
                  <a:cubicBezTo>
                    <a:pt x="4292" y="20126"/>
                    <a:pt x="4364" y="19946"/>
                    <a:pt x="4508" y="19766"/>
                  </a:cubicBezTo>
                  <a:cubicBezTo>
                    <a:pt x="4725" y="19369"/>
                    <a:pt x="5013" y="18900"/>
                    <a:pt x="5338" y="18323"/>
                  </a:cubicBezTo>
                  <a:cubicBezTo>
                    <a:pt x="5915" y="17133"/>
                    <a:pt x="6564" y="15474"/>
                    <a:pt x="6709" y="13093"/>
                  </a:cubicBezTo>
                  <a:cubicBezTo>
                    <a:pt x="6889" y="10713"/>
                    <a:pt x="6961" y="9487"/>
                    <a:pt x="7033" y="8910"/>
                  </a:cubicBezTo>
                  <a:cubicBezTo>
                    <a:pt x="7069" y="8296"/>
                    <a:pt x="7069" y="8296"/>
                    <a:pt x="7069" y="8296"/>
                  </a:cubicBezTo>
                  <a:cubicBezTo>
                    <a:pt x="7069" y="8224"/>
                    <a:pt x="7105" y="8152"/>
                    <a:pt x="7141" y="8080"/>
                  </a:cubicBezTo>
                  <a:lnTo>
                    <a:pt x="15725" y="398"/>
                  </a:lnTo>
                  <a:lnTo>
                    <a:pt x="1525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5" name="Google Shape;2155;g312bfb4b743_5_798"/>
            <p:cNvSpPr/>
            <p:nvPr/>
          </p:nvSpPr>
          <p:spPr>
            <a:xfrm>
              <a:off x="2720750" y="2693375"/>
              <a:ext cx="2014375" cy="1243450"/>
            </a:xfrm>
            <a:custGeom>
              <a:avLst/>
              <a:gdLst/>
              <a:ahLst/>
              <a:cxnLst/>
              <a:rect l="l" t="t" r="r" b="b"/>
              <a:pathLst>
                <a:path w="80575" h="49738" extrusionOk="0">
                  <a:moveTo>
                    <a:pt x="58177" y="614"/>
                  </a:moveTo>
                  <a:cubicBezTo>
                    <a:pt x="59007" y="614"/>
                    <a:pt x="60413" y="830"/>
                    <a:pt x="62145" y="1335"/>
                  </a:cubicBezTo>
                  <a:cubicBezTo>
                    <a:pt x="64705" y="2057"/>
                    <a:pt x="67915" y="3391"/>
                    <a:pt x="70873" y="5339"/>
                  </a:cubicBezTo>
                  <a:cubicBezTo>
                    <a:pt x="73794" y="7322"/>
                    <a:pt x="76427" y="9919"/>
                    <a:pt x="77870" y="13201"/>
                  </a:cubicBezTo>
                  <a:cubicBezTo>
                    <a:pt x="79493" y="16952"/>
                    <a:pt x="79962" y="19838"/>
                    <a:pt x="79962" y="21894"/>
                  </a:cubicBezTo>
                  <a:cubicBezTo>
                    <a:pt x="79962" y="22323"/>
                    <a:pt x="79962" y="22692"/>
                    <a:pt x="79934" y="23029"/>
                  </a:cubicBezTo>
                  <a:lnTo>
                    <a:pt x="79934" y="23029"/>
                  </a:lnTo>
                  <a:lnTo>
                    <a:pt x="70079" y="31812"/>
                  </a:lnTo>
                  <a:cubicBezTo>
                    <a:pt x="70043" y="31884"/>
                    <a:pt x="70007" y="31956"/>
                    <a:pt x="70007" y="32028"/>
                  </a:cubicBezTo>
                  <a:cubicBezTo>
                    <a:pt x="70007" y="32028"/>
                    <a:pt x="70007" y="32028"/>
                    <a:pt x="69971" y="32642"/>
                  </a:cubicBezTo>
                  <a:cubicBezTo>
                    <a:pt x="69899" y="33219"/>
                    <a:pt x="69827" y="34445"/>
                    <a:pt x="69647" y="36825"/>
                  </a:cubicBezTo>
                  <a:cubicBezTo>
                    <a:pt x="69502" y="39206"/>
                    <a:pt x="68853" y="40865"/>
                    <a:pt x="68276" y="42055"/>
                  </a:cubicBezTo>
                  <a:cubicBezTo>
                    <a:pt x="67951" y="42632"/>
                    <a:pt x="67663" y="43101"/>
                    <a:pt x="67446" y="43498"/>
                  </a:cubicBezTo>
                  <a:cubicBezTo>
                    <a:pt x="67302" y="43678"/>
                    <a:pt x="67230" y="43858"/>
                    <a:pt x="67122" y="44003"/>
                  </a:cubicBezTo>
                  <a:cubicBezTo>
                    <a:pt x="67050" y="44147"/>
                    <a:pt x="66978" y="44291"/>
                    <a:pt x="66978" y="44435"/>
                  </a:cubicBezTo>
                  <a:cubicBezTo>
                    <a:pt x="66978" y="44508"/>
                    <a:pt x="66905" y="44688"/>
                    <a:pt x="66833" y="44976"/>
                  </a:cubicBezTo>
                  <a:cubicBezTo>
                    <a:pt x="66648" y="45688"/>
                    <a:pt x="66250" y="46984"/>
                    <a:pt x="65707" y="48545"/>
                  </a:cubicBezTo>
                  <a:lnTo>
                    <a:pt x="65707" y="48545"/>
                  </a:lnTo>
                  <a:cubicBezTo>
                    <a:pt x="64932" y="46727"/>
                    <a:pt x="63512" y="45088"/>
                    <a:pt x="60990" y="44111"/>
                  </a:cubicBezTo>
                  <a:cubicBezTo>
                    <a:pt x="59295" y="43426"/>
                    <a:pt x="57780" y="43173"/>
                    <a:pt x="56446" y="43173"/>
                  </a:cubicBezTo>
                  <a:cubicBezTo>
                    <a:pt x="54166" y="43173"/>
                    <a:pt x="52431" y="43907"/>
                    <a:pt x="51241" y="44627"/>
                  </a:cubicBezTo>
                  <a:lnTo>
                    <a:pt x="51241" y="44627"/>
                  </a:lnTo>
                  <a:lnTo>
                    <a:pt x="51397" y="44147"/>
                  </a:lnTo>
                  <a:cubicBezTo>
                    <a:pt x="51433" y="44039"/>
                    <a:pt x="51433" y="43931"/>
                    <a:pt x="51361" y="43858"/>
                  </a:cubicBezTo>
                  <a:cubicBezTo>
                    <a:pt x="51306" y="43777"/>
                    <a:pt x="51232" y="43737"/>
                    <a:pt x="51153" y="43737"/>
                  </a:cubicBezTo>
                  <a:cubicBezTo>
                    <a:pt x="51126" y="43737"/>
                    <a:pt x="51099" y="43741"/>
                    <a:pt x="51072" y="43750"/>
                  </a:cubicBezTo>
                  <a:cubicBezTo>
                    <a:pt x="51072" y="43750"/>
                    <a:pt x="50783" y="43786"/>
                    <a:pt x="50315" y="43858"/>
                  </a:cubicBezTo>
                  <a:cubicBezTo>
                    <a:pt x="48800" y="44075"/>
                    <a:pt x="45265" y="44472"/>
                    <a:pt x="41117" y="44472"/>
                  </a:cubicBezTo>
                  <a:cubicBezTo>
                    <a:pt x="38521" y="44472"/>
                    <a:pt x="35707" y="44327"/>
                    <a:pt x="33002" y="43858"/>
                  </a:cubicBezTo>
                  <a:cubicBezTo>
                    <a:pt x="28746" y="43137"/>
                    <a:pt x="24707" y="41478"/>
                    <a:pt x="21713" y="39963"/>
                  </a:cubicBezTo>
                  <a:cubicBezTo>
                    <a:pt x="20235" y="39242"/>
                    <a:pt x="19008" y="38520"/>
                    <a:pt x="18179" y="38016"/>
                  </a:cubicBezTo>
                  <a:cubicBezTo>
                    <a:pt x="17746" y="37763"/>
                    <a:pt x="17421" y="37547"/>
                    <a:pt x="17205" y="37402"/>
                  </a:cubicBezTo>
                  <a:cubicBezTo>
                    <a:pt x="17097" y="37330"/>
                    <a:pt x="17025" y="37258"/>
                    <a:pt x="16952" y="37222"/>
                  </a:cubicBezTo>
                  <a:cubicBezTo>
                    <a:pt x="16880" y="37186"/>
                    <a:pt x="16880" y="37186"/>
                    <a:pt x="16880" y="37186"/>
                  </a:cubicBezTo>
                  <a:cubicBezTo>
                    <a:pt x="16826" y="37150"/>
                    <a:pt x="16763" y="37132"/>
                    <a:pt x="16700" y="37132"/>
                  </a:cubicBezTo>
                  <a:cubicBezTo>
                    <a:pt x="16637" y="37132"/>
                    <a:pt x="16574" y="37150"/>
                    <a:pt x="16520" y="37186"/>
                  </a:cubicBezTo>
                  <a:cubicBezTo>
                    <a:pt x="16520" y="37186"/>
                    <a:pt x="16231" y="37366"/>
                    <a:pt x="15690" y="37727"/>
                  </a:cubicBezTo>
                  <a:cubicBezTo>
                    <a:pt x="14291" y="38660"/>
                    <a:pt x="11291" y="40639"/>
                    <a:pt x="9050" y="42102"/>
                  </a:cubicBezTo>
                  <a:lnTo>
                    <a:pt x="9050" y="42102"/>
                  </a:lnTo>
                  <a:cubicBezTo>
                    <a:pt x="9093" y="41645"/>
                    <a:pt x="9126" y="41145"/>
                    <a:pt x="9126" y="40612"/>
                  </a:cubicBezTo>
                  <a:cubicBezTo>
                    <a:pt x="9126" y="38917"/>
                    <a:pt x="8801" y="36897"/>
                    <a:pt x="7503" y="35527"/>
                  </a:cubicBezTo>
                  <a:cubicBezTo>
                    <a:pt x="6745" y="34733"/>
                    <a:pt x="5736" y="34265"/>
                    <a:pt x="4690" y="34012"/>
                  </a:cubicBezTo>
                  <a:cubicBezTo>
                    <a:pt x="3644" y="33724"/>
                    <a:pt x="2526" y="33651"/>
                    <a:pt x="1588" y="33651"/>
                  </a:cubicBezTo>
                  <a:cubicBezTo>
                    <a:pt x="1486" y="33651"/>
                    <a:pt x="1385" y="33651"/>
                    <a:pt x="1287" y="33652"/>
                  </a:cubicBezTo>
                  <a:lnTo>
                    <a:pt x="1287" y="33652"/>
                  </a:lnTo>
                  <a:cubicBezTo>
                    <a:pt x="3541" y="31957"/>
                    <a:pt x="5775" y="30045"/>
                    <a:pt x="5808" y="30045"/>
                  </a:cubicBezTo>
                  <a:cubicBezTo>
                    <a:pt x="5844" y="29973"/>
                    <a:pt x="5880" y="29937"/>
                    <a:pt x="5880" y="29864"/>
                  </a:cubicBezTo>
                  <a:cubicBezTo>
                    <a:pt x="5880" y="29864"/>
                    <a:pt x="5916" y="29756"/>
                    <a:pt x="5988" y="29576"/>
                  </a:cubicBezTo>
                  <a:cubicBezTo>
                    <a:pt x="6349" y="28241"/>
                    <a:pt x="8152" y="22615"/>
                    <a:pt x="11506" y="19477"/>
                  </a:cubicBezTo>
                  <a:cubicBezTo>
                    <a:pt x="13418" y="17674"/>
                    <a:pt x="16700" y="16123"/>
                    <a:pt x="19513" y="15077"/>
                  </a:cubicBezTo>
                  <a:cubicBezTo>
                    <a:pt x="20920" y="14536"/>
                    <a:pt x="22182" y="14103"/>
                    <a:pt x="23120" y="13814"/>
                  </a:cubicBezTo>
                  <a:cubicBezTo>
                    <a:pt x="23589" y="13670"/>
                    <a:pt x="23950" y="13562"/>
                    <a:pt x="24238" y="13490"/>
                  </a:cubicBezTo>
                  <a:cubicBezTo>
                    <a:pt x="24491" y="13418"/>
                    <a:pt x="24635" y="13382"/>
                    <a:pt x="24635" y="13382"/>
                  </a:cubicBezTo>
                  <a:lnTo>
                    <a:pt x="24743" y="13310"/>
                  </a:lnTo>
                  <a:cubicBezTo>
                    <a:pt x="26258" y="12011"/>
                    <a:pt x="28674" y="10785"/>
                    <a:pt x="31451" y="9703"/>
                  </a:cubicBezTo>
                  <a:cubicBezTo>
                    <a:pt x="35599" y="8116"/>
                    <a:pt x="40540" y="6817"/>
                    <a:pt x="44436" y="5916"/>
                  </a:cubicBezTo>
                  <a:cubicBezTo>
                    <a:pt x="46383" y="5447"/>
                    <a:pt x="48078" y="5122"/>
                    <a:pt x="49269" y="4870"/>
                  </a:cubicBezTo>
                  <a:cubicBezTo>
                    <a:pt x="49882" y="4762"/>
                    <a:pt x="50351" y="4690"/>
                    <a:pt x="50675" y="4617"/>
                  </a:cubicBezTo>
                  <a:cubicBezTo>
                    <a:pt x="51000" y="4545"/>
                    <a:pt x="51180" y="4545"/>
                    <a:pt x="51180" y="4545"/>
                  </a:cubicBezTo>
                  <a:cubicBezTo>
                    <a:pt x="51252" y="4509"/>
                    <a:pt x="51361" y="4437"/>
                    <a:pt x="51397" y="4365"/>
                  </a:cubicBezTo>
                  <a:lnTo>
                    <a:pt x="51433" y="4293"/>
                  </a:lnTo>
                  <a:cubicBezTo>
                    <a:pt x="51575" y="4009"/>
                    <a:pt x="52205" y="2747"/>
                    <a:pt x="53565" y="886"/>
                  </a:cubicBezTo>
                  <a:lnTo>
                    <a:pt x="53565" y="886"/>
                  </a:lnTo>
                  <a:cubicBezTo>
                    <a:pt x="55147" y="716"/>
                    <a:pt x="56848" y="614"/>
                    <a:pt x="58177" y="614"/>
                  </a:cubicBezTo>
                  <a:close/>
                  <a:moveTo>
                    <a:pt x="58177" y="1"/>
                  </a:moveTo>
                  <a:cubicBezTo>
                    <a:pt x="56771" y="1"/>
                    <a:pt x="55003" y="145"/>
                    <a:pt x="53344" y="325"/>
                  </a:cubicBezTo>
                  <a:cubicBezTo>
                    <a:pt x="53272" y="325"/>
                    <a:pt x="53164" y="361"/>
                    <a:pt x="53128" y="434"/>
                  </a:cubicBezTo>
                  <a:cubicBezTo>
                    <a:pt x="51832" y="2259"/>
                    <a:pt x="51137" y="3532"/>
                    <a:pt x="50926" y="3957"/>
                  </a:cubicBezTo>
                  <a:lnTo>
                    <a:pt x="50926" y="3957"/>
                  </a:lnTo>
                  <a:cubicBezTo>
                    <a:pt x="50056" y="4111"/>
                    <a:pt x="45404" y="4952"/>
                    <a:pt x="40108" y="6349"/>
                  </a:cubicBezTo>
                  <a:cubicBezTo>
                    <a:pt x="37186" y="7142"/>
                    <a:pt x="34048" y="8080"/>
                    <a:pt x="31235" y="9162"/>
                  </a:cubicBezTo>
                  <a:cubicBezTo>
                    <a:pt x="28464" y="10228"/>
                    <a:pt x="26042" y="11434"/>
                    <a:pt x="24419" y="12814"/>
                  </a:cubicBezTo>
                  <a:lnTo>
                    <a:pt x="24419" y="12814"/>
                  </a:lnTo>
                  <a:cubicBezTo>
                    <a:pt x="24119" y="12895"/>
                    <a:pt x="21941" y="13496"/>
                    <a:pt x="19297" y="14500"/>
                  </a:cubicBezTo>
                  <a:cubicBezTo>
                    <a:pt x="16448" y="15582"/>
                    <a:pt x="13129" y="17133"/>
                    <a:pt x="11110" y="19044"/>
                  </a:cubicBezTo>
                  <a:cubicBezTo>
                    <a:pt x="9090" y="20956"/>
                    <a:pt x="7647" y="23589"/>
                    <a:pt x="6709" y="25789"/>
                  </a:cubicBezTo>
                  <a:cubicBezTo>
                    <a:pt x="5884" y="27725"/>
                    <a:pt x="5422" y="29299"/>
                    <a:pt x="5323" y="29648"/>
                  </a:cubicBezTo>
                  <a:lnTo>
                    <a:pt x="5323" y="29648"/>
                  </a:lnTo>
                  <a:cubicBezTo>
                    <a:pt x="5243" y="29714"/>
                    <a:pt x="5111" y="29825"/>
                    <a:pt x="4942" y="29973"/>
                  </a:cubicBezTo>
                  <a:cubicBezTo>
                    <a:pt x="4040" y="30730"/>
                    <a:pt x="1985" y="32389"/>
                    <a:pt x="145" y="33760"/>
                  </a:cubicBezTo>
                  <a:cubicBezTo>
                    <a:pt x="37" y="33832"/>
                    <a:pt x="1" y="33976"/>
                    <a:pt x="37" y="34084"/>
                  </a:cubicBezTo>
                  <a:cubicBezTo>
                    <a:pt x="109" y="34228"/>
                    <a:pt x="217" y="34301"/>
                    <a:pt x="362" y="34301"/>
                  </a:cubicBezTo>
                  <a:cubicBezTo>
                    <a:pt x="722" y="34265"/>
                    <a:pt x="1119" y="34228"/>
                    <a:pt x="1588" y="34228"/>
                  </a:cubicBezTo>
                  <a:cubicBezTo>
                    <a:pt x="2490" y="34228"/>
                    <a:pt x="3572" y="34337"/>
                    <a:pt x="4545" y="34589"/>
                  </a:cubicBezTo>
                  <a:cubicBezTo>
                    <a:pt x="5519" y="34842"/>
                    <a:pt x="6421" y="35274"/>
                    <a:pt x="7070" y="35960"/>
                  </a:cubicBezTo>
                  <a:cubicBezTo>
                    <a:pt x="8188" y="37114"/>
                    <a:pt x="8513" y="38953"/>
                    <a:pt x="8513" y="40612"/>
                  </a:cubicBezTo>
                  <a:cubicBezTo>
                    <a:pt x="8513" y="41370"/>
                    <a:pt x="8441" y="42091"/>
                    <a:pt x="8369" y="42668"/>
                  </a:cubicBezTo>
                  <a:cubicBezTo>
                    <a:pt x="8369" y="42776"/>
                    <a:pt x="8405" y="42885"/>
                    <a:pt x="8513" y="42957"/>
                  </a:cubicBezTo>
                  <a:cubicBezTo>
                    <a:pt x="8567" y="42975"/>
                    <a:pt x="8621" y="42984"/>
                    <a:pt x="8675" y="42984"/>
                  </a:cubicBezTo>
                  <a:cubicBezTo>
                    <a:pt x="8729" y="42984"/>
                    <a:pt x="8783" y="42975"/>
                    <a:pt x="8837" y="42957"/>
                  </a:cubicBezTo>
                  <a:cubicBezTo>
                    <a:pt x="11549" y="41181"/>
                    <a:pt x="15850" y="38365"/>
                    <a:pt x="16723" y="37794"/>
                  </a:cubicBezTo>
                  <a:lnTo>
                    <a:pt x="16723" y="37794"/>
                  </a:lnTo>
                  <a:cubicBezTo>
                    <a:pt x="17991" y="38640"/>
                    <a:pt x="25012" y="43095"/>
                    <a:pt x="32894" y="44435"/>
                  </a:cubicBezTo>
                  <a:cubicBezTo>
                    <a:pt x="35671" y="44904"/>
                    <a:pt x="38521" y="45085"/>
                    <a:pt x="41117" y="45085"/>
                  </a:cubicBezTo>
                  <a:cubicBezTo>
                    <a:pt x="45600" y="45085"/>
                    <a:pt x="49341" y="44598"/>
                    <a:pt x="50666" y="44405"/>
                  </a:cubicBezTo>
                  <a:lnTo>
                    <a:pt x="50666" y="44405"/>
                  </a:lnTo>
                  <a:lnTo>
                    <a:pt x="50387" y="45265"/>
                  </a:lnTo>
                  <a:cubicBezTo>
                    <a:pt x="50351" y="45409"/>
                    <a:pt x="50423" y="45554"/>
                    <a:pt x="50531" y="45626"/>
                  </a:cubicBezTo>
                  <a:cubicBezTo>
                    <a:pt x="50567" y="45662"/>
                    <a:pt x="50621" y="45680"/>
                    <a:pt x="50680" y="45680"/>
                  </a:cubicBezTo>
                  <a:cubicBezTo>
                    <a:pt x="50738" y="45680"/>
                    <a:pt x="50801" y="45662"/>
                    <a:pt x="50856" y="45626"/>
                  </a:cubicBezTo>
                  <a:cubicBezTo>
                    <a:pt x="51938" y="44832"/>
                    <a:pt x="53813" y="43786"/>
                    <a:pt x="56446" y="43786"/>
                  </a:cubicBezTo>
                  <a:cubicBezTo>
                    <a:pt x="57708" y="43786"/>
                    <a:pt x="59151" y="44039"/>
                    <a:pt x="60774" y="44652"/>
                  </a:cubicBezTo>
                  <a:cubicBezTo>
                    <a:pt x="63479" y="45734"/>
                    <a:pt x="64814" y="47537"/>
                    <a:pt x="65427" y="49521"/>
                  </a:cubicBezTo>
                  <a:cubicBezTo>
                    <a:pt x="65499" y="49629"/>
                    <a:pt x="65607" y="49737"/>
                    <a:pt x="65715" y="49737"/>
                  </a:cubicBezTo>
                  <a:cubicBezTo>
                    <a:pt x="65859" y="49737"/>
                    <a:pt x="65968" y="49665"/>
                    <a:pt x="66004" y="49521"/>
                  </a:cubicBezTo>
                  <a:cubicBezTo>
                    <a:pt x="66437" y="48259"/>
                    <a:pt x="66833" y="47104"/>
                    <a:pt x="67086" y="46239"/>
                  </a:cubicBezTo>
                  <a:cubicBezTo>
                    <a:pt x="67230" y="45806"/>
                    <a:pt x="67338" y="45409"/>
                    <a:pt x="67410" y="45121"/>
                  </a:cubicBezTo>
                  <a:cubicBezTo>
                    <a:pt x="67482" y="44832"/>
                    <a:pt x="67555" y="44652"/>
                    <a:pt x="67555" y="44544"/>
                  </a:cubicBezTo>
                  <a:cubicBezTo>
                    <a:pt x="67555" y="44508"/>
                    <a:pt x="67591" y="44399"/>
                    <a:pt x="67663" y="44255"/>
                  </a:cubicBezTo>
                  <a:cubicBezTo>
                    <a:pt x="67915" y="43822"/>
                    <a:pt x="68492" y="43029"/>
                    <a:pt x="69033" y="41839"/>
                  </a:cubicBezTo>
                  <a:cubicBezTo>
                    <a:pt x="69574" y="40648"/>
                    <a:pt x="70115" y="39025"/>
                    <a:pt x="70260" y="36897"/>
                  </a:cubicBezTo>
                  <a:lnTo>
                    <a:pt x="70573" y="32226"/>
                  </a:lnTo>
                  <a:lnTo>
                    <a:pt x="80431" y="23372"/>
                  </a:lnTo>
                  <a:cubicBezTo>
                    <a:pt x="80467" y="23336"/>
                    <a:pt x="80503" y="23264"/>
                    <a:pt x="80503" y="23192"/>
                  </a:cubicBezTo>
                  <a:cubicBezTo>
                    <a:pt x="80539" y="22795"/>
                    <a:pt x="80575" y="22362"/>
                    <a:pt x="80575" y="21894"/>
                  </a:cubicBezTo>
                  <a:cubicBezTo>
                    <a:pt x="80575" y="19730"/>
                    <a:pt x="80106" y="16772"/>
                    <a:pt x="78411" y="12985"/>
                  </a:cubicBezTo>
                  <a:cubicBezTo>
                    <a:pt x="76427" y="8404"/>
                    <a:pt x="72243" y="5158"/>
                    <a:pt x="68132" y="3066"/>
                  </a:cubicBezTo>
                  <a:cubicBezTo>
                    <a:pt x="66076" y="2021"/>
                    <a:pt x="64056" y="1263"/>
                    <a:pt x="62289" y="758"/>
                  </a:cubicBezTo>
                  <a:cubicBezTo>
                    <a:pt x="60558" y="253"/>
                    <a:pt x="59115" y="1"/>
                    <a:pt x="581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6" name="Google Shape;2156;g312bfb4b743_5_798"/>
            <p:cNvSpPr/>
            <p:nvPr/>
          </p:nvSpPr>
          <p:spPr>
            <a:xfrm>
              <a:off x="3962375" y="3422450"/>
              <a:ext cx="140675" cy="348425"/>
            </a:xfrm>
            <a:custGeom>
              <a:avLst/>
              <a:gdLst/>
              <a:ahLst/>
              <a:cxnLst/>
              <a:rect l="l" t="t" r="r" b="b"/>
              <a:pathLst>
                <a:path w="5627" h="13937" extrusionOk="0">
                  <a:moveTo>
                    <a:pt x="5273" y="0"/>
                  </a:moveTo>
                  <a:cubicBezTo>
                    <a:pt x="5222" y="0"/>
                    <a:pt x="5170" y="16"/>
                    <a:pt x="5122" y="52"/>
                  </a:cubicBezTo>
                  <a:cubicBezTo>
                    <a:pt x="5086" y="52"/>
                    <a:pt x="1659" y="2108"/>
                    <a:pt x="505" y="6616"/>
                  </a:cubicBezTo>
                  <a:cubicBezTo>
                    <a:pt x="145" y="8023"/>
                    <a:pt x="0" y="9213"/>
                    <a:pt x="0" y="10259"/>
                  </a:cubicBezTo>
                  <a:cubicBezTo>
                    <a:pt x="0" y="12495"/>
                    <a:pt x="613" y="13758"/>
                    <a:pt x="613" y="13758"/>
                  </a:cubicBezTo>
                  <a:cubicBezTo>
                    <a:pt x="663" y="13881"/>
                    <a:pt x="763" y="13937"/>
                    <a:pt x="867" y="13937"/>
                  </a:cubicBezTo>
                  <a:cubicBezTo>
                    <a:pt x="915" y="13937"/>
                    <a:pt x="965" y="13925"/>
                    <a:pt x="1010" y="13902"/>
                  </a:cubicBezTo>
                  <a:cubicBezTo>
                    <a:pt x="1191" y="13830"/>
                    <a:pt x="1227" y="13649"/>
                    <a:pt x="1154" y="13505"/>
                  </a:cubicBezTo>
                  <a:cubicBezTo>
                    <a:pt x="1118" y="13397"/>
                    <a:pt x="613" y="12243"/>
                    <a:pt x="613" y="10259"/>
                  </a:cubicBezTo>
                  <a:cubicBezTo>
                    <a:pt x="613" y="9285"/>
                    <a:pt x="722" y="8095"/>
                    <a:pt x="1082" y="6761"/>
                  </a:cubicBezTo>
                  <a:cubicBezTo>
                    <a:pt x="1623" y="4633"/>
                    <a:pt x="2705" y="3082"/>
                    <a:pt x="3679" y="2072"/>
                  </a:cubicBezTo>
                  <a:cubicBezTo>
                    <a:pt x="4148" y="1567"/>
                    <a:pt x="4581" y="1170"/>
                    <a:pt x="4905" y="918"/>
                  </a:cubicBezTo>
                  <a:cubicBezTo>
                    <a:pt x="5086" y="810"/>
                    <a:pt x="5194" y="701"/>
                    <a:pt x="5302" y="629"/>
                  </a:cubicBezTo>
                  <a:lnTo>
                    <a:pt x="5410" y="593"/>
                  </a:lnTo>
                  <a:lnTo>
                    <a:pt x="5410" y="557"/>
                  </a:lnTo>
                  <a:cubicBezTo>
                    <a:pt x="5555" y="485"/>
                    <a:pt x="5627" y="305"/>
                    <a:pt x="5519" y="160"/>
                  </a:cubicBezTo>
                  <a:cubicBezTo>
                    <a:pt x="5471" y="64"/>
                    <a:pt x="5374" y="0"/>
                    <a:pt x="52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7" name="Google Shape;2157;g312bfb4b743_5_798"/>
            <p:cNvSpPr/>
            <p:nvPr/>
          </p:nvSpPr>
          <p:spPr>
            <a:xfrm>
              <a:off x="3011100" y="2579750"/>
              <a:ext cx="993675" cy="569675"/>
            </a:xfrm>
            <a:custGeom>
              <a:avLst/>
              <a:gdLst/>
              <a:ahLst/>
              <a:cxnLst/>
              <a:rect l="l" t="t" r="r" b="b"/>
              <a:pathLst>
                <a:path w="39747" h="22787" extrusionOk="0">
                  <a:moveTo>
                    <a:pt x="18201" y="0"/>
                  </a:moveTo>
                  <a:cubicBezTo>
                    <a:pt x="13076" y="0"/>
                    <a:pt x="8219" y="1488"/>
                    <a:pt x="6168" y="3103"/>
                  </a:cubicBezTo>
                  <a:cubicBezTo>
                    <a:pt x="3283" y="5375"/>
                    <a:pt x="5916" y="6097"/>
                    <a:pt x="7286" y="6493"/>
                  </a:cubicBezTo>
                  <a:cubicBezTo>
                    <a:pt x="8693" y="6854"/>
                    <a:pt x="4545" y="7107"/>
                    <a:pt x="2381" y="9523"/>
                  </a:cubicBezTo>
                  <a:cubicBezTo>
                    <a:pt x="253" y="11903"/>
                    <a:pt x="1" y="16195"/>
                    <a:pt x="1768" y="17169"/>
                  </a:cubicBezTo>
                  <a:cubicBezTo>
                    <a:pt x="2093" y="17355"/>
                    <a:pt x="2529" y="17431"/>
                    <a:pt x="3023" y="17431"/>
                  </a:cubicBezTo>
                  <a:cubicBezTo>
                    <a:pt x="5212" y="17431"/>
                    <a:pt x="8548" y="15943"/>
                    <a:pt x="8548" y="15943"/>
                  </a:cubicBezTo>
                  <a:lnTo>
                    <a:pt x="9811" y="16809"/>
                  </a:lnTo>
                  <a:lnTo>
                    <a:pt x="22651" y="13527"/>
                  </a:lnTo>
                  <a:lnTo>
                    <a:pt x="22759" y="14428"/>
                  </a:lnTo>
                  <a:cubicBezTo>
                    <a:pt x="22850" y="14975"/>
                    <a:pt x="24797" y="15076"/>
                    <a:pt x="26501" y="15076"/>
                  </a:cubicBezTo>
                  <a:cubicBezTo>
                    <a:pt x="27495" y="15076"/>
                    <a:pt x="28406" y="15041"/>
                    <a:pt x="28818" y="15041"/>
                  </a:cubicBezTo>
                  <a:cubicBezTo>
                    <a:pt x="29936" y="15041"/>
                    <a:pt x="30946" y="20199"/>
                    <a:pt x="32713" y="21714"/>
                  </a:cubicBezTo>
                  <a:cubicBezTo>
                    <a:pt x="33597" y="22471"/>
                    <a:pt x="34418" y="22787"/>
                    <a:pt x="35143" y="22787"/>
                  </a:cubicBezTo>
                  <a:cubicBezTo>
                    <a:pt x="35869" y="22787"/>
                    <a:pt x="36500" y="22471"/>
                    <a:pt x="37005" y="21966"/>
                  </a:cubicBezTo>
                  <a:cubicBezTo>
                    <a:pt x="38015" y="20956"/>
                    <a:pt x="39747" y="18576"/>
                    <a:pt x="39494" y="15943"/>
                  </a:cubicBezTo>
                  <a:cubicBezTo>
                    <a:pt x="39278" y="13274"/>
                    <a:pt x="38123" y="12156"/>
                    <a:pt x="38123" y="12156"/>
                  </a:cubicBezTo>
                  <a:cubicBezTo>
                    <a:pt x="38123" y="12156"/>
                    <a:pt x="38881" y="11507"/>
                    <a:pt x="38376" y="10533"/>
                  </a:cubicBezTo>
                  <a:cubicBezTo>
                    <a:pt x="38232" y="10244"/>
                    <a:pt x="37881" y="10141"/>
                    <a:pt x="37454" y="10141"/>
                  </a:cubicBezTo>
                  <a:cubicBezTo>
                    <a:pt x="36387" y="10141"/>
                    <a:pt x="34841" y="10785"/>
                    <a:pt x="34841" y="10785"/>
                  </a:cubicBezTo>
                  <a:cubicBezTo>
                    <a:pt x="34841" y="10785"/>
                    <a:pt x="34841" y="10136"/>
                    <a:pt x="34336" y="8369"/>
                  </a:cubicBezTo>
                  <a:cubicBezTo>
                    <a:pt x="33831" y="6602"/>
                    <a:pt x="31343" y="2851"/>
                    <a:pt x="24418" y="831"/>
                  </a:cubicBezTo>
                  <a:cubicBezTo>
                    <a:pt x="22415" y="247"/>
                    <a:pt x="20286" y="0"/>
                    <a:pt x="182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8" name="Google Shape;2158;g312bfb4b743_5_798"/>
            <p:cNvSpPr/>
            <p:nvPr/>
          </p:nvSpPr>
          <p:spPr>
            <a:xfrm>
              <a:off x="3018325" y="2572550"/>
              <a:ext cx="988250" cy="584325"/>
            </a:xfrm>
            <a:custGeom>
              <a:avLst/>
              <a:gdLst/>
              <a:ahLst/>
              <a:cxnLst/>
              <a:rect l="l" t="t" r="r" b="b"/>
              <a:pathLst>
                <a:path w="39530" h="23373" extrusionOk="0">
                  <a:moveTo>
                    <a:pt x="17925" y="578"/>
                  </a:moveTo>
                  <a:cubicBezTo>
                    <a:pt x="19981" y="578"/>
                    <a:pt x="22073" y="830"/>
                    <a:pt x="24057" y="1407"/>
                  </a:cubicBezTo>
                  <a:cubicBezTo>
                    <a:pt x="27447" y="2417"/>
                    <a:pt x="29792" y="3824"/>
                    <a:pt x="31306" y="5194"/>
                  </a:cubicBezTo>
                  <a:cubicBezTo>
                    <a:pt x="32821" y="6601"/>
                    <a:pt x="33542" y="7936"/>
                    <a:pt x="33759" y="8765"/>
                  </a:cubicBezTo>
                  <a:cubicBezTo>
                    <a:pt x="34011" y="9631"/>
                    <a:pt x="34156" y="10208"/>
                    <a:pt x="34192" y="10568"/>
                  </a:cubicBezTo>
                  <a:cubicBezTo>
                    <a:pt x="34228" y="10749"/>
                    <a:pt x="34264" y="10893"/>
                    <a:pt x="34264" y="10965"/>
                  </a:cubicBezTo>
                  <a:lnTo>
                    <a:pt x="34264" y="11037"/>
                  </a:lnTo>
                  <a:lnTo>
                    <a:pt x="34264" y="11073"/>
                  </a:lnTo>
                  <a:cubicBezTo>
                    <a:pt x="34264" y="11146"/>
                    <a:pt x="34300" y="11254"/>
                    <a:pt x="34408" y="11290"/>
                  </a:cubicBezTo>
                  <a:cubicBezTo>
                    <a:pt x="34450" y="11332"/>
                    <a:pt x="34505" y="11350"/>
                    <a:pt x="34565" y="11350"/>
                  </a:cubicBezTo>
                  <a:cubicBezTo>
                    <a:pt x="34607" y="11350"/>
                    <a:pt x="34652" y="11341"/>
                    <a:pt x="34697" y="11326"/>
                  </a:cubicBezTo>
                  <a:lnTo>
                    <a:pt x="34733" y="11326"/>
                  </a:lnTo>
                  <a:cubicBezTo>
                    <a:pt x="34877" y="11254"/>
                    <a:pt x="35274" y="11109"/>
                    <a:pt x="35743" y="10965"/>
                  </a:cubicBezTo>
                  <a:cubicBezTo>
                    <a:pt x="36211" y="10821"/>
                    <a:pt x="36752" y="10713"/>
                    <a:pt x="37185" y="10713"/>
                  </a:cubicBezTo>
                  <a:cubicBezTo>
                    <a:pt x="37366" y="10713"/>
                    <a:pt x="37510" y="10749"/>
                    <a:pt x="37618" y="10785"/>
                  </a:cubicBezTo>
                  <a:cubicBezTo>
                    <a:pt x="37726" y="10821"/>
                    <a:pt x="37798" y="10857"/>
                    <a:pt x="37834" y="10929"/>
                  </a:cubicBezTo>
                  <a:cubicBezTo>
                    <a:pt x="37943" y="11146"/>
                    <a:pt x="37979" y="11326"/>
                    <a:pt x="37979" y="11470"/>
                  </a:cubicBezTo>
                  <a:cubicBezTo>
                    <a:pt x="37979" y="11723"/>
                    <a:pt x="37871" y="11903"/>
                    <a:pt x="37798" y="12011"/>
                  </a:cubicBezTo>
                  <a:cubicBezTo>
                    <a:pt x="37762" y="12083"/>
                    <a:pt x="37726" y="12155"/>
                    <a:pt x="37690" y="12155"/>
                  </a:cubicBezTo>
                  <a:lnTo>
                    <a:pt x="37654" y="12191"/>
                  </a:lnTo>
                  <a:lnTo>
                    <a:pt x="37654" y="12228"/>
                  </a:lnTo>
                  <a:cubicBezTo>
                    <a:pt x="37582" y="12264"/>
                    <a:pt x="37546" y="12336"/>
                    <a:pt x="37546" y="12444"/>
                  </a:cubicBezTo>
                  <a:cubicBezTo>
                    <a:pt x="37546" y="12516"/>
                    <a:pt x="37582" y="12588"/>
                    <a:pt x="37618" y="12660"/>
                  </a:cubicBezTo>
                  <a:cubicBezTo>
                    <a:pt x="37654" y="12696"/>
                    <a:pt x="38700" y="13778"/>
                    <a:pt x="38916" y="16231"/>
                  </a:cubicBezTo>
                  <a:cubicBezTo>
                    <a:pt x="38953" y="16411"/>
                    <a:pt x="38953" y="16556"/>
                    <a:pt x="38953" y="16736"/>
                  </a:cubicBezTo>
                  <a:cubicBezTo>
                    <a:pt x="38953" y="17890"/>
                    <a:pt x="38556" y="18972"/>
                    <a:pt x="38051" y="19910"/>
                  </a:cubicBezTo>
                  <a:cubicBezTo>
                    <a:pt x="37582" y="20848"/>
                    <a:pt x="36933" y="21605"/>
                    <a:pt x="36500" y="22038"/>
                  </a:cubicBezTo>
                  <a:cubicBezTo>
                    <a:pt x="36031" y="22507"/>
                    <a:pt x="35490" y="22759"/>
                    <a:pt x="34841" y="22759"/>
                  </a:cubicBezTo>
                  <a:cubicBezTo>
                    <a:pt x="34228" y="22759"/>
                    <a:pt x="33470" y="22507"/>
                    <a:pt x="32641" y="21785"/>
                  </a:cubicBezTo>
                  <a:cubicBezTo>
                    <a:pt x="32244" y="21461"/>
                    <a:pt x="31847" y="20884"/>
                    <a:pt x="31487" y="20198"/>
                  </a:cubicBezTo>
                  <a:cubicBezTo>
                    <a:pt x="30982" y="19152"/>
                    <a:pt x="30513" y="17926"/>
                    <a:pt x="30080" y="16916"/>
                  </a:cubicBezTo>
                  <a:cubicBezTo>
                    <a:pt x="29864" y="16411"/>
                    <a:pt x="29647" y="15979"/>
                    <a:pt x="29395" y="15654"/>
                  </a:cubicBezTo>
                  <a:cubicBezTo>
                    <a:pt x="29287" y="15474"/>
                    <a:pt x="29178" y="15329"/>
                    <a:pt x="29034" y="15221"/>
                  </a:cubicBezTo>
                  <a:cubicBezTo>
                    <a:pt x="28890" y="15113"/>
                    <a:pt x="28710" y="15041"/>
                    <a:pt x="28529" y="15041"/>
                  </a:cubicBezTo>
                  <a:cubicBezTo>
                    <a:pt x="28096" y="15041"/>
                    <a:pt x="27231" y="15077"/>
                    <a:pt x="26257" y="15077"/>
                  </a:cubicBezTo>
                  <a:cubicBezTo>
                    <a:pt x="25391" y="15077"/>
                    <a:pt x="24490" y="15041"/>
                    <a:pt x="23804" y="14933"/>
                  </a:cubicBezTo>
                  <a:cubicBezTo>
                    <a:pt x="23444" y="14897"/>
                    <a:pt x="23155" y="14824"/>
                    <a:pt x="22975" y="14752"/>
                  </a:cubicBezTo>
                  <a:cubicBezTo>
                    <a:pt x="22903" y="14716"/>
                    <a:pt x="22831" y="14680"/>
                    <a:pt x="22795" y="14680"/>
                  </a:cubicBezTo>
                  <a:lnTo>
                    <a:pt x="22795" y="14644"/>
                  </a:lnTo>
                  <a:lnTo>
                    <a:pt x="22790" y="14649"/>
                  </a:lnTo>
                  <a:lnTo>
                    <a:pt x="22790" y="14649"/>
                  </a:lnTo>
                  <a:lnTo>
                    <a:pt x="22650" y="13778"/>
                  </a:lnTo>
                  <a:cubicBezTo>
                    <a:pt x="22650" y="13706"/>
                    <a:pt x="22614" y="13634"/>
                    <a:pt x="22542" y="13562"/>
                  </a:cubicBezTo>
                  <a:cubicBezTo>
                    <a:pt x="22470" y="13526"/>
                    <a:pt x="22362" y="13526"/>
                    <a:pt x="22290" y="13526"/>
                  </a:cubicBezTo>
                  <a:lnTo>
                    <a:pt x="9594" y="16772"/>
                  </a:lnTo>
                  <a:lnTo>
                    <a:pt x="8440" y="15979"/>
                  </a:lnTo>
                  <a:cubicBezTo>
                    <a:pt x="8398" y="15936"/>
                    <a:pt x="8343" y="15919"/>
                    <a:pt x="8283" y="15919"/>
                  </a:cubicBezTo>
                  <a:cubicBezTo>
                    <a:pt x="8241" y="15919"/>
                    <a:pt x="8196" y="15928"/>
                    <a:pt x="8151" y="15942"/>
                  </a:cubicBezTo>
                  <a:cubicBezTo>
                    <a:pt x="8151" y="15942"/>
                    <a:pt x="8079" y="15979"/>
                    <a:pt x="8007" y="16015"/>
                  </a:cubicBezTo>
                  <a:cubicBezTo>
                    <a:pt x="7682" y="16159"/>
                    <a:pt x="6817" y="16520"/>
                    <a:pt x="5807" y="16844"/>
                  </a:cubicBezTo>
                  <a:cubicBezTo>
                    <a:pt x="4761" y="17169"/>
                    <a:pt x="3607" y="17421"/>
                    <a:pt x="2705" y="17421"/>
                  </a:cubicBezTo>
                  <a:cubicBezTo>
                    <a:pt x="2236" y="17421"/>
                    <a:pt x="1876" y="17349"/>
                    <a:pt x="1623" y="17205"/>
                  </a:cubicBezTo>
                  <a:cubicBezTo>
                    <a:pt x="1299" y="17024"/>
                    <a:pt x="1046" y="16700"/>
                    <a:pt x="866" y="16267"/>
                  </a:cubicBezTo>
                  <a:cubicBezTo>
                    <a:pt x="685" y="15834"/>
                    <a:pt x="613" y="15257"/>
                    <a:pt x="613" y="14644"/>
                  </a:cubicBezTo>
                  <a:cubicBezTo>
                    <a:pt x="613" y="13129"/>
                    <a:pt x="1190" y="11254"/>
                    <a:pt x="2344" y="9991"/>
                  </a:cubicBezTo>
                  <a:cubicBezTo>
                    <a:pt x="3210" y="9018"/>
                    <a:pt x="4436" y="8404"/>
                    <a:pt x="5482" y="8008"/>
                  </a:cubicBezTo>
                  <a:cubicBezTo>
                    <a:pt x="6023" y="7791"/>
                    <a:pt x="6492" y="7647"/>
                    <a:pt x="6853" y="7503"/>
                  </a:cubicBezTo>
                  <a:cubicBezTo>
                    <a:pt x="6997" y="7467"/>
                    <a:pt x="7141" y="7395"/>
                    <a:pt x="7286" y="7322"/>
                  </a:cubicBezTo>
                  <a:cubicBezTo>
                    <a:pt x="7322" y="7286"/>
                    <a:pt x="7394" y="7286"/>
                    <a:pt x="7466" y="7214"/>
                  </a:cubicBezTo>
                  <a:lnTo>
                    <a:pt x="7538" y="7106"/>
                  </a:lnTo>
                  <a:cubicBezTo>
                    <a:pt x="7574" y="7070"/>
                    <a:pt x="7574" y="6998"/>
                    <a:pt x="7574" y="6926"/>
                  </a:cubicBezTo>
                  <a:cubicBezTo>
                    <a:pt x="7574" y="6854"/>
                    <a:pt x="7538" y="6745"/>
                    <a:pt x="7502" y="6709"/>
                  </a:cubicBezTo>
                  <a:cubicBezTo>
                    <a:pt x="7430" y="6637"/>
                    <a:pt x="7358" y="6601"/>
                    <a:pt x="7322" y="6565"/>
                  </a:cubicBezTo>
                  <a:cubicBezTo>
                    <a:pt x="7250" y="6529"/>
                    <a:pt x="7177" y="6529"/>
                    <a:pt x="7105" y="6493"/>
                  </a:cubicBezTo>
                  <a:cubicBezTo>
                    <a:pt x="6636" y="6349"/>
                    <a:pt x="6023" y="6204"/>
                    <a:pt x="5590" y="5952"/>
                  </a:cubicBezTo>
                  <a:cubicBezTo>
                    <a:pt x="5374" y="5844"/>
                    <a:pt x="5158" y="5699"/>
                    <a:pt x="5049" y="5591"/>
                  </a:cubicBezTo>
                  <a:cubicBezTo>
                    <a:pt x="4941" y="5447"/>
                    <a:pt x="4869" y="5303"/>
                    <a:pt x="4869" y="5158"/>
                  </a:cubicBezTo>
                  <a:cubicBezTo>
                    <a:pt x="4869" y="5014"/>
                    <a:pt x="4941" y="4798"/>
                    <a:pt x="5122" y="4545"/>
                  </a:cubicBezTo>
                  <a:cubicBezTo>
                    <a:pt x="5302" y="4293"/>
                    <a:pt x="5590" y="3968"/>
                    <a:pt x="6059" y="3608"/>
                  </a:cubicBezTo>
                  <a:cubicBezTo>
                    <a:pt x="7033" y="2850"/>
                    <a:pt x="8728" y="2093"/>
                    <a:pt x="10820" y="1516"/>
                  </a:cubicBezTo>
                  <a:cubicBezTo>
                    <a:pt x="12912" y="975"/>
                    <a:pt x="15365" y="578"/>
                    <a:pt x="17925" y="578"/>
                  </a:cubicBezTo>
                  <a:close/>
                  <a:moveTo>
                    <a:pt x="17925" y="1"/>
                  </a:moveTo>
                  <a:cubicBezTo>
                    <a:pt x="15329" y="1"/>
                    <a:pt x="12804" y="361"/>
                    <a:pt x="10676" y="939"/>
                  </a:cubicBezTo>
                  <a:cubicBezTo>
                    <a:pt x="8512" y="1516"/>
                    <a:pt x="6781" y="2309"/>
                    <a:pt x="5699" y="3139"/>
                  </a:cubicBezTo>
                  <a:cubicBezTo>
                    <a:pt x="5194" y="3535"/>
                    <a:pt x="4869" y="3860"/>
                    <a:pt x="4617" y="4221"/>
                  </a:cubicBezTo>
                  <a:cubicBezTo>
                    <a:pt x="4400" y="4545"/>
                    <a:pt x="4292" y="4834"/>
                    <a:pt x="4292" y="5158"/>
                  </a:cubicBezTo>
                  <a:cubicBezTo>
                    <a:pt x="4292" y="5483"/>
                    <a:pt x="4400" y="5772"/>
                    <a:pt x="4617" y="5988"/>
                  </a:cubicBezTo>
                  <a:cubicBezTo>
                    <a:pt x="4905" y="6313"/>
                    <a:pt x="5302" y="6493"/>
                    <a:pt x="5735" y="6673"/>
                  </a:cubicBezTo>
                  <a:cubicBezTo>
                    <a:pt x="6016" y="6801"/>
                    <a:pt x="6315" y="6893"/>
                    <a:pt x="6594" y="6974"/>
                  </a:cubicBezTo>
                  <a:lnTo>
                    <a:pt x="6594" y="6974"/>
                  </a:lnTo>
                  <a:cubicBezTo>
                    <a:pt x="6121" y="7126"/>
                    <a:pt x="5394" y="7360"/>
                    <a:pt x="4617" y="7719"/>
                  </a:cubicBezTo>
                  <a:cubicBezTo>
                    <a:pt x="3679" y="8116"/>
                    <a:pt x="2669" y="8729"/>
                    <a:pt x="1876" y="9595"/>
                  </a:cubicBezTo>
                  <a:cubicBezTo>
                    <a:pt x="613" y="11001"/>
                    <a:pt x="0" y="12985"/>
                    <a:pt x="0" y="14644"/>
                  </a:cubicBezTo>
                  <a:cubicBezTo>
                    <a:pt x="0" y="15329"/>
                    <a:pt x="108" y="15942"/>
                    <a:pt x="325" y="16483"/>
                  </a:cubicBezTo>
                  <a:cubicBezTo>
                    <a:pt x="541" y="17024"/>
                    <a:pt x="866" y="17457"/>
                    <a:pt x="1335" y="17746"/>
                  </a:cubicBezTo>
                  <a:cubicBezTo>
                    <a:pt x="1731" y="17962"/>
                    <a:pt x="2200" y="18034"/>
                    <a:pt x="2705" y="18034"/>
                  </a:cubicBezTo>
                  <a:cubicBezTo>
                    <a:pt x="3859" y="18034"/>
                    <a:pt x="5266" y="17638"/>
                    <a:pt x="6420" y="17277"/>
                  </a:cubicBezTo>
                  <a:cubicBezTo>
                    <a:pt x="7244" y="16985"/>
                    <a:pt x="7930" y="16692"/>
                    <a:pt x="8235" y="16559"/>
                  </a:cubicBezTo>
                  <a:lnTo>
                    <a:pt x="8235" y="16559"/>
                  </a:lnTo>
                  <a:lnTo>
                    <a:pt x="9341" y="17349"/>
                  </a:lnTo>
                  <a:cubicBezTo>
                    <a:pt x="9392" y="17375"/>
                    <a:pt x="9462" y="17400"/>
                    <a:pt x="9523" y="17400"/>
                  </a:cubicBezTo>
                  <a:cubicBezTo>
                    <a:pt x="9549" y="17400"/>
                    <a:pt x="9573" y="17396"/>
                    <a:pt x="9594" y="17385"/>
                  </a:cubicBezTo>
                  <a:lnTo>
                    <a:pt x="22106" y="14187"/>
                  </a:lnTo>
                  <a:lnTo>
                    <a:pt x="22106" y="14187"/>
                  </a:lnTo>
                  <a:cubicBezTo>
                    <a:pt x="22121" y="14314"/>
                    <a:pt x="22138" y="14495"/>
                    <a:pt x="22181" y="14752"/>
                  </a:cubicBezTo>
                  <a:cubicBezTo>
                    <a:pt x="22217" y="14897"/>
                    <a:pt x="22290" y="15041"/>
                    <a:pt x="22398" y="15113"/>
                  </a:cubicBezTo>
                  <a:cubicBezTo>
                    <a:pt x="22578" y="15293"/>
                    <a:pt x="22795" y="15365"/>
                    <a:pt x="23083" y="15438"/>
                  </a:cubicBezTo>
                  <a:cubicBezTo>
                    <a:pt x="23877" y="15618"/>
                    <a:pt x="25103" y="15654"/>
                    <a:pt x="26257" y="15654"/>
                  </a:cubicBezTo>
                  <a:lnTo>
                    <a:pt x="28529" y="15654"/>
                  </a:lnTo>
                  <a:cubicBezTo>
                    <a:pt x="28538" y="15645"/>
                    <a:pt x="28549" y="15640"/>
                    <a:pt x="28563" y="15640"/>
                  </a:cubicBezTo>
                  <a:cubicBezTo>
                    <a:pt x="28604" y="15640"/>
                    <a:pt x="28664" y="15681"/>
                    <a:pt x="28746" y="15762"/>
                  </a:cubicBezTo>
                  <a:cubicBezTo>
                    <a:pt x="28926" y="15979"/>
                    <a:pt x="29178" y="16411"/>
                    <a:pt x="29431" y="16916"/>
                  </a:cubicBezTo>
                  <a:cubicBezTo>
                    <a:pt x="29792" y="17746"/>
                    <a:pt x="30188" y="18792"/>
                    <a:pt x="30621" y="19766"/>
                  </a:cubicBezTo>
                  <a:cubicBezTo>
                    <a:pt x="31090" y="20775"/>
                    <a:pt x="31595" y="21677"/>
                    <a:pt x="32244" y="22218"/>
                  </a:cubicBezTo>
                  <a:cubicBezTo>
                    <a:pt x="33146" y="23012"/>
                    <a:pt x="34047" y="23372"/>
                    <a:pt x="34841" y="23372"/>
                  </a:cubicBezTo>
                  <a:cubicBezTo>
                    <a:pt x="35670" y="23372"/>
                    <a:pt x="36356" y="23012"/>
                    <a:pt x="36933" y="22471"/>
                  </a:cubicBezTo>
                  <a:cubicBezTo>
                    <a:pt x="37402" y="21966"/>
                    <a:pt x="38051" y="21172"/>
                    <a:pt x="38592" y="20198"/>
                  </a:cubicBezTo>
                  <a:cubicBezTo>
                    <a:pt x="39133" y="19225"/>
                    <a:pt x="39530" y="17998"/>
                    <a:pt x="39530" y="16736"/>
                  </a:cubicBezTo>
                  <a:cubicBezTo>
                    <a:pt x="39530" y="16556"/>
                    <a:pt x="39530" y="16375"/>
                    <a:pt x="39530" y="16195"/>
                  </a:cubicBezTo>
                  <a:cubicBezTo>
                    <a:pt x="39335" y="14081"/>
                    <a:pt x="38583" y="12890"/>
                    <a:pt x="38232" y="12438"/>
                  </a:cubicBezTo>
                  <a:lnTo>
                    <a:pt x="38232" y="12438"/>
                  </a:lnTo>
                  <a:cubicBezTo>
                    <a:pt x="38255" y="12407"/>
                    <a:pt x="38278" y="12373"/>
                    <a:pt x="38303" y="12336"/>
                  </a:cubicBezTo>
                  <a:cubicBezTo>
                    <a:pt x="38448" y="12155"/>
                    <a:pt x="38556" y="11867"/>
                    <a:pt x="38556" y="11470"/>
                  </a:cubicBezTo>
                  <a:cubicBezTo>
                    <a:pt x="38556" y="11254"/>
                    <a:pt x="38520" y="10965"/>
                    <a:pt x="38375" y="10677"/>
                  </a:cubicBezTo>
                  <a:cubicBezTo>
                    <a:pt x="38267" y="10460"/>
                    <a:pt x="38051" y="10316"/>
                    <a:pt x="37834" y="10208"/>
                  </a:cubicBezTo>
                  <a:cubicBezTo>
                    <a:pt x="37618" y="10136"/>
                    <a:pt x="37402" y="10100"/>
                    <a:pt x="37185" y="10100"/>
                  </a:cubicBezTo>
                  <a:cubicBezTo>
                    <a:pt x="36572" y="10100"/>
                    <a:pt x="35923" y="10280"/>
                    <a:pt x="35382" y="10460"/>
                  </a:cubicBezTo>
                  <a:cubicBezTo>
                    <a:pt x="35174" y="10516"/>
                    <a:pt x="34987" y="10577"/>
                    <a:pt x="34836" y="10630"/>
                  </a:cubicBezTo>
                  <a:lnTo>
                    <a:pt x="34836" y="10630"/>
                  </a:lnTo>
                  <a:cubicBezTo>
                    <a:pt x="34780" y="10251"/>
                    <a:pt x="34648" y="9604"/>
                    <a:pt x="34336" y="8585"/>
                  </a:cubicBezTo>
                  <a:cubicBezTo>
                    <a:pt x="34084" y="7647"/>
                    <a:pt x="33290" y="6204"/>
                    <a:pt x="31703" y="4762"/>
                  </a:cubicBezTo>
                  <a:cubicBezTo>
                    <a:pt x="30116" y="3319"/>
                    <a:pt x="27700" y="1840"/>
                    <a:pt x="24201" y="830"/>
                  </a:cubicBezTo>
                  <a:cubicBezTo>
                    <a:pt x="22181" y="253"/>
                    <a:pt x="20017" y="1"/>
                    <a:pt x="179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9" name="Google Shape;2159;g312bfb4b743_5_798"/>
            <p:cNvSpPr/>
            <p:nvPr/>
          </p:nvSpPr>
          <p:spPr>
            <a:xfrm>
              <a:off x="3553000" y="3237875"/>
              <a:ext cx="350775" cy="489200"/>
            </a:xfrm>
            <a:custGeom>
              <a:avLst/>
              <a:gdLst/>
              <a:ahLst/>
              <a:cxnLst/>
              <a:rect l="l" t="t" r="r" b="b"/>
              <a:pathLst>
                <a:path w="14031" h="19568" extrusionOk="0">
                  <a:moveTo>
                    <a:pt x="12612" y="1"/>
                  </a:moveTo>
                  <a:cubicBezTo>
                    <a:pt x="11647" y="1"/>
                    <a:pt x="9796" y="3410"/>
                    <a:pt x="8513" y="6678"/>
                  </a:cubicBezTo>
                  <a:cubicBezTo>
                    <a:pt x="6962" y="10717"/>
                    <a:pt x="1" y="15875"/>
                    <a:pt x="1227" y="17101"/>
                  </a:cubicBezTo>
                  <a:cubicBezTo>
                    <a:pt x="1976" y="17850"/>
                    <a:pt x="4325" y="19567"/>
                    <a:pt x="6731" y="19567"/>
                  </a:cubicBezTo>
                  <a:cubicBezTo>
                    <a:pt x="8265" y="19567"/>
                    <a:pt x="9822" y="18869"/>
                    <a:pt x="11001" y="16777"/>
                  </a:cubicBezTo>
                  <a:cubicBezTo>
                    <a:pt x="14031" y="11366"/>
                    <a:pt x="13129" y="618"/>
                    <a:pt x="13129" y="618"/>
                  </a:cubicBezTo>
                  <a:cubicBezTo>
                    <a:pt x="13019" y="191"/>
                    <a:pt x="12840" y="1"/>
                    <a:pt x="1261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0" name="Google Shape;2160;g312bfb4b743_5_798"/>
            <p:cNvSpPr/>
            <p:nvPr/>
          </p:nvSpPr>
          <p:spPr>
            <a:xfrm>
              <a:off x="3580050" y="3238000"/>
              <a:ext cx="303900" cy="488725"/>
            </a:xfrm>
            <a:custGeom>
              <a:avLst/>
              <a:gdLst/>
              <a:ahLst/>
              <a:cxnLst/>
              <a:rect l="l" t="t" r="r" b="b"/>
              <a:pathLst>
                <a:path w="12156" h="19549" extrusionOk="0">
                  <a:moveTo>
                    <a:pt x="11542" y="0"/>
                  </a:moveTo>
                  <a:cubicBezTo>
                    <a:pt x="10569" y="0"/>
                    <a:pt x="8729" y="3391"/>
                    <a:pt x="7431" y="6673"/>
                  </a:cubicBezTo>
                  <a:cubicBezTo>
                    <a:pt x="5988" y="10388"/>
                    <a:pt x="1" y="15040"/>
                    <a:pt x="1" y="16735"/>
                  </a:cubicBezTo>
                  <a:cubicBezTo>
                    <a:pt x="1" y="16880"/>
                    <a:pt x="73" y="16988"/>
                    <a:pt x="145" y="17096"/>
                  </a:cubicBezTo>
                  <a:cubicBezTo>
                    <a:pt x="903" y="17854"/>
                    <a:pt x="3247" y="19549"/>
                    <a:pt x="5627" y="19549"/>
                  </a:cubicBezTo>
                  <a:cubicBezTo>
                    <a:pt x="7178" y="19549"/>
                    <a:pt x="8729" y="18863"/>
                    <a:pt x="9919" y="16772"/>
                  </a:cubicBezTo>
                  <a:cubicBezTo>
                    <a:pt x="11795" y="13381"/>
                    <a:pt x="12156" y="7863"/>
                    <a:pt x="12156" y="4256"/>
                  </a:cubicBezTo>
                  <a:cubicBezTo>
                    <a:pt x="12156" y="2092"/>
                    <a:pt x="12047" y="613"/>
                    <a:pt x="12047" y="613"/>
                  </a:cubicBezTo>
                  <a:cubicBezTo>
                    <a:pt x="11939" y="181"/>
                    <a:pt x="11759" y="0"/>
                    <a:pt x="11542"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1" name="Google Shape;2161;g312bfb4b743_5_798"/>
            <p:cNvSpPr/>
            <p:nvPr/>
          </p:nvSpPr>
          <p:spPr>
            <a:xfrm>
              <a:off x="3572850" y="3229875"/>
              <a:ext cx="319225" cy="504975"/>
            </a:xfrm>
            <a:custGeom>
              <a:avLst/>
              <a:gdLst/>
              <a:ahLst/>
              <a:cxnLst/>
              <a:rect l="l" t="t" r="r" b="b"/>
              <a:pathLst>
                <a:path w="12769" h="20199" extrusionOk="0">
                  <a:moveTo>
                    <a:pt x="11830" y="614"/>
                  </a:moveTo>
                  <a:lnTo>
                    <a:pt x="11903" y="650"/>
                  </a:lnTo>
                  <a:cubicBezTo>
                    <a:pt x="11939" y="722"/>
                    <a:pt x="11975" y="830"/>
                    <a:pt x="12047" y="1011"/>
                  </a:cubicBezTo>
                  <a:cubicBezTo>
                    <a:pt x="12047" y="1049"/>
                    <a:pt x="12047" y="1118"/>
                    <a:pt x="12047" y="1227"/>
                  </a:cubicBezTo>
                  <a:cubicBezTo>
                    <a:pt x="12083" y="1732"/>
                    <a:pt x="12155" y="2958"/>
                    <a:pt x="12155" y="4581"/>
                  </a:cubicBezTo>
                  <a:cubicBezTo>
                    <a:pt x="12155" y="6385"/>
                    <a:pt x="12047" y="8657"/>
                    <a:pt x="11758" y="10893"/>
                  </a:cubicBezTo>
                  <a:cubicBezTo>
                    <a:pt x="11434" y="13129"/>
                    <a:pt x="10857" y="15293"/>
                    <a:pt x="9919" y="16952"/>
                  </a:cubicBezTo>
                  <a:cubicBezTo>
                    <a:pt x="9378" y="17962"/>
                    <a:pt x="8729" y="18611"/>
                    <a:pt x="8043" y="19008"/>
                  </a:cubicBezTo>
                  <a:cubicBezTo>
                    <a:pt x="7358" y="19405"/>
                    <a:pt x="6637" y="19585"/>
                    <a:pt x="5915" y="19585"/>
                  </a:cubicBezTo>
                  <a:cubicBezTo>
                    <a:pt x="4797" y="19585"/>
                    <a:pt x="3643" y="19188"/>
                    <a:pt x="2705" y="18684"/>
                  </a:cubicBezTo>
                  <a:cubicBezTo>
                    <a:pt x="1768" y="18179"/>
                    <a:pt x="1010" y="17565"/>
                    <a:pt x="650" y="17205"/>
                  </a:cubicBezTo>
                  <a:cubicBezTo>
                    <a:pt x="614" y="17169"/>
                    <a:pt x="614" y="17133"/>
                    <a:pt x="614" y="17060"/>
                  </a:cubicBezTo>
                  <a:cubicBezTo>
                    <a:pt x="577" y="16916"/>
                    <a:pt x="650" y="16700"/>
                    <a:pt x="830" y="16447"/>
                  </a:cubicBezTo>
                  <a:cubicBezTo>
                    <a:pt x="1082" y="15942"/>
                    <a:pt x="1587" y="15329"/>
                    <a:pt x="2200" y="14608"/>
                  </a:cubicBezTo>
                  <a:cubicBezTo>
                    <a:pt x="3138" y="13562"/>
                    <a:pt x="4364" y="12300"/>
                    <a:pt x="5446" y="11001"/>
                  </a:cubicBezTo>
                  <a:cubicBezTo>
                    <a:pt x="6529" y="9703"/>
                    <a:pt x="7502" y="8368"/>
                    <a:pt x="8007" y="7106"/>
                  </a:cubicBezTo>
                  <a:cubicBezTo>
                    <a:pt x="8656" y="5483"/>
                    <a:pt x="9414" y="3824"/>
                    <a:pt x="10135" y="2598"/>
                  </a:cubicBezTo>
                  <a:cubicBezTo>
                    <a:pt x="10532" y="1948"/>
                    <a:pt x="10857" y="1443"/>
                    <a:pt x="11181" y="1119"/>
                  </a:cubicBezTo>
                  <a:cubicBezTo>
                    <a:pt x="11325" y="938"/>
                    <a:pt x="11470" y="794"/>
                    <a:pt x="11578" y="722"/>
                  </a:cubicBezTo>
                  <a:cubicBezTo>
                    <a:pt x="11686" y="650"/>
                    <a:pt x="11794" y="614"/>
                    <a:pt x="11830" y="614"/>
                  </a:cubicBezTo>
                  <a:close/>
                  <a:moveTo>
                    <a:pt x="11830" y="1"/>
                  </a:moveTo>
                  <a:cubicBezTo>
                    <a:pt x="11614" y="37"/>
                    <a:pt x="11434" y="109"/>
                    <a:pt x="11253" y="217"/>
                  </a:cubicBezTo>
                  <a:cubicBezTo>
                    <a:pt x="10929" y="434"/>
                    <a:pt x="10640" y="758"/>
                    <a:pt x="10316" y="1191"/>
                  </a:cubicBezTo>
                  <a:cubicBezTo>
                    <a:pt x="9378" y="2525"/>
                    <a:pt x="8296" y="4726"/>
                    <a:pt x="7466" y="6890"/>
                  </a:cubicBezTo>
                  <a:cubicBezTo>
                    <a:pt x="6781" y="8657"/>
                    <a:pt x="4942" y="10749"/>
                    <a:pt x="3246" y="12588"/>
                  </a:cubicBezTo>
                  <a:cubicBezTo>
                    <a:pt x="2417" y="13490"/>
                    <a:pt x="1623" y="14355"/>
                    <a:pt x="1010" y="15113"/>
                  </a:cubicBezTo>
                  <a:cubicBezTo>
                    <a:pt x="722" y="15474"/>
                    <a:pt x="469" y="15834"/>
                    <a:pt x="289" y="16123"/>
                  </a:cubicBezTo>
                  <a:cubicBezTo>
                    <a:pt x="109" y="16447"/>
                    <a:pt x="0" y="16736"/>
                    <a:pt x="0" y="17060"/>
                  </a:cubicBezTo>
                  <a:cubicBezTo>
                    <a:pt x="0" y="17241"/>
                    <a:pt x="72" y="17493"/>
                    <a:pt x="217" y="17638"/>
                  </a:cubicBezTo>
                  <a:cubicBezTo>
                    <a:pt x="650" y="18034"/>
                    <a:pt x="1407" y="18647"/>
                    <a:pt x="2417" y="19188"/>
                  </a:cubicBezTo>
                  <a:cubicBezTo>
                    <a:pt x="3427" y="19729"/>
                    <a:pt x="4653" y="20198"/>
                    <a:pt x="5915" y="20198"/>
                  </a:cubicBezTo>
                  <a:cubicBezTo>
                    <a:pt x="6745" y="20198"/>
                    <a:pt x="7574" y="19982"/>
                    <a:pt x="8332" y="19513"/>
                  </a:cubicBezTo>
                  <a:cubicBezTo>
                    <a:pt x="9125" y="19080"/>
                    <a:pt x="9847" y="18323"/>
                    <a:pt x="10460" y="17241"/>
                  </a:cubicBezTo>
                  <a:cubicBezTo>
                    <a:pt x="11434" y="15474"/>
                    <a:pt x="12011" y="13237"/>
                    <a:pt x="12335" y="10965"/>
                  </a:cubicBezTo>
                  <a:cubicBezTo>
                    <a:pt x="12660" y="8693"/>
                    <a:pt x="12768" y="6385"/>
                    <a:pt x="12768" y="4581"/>
                  </a:cubicBezTo>
                  <a:cubicBezTo>
                    <a:pt x="12768" y="2417"/>
                    <a:pt x="12624" y="902"/>
                    <a:pt x="12624" y="902"/>
                  </a:cubicBezTo>
                  <a:lnTo>
                    <a:pt x="12624" y="866"/>
                  </a:lnTo>
                  <a:cubicBezTo>
                    <a:pt x="12552" y="614"/>
                    <a:pt x="12480" y="434"/>
                    <a:pt x="12335" y="289"/>
                  </a:cubicBezTo>
                  <a:cubicBezTo>
                    <a:pt x="12227" y="109"/>
                    <a:pt x="12011" y="1"/>
                    <a:pt x="118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g312bfb4b743_5_798"/>
            <p:cNvSpPr/>
            <p:nvPr/>
          </p:nvSpPr>
          <p:spPr>
            <a:xfrm>
              <a:off x="3224800" y="2836750"/>
              <a:ext cx="786275" cy="880150"/>
            </a:xfrm>
            <a:custGeom>
              <a:avLst/>
              <a:gdLst/>
              <a:ahLst/>
              <a:cxnLst/>
              <a:rect l="l" t="t" r="r" b="b"/>
              <a:pathLst>
                <a:path w="31451" h="35206" extrusionOk="0">
                  <a:moveTo>
                    <a:pt x="19513" y="0"/>
                  </a:moveTo>
                  <a:cubicBezTo>
                    <a:pt x="19512" y="1"/>
                    <a:pt x="3138" y="4256"/>
                    <a:pt x="0" y="5663"/>
                  </a:cubicBezTo>
                  <a:cubicBezTo>
                    <a:pt x="0" y="5663"/>
                    <a:pt x="253" y="14211"/>
                    <a:pt x="3535" y="23156"/>
                  </a:cubicBezTo>
                  <a:cubicBezTo>
                    <a:pt x="6817" y="32064"/>
                    <a:pt x="12335" y="35094"/>
                    <a:pt x="14716" y="35202"/>
                  </a:cubicBezTo>
                  <a:cubicBezTo>
                    <a:pt x="14753" y="35204"/>
                    <a:pt x="14791" y="35205"/>
                    <a:pt x="14830" y="35205"/>
                  </a:cubicBezTo>
                  <a:cubicBezTo>
                    <a:pt x="17272" y="35205"/>
                    <a:pt x="21672" y="30736"/>
                    <a:pt x="23660" y="26546"/>
                  </a:cubicBezTo>
                  <a:cubicBezTo>
                    <a:pt x="25680" y="22254"/>
                    <a:pt x="27051" y="17349"/>
                    <a:pt x="27051" y="17349"/>
                  </a:cubicBezTo>
                  <a:cubicBezTo>
                    <a:pt x="27051" y="17349"/>
                    <a:pt x="29972" y="16339"/>
                    <a:pt x="30730" y="13706"/>
                  </a:cubicBezTo>
                  <a:cubicBezTo>
                    <a:pt x="31451" y="11073"/>
                    <a:pt x="31343" y="8657"/>
                    <a:pt x="29323" y="8404"/>
                  </a:cubicBezTo>
                  <a:cubicBezTo>
                    <a:pt x="29239" y="8394"/>
                    <a:pt x="29158" y="8389"/>
                    <a:pt x="29078" y="8389"/>
                  </a:cubicBezTo>
                  <a:cubicBezTo>
                    <a:pt x="27233" y="8389"/>
                    <a:pt x="26438" y="11073"/>
                    <a:pt x="26438" y="11073"/>
                  </a:cubicBezTo>
                  <a:cubicBezTo>
                    <a:pt x="26438" y="11073"/>
                    <a:pt x="23913" y="9414"/>
                    <a:pt x="22903" y="6168"/>
                  </a:cubicBezTo>
                  <a:cubicBezTo>
                    <a:pt x="22001" y="3236"/>
                    <a:pt x="23517" y="908"/>
                    <a:pt x="23130" y="908"/>
                  </a:cubicBezTo>
                  <a:cubicBezTo>
                    <a:pt x="23084" y="908"/>
                    <a:pt x="23011" y="941"/>
                    <a:pt x="22903" y="1010"/>
                  </a:cubicBezTo>
                  <a:cubicBezTo>
                    <a:pt x="21982" y="1569"/>
                    <a:pt x="20222" y="3298"/>
                    <a:pt x="19180" y="3298"/>
                  </a:cubicBezTo>
                  <a:cubicBezTo>
                    <a:pt x="19080" y="3298"/>
                    <a:pt x="18986" y="3282"/>
                    <a:pt x="18900" y="3247"/>
                  </a:cubicBezTo>
                  <a:cubicBezTo>
                    <a:pt x="17890" y="2886"/>
                    <a:pt x="19513" y="1"/>
                    <a:pt x="1951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g312bfb4b743_5_798"/>
            <p:cNvSpPr/>
            <p:nvPr/>
          </p:nvSpPr>
          <p:spPr>
            <a:xfrm>
              <a:off x="3217575" y="2829200"/>
              <a:ext cx="793500" cy="895725"/>
            </a:xfrm>
            <a:custGeom>
              <a:avLst/>
              <a:gdLst/>
              <a:ahLst/>
              <a:cxnLst/>
              <a:rect l="l" t="t" r="r" b="b"/>
              <a:pathLst>
                <a:path w="31740" h="35829" extrusionOk="0">
                  <a:moveTo>
                    <a:pt x="19227" y="757"/>
                  </a:moveTo>
                  <a:cubicBezTo>
                    <a:pt x="19168" y="873"/>
                    <a:pt x="19106" y="999"/>
                    <a:pt x="19044" y="1132"/>
                  </a:cubicBezTo>
                  <a:cubicBezTo>
                    <a:pt x="18792" y="1709"/>
                    <a:pt x="18539" y="2358"/>
                    <a:pt x="18539" y="2935"/>
                  </a:cubicBezTo>
                  <a:cubicBezTo>
                    <a:pt x="18539" y="3116"/>
                    <a:pt x="18575" y="3296"/>
                    <a:pt x="18648" y="3476"/>
                  </a:cubicBezTo>
                  <a:cubicBezTo>
                    <a:pt x="18720" y="3621"/>
                    <a:pt x="18864" y="3765"/>
                    <a:pt x="19080" y="3837"/>
                  </a:cubicBezTo>
                  <a:cubicBezTo>
                    <a:pt x="19189" y="3873"/>
                    <a:pt x="19333" y="3909"/>
                    <a:pt x="19441" y="3909"/>
                  </a:cubicBezTo>
                  <a:cubicBezTo>
                    <a:pt x="19802" y="3909"/>
                    <a:pt x="20126" y="3765"/>
                    <a:pt x="20487" y="3585"/>
                  </a:cubicBezTo>
                  <a:cubicBezTo>
                    <a:pt x="21028" y="3332"/>
                    <a:pt x="21569" y="2899"/>
                    <a:pt x="22074" y="2503"/>
                  </a:cubicBezTo>
                  <a:cubicBezTo>
                    <a:pt x="22443" y="2239"/>
                    <a:pt x="22794" y="1955"/>
                    <a:pt x="23082" y="1752"/>
                  </a:cubicBezTo>
                  <a:lnTo>
                    <a:pt x="23082" y="1752"/>
                  </a:lnTo>
                  <a:cubicBezTo>
                    <a:pt x="22898" y="2318"/>
                    <a:pt x="22615" y="3308"/>
                    <a:pt x="22615" y="4486"/>
                  </a:cubicBezTo>
                  <a:cubicBezTo>
                    <a:pt x="22615" y="5135"/>
                    <a:pt x="22687" y="5821"/>
                    <a:pt x="22904" y="6542"/>
                  </a:cubicBezTo>
                  <a:cubicBezTo>
                    <a:pt x="23949" y="9932"/>
                    <a:pt x="26546" y="11591"/>
                    <a:pt x="26546" y="11628"/>
                  </a:cubicBezTo>
                  <a:cubicBezTo>
                    <a:pt x="26600" y="11646"/>
                    <a:pt x="26645" y="11655"/>
                    <a:pt x="26691" y="11655"/>
                  </a:cubicBezTo>
                  <a:cubicBezTo>
                    <a:pt x="26736" y="11655"/>
                    <a:pt x="26781" y="11646"/>
                    <a:pt x="26835" y="11628"/>
                  </a:cubicBezTo>
                  <a:cubicBezTo>
                    <a:pt x="26907" y="11628"/>
                    <a:pt x="26979" y="11555"/>
                    <a:pt x="27015" y="11447"/>
                  </a:cubicBezTo>
                  <a:lnTo>
                    <a:pt x="27015" y="11411"/>
                  </a:lnTo>
                  <a:cubicBezTo>
                    <a:pt x="27051" y="11303"/>
                    <a:pt x="27268" y="10654"/>
                    <a:pt x="27700" y="10077"/>
                  </a:cubicBezTo>
                  <a:cubicBezTo>
                    <a:pt x="27881" y="9788"/>
                    <a:pt x="28133" y="9500"/>
                    <a:pt x="28422" y="9319"/>
                  </a:cubicBezTo>
                  <a:cubicBezTo>
                    <a:pt x="28710" y="9139"/>
                    <a:pt x="28999" y="8995"/>
                    <a:pt x="29360" y="8995"/>
                  </a:cubicBezTo>
                  <a:cubicBezTo>
                    <a:pt x="29432" y="8995"/>
                    <a:pt x="29504" y="8995"/>
                    <a:pt x="29576" y="9031"/>
                  </a:cubicBezTo>
                  <a:cubicBezTo>
                    <a:pt x="30153" y="9103"/>
                    <a:pt x="30514" y="9319"/>
                    <a:pt x="30766" y="9716"/>
                  </a:cubicBezTo>
                  <a:cubicBezTo>
                    <a:pt x="31019" y="10113"/>
                    <a:pt x="31127" y="10690"/>
                    <a:pt x="31127" y="11375"/>
                  </a:cubicBezTo>
                  <a:cubicBezTo>
                    <a:pt x="31127" y="12096"/>
                    <a:pt x="30983" y="12998"/>
                    <a:pt x="30694" y="13936"/>
                  </a:cubicBezTo>
                  <a:cubicBezTo>
                    <a:pt x="30369" y="15162"/>
                    <a:pt x="29504" y="16028"/>
                    <a:pt x="28710" y="16569"/>
                  </a:cubicBezTo>
                  <a:cubicBezTo>
                    <a:pt x="28314" y="16857"/>
                    <a:pt x="27953" y="17038"/>
                    <a:pt x="27700" y="17182"/>
                  </a:cubicBezTo>
                  <a:cubicBezTo>
                    <a:pt x="27556" y="17254"/>
                    <a:pt x="27448" y="17290"/>
                    <a:pt x="27376" y="17326"/>
                  </a:cubicBezTo>
                  <a:lnTo>
                    <a:pt x="27268" y="17362"/>
                  </a:lnTo>
                  <a:cubicBezTo>
                    <a:pt x="27159" y="17398"/>
                    <a:pt x="27087" y="17470"/>
                    <a:pt x="27051" y="17579"/>
                  </a:cubicBezTo>
                  <a:cubicBezTo>
                    <a:pt x="27051" y="17579"/>
                    <a:pt x="26979" y="17867"/>
                    <a:pt x="26835" y="18408"/>
                  </a:cubicBezTo>
                  <a:cubicBezTo>
                    <a:pt x="26330" y="19959"/>
                    <a:pt x="25176" y="23530"/>
                    <a:pt x="23697" y="26704"/>
                  </a:cubicBezTo>
                  <a:cubicBezTo>
                    <a:pt x="22723" y="28795"/>
                    <a:pt x="21136" y="30923"/>
                    <a:pt x="19477" y="32546"/>
                  </a:cubicBezTo>
                  <a:cubicBezTo>
                    <a:pt x="18684" y="33376"/>
                    <a:pt x="17854" y="34025"/>
                    <a:pt x="17097" y="34494"/>
                  </a:cubicBezTo>
                  <a:cubicBezTo>
                    <a:pt x="16339" y="34963"/>
                    <a:pt x="15618" y="35215"/>
                    <a:pt x="15113" y="35215"/>
                  </a:cubicBezTo>
                  <a:lnTo>
                    <a:pt x="15041" y="35215"/>
                  </a:lnTo>
                  <a:cubicBezTo>
                    <a:pt x="13959" y="35179"/>
                    <a:pt x="12011" y="34422"/>
                    <a:pt x="9955" y="32546"/>
                  </a:cubicBezTo>
                  <a:cubicBezTo>
                    <a:pt x="7900" y="30707"/>
                    <a:pt x="5736" y="27750"/>
                    <a:pt x="4113" y="23349"/>
                  </a:cubicBezTo>
                  <a:cubicBezTo>
                    <a:pt x="2490" y="18913"/>
                    <a:pt x="1588" y="14549"/>
                    <a:pt x="1119" y="11303"/>
                  </a:cubicBezTo>
                  <a:cubicBezTo>
                    <a:pt x="903" y="9680"/>
                    <a:pt x="758" y="8345"/>
                    <a:pt x="686" y="7408"/>
                  </a:cubicBezTo>
                  <a:cubicBezTo>
                    <a:pt x="650" y="6939"/>
                    <a:pt x="614" y="6578"/>
                    <a:pt x="614" y="6326"/>
                  </a:cubicBezTo>
                  <a:cubicBezTo>
                    <a:pt x="614" y="6256"/>
                    <a:pt x="614" y="6195"/>
                    <a:pt x="614" y="6142"/>
                  </a:cubicBezTo>
                  <a:lnTo>
                    <a:pt x="614" y="6142"/>
                  </a:lnTo>
                  <a:cubicBezTo>
                    <a:pt x="1427" y="5813"/>
                    <a:pt x="2924" y="5309"/>
                    <a:pt x="4762" y="4775"/>
                  </a:cubicBezTo>
                  <a:cubicBezTo>
                    <a:pt x="7719" y="3873"/>
                    <a:pt x="11506" y="2827"/>
                    <a:pt x="14536" y="1998"/>
                  </a:cubicBezTo>
                  <a:cubicBezTo>
                    <a:pt x="16051" y="1601"/>
                    <a:pt x="17385" y="1240"/>
                    <a:pt x="18359" y="988"/>
                  </a:cubicBezTo>
                  <a:cubicBezTo>
                    <a:pt x="18699" y="896"/>
                    <a:pt x="18992" y="819"/>
                    <a:pt x="19227" y="757"/>
                  </a:cubicBezTo>
                  <a:close/>
                  <a:moveTo>
                    <a:pt x="19816" y="0"/>
                  </a:moveTo>
                  <a:cubicBezTo>
                    <a:pt x="19786" y="0"/>
                    <a:pt x="19757" y="5"/>
                    <a:pt x="19730" y="14"/>
                  </a:cubicBezTo>
                  <a:cubicBezTo>
                    <a:pt x="19730" y="14"/>
                    <a:pt x="15618" y="1060"/>
                    <a:pt x="11146" y="2322"/>
                  </a:cubicBezTo>
                  <a:cubicBezTo>
                    <a:pt x="8909" y="2935"/>
                    <a:pt x="6565" y="3585"/>
                    <a:pt x="4581" y="4198"/>
                  </a:cubicBezTo>
                  <a:cubicBezTo>
                    <a:pt x="2598" y="4775"/>
                    <a:pt x="1011" y="5316"/>
                    <a:pt x="181" y="5676"/>
                  </a:cubicBezTo>
                  <a:cubicBezTo>
                    <a:pt x="73" y="5713"/>
                    <a:pt x="1" y="5821"/>
                    <a:pt x="1" y="5965"/>
                  </a:cubicBezTo>
                  <a:cubicBezTo>
                    <a:pt x="1" y="5965"/>
                    <a:pt x="253" y="14549"/>
                    <a:pt x="3536" y="23530"/>
                  </a:cubicBezTo>
                  <a:cubicBezTo>
                    <a:pt x="5195" y="28038"/>
                    <a:pt x="7431" y="31068"/>
                    <a:pt x="9559" y="33015"/>
                  </a:cubicBezTo>
                  <a:cubicBezTo>
                    <a:pt x="11687" y="34927"/>
                    <a:pt x="13706" y="35756"/>
                    <a:pt x="15005" y="35829"/>
                  </a:cubicBezTo>
                  <a:lnTo>
                    <a:pt x="15113" y="35829"/>
                  </a:lnTo>
                  <a:cubicBezTo>
                    <a:pt x="15798" y="35829"/>
                    <a:pt x="16592" y="35504"/>
                    <a:pt x="17385" y="34999"/>
                  </a:cubicBezTo>
                  <a:cubicBezTo>
                    <a:pt x="19838" y="33520"/>
                    <a:pt x="22687" y="30202"/>
                    <a:pt x="24238" y="26956"/>
                  </a:cubicBezTo>
                  <a:cubicBezTo>
                    <a:pt x="26041" y="23124"/>
                    <a:pt x="27327" y="18802"/>
                    <a:pt x="27582" y="17895"/>
                  </a:cubicBezTo>
                  <a:lnTo>
                    <a:pt x="27582" y="17895"/>
                  </a:lnTo>
                  <a:cubicBezTo>
                    <a:pt x="27834" y="17799"/>
                    <a:pt x="28411" y="17541"/>
                    <a:pt x="29071" y="17074"/>
                  </a:cubicBezTo>
                  <a:cubicBezTo>
                    <a:pt x="29901" y="16461"/>
                    <a:pt x="30874" y="15487"/>
                    <a:pt x="31307" y="14080"/>
                  </a:cubicBezTo>
                  <a:cubicBezTo>
                    <a:pt x="31560" y="13142"/>
                    <a:pt x="31740" y="12205"/>
                    <a:pt x="31740" y="11375"/>
                  </a:cubicBezTo>
                  <a:cubicBezTo>
                    <a:pt x="31740" y="10618"/>
                    <a:pt x="31596" y="9932"/>
                    <a:pt x="31271" y="9391"/>
                  </a:cubicBezTo>
                  <a:cubicBezTo>
                    <a:pt x="30946" y="8886"/>
                    <a:pt x="30369" y="8490"/>
                    <a:pt x="29648" y="8418"/>
                  </a:cubicBezTo>
                  <a:lnTo>
                    <a:pt x="29360" y="8418"/>
                  </a:lnTo>
                  <a:cubicBezTo>
                    <a:pt x="28855" y="8418"/>
                    <a:pt x="28386" y="8598"/>
                    <a:pt x="27989" y="8886"/>
                  </a:cubicBezTo>
                  <a:cubicBezTo>
                    <a:pt x="27448" y="9283"/>
                    <a:pt x="27051" y="9896"/>
                    <a:pt x="26799" y="10365"/>
                  </a:cubicBezTo>
                  <a:cubicBezTo>
                    <a:pt x="26706" y="10551"/>
                    <a:pt x="26632" y="10723"/>
                    <a:pt x="26577" y="10865"/>
                  </a:cubicBezTo>
                  <a:lnTo>
                    <a:pt x="26577" y="10865"/>
                  </a:lnTo>
                  <a:cubicBezTo>
                    <a:pt x="25881" y="10313"/>
                    <a:pt x="24225" y="8805"/>
                    <a:pt x="23481" y="6362"/>
                  </a:cubicBezTo>
                  <a:cubicBezTo>
                    <a:pt x="23300" y="5713"/>
                    <a:pt x="23192" y="5063"/>
                    <a:pt x="23192" y="4486"/>
                  </a:cubicBezTo>
                  <a:cubicBezTo>
                    <a:pt x="23192" y="3729"/>
                    <a:pt x="23336" y="3044"/>
                    <a:pt x="23481" y="2503"/>
                  </a:cubicBezTo>
                  <a:cubicBezTo>
                    <a:pt x="23553" y="2214"/>
                    <a:pt x="23625" y="1998"/>
                    <a:pt x="23697" y="1781"/>
                  </a:cubicBezTo>
                  <a:cubicBezTo>
                    <a:pt x="23733" y="1601"/>
                    <a:pt x="23769" y="1457"/>
                    <a:pt x="23805" y="1312"/>
                  </a:cubicBezTo>
                  <a:cubicBezTo>
                    <a:pt x="23805" y="1240"/>
                    <a:pt x="23769" y="1168"/>
                    <a:pt x="23733" y="1060"/>
                  </a:cubicBezTo>
                  <a:cubicBezTo>
                    <a:pt x="23697" y="1024"/>
                    <a:pt x="23625" y="952"/>
                    <a:pt x="23589" y="916"/>
                  </a:cubicBezTo>
                  <a:cubicBezTo>
                    <a:pt x="23517" y="916"/>
                    <a:pt x="23481" y="880"/>
                    <a:pt x="23408" y="880"/>
                  </a:cubicBezTo>
                  <a:cubicBezTo>
                    <a:pt x="23336" y="916"/>
                    <a:pt x="23264" y="916"/>
                    <a:pt x="23228" y="952"/>
                  </a:cubicBezTo>
                  <a:cubicBezTo>
                    <a:pt x="23156" y="988"/>
                    <a:pt x="23084" y="988"/>
                    <a:pt x="23048" y="1024"/>
                  </a:cubicBezTo>
                  <a:cubicBezTo>
                    <a:pt x="22543" y="1348"/>
                    <a:pt x="21894" y="1925"/>
                    <a:pt x="21208" y="2430"/>
                  </a:cubicBezTo>
                  <a:cubicBezTo>
                    <a:pt x="20848" y="2683"/>
                    <a:pt x="20523" y="2899"/>
                    <a:pt x="20198" y="3044"/>
                  </a:cubicBezTo>
                  <a:cubicBezTo>
                    <a:pt x="19910" y="3224"/>
                    <a:pt x="19621" y="3296"/>
                    <a:pt x="19441" y="3296"/>
                  </a:cubicBezTo>
                  <a:lnTo>
                    <a:pt x="19297" y="3296"/>
                  </a:lnTo>
                  <a:lnTo>
                    <a:pt x="19189" y="3188"/>
                  </a:lnTo>
                  <a:cubicBezTo>
                    <a:pt x="19153" y="3152"/>
                    <a:pt x="19153" y="3080"/>
                    <a:pt x="19153" y="2935"/>
                  </a:cubicBezTo>
                  <a:cubicBezTo>
                    <a:pt x="19153" y="2539"/>
                    <a:pt x="19369" y="1889"/>
                    <a:pt x="19585" y="1384"/>
                  </a:cubicBezTo>
                  <a:cubicBezTo>
                    <a:pt x="19730" y="1096"/>
                    <a:pt x="19838" y="880"/>
                    <a:pt x="19910" y="699"/>
                  </a:cubicBezTo>
                  <a:cubicBezTo>
                    <a:pt x="19946" y="627"/>
                    <a:pt x="19982" y="555"/>
                    <a:pt x="20018" y="519"/>
                  </a:cubicBezTo>
                  <a:lnTo>
                    <a:pt x="20054" y="447"/>
                  </a:lnTo>
                  <a:cubicBezTo>
                    <a:pt x="20126" y="339"/>
                    <a:pt x="20126" y="194"/>
                    <a:pt x="20054" y="122"/>
                  </a:cubicBezTo>
                  <a:cubicBezTo>
                    <a:pt x="20000" y="41"/>
                    <a:pt x="19905" y="0"/>
                    <a:pt x="198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g312bfb4b743_5_798"/>
            <p:cNvSpPr/>
            <p:nvPr/>
          </p:nvSpPr>
          <p:spPr>
            <a:xfrm>
              <a:off x="3751375" y="3083575"/>
              <a:ext cx="155125" cy="68600"/>
            </a:xfrm>
            <a:custGeom>
              <a:avLst/>
              <a:gdLst/>
              <a:ahLst/>
              <a:cxnLst/>
              <a:rect l="l" t="t" r="r" b="b"/>
              <a:pathLst>
                <a:path w="6205" h="2744" extrusionOk="0">
                  <a:moveTo>
                    <a:pt x="5848" y="1"/>
                  </a:moveTo>
                  <a:cubicBezTo>
                    <a:pt x="5822" y="1"/>
                    <a:pt x="5796" y="4"/>
                    <a:pt x="5771" y="10"/>
                  </a:cubicBezTo>
                  <a:lnTo>
                    <a:pt x="217" y="2174"/>
                  </a:lnTo>
                  <a:cubicBezTo>
                    <a:pt x="73" y="2210"/>
                    <a:pt x="1" y="2390"/>
                    <a:pt x="73" y="2571"/>
                  </a:cubicBezTo>
                  <a:cubicBezTo>
                    <a:pt x="99" y="2676"/>
                    <a:pt x="203" y="2743"/>
                    <a:pt x="313" y="2743"/>
                  </a:cubicBezTo>
                  <a:cubicBezTo>
                    <a:pt x="354" y="2743"/>
                    <a:pt x="395" y="2734"/>
                    <a:pt x="433" y="2715"/>
                  </a:cubicBezTo>
                  <a:lnTo>
                    <a:pt x="5988" y="587"/>
                  </a:lnTo>
                  <a:cubicBezTo>
                    <a:pt x="6132" y="515"/>
                    <a:pt x="6204" y="334"/>
                    <a:pt x="6168" y="190"/>
                  </a:cubicBezTo>
                  <a:cubicBezTo>
                    <a:pt x="6108" y="71"/>
                    <a:pt x="5974" y="1"/>
                    <a:pt x="584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5" name="Google Shape;2165;g312bfb4b743_5_798"/>
            <p:cNvSpPr/>
            <p:nvPr/>
          </p:nvSpPr>
          <p:spPr>
            <a:xfrm>
              <a:off x="3156275" y="3109950"/>
              <a:ext cx="628500" cy="217975"/>
            </a:xfrm>
            <a:custGeom>
              <a:avLst/>
              <a:gdLst/>
              <a:ahLst/>
              <a:cxnLst/>
              <a:rect l="l" t="t" r="r" b="b"/>
              <a:pathLst>
                <a:path w="25140" h="8719" extrusionOk="0">
                  <a:moveTo>
                    <a:pt x="0" y="1"/>
                  </a:moveTo>
                  <a:cubicBezTo>
                    <a:pt x="0" y="1"/>
                    <a:pt x="109" y="3535"/>
                    <a:pt x="1876" y="5555"/>
                  </a:cubicBezTo>
                  <a:cubicBezTo>
                    <a:pt x="3144" y="6979"/>
                    <a:pt x="5380" y="7511"/>
                    <a:pt x="7047" y="7511"/>
                  </a:cubicBezTo>
                  <a:cubicBezTo>
                    <a:pt x="7702" y="7511"/>
                    <a:pt x="8270" y="7429"/>
                    <a:pt x="8656" y="7286"/>
                  </a:cubicBezTo>
                  <a:cubicBezTo>
                    <a:pt x="9996" y="6840"/>
                    <a:pt x="9831" y="3255"/>
                    <a:pt x="11120" y="3255"/>
                  </a:cubicBezTo>
                  <a:cubicBezTo>
                    <a:pt x="11184" y="3255"/>
                    <a:pt x="11253" y="3264"/>
                    <a:pt x="11325" y="3283"/>
                  </a:cubicBezTo>
                  <a:cubicBezTo>
                    <a:pt x="12804" y="3644"/>
                    <a:pt x="12552" y="5303"/>
                    <a:pt x="13201" y="6817"/>
                  </a:cubicBezTo>
                  <a:cubicBezTo>
                    <a:pt x="13814" y="8296"/>
                    <a:pt x="14463" y="8188"/>
                    <a:pt x="17204" y="8549"/>
                  </a:cubicBezTo>
                  <a:cubicBezTo>
                    <a:pt x="17971" y="8658"/>
                    <a:pt x="18726" y="8718"/>
                    <a:pt x="19439" y="8718"/>
                  </a:cubicBezTo>
                  <a:cubicBezTo>
                    <a:pt x="21311" y="8718"/>
                    <a:pt x="22893" y="8305"/>
                    <a:pt x="23624" y="7286"/>
                  </a:cubicBezTo>
                  <a:cubicBezTo>
                    <a:pt x="24634" y="5916"/>
                    <a:pt x="25139" y="1624"/>
                    <a:pt x="24129" y="1407"/>
                  </a:cubicBezTo>
                  <a:cubicBezTo>
                    <a:pt x="23922" y="1355"/>
                    <a:pt x="23613" y="1334"/>
                    <a:pt x="23223" y="1334"/>
                  </a:cubicBezTo>
                  <a:cubicBezTo>
                    <a:pt x="21714" y="1334"/>
                    <a:pt x="18980" y="1653"/>
                    <a:pt x="16086" y="1768"/>
                  </a:cubicBezTo>
                  <a:cubicBezTo>
                    <a:pt x="12444" y="1876"/>
                    <a:pt x="11073" y="2021"/>
                    <a:pt x="11073" y="2021"/>
                  </a:cubicBez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6" name="Google Shape;2166;g312bfb4b743_5_798"/>
            <p:cNvSpPr/>
            <p:nvPr/>
          </p:nvSpPr>
          <p:spPr>
            <a:xfrm>
              <a:off x="3501625" y="3169475"/>
              <a:ext cx="275025" cy="158450"/>
            </a:xfrm>
            <a:custGeom>
              <a:avLst/>
              <a:gdLst/>
              <a:ahLst/>
              <a:cxnLst/>
              <a:rect l="l" t="t" r="r" b="b"/>
              <a:pathLst>
                <a:path w="11001" h="6338" extrusionOk="0">
                  <a:moveTo>
                    <a:pt x="10820" y="0"/>
                  </a:moveTo>
                  <a:lnTo>
                    <a:pt x="0" y="5374"/>
                  </a:lnTo>
                  <a:cubicBezTo>
                    <a:pt x="577" y="5879"/>
                    <a:pt x="1443" y="5915"/>
                    <a:pt x="3390" y="6168"/>
                  </a:cubicBezTo>
                  <a:cubicBezTo>
                    <a:pt x="4157" y="6277"/>
                    <a:pt x="4912" y="6337"/>
                    <a:pt x="5625" y="6337"/>
                  </a:cubicBezTo>
                  <a:cubicBezTo>
                    <a:pt x="7497" y="6337"/>
                    <a:pt x="9079" y="5924"/>
                    <a:pt x="9810" y="4905"/>
                  </a:cubicBezTo>
                  <a:cubicBezTo>
                    <a:pt x="10568" y="3932"/>
                    <a:pt x="11001" y="1407"/>
                    <a:pt x="108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7" name="Google Shape;2167;g312bfb4b743_5_798"/>
            <p:cNvSpPr/>
            <p:nvPr/>
          </p:nvSpPr>
          <p:spPr>
            <a:xfrm>
              <a:off x="3217575" y="3153250"/>
              <a:ext cx="351700" cy="144800"/>
            </a:xfrm>
            <a:custGeom>
              <a:avLst/>
              <a:gdLst/>
              <a:ahLst/>
              <a:cxnLst/>
              <a:rect l="l" t="t" r="r" b="b"/>
              <a:pathLst>
                <a:path w="14068" h="5792" extrusionOk="0">
                  <a:moveTo>
                    <a:pt x="14067" y="0"/>
                  </a:moveTo>
                  <a:lnTo>
                    <a:pt x="14067" y="0"/>
                  </a:lnTo>
                  <a:cubicBezTo>
                    <a:pt x="13923" y="36"/>
                    <a:pt x="13779" y="36"/>
                    <a:pt x="13634" y="36"/>
                  </a:cubicBezTo>
                  <a:cubicBezTo>
                    <a:pt x="12552" y="72"/>
                    <a:pt x="11687" y="108"/>
                    <a:pt x="10965" y="144"/>
                  </a:cubicBezTo>
                  <a:lnTo>
                    <a:pt x="1" y="4364"/>
                  </a:lnTo>
                  <a:cubicBezTo>
                    <a:pt x="1302" y="5395"/>
                    <a:pt x="3138" y="5791"/>
                    <a:pt x="4564" y="5791"/>
                  </a:cubicBezTo>
                  <a:cubicBezTo>
                    <a:pt x="5234" y="5791"/>
                    <a:pt x="5813" y="5704"/>
                    <a:pt x="6204" y="5554"/>
                  </a:cubicBezTo>
                  <a:cubicBezTo>
                    <a:pt x="7544" y="5108"/>
                    <a:pt x="7379" y="1523"/>
                    <a:pt x="8668" y="1523"/>
                  </a:cubicBezTo>
                  <a:cubicBezTo>
                    <a:pt x="8732" y="1523"/>
                    <a:pt x="8801" y="1532"/>
                    <a:pt x="8873" y="1551"/>
                  </a:cubicBezTo>
                  <a:cubicBezTo>
                    <a:pt x="9739" y="1767"/>
                    <a:pt x="10028" y="2453"/>
                    <a:pt x="10244" y="3282"/>
                  </a:cubicBezTo>
                  <a:lnTo>
                    <a:pt x="140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g312bfb4b743_5_798"/>
            <p:cNvSpPr/>
            <p:nvPr/>
          </p:nvSpPr>
          <p:spPr>
            <a:xfrm>
              <a:off x="3148150" y="3102400"/>
              <a:ext cx="633000" cy="233000"/>
            </a:xfrm>
            <a:custGeom>
              <a:avLst/>
              <a:gdLst/>
              <a:ahLst/>
              <a:cxnLst/>
              <a:rect l="l" t="t" r="r" b="b"/>
              <a:pathLst>
                <a:path w="25320" h="9320" extrusionOk="0">
                  <a:moveTo>
                    <a:pt x="638" y="661"/>
                  </a:moveTo>
                  <a:lnTo>
                    <a:pt x="11326" y="2611"/>
                  </a:lnTo>
                  <a:lnTo>
                    <a:pt x="11686" y="2611"/>
                  </a:lnTo>
                  <a:cubicBezTo>
                    <a:pt x="12228" y="2575"/>
                    <a:pt x="13706" y="2467"/>
                    <a:pt x="16411" y="2359"/>
                  </a:cubicBezTo>
                  <a:cubicBezTo>
                    <a:pt x="19369" y="2250"/>
                    <a:pt x="22146" y="1926"/>
                    <a:pt x="23625" y="1926"/>
                  </a:cubicBezTo>
                  <a:cubicBezTo>
                    <a:pt x="23985" y="1926"/>
                    <a:pt x="24238" y="1962"/>
                    <a:pt x="24382" y="1998"/>
                  </a:cubicBezTo>
                  <a:lnTo>
                    <a:pt x="24490" y="2034"/>
                  </a:lnTo>
                  <a:cubicBezTo>
                    <a:pt x="24526" y="2142"/>
                    <a:pt x="24599" y="2286"/>
                    <a:pt x="24635" y="2539"/>
                  </a:cubicBezTo>
                  <a:cubicBezTo>
                    <a:pt x="24707" y="2755"/>
                    <a:pt x="24707" y="3044"/>
                    <a:pt x="24707" y="3369"/>
                  </a:cubicBezTo>
                  <a:cubicBezTo>
                    <a:pt x="24707" y="4054"/>
                    <a:pt x="24599" y="4883"/>
                    <a:pt x="24418" y="5641"/>
                  </a:cubicBezTo>
                  <a:cubicBezTo>
                    <a:pt x="24238" y="6398"/>
                    <a:pt x="23985" y="7047"/>
                    <a:pt x="23733" y="7444"/>
                  </a:cubicBezTo>
                  <a:cubicBezTo>
                    <a:pt x="23408" y="7877"/>
                    <a:pt x="22867" y="8202"/>
                    <a:pt x="22182" y="8418"/>
                  </a:cubicBezTo>
                  <a:cubicBezTo>
                    <a:pt x="21497" y="8634"/>
                    <a:pt x="20667" y="8706"/>
                    <a:pt x="19729" y="8706"/>
                  </a:cubicBezTo>
                  <a:cubicBezTo>
                    <a:pt x="19044" y="8706"/>
                    <a:pt x="18323" y="8670"/>
                    <a:pt x="17602" y="8562"/>
                  </a:cubicBezTo>
                  <a:cubicBezTo>
                    <a:pt x="16195" y="8382"/>
                    <a:pt x="15329" y="8310"/>
                    <a:pt x="14824" y="8129"/>
                  </a:cubicBezTo>
                  <a:cubicBezTo>
                    <a:pt x="14572" y="8021"/>
                    <a:pt x="14392" y="7913"/>
                    <a:pt x="14247" y="7769"/>
                  </a:cubicBezTo>
                  <a:cubicBezTo>
                    <a:pt x="14103" y="7588"/>
                    <a:pt x="13959" y="7336"/>
                    <a:pt x="13814" y="6975"/>
                  </a:cubicBezTo>
                  <a:cubicBezTo>
                    <a:pt x="13490" y="6290"/>
                    <a:pt x="13418" y="5496"/>
                    <a:pt x="13201" y="4811"/>
                  </a:cubicBezTo>
                  <a:cubicBezTo>
                    <a:pt x="13093" y="4487"/>
                    <a:pt x="12949" y="4162"/>
                    <a:pt x="12696" y="3873"/>
                  </a:cubicBezTo>
                  <a:cubicBezTo>
                    <a:pt x="12480" y="3621"/>
                    <a:pt x="12119" y="3405"/>
                    <a:pt x="11723" y="3296"/>
                  </a:cubicBezTo>
                  <a:cubicBezTo>
                    <a:pt x="11614" y="3260"/>
                    <a:pt x="11506" y="3260"/>
                    <a:pt x="11434" y="3260"/>
                  </a:cubicBezTo>
                  <a:cubicBezTo>
                    <a:pt x="11218" y="3260"/>
                    <a:pt x="11001" y="3332"/>
                    <a:pt x="10821" y="3477"/>
                  </a:cubicBezTo>
                  <a:cubicBezTo>
                    <a:pt x="10532" y="3729"/>
                    <a:pt x="10352" y="4054"/>
                    <a:pt x="10208" y="4451"/>
                  </a:cubicBezTo>
                  <a:cubicBezTo>
                    <a:pt x="9991" y="5028"/>
                    <a:pt x="9847" y="5713"/>
                    <a:pt x="9631" y="6254"/>
                  </a:cubicBezTo>
                  <a:cubicBezTo>
                    <a:pt x="9522" y="6542"/>
                    <a:pt x="9414" y="6795"/>
                    <a:pt x="9270" y="6975"/>
                  </a:cubicBezTo>
                  <a:cubicBezTo>
                    <a:pt x="9162" y="7156"/>
                    <a:pt x="9018" y="7264"/>
                    <a:pt x="8873" y="7336"/>
                  </a:cubicBezTo>
                  <a:cubicBezTo>
                    <a:pt x="8549" y="7444"/>
                    <a:pt x="8008" y="7516"/>
                    <a:pt x="7395" y="7516"/>
                  </a:cubicBezTo>
                  <a:cubicBezTo>
                    <a:pt x="6565" y="7516"/>
                    <a:pt x="5627" y="7408"/>
                    <a:pt x="4726" y="7083"/>
                  </a:cubicBezTo>
                  <a:cubicBezTo>
                    <a:pt x="3824" y="6795"/>
                    <a:pt x="2994" y="6326"/>
                    <a:pt x="2417" y="5641"/>
                  </a:cubicBezTo>
                  <a:cubicBezTo>
                    <a:pt x="1588" y="4703"/>
                    <a:pt x="1119" y="3369"/>
                    <a:pt x="866" y="2250"/>
                  </a:cubicBezTo>
                  <a:cubicBezTo>
                    <a:pt x="758" y="1709"/>
                    <a:pt x="686" y="1204"/>
                    <a:pt x="650" y="844"/>
                  </a:cubicBezTo>
                  <a:cubicBezTo>
                    <a:pt x="650" y="773"/>
                    <a:pt x="644" y="714"/>
                    <a:pt x="638" y="661"/>
                  </a:cubicBezTo>
                  <a:close/>
                  <a:moveTo>
                    <a:pt x="297" y="0"/>
                  </a:moveTo>
                  <a:cubicBezTo>
                    <a:pt x="234" y="0"/>
                    <a:pt x="162" y="34"/>
                    <a:pt x="109" y="86"/>
                  </a:cubicBezTo>
                  <a:cubicBezTo>
                    <a:pt x="37" y="122"/>
                    <a:pt x="1" y="231"/>
                    <a:pt x="1" y="303"/>
                  </a:cubicBezTo>
                  <a:cubicBezTo>
                    <a:pt x="1" y="339"/>
                    <a:pt x="37" y="1241"/>
                    <a:pt x="289" y="2395"/>
                  </a:cubicBezTo>
                  <a:cubicBezTo>
                    <a:pt x="542" y="3549"/>
                    <a:pt x="1047" y="4955"/>
                    <a:pt x="1984" y="6037"/>
                  </a:cubicBezTo>
                  <a:cubicBezTo>
                    <a:pt x="2634" y="6831"/>
                    <a:pt x="3571" y="7336"/>
                    <a:pt x="4545" y="7660"/>
                  </a:cubicBezTo>
                  <a:cubicBezTo>
                    <a:pt x="5519" y="7985"/>
                    <a:pt x="6529" y="8129"/>
                    <a:pt x="7395" y="8129"/>
                  </a:cubicBezTo>
                  <a:cubicBezTo>
                    <a:pt x="8044" y="8129"/>
                    <a:pt x="8657" y="8057"/>
                    <a:pt x="9090" y="7877"/>
                  </a:cubicBezTo>
                  <a:cubicBezTo>
                    <a:pt x="9306" y="7805"/>
                    <a:pt x="9486" y="7660"/>
                    <a:pt x="9631" y="7480"/>
                  </a:cubicBezTo>
                  <a:cubicBezTo>
                    <a:pt x="9919" y="7192"/>
                    <a:pt x="10063" y="6795"/>
                    <a:pt x="10244" y="6398"/>
                  </a:cubicBezTo>
                  <a:cubicBezTo>
                    <a:pt x="10460" y="5785"/>
                    <a:pt x="10604" y="5100"/>
                    <a:pt x="10821" y="4595"/>
                  </a:cubicBezTo>
                  <a:cubicBezTo>
                    <a:pt x="10893" y="4342"/>
                    <a:pt x="11001" y="4126"/>
                    <a:pt x="11109" y="4018"/>
                  </a:cubicBezTo>
                  <a:cubicBezTo>
                    <a:pt x="11254" y="3910"/>
                    <a:pt x="11326" y="3873"/>
                    <a:pt x="11434" y="3837"/>
                  </a:cubicBezTo>
                  <a:lnTo>
                    <a:pt x="11542" y="3873"/>
                  </a:lnTo>
                  <a:cubicBezTo>
                    <a:pt x="11903" y="3946"/>
                    <a:pt x="12083" y="4090"/>
                    <a:pt x="12264" y="4270"/>
                  </a:cubicBezTo>
                  <a:cubicBezTo>
                    <a:pt x="12480" y="4559"/>
                    <a:pt x="12624" y="4955"/>
                    <a:pt x="12769" y="5496"/>
                  </a:cubicBezTo>
                  <a:cubicBezTo>
                    <a:pt x="12877" y="6001"/>
                    <a:pt x="12985" y="6615"/>
                    <a:pt x="13237" y="7228"/>
                  </a:cubicBezTo>
                  <a:cubicBezTo>
                    <a:pt x="13418" y="7624"/>
                    <a:pt x="13562" y="7913"/>
                    <a:pt x="13814" y="8165"/>
                  </a:cubicBezTo>
                  <a:cubicBezTo>
                    <a:pt x="14139" y="8526"/>
                    <a:pt x="14572" y="8706"/>
                    <a:pt x="15149" y="8851"/>
                  </a:cubicBezTo>
                  <a:cubicBezTo>
                    <a:pt x="15726" y="8959"/>
                    <a:pt x="16483" y="9031"/>
                    <a:pt x="17493" y="9175"/>
                  </a:cubicBezTo>
                  <a:cubicBezTo>
                    <a:pt x="18251" y="9247"/>
                    <a:pt x="19008" y="9320"/>
                    <a:pt x="19729" y="9320"/>
                  </a:cubicBezTo>
                  <a:cubicBezTo>
                    <a:pt x="20703" y="9320"/>
                    <a:pt x="21605" y="9211"/>
                    <a:pt x="22362" y="8995"/>
                  </a:cubicBezTo>
                  <a:cubicBezTo>
                    <a:pt x="23156" y="8743"/>
                    <a:pt x="23805" y="8346"/>
                    <a:pt x="24202" y="7769"/>
                  </a:cubicBezTo>
                  <a:cubicBezTo>
                    <a:pt x="24562" y="7300"/>
                    <a:pt x="24815" y="6578"/>
                    <a:pt x="25031" y="5785"/>
                  </a:cubicBezTo>
                  <a:cubicBezTo>
                    <a:pt x="25212" y="4955"/>
                    <a:pt x="25320" y="4090"/>
                    <a:pt x="25320" y="3369"/>
                  </a:cubicBezTo>
                  <a:cubicBezTo>
                    <a:pt x="25320" y="2900"/>
                    <a:pt x="25284" y="2467"/>
                    <a:pt x="25176" y="2142"/>
                  </a:cubicBezTo>
                  <a:cubicBezTo>
                    <a:pt x="25103" y="1962"/>
                    <a:pt x="25067" y="1818"/>
                    <a:pt x="24959" y="1673"/>
                  </a:cubicBezTo>
                  <a:cubicBezTo>
                    <a:pt x="24851" y="1565"/>
                    <a:pt x="24707" y="1457"/>
                    <a:pt x="24526" y="1385"/>
                  </a:cubicBezTo>
                  <a:cubicBezTo>
                    <a:pt x="24310" y="1349"/>
                    <a:pt x="23985" y="1313"/>
                    <a:pt x="23625" y="1313"/>
                  </a:cubicBezTo>
                  <a:cubicBezTo>
                    <a:pt x="22074" y="1313"/>
                    <a:pt x="19333" y="1673"/>
                    <a:pt x="16411" y="1782"/>
                  </a:cubicBezTo>
                  <a:cubicBezTo>
                    <a:pt x="13121" y="1878"/>
                    <a:pt x="11677" y="2004"/>
                    <a:pt x="11409" y="2029"/>
                  </a:cubicBezTo>
                  <a:lnTo>
                    <a:pt x="11409" y="2029"/>
                  </a:lnTo>
                  <a:lnTo>
                    <a:pt x="361" y="14"/>
                  </a:lnTo>
                  <a:cubicBezTo>
                    <a:pt x="342" y="5"/>
                    <a:pt x="320" y="0"/>
                    <a:pt x="2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9" name="Google Shape;2169;g312bfb4b743_5_798"/>
            <p:cNvSpPr/>
            <p:nvPr/>
          </p:nvSpPr>
          <p:spPr>
            <a:xfrm>
              <a:off x="3403325" y="3253325"/>
              <a:ext cx="122650" cy="195700"/>
            </a:xfrm>
            <a:custGeom>
              <a:avLst/>
              <a:gdLst/>
              <a:ahLst/>
              <a:cxnLst/>
              <a:rect l="l" t="t" r="r" b="b"/>
              <a:pathLst>
                <a:path w="4906" h="7828" extrusionOk="0">
                  <a:moveTo>
                    <a:pt x="434" y="0"/>
                  </a:moveTo>
                  <a:cubicBezTo>
                    <a:pt x="253" y="0"/>
                    <a:pt x="109" y="145"/>
                    <a:pt x="109" y="289"/>
                  </a:cubicBezTo>
                  <a:cubicBezTo>
                    <a:pt x="109" y="289"/>
                    <a:pt x="1" y="3571"/>
                    <a:pt x="1" y="5591"/>
                  </a:cubicBezTo>
                  <a:cubicBezTo>
                    <a:pt x="1" y="6420"/>
                    <a:pt x="109" y="6961"/>
                    <a:pt x="434" y="7358"/>
                  </a:cubicBezTo>
                  <a:cubicBezTo>
                    <a:pt x="578" y="7539"/>
                    <a:pt x="758" y="7683"/>
                    <a:pt x="975" y="7755"/>
                  </a:cubicBezTo>
                  <a:cubicBezTo>
                    <a:pt x="1191" y="7791"/>
                    <a:pt x="1443" y="7827"/>
                    <a:pt x="1660" y="7827"/>
                  </a:cubicBezTo>
                  <a:cubicBezTo>
                    <a:pt x="1912" y="7827"/>
                    <a:pt x="2165" y="7791"/>
                    <a:pt x="2453" y="7791"/>
                  </a:cubicBezTo>
                  <a:cubicBezTo>
                    <a:pt x="3932" y="7647"/>
                    <a:pt x="4726" y="6997"/>
                    <a:pt x="4762" y="6961"/>
                  </a:cubicBezTo>
                  <a:cubicBezTo>
                    <a:pt x="4906" y="6853"/>
                    <a:pt x="4906" y="6673"/>
                    <a:pt x="4798" y="6529"/>
                  </a:cubicBezTo>
                  <a:cubicBezTo>
                    <a:pt x="4735" y="6466"/>
                    <a:pt x="4648" y="6427"/>
                    <a:pt x="4557" y="6427"/>
                  </a:cubicBezTo>
                  <a:cubicBezTo>
                    <a:pt x="4492" y="6427"/>
                    <a:pt x="4425" y="6447"/>
                    <a:pt x="4365" y="6493"/>
                  </a:cubicBezTo>
                  <a:cubicBezTo>
                    <a:pt x="4365" y="6493"/>
                    <a:pt x="3680" y="7070"/>
                    <a:pt x="2417" y="7178"/>
                  </a:cubicBezTo>
                  <a:cubicBezTo>
                    <a:pt x="2129" y="7214"/>
                    <a:pt x="1876" y="7214"/>
                    <a:pt x="1660" y="7214"/>
                  </a:cubicBezTo>
                  <a:cubicBezTo>
                    <a:pt x="1479" y="7214"/>
                    <a:pt x="1299" y="7214"/>
                    <a:pt x="1155" y="7178"/>
                  </a:cubicBezTo>
                  <a:cubicBezTo>
                    <a:pt x="975" y="7106"/>
                    <a:pt x="866" y="7034"/>
                    <a:pt x="758" y="6781"/>
                  </a:cubicBezTo>
                  <a:cubicBezTo>
                    <a:pt x="650" y="6565"/>
                    <a:pt x="578" y="6168"/>
                    <a:pt x="578" y="5591"/>
                  </a:cubicBezTo>
                  <a:cubicBezTo>
                    <a:pt x="578" y="4581"/>
                    <a:pt x="614" y="3283"/>
                    <a:pt x="650" y="2201"/>
                  </a:cubicBezTo>
                  <a:cubicBezTo>
                    <a:pt x="686" y="1155"/>
                    <a:pt x="722" y="325"/>
                    <a:pt x="722" y="325"/>
                  </a:cubicBezTo>
                  <a:cubicBezTo>
                    <a:pt x="722" y="145"/>
                    <a:pt x="614" y="0"/>
                    <a:pt x="4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g312bfb4b743_5_798"/>
            <p:cNvSpPr/>
            <p:nvPr/>
          </p:nvSpPr>
          <p:spPr>
            <a:xfrm>
              <a:off x="3510625" y="3441775"/>
              <a:ext cx="207425" cy="137075"/>
            </a:xfrm>
            <a:custGeom>
              <a:avLst/>
              <a:gdLst/>
              <a:ahLst/>
              <a:cxnLst/>
              <a:rect l="l" t="t" r="r" b="b"/>
              <a:pathLst>
                <a:path w="8297" h="5483" extrusionOk="0">
                  <a:moveTo>
                    <a:pt x="5411" y="578"/>
                  </a:moveTo>
                  <a:cubicBezTo>
                    <a:pt x="5519" y="578"/>
                    <a:pt x="5663" y="614"/>
                    <a:pt x="5771" y="614"/>
                  </a:cubicBezTo>
                  <a:cubicBezTo>
                    <a:pt x="6493" y="722"/>
                    <a:pt x="6962" y="974"/>
                    <a:pt x="7250" y="1299"/>
                  </a:cubicBezTo>
                  <a:cubicBezTo>
                    <a:pt x="7575" y="1587"/>
                    <a:pt x="7683" y="1948"/>
                    <a:pt x="7683" y="2309"/>
                  </a:cubicBezTo>
                  <a:cubicBezTo>
                    <a:pt x="7683" y="2850"/>
                    <a:pt x="7394" y="3391"/>
                    <a:pt x="6926" y="3715"/>
                  </a:cubicBezTo>
                  <a:cubicBezTo>
                    <a:pt x="6385" y="4040"/>
                    <a:pt x="5483" y="4329"/>
                    <a:pt x="4545" y="4545"/>
                  </a:cubicBezTo>
                  <a:cubicBezTo>
                    <a:pt x="3607" y="4761"/>
                    <a:pt x="2598" y="4870"/>
                    <a:pt x="1948" y="4870"/>
                  </a:cubicBezTo>
                  <a:cubicBezTo>
                    <a:pt x="1696" y="4870"/>
                    <a:pt x="1479" y="4834"/>
                    <a:pt x="1371" y="4797"/>
                  </a:cubicBezTo>
                  <a:cubicBezTo>
                    <a:pt x="866" y="4689"/>
                    <a:pt x="614" y="4292"/>
                    <a:pt x="614" y="4004"/>
                  </a:cubicBezTo>
                  <a:cubicBezTo>
                    <a:pt x="614" y="3896"/>
                    <a:pt x="650" y="3788"/>
                    <a:pt x="758" y="3679"/>
                  </a:cubicBezTo>
                  <a:lnTo>
                    <a:pt x="758" y="3643"/>
                  </a:lnTo>
                  <a:lnTo>
                    <a:pt x="794" y="3607"/>
                  </a:lnTo>
                  <a:cubicBezTo>
                    <a:pt x="938" y="3463"/>
                    <a:pt x="1552" y="2669"/>
                    <a:pt x="2417" y="1948"/>
                  </a:cubicBezTo>
                  <a:cubicBezTo>
                    <a:pt x="3247" y="1227"/>
                    <a:pt x="4365" y="578"/>
                    <a:pt x="5411" y="578"/>
                  </a:cubicBezTo>
                  <a:close/>
                  <a:moveTo>
                    <a:pt x="5411" y="1"/>
                  </a:moveTo>
                  <a:cubicBezTo>
                    <a:pt x="4040" y="1"/>
                    <a:pt x="2778" y="830"/>
                    <a:pt x="1840" y="1660"/>
                  </a:cubicBezTo>
                  <a:cubicBezTo>
                    <a:pt x="902" y="2453"/>
                    <a:pt x="289" y="3283"/>
                    <a:pt x="289" y="3283"/>
                  </a:cubicBezTo>
                  <a:lnTo>
                    <a:pt x="290" y="3283"/>
                  </a:lnTo>
                  <a:lnTo>
                    <a:pt x="290" y="3283"/>
                  </a:lnTo>
                  <a:cubicBezTo>
                    <a:pt x="97" y="3495"/>
                    <a:pt x="1" y="3766"/>
                    <a:pt x="1" y="4004"/>
                  </a:cubicBezTo>
                  <a:cubicBezTo>
                    <a:pt x="1" y="4617"/>
                    <a:pt x="470" y="5194"/>
                    <a:pt x="1191" y="5375"/>
                  </a:cubicBezTo>
                  <a:cubicBezTo>
                    <a:pt x="1407" y="5447"/>
                    <a:pt x="1660" y="5483"/>
                    <a:pt x="1948" y="5483"/>
                  </a:cubicBezTo>
                  <a:cubicBezTo>
                    <a:pt x="2670" y="5483"/>
                    <a:pt x="3680" y="5338"/>
                    <a:pt x="4653" y="5122"/>
                  </a:cubicBezTo>
                  <a:cubicBezTo>
                    <a:pt x="5663" y="4906"/>
                    <a:pt x="6601" y="4617"/>
                    <a:pt x="7250" y="4220"/>
                  </a:cubicBezTo>
                  <a:cubicBezTo>
                    <a:pt x="7899" y="3788"/>
                    <a:pt x="8296" y="3066"/>
                    <a:pt x="8296" y="2309"/>
                  </a:cubicBezTo>
                  <a:cubicBezTo>
                    <a:pt x="8296" y="1804"/>
                    <a:pt x="8116" y="1263"/>
                    <a:pt x="7683" y="866"/>
                  </a:cubicBezTo>
                  <a:cubicBezTo>
                    <a:pt x="7286" y="433"/>
                    <a:pt x="6673" y="145"/>
                    <a:pt x="5844" y="37"/>
                  </a:cubicBezTo>
                  <a:cubicBezTo>
                    <a:pt x="5699" y="1"/>
                    <a:pt x="5555" y="1"/>
                    <a:pt x="54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g312bfb4b743_5_798"/>
            <p:cNvSpPr/>
            <p:nvPr/>
          </p:nvSpPr>
          <p:spPr>
            <a:xfrm>
              <a:off x="3519650" y="3464200"/>
              <a:ext cx="179450" cy="87600"/>
            </a:xfrm>
            <a:custGeom>
              <a:avLst/>
              <a:gdLst/>
              <a:ahLst/>
              <a:cxnLst/>
              <a:rect l="l" t="t" r="r" b="b"/>
              <a:pathLst>
                <a:path w="7178" h="3504" extrusionOk="0">
                  <a:moveTo>
                    <a:pt x="6850" y="0"/>
                  </a:moveTo>
                  <a:cubicBezTo>
                    <a:pt x="6778" y="0"/>
                    <a:pt x="6704" y="27"/>
                    <a:pt x="6637" y="77"/>
                  </a:cubicBezTo>
                  <a:lnTo>
                    <a:pt x="6601" y="113"/>
                  </a:lnTo>
                  <a:cubicBezTo>
                    <a:pt x="6420" y="258"/>
                    <a:pt x="5591" y="943"/>
                    <a:pt x="4401" y="1592"/>
                  </a:cubicBezTo>
                  <a:cubicBezTo>
                    <a:pt x="3246" y="2241"/>
                    <a:pt x="1732" y="2854"/>
                    <a:pt x="289" y="2891"/>
                  </a:cubicBezTo>
                  <a:cubicBezTo>
                    <a:pt x="109" y="2891"/>
                    <a:pt x="0" y="3035"/>
                    <a:pt x="0" y="3215"/>
                  </a:cubicBezTo>
                  <a:cubicBezTo>
                    <a:pt x="0" y="3359"/>
                    <a:pt x="145" y="3504"/>
                    <a:pt x="289" y="3504"/>
                  </a:cubicBezTo>
                  <a:cubicBezTo>
                    <a:pt x="2020" y="3432"/>
                    <a:pt x="3679" y="2674"/>
                    <a:pt x="4942" y="1953"/>
                  </a:cubicBezTo>
                  <a:cubicBezTo>
                    <a:pt x="6204" y="1231"/>
                    <a:pt x="7033" y="546"/>
                    <a:pt x="7033" y="546"/>
                  </a:cubicBezTo>
                  <a:cubicBezTo>
                    <a:pt x="7142" y="438"/>
                    <a:pt x="7178" y="222"/>
                    <a:pt x="7070" y="113"/>
                  </a:cubicBezTo>
                  <a:cubicBezTo>
                    <a:pt x="7012" y="36"/>
                    <a:pt x="6933" y="0"/>
                    <a:pt x="68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g312bfb4b743_5_798"/>
            <p:cNvSpPr/>
            <p:nvPr/>
          </p:nvSpPr>
          <p:spPr>
            <a:xfrm>
              <a:off x="3448425" y="3008125"/>
              <a:ext cx="265700" cy="114050"/>
            </a:xfrm>
            <a:custGeom>
              <a:avLst/>
              <a:gdLst/>
              <a:ahLst/>
              <a:cxnLst/>
              <a:rect l="l" t="t" r="r" b="b"/>
              <a:pathLst>
                <a:path w="10628" h="4562" extrusionOk="0">
                  <a:moveTo>
                    <a:pt x="6842" y="0"/>
                  </a:moveTo>
                  <a:cubicBezTo>
                    <a:pt x="6622" y="0"/>
                    <a:pt x="6397" y="11"/>
                    <a:pt x="6168" y="34"/>
                  </a:cubicBezTo>
                  <a:cubicBezTo>
                    <a:pt x="4040" y="287"/>
                    <a:pt x="2525" y="2451"/>
                    <a:pt x="1767" y="2811"/>
                  </a:cubicBezTo>
                  <a:cubicBezTo>
                    <a:pt x="1010" y="3208"/>
                    <a:pt x="0" y="3208"/>
                    <a:pt x="0" y="3208"/>
                  </a:cubicBezTo>
                  <a:cubicBezTo>
                    <a:pt x="0" y="3208"/>
                    <a:pt x="1243" y="4561"/>
                    <a:pt x="1988" y="4561"/>
                  </a:cubicBezTo>
                  <a:cubicBezTo>
                    <a:pt x="2095" y="4561"/>
                    <a:pt x="2191" y="4534"/>
                    <a:pt x="2272" y="4471"/>
                  </a:cubicBezTo>
                  <a:cubicBezTo>
                    <a:pt x="2885" y="3966"/>
                    <a:pt x="5158" y="1693"/>
                    <a:pt x="7791" y="1441"/>
                  </a:cubicBezTo>
                  <a:cubicBezTo>
                    <a:pt x="8395" y="1384"/>
                    <a:pt x="8881" y="1365"/>
                    <a:pt x="9268" y="1365"/>
                  </a:cubicBezTo>
                  <a:cubicBezTo>
                    <a:pt x="9956" y="1365"/>
                    <a:pt x="10327" y="1424"/>
                    <a:pt x="10484" y="1424"/>
                  </a:cubicBezTo>
                  <a:cubicBezTo>
                    <a:pt x="10628" y="1424"/>
                    <a:pt x="10593" y="1375"/>
                    <a:pt x="10460" y="1188"/>
                  </a:cubicBezTo>
                  <a:cubicBezTo>
                    <a:pt x="10106" y="738"/>
                    <a:pt x="8660" y="0"/>
                    <a:pt x="68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3" name="Google Shape;2173;g312bfb4b743_5_798"/>
            <p:cNvSpPr/>
            <p:nvPr/>
          </p:nvSpPr>
          <p:spPr>
            <a:xfrm>
              <a:off x="3440300" y="3000850"/>
              <a:ext cx="279550" cy="128075"/>
            </a:xfrm>
            <a:custGeom>
              <a:avLst/>
              <a:gdLst/>
              <a:ahLst/>
              <a:cxnLst/>
              <a:rect l="l" t="t" r="r" b="b"/>
              <a:pathLst>
                <a:path w="11182" h="5123" extrusionOk="0">
                  <a:moveTo>
                    <a:pt x="7250" y="614"/>
                  </a:moveTo>
                  <a:cubicBezTo>
                    <a:pt x="8116" y="614"/>
                    <a:pt x="8873" y="758"/>
                    <a:pt x="9450" y="1011"/>
                  </a:cubicBezTo>
                  <a:cubicBezTo>
                    <a:pt x="9731" y="1116"/>
                    <a:pt x="9977" y="1221"/>
                    <a:pt x="10156" y="1359"/>
                  </a:cubicBezTo>
                  <a:lnTo>
                    <a:pt x="10156" y="1359"/>
                  </a:lnTo>
                  <a:cubicBezTo>
                    <a:pt x="9999" y="1349"/>
                    <a:pt x="9817" y="1335"/>
                    <a:pt x="9594" y="1335"/>
                  </a:cubicBezTo>
                  <a:cubicBezTo>
                    <a:pt x="9198" y="1335"/>
                    <a:pt x="8693" y="1371"/>
                    <a:pt x="8080" y="1443"/>
                  </a:cubicBezTo>
                  <a:cubicBezTo>
                    <a:pt x="6709" y="1552"/>
                    <a:pt x="5447" y="2201"/>
                    <a:pt x="4437" y="2886"/>
                  </a:cubicBezTo>
                  <a:cubicBezTo>
                    <a:pt x="3932" y="3247"/>
                    <a:pt x="3499" y="3571"/>
                    <a:pt x="3138" y="3860"/>
                  </a:cubicBezTo>
                  <a:cubicBezTo>
                    <a:pt x="2814" y="4148"/>
                    <a:pt x="2561" y="4401"/>
                    <a:pt x="2417" y="4509"/>
                  </a:cubicBezTo>
                  <a:lnTo>
                    <a:pt x="2309" y="4545"/>
                  </a:lnTo>
                  <a:cubicBezTo>
                    <a:pt x="2237" y="4545"/>
                    <a:pt x="2020" y="4473"/>
                    <a:pt x="1840" y="4365"/>
                  </a:cubicBezTo>
                  <a:cubicBezTo>
                    <a:pt x="1571" y="4197"/>
                    <a:pt x="1270" y="3965"/>
                    <a:pt x="1026" y="3730"/>
                  </a:cubicBezTo>
                  <a:lnTo>
                    <a:pt x="1026" y="3730"/>
                  </a:lnTo>
                  <a:cubicBezTo>
                    <a:pt x="1382" y="3678"/>
                    <a:pt x="1826" y="3579"/>
                    <a:pt x="2237" y="3391"/>
                  </a:cubicBezTo>
                  <a:cubicBezTo>
                    <a:pt x="2453" y="3247"/>
                    <a:pt x="2706" y="3030"/>
                    <a:pt x="2994" y="2778"/>
                  </a:cubicBezTo>
                  <a:cubicBezTo>
                    <a:pt x="3860" y="1984"/>
                    <a:pt x="5050" y="794"/>
                    <a:pt x="6529" y="650"/>
                  </a:cubicBezTo>
                  <a:cubicBezTo>
                    <a:pt x="6781" y="614"/>
                    <a:pt x="6998" y="614"/>
                    <a:pt x="7250" y="614"/>
                  </a:cubicBezTo>
                  <a:close/>
                  <a:moveTo>
                    <a:pt x="7250" y="1"/>
                  </a:moveTo>
                  <a:cubicBezTo>
                    <a:pt x="6998" y="1"/>
                    <a:pt x="6709" y="1"/>
                    <a:pt x="6457" y="37"/>
                  </a:cubicBezTo>
                  <a:cubicBezTo>
                    <a:pt x="5302" y="181"/>
                    <a:pt x="4329" y="830"/>
                    <a:pt x="3571" y="1443"/>
                  </a:cubicBezTo>
                  <a:cubicBezTo>
                    <a:pt x="3210" y="1768"/>
                    <a:pt x="2850" y="2093"/>
                    <a:pt x="2597" y="2345"/>
                  </a:cubicBezTo>
                  <a:cubicBezTo>
                    <a:pt x="2309" y="2598"/>
                    <a:pt x="2092" y="2778"/>
                    <a:pt x="1948" y="2850"/>
                  </a:cubicBezTo>
                  <a:cubicBezTo>
                    <a:pt x="1624" y="2994"/>
                    <a:pt x="1191" y="3102"/>
                    <a:pt x="866" y="3139"/>
                  </a:cubicBezTo>
                  <a:cubicBezTo>
                    <a:pt x="722" y="3175"/>
                    <a:pt x="578" y="3175"/>
                    <a:pt x="469" y="3175"/>
                  </a:cubicBezTo>
                  <a:lnTo>
                    <a:pt x="325" y="3175"/>
                  </a:lnTo>
                  <a:cubicBezTo>
                    <a:pt x="217" y="3175"/>
                    <a:pt x="109" y="3247"/>
                    <a:pt x="37" y="3355"/>
                  </a:cubicBezTo>
                  <a:cubicBezTo>
                    <a:pt x="0" y="3463"/>
                    <a:pt x="37" y="3607"/>
                    <a:pt x="109" y="3680"/>
                  </a:cubicBezTo>
                  <a:cubicBezTo>
                    <a:pt x="109" y="3716"/>
                    <a:pt x="433" y="4040"/>
                    <a:pt x="866" y="4401"/>
                  </a:cubicBezTo>
                  <a:cubicBezTo>
                    <a:pt x="1046" y="4581"/>
                    <a:pt x="1299" y="4762"/>
                    <a:pt x="1551" y="4870"/>
                  </a:cubicBezTo>
                  <a:cubicBezTo>
                    <a:pt x="1768" y="5014"/>
                    <a:pt x="2020" y="5122"/>
                    <a:pt x="2309" y="5122"/>
                  </a:cubicBezTo>
                  <a:cubicBezTo>
                    <a:pt x="2453" y="5122"/>
                    <a:pt x="2633" y="5086"/>
                    <a:pt x="2778" y="4978"/>
                  </a:cubicBezTo>
                  <a:cubicBezTo>
                    <a:pt x="2958" y="4834"/>
                    <a:pt x="3210" y="4617"/>
                    <a:pt x="3535" y="4329"/>
                  </a:cubicBezTo>
                  <a:cubicBezTo>
                    <a:pt x="4545" y="3463"/>
                    <a:pt x="6276" y="2201"/>
                    <a:pt x="8152" y="2020"/>
                  </a:cubicBezTo>
                  <a:cubicBezTo>
                    <a:pt x="8729" y="1984"/>
                    <a:pt x="9234" y="1948"/>
                    <a:pt x="9594" y="1948"/>
                  </a:cubicBezTo>
                  <a:cubicBezTo>
                    <a:pt x="9919" y="1948"/>
                    <a:pt x="10171" y="1948"/>
                    <a:pt x="10388" y="1984"/>
                  </a:cubicBezTo>
                  <a:cubicBezTo>
                    <a:pt x="10568" y="1984"/>
                    <a:pt x="10676" y="2020"/>
                    <a:pt x="10785" y="2020"/>
                  </a:cubicBezTo>
                  <a:cubicBezTo>
                    <a:pt x="10857" y="2020"/>
                    <a:pt x="10893" y="2020"/>
                    <a:pt x="10965" y="1984"/>
                  </a:cubicBezTo>
                  <a:cubicBezTo>
                    <a:pt x="11001" y="1984"/>
                    <a:pt x="11073" y="1948"/>
                    <a:pt x="11109" y="1876"/>
                  </a:cubicBezTo>
                  <a:cubicBezTo>
                    <a:pt x="11181" y="1804"/>
                    <a:pt x="11181" y="1732"/>
                    <a:pt x="11181" y="1660"/>
                  </a:cubicBezTo>
                  <a:cubicBezTo>
                    <a:pt x="11181" y="1588"/>
                    <a:pt x="11181" y="1552"/>
                    <a:pt x="11145" y="1515"/>
                  </a:cubicBezTo>
                  <a:cubicBezTo>
                    <a:pt x="11109" y="1407"/>
                    <a:pt x="11073" y="1371"/>
                    <a:pt x="11001" y="1299"/>
                  </a:cubicBezTo>
                  <a:cubicBezTo>
                    <a:pt x="10893" y="1155"/>
                    <a:pt x="10712" y="1011"/>
                    <a:pt x="10496" y="866"/>
                  </a:cubicBezTo>
                  <a:cubicBezTo>
                    <a:pt x="9811" y="433"/>
                    <a:pt x="8657"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g312bfb4b743_5_798"/>
            <p:cNvSpPr/>
            <p:nvPr/>
          </p:nvSpPr>
          <p:spPr>
            <a:xfrm>
              <a:off x="3222100" y="3043825"/>
              <a:ext cx="154200" cy="61775"/>
            </a:xfrm>
            <a:custGeom>
              <a:avLst/>
              <a:gdLst/>
              <a:ahLst/>
              <a:cxnLst/>
              <a:rect l="l" t="t" r="r" b="b"/>
              <a:pathLst>
                <a:path w="6168" h="2471" extrusionOk="0">
                  <a:moveTo>
                    <a:pt x="1786" y="0"/>
                  </a:moveTo>
                  <a:cubicBezTo>
                    <a:pt x="1695" y="0"/>
                    <a:pt x="1604" y="4"/>
                    <a:pt x="1515" y="13"/>
                  </a:cubicBezTo>
                  <a:cubicBezTo>
                    <a:pt x="0" y="121"/>
                    <a:pt x="108" y="1131"/>
                    <a:pt x="108" y="1131"/>
                  </a:cubicBezTo>
                  <a:cubicBezTo>
                    <a:pt x="108" y="1131"/>
                    <a:pt x="758" y="1275"/>
                    <a:pt x="2886" y="1888"/>
                  </a:cubicBezTo>
                  <a:cubicBezTo>
                    <a:pt x="4332" y="2330"/>
                    <a:pt x="4862" y="2471"/>
                    <a:pt x="5166" y="2471"/>
                  </a:cubicBezTo>
                  <a:cubicBezTo>
                    <a:pt x="5310" y="2471"/>
                    <a:pt x="5403" y="2440"/>
                    <a:pt x="5519" y="2393"/>
                  </a:cubicBezTo>
                  <a:cubicBezTo>
                    <a:pt x="5915" y="2285"/>
                    <a:pt x="6168" y="1275"/>
                    <a:pt x="6168" y="1275"/>
                  </a:cubicBezTo>
                  <a:lnTo>
                    <a:pt x="6168" y="1275"/>
                  </a:lnTo>
                  <a:cubicBezTo>
                    <a:pt x="6078" y="1357"/>
                    <a:pt x="5963" y="1389"/>
                    <a:pt x="5840" y="1389"/>
                  </a:cubicBezTo>
                  <a:cubicBezTo>
                    <a:pt x="5422" y="1389"/>
                    <a:pt x="4905" y="1023"/>
                    <a:pt x="4905" y="1023"/>
                  </a:cubicBezTo>
                  <a:cubicBezTo>
                    <a:pt x="4905" y="1023"/>
                    <a:pt x="3244" y="0"/>
                    <a:pt x="17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g312bfb4b743_5_798"/>
            <p:cNvSpPr/>
            <p:nvPr/>
          </p:nvSpPr>
          <p:spPr>
            <a:xfrm>
              <a:off x="3217575" y="3036025"/>
              <a:ext cx="166850" cy="76650"/>
            </a:xfrm>
            <a:custGeom>
              <a:avLst/>
              <a:gdLst/>
              <a:ahLst/>
              <a:cxnLst/>
              <a:rect l="l" t="t" r="r" b="b"/>
              <a:pathLst>
                <a:path w="6674" h="3066" extrusionOk="0">
                  <a:moveTo>
                    <a:pt x="1912" y="613"/>
                  </a:moveTo>
                  <a:cubicBezTo>
                    <a:pt x="2598" y="613"/>
                    <a:pt x="3355" y="866"/>
                    <a:pt x="3932" y="1082"/>
                  </a:cubicBezTo>
                  <a:cubicBezTo>
                    <a:pt x="4221" y="1227"/>
                    <a:pt x="4473" y="1335"/>
                    <a:pt x="4654" y="1443"/>
                  </a:cubicBezTo>
                  <a:cubicBezTo>
                    <a:pt x="4726" y="1479"/>
                    <a:pt x="4798" y="1515"/>
                    <a:pt x="4870" y="1551"/>
                  </a:cubicBezTo>
                  <a:lnTo>
                    <a:pt x="4916" y="1574"/>
                  </a:lnTo>
                  <a:lnTo>
                    <a:pt x="4916" y="1574"/>
                  </a:lnTo>
                  <a:lnTo>
                    <a:pt x="4906" y="1587"/>
                  </a:lnTo>
                  <a:cubicBezTo>
                    <a:pt x="4906" y="1587"/>
                    <a:pt x="5050" y="1659"/>
                    <a:pt x="5267" y="1768"/>
                  </a:cubicBezTo>
                  <a:cubicBezTo>
                    <a:pt x="5418" y="1859"/>
                    <a:pt x="5647" y="1950"/>
                    <a:pt x="5887" y="1976"/>
                  </a:cubicBezTo>
                  <a:lnTo>
                    <a:pt x="5887" y="1976"/>
                  </a:lnTo>
                  <a:cubicBezTo>
                    <a:pt x="5874" y="2004"/>
                    <a:pt x="5859" y="2031"/>
                    <a:pt x="5844" y="2056"/>
                  </a:cubicBezTo>
                  <a:cubicBezTo>
                    <a:pt x="5808" y="2164"/>
                    <a:pt x="5736" y="2273"/>
                    <a:pt x="5700" y="2345"/>
                  </a:cubicBezTo>
                  <a:lnTo>
                    <a:pt x="5627" y="2417"/>
                  </a:lnTo>
                  <a:cubicBezTo>
                    <a:pt x="5483" y="2453"/>
                    <a:pt x="5447" y="2489"/>
                    <a:pt x="5375" y="2489"/>
                  </a:cubicBezTo>
                  <a:cubicBezTo>
                    <a:pt x="5159" y="2489"/>
                    <a:pt x="4618" y="2345"/>
                    <a:pt x="3139" y="1912"/>
                  </a:cubicBezTo>
                  <a:cubicBezTo>
                    <a:pt x="1749" y="1511"/>
                    <a:pt x="990" y="1311"/>
                    <a:pt x="631" y="1220"/>
                  </a:cubicBezTo>
                  <a:lnTo>
                    <a:pt x="631" y="1220"/>
                  </a:lnTo>
                  <a:cubicBezTo>
                    <a:pt x="645" y="1152"/>
                    <a:pt x="672" y="1077"/>
                    <a:pt x="722" y="1010"/>
                  </a:cubicBezTo>
                  <a:cubicBezTo>
                    <a:pt x="867" y="866"/>
                    <a:pt x="1119" y="686"/>
                    <a:pt x="1696" y="613"/>
                  </a:cubicBezTo>
                  <a:close/>
                  <a:moveTo>
                    <a:pt x="1912" y="0"/>
                  </a:moveTo>
                  <a:cubicBezTo>
                    <a:pt x="1840" y="0"/>
                    <a:pt x="1732" y="0"/>
                    <a:pt x="1660" y="36"/>
                  </a:cubicBezTo>
                  <a:cubicBezTo>
                    <a:pt x="939" y="72"/>
                    <a:pt x="506" y="325"/>
                    <a:pt x="253" y="613"/>
                  </a:cubicBezTo>
                  <a:cubicBezTo>
                    <a:pt x="37" y="938"/>
                    <a:pt x="1" y="1263"/>
                    <a:pt x="1" y="1407"/>
                  </a:cubicBezTo>
                  <a:lnTo>
                    <a:pt x="1" y="1479"/>
                  </a:lnTo>
                  <a:cubicBezTo>
                    <a:pt x="1" y="1623"/>
                    <a:pt x="109" y="1732"/>
                    <a:pt x="253" y="1732"/>
                  </a:cubicBezTo>
                  <a:lnTo>
                    <a:pt x="253" y="1768"/>
                  </a:lnTo>
                  <a:cubicBezTo>
                    <a:pt x="398" y="1768"/>
                    <a:pt x="1119" y="1948"/>
                    <a:pt x="2994" y="2489"/>
                  </a:cubicBezTo>
                  <a:cubicBezTo>
                    <a:pt x="4473" y="2922"/>
                    <a:pt x="4978" y="3066"/>
                    <a:pt x="5375" y="3066"/>
                  </a:cubicBezTo>
                  <a:cubicBezTo>
                    <a:pt x="5555" y="3066"/>
                    <a:pt x="5700" y="3030"/>
                    <a:pt x="5808" y="2994"/>
                  </a:cubicBezTo>
                  <a:cubicBezTo>
                    <a:pt x="5988" y="2922"/>
                    <a:pt x="6132" y="2777"/>
                    <a:pt x="6204" y="2633"/>
                  </a:cubicBezTo>
                  <a:cubicBezTo>
                    <a:pt x="6349" y="2453"/>
                    <a:pt x="6457" y="2200"/>
                    <a:pt x="6529" y="2020"/>
                  </a:cubicBezTo>
                  <a:cubicBezTo>
                    <a:pt x="6601" y="1804"/>
                    <a:pt x="6637" y="1659"/>
                    <a:pt x="6637" y="1659"/>
                  </a:cubicBezTo>
                  <a:cubicBezTo>
                    <a:pt x="6673" y="1515"/>
                    <a:pt x="6601" y="1371"/>
                    <a:pt x="6493" y="1335"/>
                  </a:cubicBezTo>
                  <a:cubicBezTo>
                    <a:pt x="6444" y="1302"/>
                    <a:pt x="6381" y="1285"/>
                    <a:pt x="6320" y="1285"/>
                  </a:cubicBezTo>
                  <a:cubicBezTo>
                    <a:pt x="6245" y="1285"/>
                    <a:pt x="6172" y="1311"/>
                    <a:pt x="6132" y="1371"/>
                  </a:cubicBezTo>
                  <a:cubicBezTo>
                    <a:pt x="6096" y="1371"/>
                    <a:pt x="6096" y="1407"/>
                    <a:pt x="6024" y="1407"/>
                  </a:cubicBezTo>
                  <a:cubicBezTo>
                    <a:pt x="5880" y="1407"/>
                    <a:pt x="5700" y="1335"/>
                    <a:pt x="5519" y="1263"/>
                  </a:cubicBezTo>
                  <a:cubicBezTo>
                    <a:pt x="5447" y="1191"/>
                    <a:pt x="5375" y="1154"/>
                    <a:pt x="5339" y="1118"/>
                  </a:cubicBezTo>
                  <a:lnTo>
                    <a:pt x="5267" y="1082"/>
                  </a:lnTo>
                  <a:lnTo>
                    <a:pt x="5231" y="1082"/>
                  </a:lnTo>
                  <a:cubicBezTo>
                    <a:pt x="5231" y="1046"/>
                    <a:pt x="4798" y="794"/>
                    <a:pt x="4149" y="541"/>
                  </a:cubicBezTo>
                  <a:cubicBezTo>
                    <a:pt x="3536" y="289"/>
                    <a:pt x="2742" y="0"/>
                    <a:pt x="19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g312bfb4b743_5_798"/>
            <p:cNvSpPr/>
            <p:nvPr/>
          </p:nvSpPr>
          <p:spPr>
            <a:xfrm>
              <a:off x="3744175" y="2649575"/>
              <a:ext cx="185750" cy="297200"/>
            </a:xfrm>
            <a:custGeom>
              <a:avLst/>
              <a:gdLst/>
              <a:ahLst/>
              <a:cxnLst/>
              <a:rect l="l" t="t" r="r" b="b"/>
              <a:pathLst>
                <a:path w="7430" h="11888" extrusionOk="0">
                  <a:moveTo>
                    <a:pt x="712" y="1"/>
                  </a:moveTo>
                  <a:cubicBezTo>
                    <a:pt x="275" y="1"/>
                    <a:pt x="0" y="58"/>
                    <a:pt x="0" y="58"/>
                  </a:cubicBezTo>
                  <a:cubicBezTo>
                    <a:pt x="0" y="58"/>
                    <a:pt x="5663" y="2438"/>
                    <a:pt x="6168" y="11888"/>
                  </a:cubicBezTo>
                  <a:lnTo>
                    <a:pt x="7286" y="11743"/>
                  </a:lnTo>
                  <a:cubicBezTo>
                    <a:pt x="7286" y="11743"/>
                    <a:pt x="7430" y="7343"/>
                    <a:pt x="5518" y="3304"/>
                  </a:cubicBezTo>
                  <a:cubicBezTo>
                    <a:pt x="4158" y="399"/>
                    <a:pt x="1867" y="1"/>
                    <a:pt x="71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7" name="Google Shape;2177;g312bfb4b743_5_798"/>
            <p:cNvSpPr/>
            <p:nvPr/>
          </p:nvSpPr>
          <p:spPr>
            <a:xfrm>
              <a:off x="3736050" y="2641975"/>
              <a:ext cx="198400" cy="312025"/>
            </a:xfrm>
            <a:custGeom>
              <a:avLst/>
              <a:gdLst/>
              <a:ahLst/>
              <a:cxnLst/>
              <a:rect l="l" t="t" r="r" b="b"/>
              <a:pathLst>
                <a:path w="7936" h="12481" extrusionOk="0">
                  <a:moveTo>
                    <a:pt x="1384" y="626"/>
                  </a:moveTo>
                  <a:cubicBezTo>
                    <a:pt x="1898" y="660"/>
                    <a:pt x="2554" y="777"/>
                    <a:pt x="3210" y="1119"/>
                  </a:cubicBezTo>
                  <a:cubicBezTo>
                    <a:pt x="4040" y="1552"/>
                    <a:pt x="4906" y="2345"/>
                    <a:pt x="5591" y="3752"/>
                  </a:cubicBezTo>
                  <a:cubicBezTo>
                    <a:pt x="7165" y="7109"/>
                    <a:pt x="7314" y="10806"/>
                    <a:pt x="7322" y="11783"/>
                  </a:cubicBezTo>
                  <a:lnTo>
                    <a:pt x="7322" y="11783"/>
                  </a:lnTo>
                  <a:lnTo>
                    <a:pt x="6762" y="11837"/>
                  </a:lnTo>
                  <a:lnTo>
                    <a:pt x="6762" y="11837"/>
                  </a:lnTo>
                  <a:cubicBezTo>
                    <a:pt x="6459" y="7259"/>
                    <a:pt x="4944" y="4324"/>
                    <a:pt x="3463" y="2526"/>
                  </a:cubicBezTo>
                  <a:cubicBezTo>
                    <a:pt x="2690" y="1626"/>
                    <a:pt x="1943" y="1014"/>
                    <a:pt x="1384" y="626"/>
                  </a:cubicBezTo>
                  <a:close/>
                  <a:moveTo>
                    <a:pt x="1010" y="1"/>
                  </a:moveTo>
                  <a:cubicBezTo>
                    <a:pt x="578" y="1"/>
                    <a:pt x="289" y="73"/>
                    <a:pt x="253" y="73"/>
                  </a:cubicBezTo>
                  <a:cubicBezTo>
                    <a:pt x="145" y="73"/>
                    <a:pt x="37" y="181"/>
                    <a:pt x="37" y="326"/>
                  </a:cubicBezTo>
                  <a:cubicBezTo>
                    <a:pt x="1" y="470"/>
                    <a:pt x="73" y="578"/>
                    <a:pt x="217" y="614"/>
                  </a:cubicBezTo>
                  <a:lnTo>
                    <a:pt x="217" y="650"/>
                  </a:lnTo>
                  <a:cubicBezTo>
                    <a:pt x="361" y="686"/>
                    <a:pt x="1732" y="1335"/>
                    <a:pt x="3102" y="3103"/>
                  </a:cubicBezTo>
                  <a:cubicBezTo>
                    <a:pt x="4509" y="4834"/>
                    <a:pt x="5952" y="7683"/>
                    <a:pt x="6204" y="12192"/>
                  </a:cubicBezTo>
                  <a:cubicBezTo>
                    <a:pt x="6204" y="12264"/>
                    <a:pt x="6240" y="12372"/>
                    <a:pt x="6276" y="12408"/>
                  </a:cubicBezTo>
                  <a:cubicBezTo>
                    <a:pt x="6348" y="12480"/>
                    <a:pt x="6420" y="12480"/>
                    <a:pt x="6529" y="12480"/>
                  </a:cubicBezTo>
                  <a:lnTo>
                    <a:pt x="7647" y="12336"/>
                  </a:lnTo>
                  <a:cubicBezTo>
                    <a:pt x="7791" y="12336"/>
                    <a:pt x="7899" y="12228"/>
                    <a:pt x="7935" y="12047"/>
                  </a:cubicBezTo>
                  <a:cubicBezTo>
                    <a:pt x="7935" y="12047"/>
                    <a:pt x="7935" y="12011"/>
                    <a:pt x="7935" y="11867"/>
                  </a:cubicBezTo>
                  <a:cubicBezTo>
                    <a:pt x="7935" y="11001"/>
                    <a:pt x="7827" y="7106"/>
                    <a:pt x="6132" y="3499"/>
                  </a:cubicBezTo>
                  <a:cubicBezTo>
                    <a:pt x="5411" y="1985"/>
                    <a:pt x="4437" y="1083"/>
                    <a:pt x="3499" y="614"/>
                  </a:cubicBezTo>
                  <a:cubicBezTo>
                    <a:pt x="2561" y="109"/>
                    <a:pt x="1624" y="1"/>
                    <a:pt x="10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g312bfb4b743_5_798"/>
            <p:cNvSpPr/>
            <p:nvPr/>
          </p:nvSpPr>
          <p:spPr>
            <a:xfrm>
              <a:off x="3817200" y="2908125"/>
              <a:ext cx="233550" cy="136925"/>
            </a:xfrm>
            <a:custGeom>
              <a:avLst/>
              <a:gdLst/>
              <a:ahLst/>
              <a:cxnLst/>
              <a:rect l="l" t="t" r="r" b="b"/>
              <a:pathLst>
                <a:path w="9342" h="5477" extrusionOk="0">
                  <a:moveTo>
                    <a:pt x="7313" y="0"/>
                  </a:moveTo>
                  <a:cubicBezTo>
                    <a:pt x="7114" y="0"/>
                    <a:pt x="6910" y="34"/>
                    <a:pt x="6709" y="103"/>
                  </a:cubicBezTo>
                  <a:lnTo>
                    <a:pt x="1407" y="2015"/>
                  </a:lnTo>
                  <a:cubicBezTo>
                    <a:pt x="469" y="2339"/>
                    <a:pt x="1" y="3349"/>
                    <a:pt x="325" y="4287"/>
                  </a:cubicBezTo>
                  <a:cubicBezTo>
                    <a:pt x="578" y="5044"/>
                    <a:pt x="1263" y="5477"/>
                    <a:pt x="2020" y="5477"/>
                  </a:cubicBezTo>
                  <a:cubicBezTo>
                    <a:pt x="2201" y="5477"/>
                    <a:pt x="2417" y="5441"/>
                    <a:pt x="2633" y="5369"/>
                  </a:cubicBezTo>
                  <a:lnTo>
                    <a:pt x="7899" y="3493"/>
                  </a:lnTo>
                  <a:cubicBezTo>
                    <a:pt x="8837" y="3169"/>
                    <a:pt x="9342" y="2123"/>
                    <a:pt x="8981" y="1185"/>
                  </a:cubicBezTo>
                  <a:cubicBezTo>
                    <a:pt x="8726" y="448"/>
                    <a:pt x="8047" y="0"/>
                    <a:pt x="731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9" name="Google Shape;2179;g312bfb4b743_5_798"/>
            <p:cNvSpPr/>
            <p:nvPr/>
          </p:nvSpPr>
          <p:spPr>
            <a:xfrm>
              <a:off x="3815400" y="2900775"/>
              <a:ext cx="237175" cy="152400"/>
            </a:xfrm>
            <a:custGeom>
              <a:avLst/>
              <a:gdLst/>
              <a:ahLst/>
              <a:cxnLst/>
              <a:rect l="l" t="t" r="r" b="b"/>
              <a:pathLst>
                <a:path w="9487" h="6096" extrusionOk="0">
                  <a:moveTo>
                    <a:pt x="7394" y="613"/>
                  </a:moveTo>
                  <a:cubicBezTo>
                    <a:pt x="8007" y="613"/>
                    <a:pt x="8584" y="974"/>
                    <a:pt x="8801" y="1587"/>
                  </a:cubicBezTo>
                  <a:cubicBezTo>
                    <a:pt x="8837" y="1768"/>
                    <a:pt x="8873" y="1912"/>
                    <a:pt x="8873" y="2092"/>
                  </a:cubicBezTo>
                  <a:cubicBezTo>
                    <a:pt x="8873" y="2705"/>
                    <a:pt x="8476" y="3282"/>
                    <a:pt x="7899" y="3499"/>
                  </a:cubicBezTo>
                  <a:lnTo>
                    <a:pt x="2597" y="5410"/>
                  </a:lnTo>
                  <a:cubicBezTo>
                    <a:pt x="2417" y="5446"/>
                    <a:pt x="2237" y="5482"/>
                    <a:pt x="2092" y="5482"/>
                  </a:cubicBezTo>
                  <a:cubicBezTo>
                    <a:pt x="1479" y="5482"/>
                    <a:pt x="902" y="5086"/>
                    <a:pt x="686" y="4473"/>
                  </a:cubicBezTo>
                  <a:cubicBezTo>
                    <a:pt x="614" y="4328"/>
                    <a:pt x="577" y="4148"/>
                    <a:pt x="577" y="4004"/>
                  </a:cubicBezTo>
                  <a:cubicBezTo>
                    <a:pt x="577" y="3391"/>
                    <a:pt x="974" y="2813"/>
                    <a:pt x="1587" y="2597"/>
                  </a:cubicBezTo>
                  <a:lnTo>
                    <a:pt x="6889" y="686"/>
                  </a:lnTo>
                  <a:cubicBezTo>
                    <a:pt x="7033" y="613"/>
                    <a:pt x="7214" y="613"/>
                    <a:pt x="7394" y="613"/>
                  </a:cubicBezTo>
                  <a:close/>
                  <a:moveTo>
                    <a:pt x="7394" y="0"/>
                  </a:moveTo>
                  <a:cubicBezTo>
                    <a:pt x="7142" y="0"/>
                    <a:pt x="6889" y="36"/>
                    <a:pt x="6673" y="108"/>
                  </a:cubicBezTo>
                  <a:lnTo>
                    <a:pt x="1371" y="2020"/>
                  </a:lnTo>
                  <a:cubicBezTo>
                    <a:pt x="541" y="2309"/>
                    <a:pt x="0" y="3138"/>
                    <a:pt x="0" y="4004"/>
                  </a:cubicBezTo>
                  <a:cubicBezTo>
                    <a:pt x="0" y="4220"/>
                    <a:pt x="36" y="4473"/>
                    <a:pt x="109" y="4689"/>
                  </a:cubicBezTo>
                  <a:cubicBezTo>
                    <a:pt x="433" y="5555"/>
                    <a:pt x="1227" y="6096"/>
                    <a:pt x="2092" y="6096"/>
                  </a:cubicBezTo>
                  <a:cubicBezTo>
                    <a:pt x="2309" y="6096"/>
                    <a:pt x="2561" y="6060"/>
                    <a:pt x="2778" y="5951"/>
                  </a:cubicBezTo>
                  <a:lnTo>
                    <a:pt x="8079" y="4076"/>
                  </a:lnTo>
                  <a:cubicBezTo>
                    <a:pt x="8945" y="3751"/>
                    <a:pt x="9486" y="2958"/>
                    <a:pt x="9486" y="2092"/>
                  </a:cubicBezTo>
                  <a:cubicBezTo>
                    <a:pt x="9486" y="1876"/>
                    <a:pt x="9450" y="1623"/>
                    <a:pt x="9342" y="1371"/>
                  </a:cubicBezTo>
                  <a:cubicBezTo>
                    <a:pt x="9053" y="541"/>
                    <a:pt x="8224" y="0"/>
                    <a:pt x="73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g312bfb4b743_5_798"/>
            <p:cNvSpPr/>
            <p:nvPr/>
          </p:nvSpPr>
          <p:spPr>
            <a:xfrm>
              <a:off x="3821700" y="2967975"/>
              <a:ext cx="66750" cy="73075"/>
            </a:xfrm>
            <a:custGeom>
              <a:avLst/>
              <a:gdLst/>
              <a:ahLst/>
              <a:cxnLst/>
              <a:rect l="l" t="t" r="r" b="b"/>
              <a:pathLst>
                <a:path w="2670" h="2923" extrusionOk="0">
                  <a:moveTo>
                    <a:pt x="1091" y="0"/>
                  </a:moveTo>
                  <a:cubicBezTo>
                    <a:pt x="990" y="0"/>
                    <a:pt x="890" y="17"/>
                    <a:pt x="794" y="53"/>
                  </a:cubicBezTo>
                  <a:cubicBezTo>
                    <a:pt x="217" y="270"/>
                    <a:pt x="1" y="1063"/>
                    <a:pt x="289" y="1857"/>
                  </a:cubicBezTo>
                  <a:cubicBezTo>
                    <a:pt x="528" y="2513"/>
                    <a:pt x="1062" y="2922"/>
                    <a:pt x="1566" y="2922"/>
                  </a:cubicBezTo>
                  <a:cubicBezTo>
                    <a:pt x="1672" y="2922"/>
                    <a:pt x="1776" y="2904"/>
                    <a:pt x="1876" y="2867"/>
                  </a:cubicBezTo>
                  <a:cubicBezTo>
                    <a:pt x="2453" y="2650"/>
                    <a:pt x="2670" y="1857"/>
                    <a:pt x="2381" y="1063"/>
                  </a:cubicBezTo>
                  <a:cubicBezTo>
                    <a:pt x="2141" y="431"/>
                    <a:pt x="1599" y="0"/>
                    <a:pt x="109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1" name="Google Shape;2181;g312bfb4b743_5_798"/>
            <p:cNvSpPr/>
            <p:nvPr/>
          </p:nvSpPr>
          <p:spPr>
            <a:xfrm>
              <a:off x="3818100" y="2960275"/>
              <a:ext cx="73975" cy="88400"/>
            </a:xfrm>
            <a:custGeom>
              <a:avLst/>
              <a:gdLst/>
              <a:ahLst/>
              <a:cxnLst/>
              <a:rect l="l" t="t" r="r" b="b"/>
              <a:pathLst>
                <a:path w="2959" h="3536" extrusionOk="0">
                  <a:moveTo>
                    <a:pt x="1263" y="614"/>
                  </a:moveTo>
                  <a:cubicBezTo>
                    <a:pt x="1407" y="614"/>
                    <a:pt x="1624" y="686"/>
                    <a:pt x="1804" y="830"/>
                  </a:cubicBezTo>
                  <a:cubicBezTo>
                    <a:pt x="1984" y="974"/>
                    <a:pt x="2129" y="1227"/>
                    <a:pt x="2237" y="1479"/>
                  </a:cubicBezTo>
                  <a:cubicBezTo>
                    <a:pt x="2309" y="1696"/>
                    <a:pt x="2345" y="1876"/>
                    <a:pt x="2345" y="2056"/>
                  </a:cubicBezTo>
                  <a:cubicBezTo>
                    <a:pt x="2345" y="2273"/>
                    <a:pt x="2309" y="2453"/>
                    <a:pt x="2201" y="2597"/>
                  </a:cubicBezTo>
                  <a:cubicBezTo>
                    <a:pt x="2129" y="2742"/>
                    <a:pt x="2020" y="2850"/>
                    <a:pt x="1912" y="2886"/>
                  </a:cubicBezTo>
                  <a:cubicBezTo>
                    <a:pt x="1840" y="2922"/>
                    <a:pt x="1768" y="2922"/>
                    <a:pt x="1696" y="2922"/>
                  </a:cubicBezTo>
                  <a:cubicBezTo>
                    <a:pt x="1551" y="2922"/>
                    <a:pt x="1335" y="2850"/>
                    <a:pt x="1155" y="2706"/>
                  </a:cubicBezTo>
                  <a:cubicBezTo>
                    <a:pt x="974" y="2561"/>
                    <a:pt x="830" y="2345"/>
                    <a:pt x="722" y="2056"/>
                  </a:cubicBezTo>
                  <a:cubicBezTo>
                    <a:pt x="650" y="1876"/>
                    <a:pt x="614" y="1660"/>
                    <a:pt x="614" y="1479"/>
                  </a:cubicBezTo>
                  <a:cubicBezTo>
                    <a:pt x="614" y="1263"/>
                    <a:pt x="650" y="1083"/>
                    <a:pt x="722" y="938"/>
                  </a:cubicBezTo>
                  <a:cubicBezTo>
                    <a:pt x="830" y="794"/>
                    <a:pt x="938" y="686"/>
                    <a:pt x="1047" y="650"/>
                  </a:cubicBezTo>
                  <a:cubicBezTo>
                    <a:pt x="1119" y="614"/>
                    <a:pt x="1191" y="614"/>
                    <a:pt x="1263" y="614"/>
                  </a:cubicBezTo>
                  <a:close/>
                  <a:moveTo>
                    <a:pt x="1263" y="1"/>
                  </a:moveTo>
                  <a:cubicBezTo>
                    <a:pt x="1119" y="1"/>
                    <a:pt x="974" y="37"/>
                    <a:pt x="830" y="73"/>
                  </a:cubicBezTo>
                  <a:cubicBezTo>
                    <a:pt x="578" y="181"/>
                    <a:pt x="361" y="397"/>
                    <a:pt x="217" y="650"/>
                  </a:cubicBezTo>
                  <a:cubicBezTo>
                    <a:pt x="73" y="902"/>
                    <a:pt x="1" y="1191"/>
                    <a:pt x="1" y="1479"/>
                  </a:cubicBezTo>
                  <a:cubicBezTo>
                    <a:pt x="1" y="1732"/>
                    <a:pt x="37" y="2020"/>
                    <a:pt x="145" y="2273"/>
                  </a:cubicBezTo>
                  <a:cubicBezTo>
                    <a:pt x="289" y="2634"/>
                    <a:pt x="506" y="2958"/>
                    <a:pt x="794" y="3175"/>
                  </a:cubicBezTo>
                  <a:cubicBezTo>
                    <a:pt x="1047" y="3391"/>
                    <a:pt x="1371" y="3535"/>
                    <a:pt x="1696" y="3535"/>
                  </a:cubicBezTo>
                  <a:cubicBezTo>
                    <a:pt x="1840" y="3535"/>
                    <a:pt x="1984" y="3499"/>
                    <a:pt x="2093" y="3463"/>
                  </a:cubicBezTo>
                  <a:cubicBezTo>
                    <a:pt x="2381" y="3355"/>
                    <a:pt x="2597" y="3138"/>
                    <a:pt x="2742" y="2922"/>
                  </a:cubicBezTo>
                  <a:cubicBezTo>
                    <a:pt x="2886" y="2670"/>
                    <a:pt x="2958" y="2381"/>
                    <a:pt x="2958" y="2056"/>
                  </a:cubicBezTo>
                  <a:cubicBezTo>
                    <a:pt x="2958" y="1804"/>
                    <a:pt x="2886" y="1552"/>
                    <a:pt x="2814" y="1263"/>
                  </a:cubicBezTo>
                  <a:cubicBezTo>
                    <a:pt x="2670" y="902"/>
                    <a:pt x="2453" y="614"/>
                    <a:pt x="2165" y="361"/>
                  </a:cubicBezTo>
                  <a:cubicBezTo>
                    <a:pt x="1912" y="145"/>
                    <a:pt x="1588" y="1"/>
                    <a:pt x="12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g312bfb4b743_5_798"/>
            <p:cNvSpPr/>
            <p:nvPr/>
          </p:nvSpPr>
          <p:spPr>
            <a:xfrm>
              <a:off x="3797375" y="3155050"/>
              <a:ext cx="75750" cy="128050"/>
            </a:xfrm>
            <a:custGeom>
              <a:avLst/>
              <a:gdLst/>
              <a:ahLst/>
              <a:cxnLst/>
              <a:rect l="l" t="t" r="r" b="b"/>
              <a:pathLst>
                <a:path w="3030" h="5122" extrusionOk="0">
                  <a:moveTo>
                    <a:pt x="1516" y="1024"/>
                  </a:moveTo>
                  <a:cubicBezTo>
                    <a:pt x="1664" y="1404"/>
                    <a:pt x="1873" y="1892"/>
                    <a:pt x="2056" y="2381"/>
                  </a:cubicBezTo>
                  <a:cubicBezTo>
                    <a:pt x="2164" y="2633"/>
                    <a:pt x="2236" y="2922"/>
                    <a:pt x="2308" y="3138"/>
                  </a:cubicBezTo>
                  <a:cubicBezTo>
                    <a:pt x="2380" y="3354"/>
                    <a:pt x="2417" y="3535"/>
                    <a:pt x="2417" y="3607"/>
                  </a:cubicBezTo>
                  <a:cubicBezTo>
                    <a:pt x="2417" y="4112"/>
                    <a:pt x="2020" y="4509"/>
                    <a:pt x="1515" y="4509"/>
                  </a:cubicBezTo>
                  <a:cubicBezTo>
                    <a:pt x="1010" y="4509"/>
                    <a:pt x="613" y="4112"/>
                    <a:pt x="613" y="3607"/>
                  </a:cubicBezTo>
                  <a:cubicBezTo>
                    <a:pt x="613" y="3535"/>
                    <a:pt x="685" y="3210"/>
                    <a:pt x="794" y="2886"/>
                  </a:cubicBezTo>
                  <a:cubicBezTo>
                    <a:pt x="938" y="2417"/>
                    <a:pt x="1190" y="1767"/>
                    <a:pt x="1407" y="1263"/>
                  </a:cubicBezTo>
                  <a:cubicBezTo>
                    <a:pt x="1445" y="1180"/>
                    <a:pt x="1481" y="1100"/>
                    <a:pt x="1516" y="1024"/>
                  </a:cubicBezTo>
                  <a:close/>
                  <a:moveTo>
                    <a:pt x="1515" y="0"/>
                  </a:moveTo>
                  <a:cubicBezTo>
                    <a:pt x="1407" y="0"/>
                    <a:pt x="1298" y="36"/>
                    <a:pt x="1226" y="144"/>
                  </a:cubicBezTo>
                  <a:cubicBezTo>
                    <a:pt x="1226" y="144"/>
                    <a:pt x="938" y="830"/>
                    <a:pt x="649" y="1587"/>
                  </a:cubicBezTo>
                  <a:cubicBezTo>
                    <a:pt x="469" y="1948"/>
                    <a:pt x="325" y="2345"/>
                    <a:pt x="216" y="2705"/>
                  </a:cubicBezTo>
                  <a:cubicBezTo>
                    <a:pt x="108" y="3066"/>
                    <a:pt x="0" y="3354"/>
                    <a:pt x="0" y="3607"/>
                  </a:cubicBezTo>
                  <a:cubicBezTo>
                    <a:pt x="0" y="4436"/>
                    <a:pt x="685" y="5122"/>
                    <a:pt x="1515" y="5122"/>
                  </a:cubicBezTo>
                  <a:cubicBezTo>
                    <a:pt x="2344" y="5122"/>
                    <a:pt x="3030" y="4436"/>
                    <a:pt x="3030" y="3607"/>
                  </a:cubicBezTo>
                  <a:cubicBezTo>
                    <a:pt x="3030" y="3354"/>
                    <a:pt x="2922" y="3066"/>
                    <a:pt x="2813" y="2705"/>
                  </a:cubicBezTo>
                  <a:cubicBezTo>
                    <a:pt x="2453" y="1659"/>
                    <a:pt x="1803" y="180"/>
                    <a:pt x="1803" y="144"/>
                  </a:cubicBezTo>
                  <a:cubicBezTo>
                    <a:pt x="1731" y="36"/>
                    <a:pt x="1623" y="0"/>
                    <a:pt x="15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g312bfb4b743_5_798"/>
            <p:cNvSpPr/>
            <p:nvPr/>
          </p:nvSpPr>
          <p:spPr>
            <a:xfrm>
              <a:off x="4011050" y="1025400"/>
              <a:ext cx="1925125" cy="2285650"/>
            </a:xfrm>
            <a:custGeom>
              <a:avLst/>
              <a:gdLst/>
              <a:ahLst/>
              <a:cxnLst/>
              <a:rect l="l" t="t" r="r" b="b"/>
              <a:pathLst>
                <a:path w="77005" h="91426" extrusionOk="0">
                  <a:moveTo>
                    <a:pt x="23983" y="0"/>
                  </a:moveTo>
                  <a:cubicBezTo>
                    <a:pt x="22904" y="0"/>
                    <a:pt x="21562" y="517"/>
                    <a:pt x="20271" y="969"/>
                  </a:cubicBezTo>
                  <a:cubicBezTo>
                    <a:pt x="17349" y="1979"/>
                    <a:pt x="9487" y="9626"/>
                    <a:pt x="7683" y="14422"/>
                  </a:cubicBezTo>
                  <a:cubicBezTo>
                    <a:pt x="5916" y="19255"/>
                    <a:pt x="7467" y="20842"/>
                    <a:pt x="10605" y="23728"/>
                  </a:cubicBezTo>
                  <a:cubicBezTo>
                    <a:pt x="13743" y="26649"/>
                    <a:pt x="17566" y="32600"/>
                    <a:pt x="19585" y="38227"/>
                  </a:cubicBezTo>
                  <a:cubicBezTo>
                    <a:pt x="21605" y="43817"/>
                    <a:pt x="24166" y="49191"/>
                    <a:pt x="28314" y="50670"/>
                  </a:cubicBezTo>
                  <a:cubicBezTo>
                    <a:pt x="28314" y="50670"/>
                    <a:pt x="21713" y="53808"/>
                    <a:pt x="17349" y="56946"/>
                  </a:cubicBezTo>
                  <a:cubicBezTo>
                    <a:pt x="12949" y="60083"/>
                    <a:pt x="10821" y="61526"/>
                    <a:pt x="10821" y="61526"/>
                  </a:cubicBezTo>
                  <a:cubicBezTo>
                    <a:pt x="10821" y="61526"/>
                    <a:pt x="4906" y="63221"/>
                    <a:pt x="2634" y="66143"/>
                  </a:cubicBezTo>
                  <a:cubicBezTo>
                    <a:pt x="1299" y="67874"/>
                    <a:pt x="470" y="69244"/>
                    <a:pt x="1" y="70074"/>
                  </a:cubicBezTo>
                  <a:cubicBezTo>
                    <a:pt x="1227" y="69625"/>
                    <a:pt x="3287" y="69061"/>
                    <a:pt x="5893" y="69061"/>
                  </a:cubicBezTo>
                  <a:cubicBezTo>
                    <a:pt x="8731" y="69061"/>
                    <a:pt x="12218" y="69731"/>
                    <a:pt x="15979" y="71950"/>
                  </a:cubicBezTo>
                  <a:cubicBezTo>
                    <a:pt x="24995" y="77251"/>
                    <a:pt x="26871" y="86016"/>
                    <a:pt x="26871" y="91426"/>
                  </a:cubicBezTo>
                  <a:lnTo>
                    <a:pt x="30442" y="88216"/>
                  </a:lnTo>
                  <a:cubicBezTo>
                    <a:pt x="30442" y="88216"/>
                    <a:pt x="39783" y="84537"/>
                    <a:pt x="47501" y="75989"/>
                  </a:cubicBezTo>
                  <a:cubicBezTo>
                    <a:pt x="55256" y="67477"/>
                    <a:pt x="56482" y="63329"/>
                    <a:pt x="57276" y="55719"/>
                  </a:cubicBezTo>
                  <a:cubicBezTo>
                    <a:pt x="58033" y="48073"/>
                    <a:pt x="61171" y="17921"/>
                    <a:pt x="61279" y="17452"/>
                  </a:cubicBezTo>
                  <a:cubicBezTo>
                    <a:pt x="61423" y="17019"/>
                    <a:pt x="62433" y="14783"/>
                    <a:pt x="63768" y="14567"/>
                  </a:cubicBezTo>
                  <a:cubicBezTo>
                    <a:pt x="63793" y="14562"/>
                    <a:pt x="63820" y="14560"/>
                    <a:pt x="63850" y="14560"/>
                  </a:cubicBezTo>
                  <a:cubicBezTo>
                    <a:pt x="65380" y="14560"/>
                    <a:pt x="72515" y="20855"/>
                    <a:pt x="73506" y="21492"/>
                  </a:cubicBezTo>
                  <a:cubicBezTo>
                    <a:pt x="73935" y="21783"/>
                    <a:pt x="74548" y="22009"/>
                    <a:pt x="75126" y="22009"/>
                  </a:cubicBezTo>
                  <a:cubicBezTo>
                    <a:pt x="75908" y="22009"/>
                    <a:pt x="76627" y="21596"/>
                    <a:pt x="76752" y="20374"/>
                  </a:cubicBezTo>
                  <a:cubicBezTo>
                    <a:pt x="77004" y="18246"/>
                    <a:pt x="75201" y="12980"/>
                    <a:pt x="69466" y="7245"/>
                  </a:cubicBezTo>
                  <a:cubicBezTo>
                    <a:pt x="65304" y="3083"/>
                    <a:pt x="61970" y="1480"/>
                    <a:pt x="59954" y="1480"/>
                  </a:cubicBezTo>
                  <a:cubicBezTo>
                    <a:pt x="59210" y="1480"/>
                    <a:pt x="58645" y="1698"/>
                    <a:pt x="58285" y="2087"/>
                  </a:cubicBezTo>
                  <a:cubicBezTo>
                    <a:pt x="56915" y="3566"/>
                    <a:pt x="57817" y="6704"/>
                    <a:pt x="56915" y="11285"/>
                  </a:cubicBezTo>
                  <a:cubicBezTo>
                    <a:pt x="56013" y="15901"/>
                    <a:pt x="50423" y="32492"/>
                    <a:pt x="47610" y="40355"/>
                  </a:cubicBezTo>
                  <a:cubicBezTo>
                    <a:pt x="44796" y="48181"/>
                    <a:pt x="45698" y="58857"/>
                    <a:pt x="45698" y="58857"/>
                  </a:cubicBezTo>
                  <a:cubicBezTo>
                    <a:pt x="45698" y="58857"/>
                    <a:pt x="41911" y="60192"/>
                    <a:pt x="39206" y="62211"/>
                  </a:cubicBezTo>
                  <a:cubicBezTo>
                    <a:pt x="36501" y="64231"/>
                    <a:pt x="32353" y="67044"/>
                    <a:pt x="32353" y="67044"/>
                  </a:cubicBezTo>
                  <a:lnTo>
                    <a:pt x="31235" y="66467"/>
                  </a:lnTo>
                  <a:cubicBezTo>
                    <a:pt x="31235" y="66467"/>
                    <a:pt x="37511" y="60192"/>
                    <a:pt x="39422" y="56585"/>
                  </a:cubicBezTo>
                  <a:cubicBezTo>
                    <a:pt x="41334" y="53014"/>
                    <a:pt x="41911" y="52798"/>
                    <a:pt x="40901" y="50670"/>
                  </a:cubicBezTo>
                  <a:cubicBezTo>
                    <a:pt x="39891" y="48542"/>
                    <a:pt x="31704" y="38227"/>
                    <a:pt x="28097" y="33610"/>
                  </a:cubicBezTo>
                  <a:cubicBezTo>
                    <a:pt x="24527" y="29030"/>
                    <a:pt x="20126" y="21275"/>
                    <a:pt x="19261" y="19039"/>
                  </a:cubicBezTo>
                  <a:cubicBezTo>
                    <a:pt x="18359" y="16803"/>
                    <a:pt x="18467" y="14567"/>
                    <a:pt x="19117" y="12980"/>
                  </a:cubicBezTo>
                  <a:cubicBezTo>
                    <a:pt x="19802" y="11393"/>
                    <a:pt x="26077" y="8255"/>
                    <a:pt x="26186" y="3458"/>
                  </a:cubicBezTo>
                  <a:cubicBezTo>
                    <a:pt x="26245" y="788"/>
                    <a:pt x="25315" y="0"/>
                    <a:pt x="239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g312bfb4b743_5_798"/>
            <p:cNvSpPr/>
            <p:nvPr/>
          </p:nvSpPr>
          <p:spPr>
            <a:xfrm>
              <a:off x="4002950" y="1018075"/>
              <a:ext cx="1935025" cy="2300275"/>
            </a:xfrm>
            <a:custGeom>
              <a:avLst/>
              <a:gdLst/>
              <a:ahLst/>
              <a:cxnLst/>
              <a:rect l="l" t="t" r="r" b="b"/>
              <a:pathLst>
                <a:path w="77401" h="92011" extrusionOk="0">
                  <a:moveTo>
                    <a:pt x="24310" y="613"/>
                  </a:moveTo>
                  <a:cubicBezTo>
                    <a:pt x="24634" y="613"/>
                    <a:pt x="24887" y="649"/>
                    <a:pt x="25103" y="721"/>
                  </a:cubicBezTo>
                  <a:cubicBezTo>
                    <a:pt x="25428" y="866"/>
                    <a:pt x="25680" y="1082"/>
                    <a:pt x="25897" y="1515"/>
                  </a:cubicBezTo>
                  <a:cubicBezTo>
                    <a:pt x="26113" y="1948"/>
                    <a:pt x="26221" y="2597"/>
                    <a:pt x="26221" y="3499"/>
                  </a:cubicBezTo>
                  <a:cubicBezTo>
                    <a:pt x="26221" y="3571"/>
                    <a:pt x="26221" y="3643"/>
                    <a:pt x="26221" y="3751"/>
                  </a:cubicBezTo>
                  <a:cubicBezTo>
                    <a:pt x="26185" y="4869"/>
                    <a:pt x="25788" y="5915"/>
                    <a:pt x="25211" y="6889"/>
                  </a:cubicBezTo>
                  <a:cubicBezTo>
                    <a:pt x="24310" y="8332"/>
                    <a:pt x="22975" y="9594"/>
                    <a:pt x="21749" y="10604"/>
                  </a:cubicBezTo>
                  <a:cubicBezTo>
                    <a:pt x="21172" y="11109"/>
                    <a:pt x="20595" y="11578"/>
                    <a:pt x="20162" y="12010"/>
                  </a:cubicBezTo>
                  <a:cubicBezTo>
                    <a:pt x="19693" y="12407"/>
                    <a:pt x="19332" y="12768"/>
                    <a:pt x="19188" y="13165"/>
                  </a:cubicBezTo>
                  <a:cubicBezTo>
                    <a:pt x="18827" y="13994"/>
                    <a:pt x="18611" y="14968"/>
                    <a:pt x="18611" y="16050"/>
                  </a:cubicBezTo>
                  <a:cubicBezTo>
                    <a:pt x="18611" y="17132"/>
                    <a:pt x="18827" y="18286"/>
                    <a:pt x="19296" y="19440"/>
                  </a:cubicBezTo>
                  <a:cubicBezTo>
                    <a:pt x="19765" y="20594"/>
                    <a:pt x="21064" y="23083"/>
                    <a:pt x="22723" y="25896"/>
                  </a:cubicBezTo>
                  <a:cubicBezTo>
                    <a:pt x="24382" y="28673"/>
                    <a:pt x="26401" y="31775"/>
                    <a:pt x="28205" y="34084"/>
                  </a:cubicBezTo>
                  <a:cubicBezTo>
                    <a:pt x="29972" y="36392"/>
                    <a:pt x="32930" y="40107"/>
                    <a:pt x="35563" y="43533"/>
                  </a:cubicBezTo>
                  <a:cubicBezTo>
                    <a:pt x="36861" y="45228"/>
                    <a:pt x="38087" y="46887"/>
                    <a:pt x="39061" y="48222"/>
                  </a:cubicBezTo>
                  <a:cubicBezTo>
                    <a:pt x="39999" y="49556"/>
                    <a:pt x="40720" y="50602"/>
                    <a:pt x="40937" y="51071"/>
                  </a:cubicBezTo>
                  <a:cubicBezTo>
                    <a:pt x="41261" y="51756"/>
                    <a:pt x="41405" y="52225"/>
                    <a:pt x="41405" y="52622"/>
                  </a:cubicBezTo>
                  <a:cubicBezTo>
                    <a:pt x="41405" y="53019"/>
                    <a:pt x="41261" y="53452"/>
                    <a:pt x="40937" y="54065"/>
                  </a:cubicBezTo>
                  <a:cubicBezTo>
                    <a:pt x="40612" y="54714"/>
                    <a:pt x="40143" y="55543"/>
                    <a:pt x="39494" y="56734"/>
                  </a:cubicBezTo>
                  <a:cubicBezTo>
                    <a:pt x="38556" y="58501"/>
                    <a:pt x="36536" y="60954"/>
                    <a:pt x="34733" y="62973"/>
                  </a:cubicBezTo>
                  <a:cubicBezTo>
                    <a:pt x="33831" y="63983"/>
                    <a:pt x="32966" y="64885"/>
                    <a:pt x="32353" y="65498"/>
                  </a:cubicBezTo>
                  <a:cubicBezTo>
                    <a:pt x="32064" y="65823"/>
                    <a:pt x="31812" y="66111"/>
                    <a:pt x="31631" y="66255"/>
                  </a:cubicBezTo>
                  <a:cubicBezTo>
                    <a:pt x="31451" y="66436"/>
                    <a:pt x="31343" y="66544"/>
                    <a:pt x="31343" y="66544"/>
                  </a:cubicBezTo>
                  <a:cubicBezTo>
                    <a:pt x="31271" y="66616"/>
                    <a:pt x="31271" y="66724"/>
                    <a:pt x="31271" y="66796"/>
                  </a:cubicBezTo>
                  <a:cubicBezTo>
                    <a:pt x="31271" y="66905"/>
                    <a:pt x="31343" y="66977"/>
                    <a:pt x="31451" y="67013"/>
                  </a:cubicBezTo>
                  <a:lnTo>
                    <a:pt x="32569" y="67590"/>
                  </a:lnTo>
                  <a:cubicBezTo>
                    <a:pt x="32599" y="67605"/>
                    <a:pt x="32641" y="67614"/>
                    <a:pt x="32685" y="67614"/>
                  </a:cubicBezTo>
                  <a:cubicBezTo>
                    <a:pt x="32748" y="67614"/>
                    <a:pt x="32815" y="67596"/>
                    <a:pt x="32857" y="67554"/>
                  </a:cubicBezTo>
                  <a:cubicBezTo>
                    <a:pt x="32857" y="67554"/>
                    <a:pt x="37005" y="64777"/>
                    <a:pt x="39710" y="62757"/>
                  </a:cubicBezTo>
                  <a:cubicBezTo>
                    <a:pt x="41009" y="61747"/>
                    <a:pt x="42632" y="60917"/>
                    <a:pt x="43930" y="60340"/>
                  </a:cubicBezTo>
                  <a:cubicBezTo>
                    <a:pt x="44543" y="60052"/>
                    <a:pt x="45120" y="59799"/>
                    <a:pt x="45517" y="59655"/>
                  </a:cubicBezTo>
                  <a:cubicBezTo>
                    <a:pt x="45697" y="59583"/>
                    <a:pt x="45878" y="59511"/>
                    <a:pt x="45986" y="59475"/>
                  </a:cubicBezTo>
                  <a:cubicBezTo>
                    <a:pt x="46094" y="59439"/>
                    <a:pt x="46130" y="59403"/>
                    <a:pt x="46130" y="59403"/>
                  </a:cubicBezTo>
                  <a:cubicBezTo>
                    <a:pt x="46274" y="59367"/>
                    <a:pt x="46347" y="59258"/>
                    <a:pt x="46347" y="59114"/>
                  </a:cubicBezTo>
                  <a:cubicBezTo>
                    <a:pt x="46347" y="59114"/>
                    <a:pt x="46311" y="59006"/>
                    <a:pt x="46311" y="58826"/>
                  </a:cubicBezTo>
                  <a:cubicBezTo>
                    <a:pt x="46274" y="58248"/>
                    <a:pt x="46202" y="56878"/>
                    <a:pt x="46202" y="55075"/>
                  </a:cubicBezTo>
                  <a:cubicBezTo>
                    <a:pt x="46202" y="51251"/>
                    <a:pt x="46527" y="45445"/>
                    <a:pt x="48222" y="40720"/>
                  </a:cubicBezTo>
                  <a:cubicBezTo>
                    <a:pt x="49629" y="36789"/>
                    <a:pt x="51721" y="30693"/>
                    <a:pt x="53596" y="24995"/>
                  </a:cubicBezTo>
                  <a:cubicBezTo>
                    <a:pt x="55472" y="19260"/>
                    <a:pt x="57095" y="13994"/>
                    <a:pt x="57527" y="11650"/>
                  </a:cubicBezTo>
                  <a:cubicBezTo>
                    <a:pt x="57996" y="9305"/>
                    <a:pt x="57996" y="7358"/>
                    <a:pt x="58068" y="5843"/>
                  </a:cubicBezTo>
                  <a:cubicBezTo>
                    <a:pt x="58068" y="5049"/>
                    <a:pt x="58104" y="4400"/>
                    <a:pt x="58249" y="3859"/>
                  </a:cubicBezTo>
                  <a:cubicBezTo>
                    <a:pt x="58357" y="3318"/>
                    <a:pt x="58537" y="2922"/>
                    <a:pt x="58826" y="2597"/>
                  </a:cubicBezTo>
                  <a:cubicBezTo>
                    <a:pt x="59114" y="2272"/>
                    <a:pt x="59583" y="2092"/>
                    <a:pt x="60268" y="2092"/>
                  </a:cubicBezTo>
                  <a:cubicBezTo>
                    <a:pt x="61206" y="2092"/>
                    <a:pt x="62505" y="2453"/>
                    <a:pt x="64092" y="3354"/>
                  </a:cubicBezTo>
                  <a:cubicBezTo>
                    <a:pt x="65679" y="4256"/>
                    <a:pt x="67518" y="5699"/>
                    <a:pt x="69610" y="7754"/>
                  </a:cubicBezTo>
                  <a:cubicBezTo>
                    <a:pt x="72279" y="10460"/>
                    <a:pt x="74082" y="13020"/>
                    <a:pt x="75236" y="15220"/>
                  </a:cubicBezTo>
                  <a:cubicBezTo>
                    <a:pt x="76354" y="17420"/>
                    <a:pt x="76823" y="19224"/>
                    <a:pt x="76823" y="20306"/>
                  </a:cubicBezTo>
                  <a:cubicBezTo>
                    <a:pt x="76823" y="20414"/>
                    <a:pt x="76787" y="20522"/>
                    <a:pt x="76787" y="20630"/>
                  </a:cubicBezTo>
                  <a:cubicBezTo>
                    <a:pt x="76751" y="21208"/>
                    <a:pt x="76535" y="21532"/>
                    <a:pt x="76318" y="21712"/>
                  </a:cubicBezTo>
                  <a:cubicBezTo>
                    <a:pt x="76102" y="21929"/>
                    <a:pt x="75813" y="22001"/>
                    <a:pt x="75453" y="22001"/>
                  </a:cubicBezTo>
                  <a:cubicBezTo>
                    <a:pt x="74948" y="22001"/>
                    <a:pt x="74371" y="21785"/>
                    <a:pt x="74010" y="21532"/>
                  </a:cubicBezTo>
                  <a:cubicBezTo>
                    <a:pt x="73902" y="21460"/>
                    <a:pt x="73685" y="21316"/>
                    <a:pt x="73397" y="21063"/>
                  </a:cubicBezTo>
                  <a:cubicBezTo>
                    <a:pt x="72351" y="20234"/>
                    <a:pt x="70439" y="18647"/>
                    <a:pt x="68600" y="17204"/>
                  </a:cubicBezTo>
                  <a:cubicBezTo>
                    <a:pt x="67662" y="16519"/>
                    <a:pt x="66761" y="15834"/>
                    <a:pt x="66003" y="15365"/>
                  </a:cubicBezTo>
                  <a:cubicBezTo>
                    <a:pt x="65606" y="15112"/>
                    <a:pt x="65282" y="14932"/>
                    <a:pt x="64957" y="14788"/>
                  </a:cubicBezTo>
                  <a:cubicBezTo>
                    <a:pt x="64669" y="14643"/>
                    <a:pt x="64416" y="14535"/>
                    <a:pt x="64164" y="14535"/>
                  </a:cubicBezTo>
                  <a:lnTo>
                    <a:pt x="64019" y="14535"/>
                  </a:lnTo>
                  <a:cubicBezTo>
                    <a:pt x="63226" y="14679"/>
                    <a:pt x="62613" y="15365"/>
                    <a:pt x="62144" y="16050"/>
                  </a:cubicBezTo>
                  <a:cubicBezTo>
                    <a:pt x="61928" y="16375"/>
                    <a:pt x="61711" y="16735"/>
                    <a:pt x="61603" y="17024"/>
                  </a:cubicBezTo>
                  <a:cubicBezTo>
                    <a:pt x="61459" y="17312"/>
                    <a:pt x="61350" y="17529"/>
                    <a:pt x="61314" y="17673"/>
                  </a:cubicBezTo>
                  <a:lnTo>
                    <a:pt x="61314" y="17745"/>
                  </a:lnTo>
                  <a:cubicBezTo>
                    <a:pt x="61278" y="18106"/>
                    <a:pt x="61026" y="20198"/>
                    <a:pt x="60701" y="23263"/>
                  </a:cubicBezTo>
                  <a:cubicBezTo>
                    <a:pt x="59727" y="32424"/>
                    <a:pt x="57852" y="50350"/>
                    <a:pt x="57275" y="55976"/>
                  </a:cubicBezTo>
                  <a:cubicBezTo>
                    <a:pt x="56878" y="59763"/>
                    <a:pt x="56409" y="62685"/>
                    <a:pt x="55039" y="65678"/>
                  </a:cubicBezTo>
                  <a:cubicBezTo>
                    <a:pt x="53668" y="68708"/>
                    <a:pt x="51468" y="71846"/>
                    <a:pt x="47609" y="76102"/>
                  </a:cubicBezTo>
                  <a:cubicBezTo>
                    <a:pt x="43750" y="80322"/>
                    <a:pt x="39530" y="83351"/>
                    <a:pt x="36248" y="85335"/>
                  </a:cubicBezTo>
                  <a:cubicBezTo>
                    <a:pt x="34625" y="86345"/>
                    <a:pt x="33218" y="87066"/>
                    <a:pt x="32244" y="87535"/>
                  </a:cubicBezTo>
                  <a:cubicBezTo>
                    <a:pt x="31739" y="87787"/>
                    <a:pt x="31343" y="87932"/>
                    <a:pt x="31090" y="88076"/>
                  </a:cubicBezTo>
                  <a:cubicBezTo>
                    <a:pt x="30946" y="88112"/>
                    <a:pt x="30838" y="88148"/>
                    <a:pt x="30766" y="88184"/>
                  </a:cubicBezTo>
                  <a:cubicBezTo>
                    <a:pt x="30693" y="88220"/>
                    <a:pt x="30657" y="88220"/>
                    <a:pt x="30657" y="88220"/>
                  </a:cubicBezTo>
                  <a:lnTo>
                    <a:pt x="30585" y="88292"/>
                  </a:lnTo>
                  <a:lnTo>
                    <a:pt x="27510" y="91057"/>
                  </a:lnTo>
                  <a:lnTo>
                    <a:pt x="27510" y="91057"/>
                  </a:lnTo>
                  <a:cubicBezTo>
                    <a:pt x="27433" y="88416"/>
                    <a:pt x="26887" y="85123"/>
                    <a:pt x="25392" y="81800"/>
                  </a:cubicBezTo>
                  <a:cubicBezTo>
                    <a:pt x="23769" y="78230"/>
                    <a:pt x="21027" y="74659"/>
                    <a:pt x="16483" y="71990"/>
                  </a:cubicBezTo>
                  <a:cubicBezTo>
                    <a:pt x="12624" y="69754"/>
                    <a:pt x="9089" y="69069"/>
                    <a:pt x="6204" y="69069"/>
                  </a:cubicBezTo>
                  <a:cubicBezTo>
                    <a:pt x="4025" y="69069"/>
                    <a:pt x="2231" y="69453"/>
                    <a:pt x="978" y="69830"/>
                  </a:cubicBezTo>
                  <a:lnTo>
                    <a:pt x="978" y="69830"/>
                  </a:lnTo>
                  <a:cubicBezTo>
                    <a:pt x="1473" y="69020"/>
                    <a:pt x="2195" y="67933"/>
                    <a:pt x="3210" y="66616"/>
                  </a:cubicBezTo>
                  <a:cubicBezTo>
                    <a:pt x="4256" y="65209"/>
                    <a:pt x="6276" y="64091"/>
                    <a:pt x="8043" y="63298"/>
                  </a:cubicBezTo>
                  <a:cubicBezTo>
                    <a:pt x="8909" y="62901"/>
                    <a:pt x="9702" y="62613"/>
                    <a:pt x="10279" y="62432"/>
                  </a:cubicBezTo>
                  <a:cubicBezTo>
                    <a:pt x="10604" y="62324"/>
                    <a:pt x="10820" y="62252"/>
                    <a:pt x="11001" y="62180"/>
                  </a:cubicBezTo>
                  <a:cubicBezTo>
                    <a:pt x="11145" y="62144"/>
                    <a:pt x="11253" y="62108"/>
                    <a:pt x="11253" y="62108"/>
                  </a:cubicBezTo>
                  <a:lnTo>
                    <a:pt x="11325" y="62072"/>
                  </a:lnTo>
                  <a:cubicBezTo>
                    <a:pt x="11325" y="62072"/>
                    <a:pt x="13453" y="60629"/>
                    <a:pt x="17854" y="57491"/>
                  </a:cubicBezTo>
                  <a:cubicBezTo>
                    <a:pt x="20018" y="55904"/>
                    <a:pt x="22759" y="54353"/>
                    <a:pt x="24923" y="53163"/>
                  </a:cubicBezTo>
                  <a:cubicBezTo>
                    <a:pt x="26041" y="52586"/>
                    <a:pt x="27015" y="52117"/>
                    <a:pt x="27700" y="51756"/>
                  </a:cubicBezTo>
                  <a:cubicBezTo>
                    <a:pt x="28385" y="51432"/>
                    <a:pt x="28782" y="51215"/>
                    <a:pt x="28782" y="51215"/>
                  </a:cubicBezTo>
                  <a:cubicBezTo>
                    <a:pt x="28890" y="51179"/>
                    <a:pt x="28962" y="51071"/>
                    <a:pt x="28962" y="50927"/>
                  </a:cubicBezTo>
                  <a:cubicBezTo>
                    <a:pt x="28962" y="50819"/>
                    <a:pt x="28854" y="50710"/>
                    <a:pt x="28746" y="50674"/>
                  </a:cubicBezTo>
                  <a:cubicBezTo>
                    <a:pt x="26762" y="49989"/>
                    <a:pt x="25139" y="48330"/>
                    <a:pt x="23733" y="46130"/>
                  </a:cubicBezTo>
                  <a:cubicBezTo>
                    <a:pt x="22326" y="43930"/>
                    <a:pt x="21208" y="41189"/>
                    <a:pt x="20198" y="38412"/>
                  </a:cubicBezTo>
                  <a:cubicBezTo>
                    <a:pt x="18142" y="32749"/>
                    <a:pt x="14319" y="26798"/>
                    <a:pt x="11145" y="23804"/>
                  </a:cubicBezTo>
                  <a:cubicBezTo>
                    <a:pt x="10027" y="22794"/>
                    <a:pt x="9125" y="21929"/>
                    <a:pt x="8512" y="21063"/>
                  </a:cubicBezTo>
                  <a:cubicBezTo>
                    <a:pt x="7899" y="20198"/>
                    <a:pt x="7574" y="19332"/>
                    <a:pt x="7574" y="18214"/>
                  </a:cubicBezTo>
                  <a:cubicBezTo>
                    <a:pt x="7574" y="17312"/>
                    <a:pt x="7791" y="16194"/>
                    <a:pt x="8296" y="14824"/>
                  </a:cubicBezTo>
                  <a:cubicBezTo>
                    <a:pt x="9161" y="12515"/>
                    <a:pt x="11578" y="9414"/>
                    <a:pt x="14103" y="6781"/>
                  </a:cubicBezTo>
                  <a:cubicBezTo>
                    <a:pt x="15365" y="5482"/>
                    <a:pt x="16663" y="4292"/>
                    <a:pt x="17818" y="3354"/>
                  </a:cubicBezTo>
                  <a:cubicBezTo>
                    <a:pt x="18972" y="2453"/>
                    <a:pt x="20018" y="1803"/>
                    <a:pt x="20667" y="1551"/>
                  </a:cubicBezTo>
                  <a:cubicBezTo>
                    <a:pt x="22001" y="1118"/>
                    <a:pt x="23336" y="613"/>
                    <a:pt x="24310" y="613"/>
                  </a:cubicBezTo>
                  <a:close/>
                  <a:moveTo>
                    <a:pt x="24310" y="0"/>
                  </a:moveTo>
                  <a:cubicBezTo>
                    <a:pt x="23155" y="0"/>
                    <a:pt x="21785" y="541"/>
                    <a:pt x="20486" y="974"/>
                  </a:cubicBezTo>
                  <a:cubicBezTo>
                    <a:pt x="19693" y="1262"/>
                    <a:pt x="18647" y="1948"/>
                    <a:pt x="17457" y="2885"/>
                  </a:cubicBezTo>
                  <a:cubicBezTo>
                    <a:pt x="15690" y="4292"/>
                    <a:pt x="13598" y="6312"/>
                    <a:pt x="11794" y="8440"/>
                  </a:cubicBezTo>
                  <a:cubicBezTo>
                    <a:pt x="9991" y="10532"/>
                    <a:pt x="8440" y="12768"/>
                    <a:pt x="7755" y="14643"/>
                  </a:cubicBezTo>
                  <a:cubicBezTo>
                    <a:pt x="7214" y="16050"/>
                    <a:pt x="6961" y="17204"/>
                    <a:pt x="6961" y="18214"/>
                  </a:cubicBezTo>
                  <a:cubicBezTo>
                    <a:pt x="6961" y="19440"/>
                    <a:pt x="7358" y="20486"/>
                    <a:pt x="8007" y="21388"/>
                  </a:cubicBezTo>
                  <a:cubicBezTo>
                    <a:pt x="8693" y="22362"/>
                    <a:pt x="9630" y="23227"/>
                    <a:pt x="10748" y="24273"/>
                  </a:cubicBezTo>
                  <a:cubicBezTo>
                    <a:pt x="13814" y="27123"/>
                    <a:pt x="17637" y="33038"/>
                    <a:pt x="19621" y="38592"/>
                  </a:cubicBezTo>
                  <a:cubicBezTo>
                    <a:pt x="20631" y="41405"/>
                    <a:pt x="21785" y="44182"/>
                    <a:pt x="23228" y="46455"/>
                  </a:cubicBezTo>
                  <a:cubicBezTo>
                    <a:pt x="24528" y="48469"/>
                    <a:pt x="26062" y="50104"/>
                    <a:pt x="27936" y="50961"/>
                  </a:cubicBezTo>
                  <a:lnTo>
                    <a:pt x="27936" y="50961"/>
                  </a:lnTo>
                  <a:cubicBezTo>
                    <a:pt x="26212" y="51806"/>
                    <a:pt x="21101" y="54384"/>
                    <a:pt x="17493" y="56986"/>
                  </a:cubicBezTo>
                  <a:cubicBezTo>
                    <a:pt x="15293" y="58537"/>
                    <a:pt x="13670" y="59691"/>
                    <a:pt x="12588" y="60449"/>
                  </a:cubicBezTo>
                  <a:cubicBezTo>
                    <a:pt x="12047" y="60845"/>
                    <a:pt x="11650" y="61134"/>
                    <a:pt x="11398" y="61314"/>
                  </a:cubicBezTo>
                  <a:cubicBezTo>
                    <a:pt x="11208" y="61432"/>
                    <a:pt x="11097" y="61504"/>
                    <a:pt x="11042" y="61540"/>
                  </a:cubicBezTo>
                  <a:lnTo>
                    <a:pt x="11042" y="61540"/>
                  </a:lnTo>
                  <a:cubicBezTo>
                    <a:pt x="10819" y="61605"/>
                    <a:pt x="9411" y="62029"/>
                    <a:pt x="7791" y="62757"/>
                  </a:cubicBezTo>
                  <a:cubicBezTo>
                    <a:pt x="5988" y="63550"/>
                    <a:pt x="3932" y="64704"/>
                    <a:pt x="2741" y="66255"/>
                  </a:cubicBezTo>
                  <a:cubicBezTo>
                    <a:pt x="1371" y="67987"/>
                    <a:pt x="541" y="69393"/>
                    <a:pt x="36" y="70223"/>
                  </a:cubicBezTo>
                  <a:cubicBezTo>
                    <a:pt x="0" y="70331"/>
                    <a:pt x="0" y="70475"/>
                    <a:pt x="73" y="70547"/>
                  </a:cubicBezTo>
                  <a:cubicBezTo>
                    <a:pt x="127" y="70629"/>
                    <a:pt x="221" y="70669"/>
                    <a:pt x="311" y="70669"/>
                  </a:cubicBezTo>
                  <a:cubicBezTo>
                    <a:pt x="341" y="70669"/>
                    <a:pt x="370" y="70665"/>
                    <a:pt x="397" y="70656"/>
                  </a:cubicBezTo>
                  <a:cubicBezTo>
                    <a:pt x="1623" y="70223"/>
                    <a:pt x="3643" y="69646"/>
                    <a:pt x="6204" y="69646"/>
                  </a:cubicBezTo>
                  <a:cubicBezTo>
                    <a:pt x="8981" y="69646"/>
                    <a:pt x="12444" y="70331"/>
                    <a:pt x="16158" y="72531"/>
                  </a:cubicBezTo>
                  <a:cubicBezTo>
                    <a:pt x="20595" y="75128"/>
                    <a:pt x="23264" y="78590"/>
                    <a:pt x="24851" y="82053"/>
                  </a:cubicBezTo>
                  <a:cubicBezTo>
                    <a:pt x="26438" y="85551"/>
                    <a:pt x="26906" y="89050"/>
                    <a:pt x="26906" y="91719"/>
                  </a:cubicBezTo>
                  <a:cubicBezTo>
                    <a:pt x="26906" y="91827"/>
                    <a:pt x="26979" y="91935"/>
                    <a:pt x="27087" y="91971"/>
                  </a:cubicBezTo>
                  <a:cubicBezTo>
                    <a:pt x="27128" y="91999"/>
                    <a:pt x="27175" y="92011"/>
                    <a:pt x="27221" y="92011"/>
                  </a:cubicBezTo>
                  <a:cubicBezTo>
                    <a:pt x="27295" y="92011"/>
                    <a:pt x="27367" y="91980"/>
                    <a:pt x="27411" y="91935"/>
                  </a:cubicBezTo>
                  <a:lnTo>
                    <a:pt x="30907" y="88792"/>
                  </a:lnTo>
                  <a:lnTo>
                    <a:pt x="30907" y="88792"/>
                  </a:lnTo>
                  <a:lnTo>
                    <a:pt x="30910" y="88797"/>
                  </a:lnTo>
                  <a:cubicBezTo>
                    <a:pt x="30910" y="88797"/>
                    <a:pt x="40251" y="85082"/>
                    <a:pt x="48042" y="76498"/>
                  </a:cubicBezTo>
                  <a:cubicBezTo>
                    <a:pt x="51937" y="72206"/>
                    <a:pt x="54209" y="69033"/>
                    <a:pt x="55580" y="65931"/>
                  </a:cubicBezTo>
                  <a:cubicBezTo>
                    <a:pt x="56986" y="62829"/>
                    <a:pt x="57491" y="59835"/>
                    <a:pt x="57888" y="56012"/>
                  </a:cubicBezTo>
                  <a:cubicBezTo>
                    <a:pt x="58285" y="52225"/>
                    <a:pt x="59259" y="42776"/>
                    <a:pt x="60160" y="34228"/>
                  </a:cubicBezTo>
                  <a:cubicBezTo>
                    <a:pt x="60593" y="29936"/>
                    <a:pt x="61026" y="25896"/>
                    <a:pt x="61350" y="22867"/>
                  </a:cubicBezTo>
                  <a:cubicBezTo>
                    <a:pt x="61495" y="21388"/>
                    <a:pt x="61639" y="20126"/>
                    <a:pt x="61747" y="19260"/>
                  </a:cubicBezTo>
                  <a:cubicBezTo>
                    <a:pt x="61783" y="18827"/>
                    <a:pt x="61819" y="18466"/>
                    <a:pt x="61855" y="18214"/>
                  </a:cubicBezTo>
                  <a:cubicBezTo>
                    <a:pt x="61892" y="18106"/>
                    <a:pt x="61892" y="17998"/>
                    <a:pt x="61892" y="17925"/>
                  </a:cubicBezTo>
                  <a:lnTo>
                    <a:pt x="61892" y="17853"/>
                  </a:lnTo>
                  <a:lnTo>
                    <a:pt x="61928" y="17817"/>
                  </a:lnTo>
                  <a:cubicBezTo>
                    <a:pt x="61928" y="17745"/>
                    <a:pt x="62000" y="17529"/>
                    <a:pt x="62144" y="17276"/>
                  </a:cubicBezTo>
                  <a:cubicBezTo>
                    <a:pt x="62324" y="16879"/>
                    <a:pt x="62613" y="16375"/>
                    <a:pt x="62974" y="15942"/>
                  </a:cubicBezTo>
                  <a:cubicBezTo>
                    <a:pt x="63334" y="15509"/>
                    <a:pt x="63731" y="15184"/>
                    <a:pt x="64128" y="15148"/>
                  </a:cubicBezTo>
                  <a:lnTo>
                    <a:pt x="64164" y="15148"/>
                  </a:lnTo>
                  <a:cubicBezTo>
                    <a:pt x="64236" y="15148"/>
                    <a:pt x="64524" y="15220"/>
                    <a:pt x="64849" y="15365"/>
                  </a:cubicBezTo>
                  <a:cubicBezTo>
                    <a:pt x="66003" y="15942"/>
                    <a:pt x="67987" y="17493"/>
                    <a:pt x="69790" y="18935"/>
                  </a:cubicBezTo>
                  <a:cubicBezTo>
                    <a:pt x="70692" y="19657"/>
                    <a:pt x="71557" y="20342"/>
                    <a:pt x="72243" y="20919"/>
                  </a:cubicBezTo>
                  <a:cubicBezTo>
                    <a:pt x="72928" y="21460"/>
                    <a:pt x="73433" y="21893"/>
                    <a:pt x="73685" y="22037"/>
                  </a:cubicBezTo>
                  <a:cubicBezTo>
                    <a:pt x="74154" y="22362"/>
                    <a:pt x="74804" y="22614"/>
                    <a:pt x="75453" y="22614"/>
                  </a:cubicBezTo>
                  <a:cubicBezTo>
                    <a:pt x="75922" y="22614"/>
                    <a:pt x="76354" y="22506"/>
                    <a:pt x="76715" y="22181"/>
                  </a:cubicBezTo>
                  <a:cubicBezTo>
                    <a:pt x="77076" y="21857"/>
                    <a:pt x="77328" y="21352"/>
                    <a:pt x="77400" y="20703"/>
                  </a:cubicBezTo>
                  <a:cubicBezTo>
                    <a:pt x="77400" y="20594"/>
                    <a:pt x="77400" y="20450"/>
                    <a:pt x="77400" y="20306"/>
                  </a:cubicBezTo>
                  <a:cubicBezTo>
                    <a:pt x="77400" y="19044"/>
                    <a:pt x="76931" y="17204"/>
                    <a:pt x="75741" y="14932"/>
                  </a:cubicBezTo>
                  <a:cubicBezTo>
                    <a:pt x="74587" y="12696"/>
                    <a:pt x="72748" y="10063"/>
                    <a:pt x="70007" y="7358"/>
                  </a:cubicBezTo>
                  <a:cubicBezTo>
                    <a:pt x="67915" y="5230"/>
                    <a:pt x="66039" y="3787"/>
                    <a:pt x="64380" y="2849"/>
                  </a:cubicBezTo>
                  <a:cubicBezTo>
                    <a:pt x="62757" y="1912"/>
                    <a:pt x="61387" y="1479"/>
                    <a:pt x="60268" y="1479"/>
                  </a:cubicBezTo>
                  <a:cubicBezTo>
                    <a:pt x="59475" y="1479"/>
                    <a:pt x="58790" y="1731"/>
                    <a:pt x="58357" y="2200"/>
                  </a:cubicBezTo>
                  <a:cubicBezTo>
                    <a:pt x="57996" y="2597"/>
                    <a:pt x="57780" y="3138"/>
                    <a:pt x="57636" y="3751"/>
                  </a:cubicBezTo>
                  <a:cubicBezTo>
                    <a:pt x="57455" y="4653"/>
                    <a:pt x="57455" y="5735"/>
                    <a:pt x="57419" y="7033"/>
                  </a:cubicBezTo>
                  <a:cubicBezTo>
                    <a:pt x="57383" y="8332"/>
                    <a:pt x="57275" y="9846"/>
                    <a:pt x="56950" y="11542"/>
                  </a:cubicBezTo>
                  <a:cubicBezTo>
                    <a:pt x="56518" y="13778"/>
                    <a:pt x="54894" y="19116"/>
                    <a:pt x="53019" y="24814"/>
                  </a:cubicBezTo>
                  <a:cubicBezTo>
                    <a:pt x="51144" y="30513"/>
                    <a:pt x="49052" y="36608"/>
                    <a:pt x="47645" y="40540"/>
                  </a:cubicBezTo>
                  <a:cubicBezTo>
                    <a:pt x="45914" y="45373"/>
                    <a:pt x="45589" y="51215"/>
                    <a:pt x="45589" y="55075"/>
                  </a:cubicBezTo>
                  <a:cubicBezTo>
                    <a:pt x="45589" y="57010"/>
                    <a:pt x="45679" y="58429"/>
                    <a:pt x="45717" y="58941"/>
                  </a:cubicBezTo>
                  <a:lnTo>
                    <a:pt x="45717" y="58941"/>
                  </a:lnTo>
                  <a:cubicBezTo>
                    <a:pt x="44844" y="59257"/>
                    <a:pt x="41699" y="60490"/>
                    <a:pt x="39350" y="62252"/>
                  </a:cubicBezTo>
                  <a:cubicBezTo>
                    <a:pt x="38015" y="63262"/>
                    <a:pt x="36284" y="64452"/>
                    <a:pt x="34913" y="65426"/>
                  </a:cubicBezTo>
                  <a:cubicBezTo>
                    <a:pt x="34228" y="65895"/>
                    <a:pt x="33651" y="66291"/>
                    <a:pt x="33218" y="66616"/>
                  </a:cubicBezTo>
                  <a:cubicBezTo>
                    <a:pt x="32981" y="66774"/>
                    <a:pt x="32798" y="66900"/>
                    <a:pt x="32681" y="66981"/>
                  </a:cubicBezTo>
                  <a:lnTo>
                    <a:pt x="32681" y="66981"/>
                  </a:lnTo>
                  <a:lnTo>
                    <a:pt x="32065" y="66683"/>
                  </a:lnTo>
                  <a:lnTo>
                    <a:pt x="32065" y="66683"/>
                  </a:lnTo>
                  <a:cubicBezTo>
                    <a:pt x="32604" y="66134"/>
                    <a:pt x="33825" y="64872"/>
                    <a:pt x="35166" y="63370"/>
                  </a:cubicBezTo>
                  <a:cubicBezTo>
                    <a:pt x="36969" y="61350"/>
                    <a:pt x="39025" y="58862"/>
                    <a:pt x="40035" y="57022"/>
                  </a:cubicBezTo>
                  <a:cubicBezTo>
                    <a:pt x="40648" y="55832"/>
                    <a:pt x="41153" y="55002"/>
                    <a:pt x="41478" y="54353"/>
                  </a:cubicBezTo>
                  <a:cubicBezTo>
                    <a:pt x="41802" y="53704"/>
                    <a:pt x="42019" y="53199"/>
                    <a:pt x="42019" y="52622"/>
                  </a:cubicBezTo>
                  <a:cubicBezTo>
                    <a:pt x="42019" y="52081"/>
                    <a:pt x="41802" y="51540"/>
                    <a:pt x="41478" y="50819"/>
                  </a:cubicBezTo>
                  <a:cubicBezTo>
                    <a:pt x="41189" y="50242"/>
                    <a:pt x="40504" y="49196"/>
                    <a:pt x="39530" y="47861"/>
                  </a:cubicBezTo>
                  <a:cubicBezTo>
                    <a:pt x="36645" y="43822"/>
                    <a:pt x="31343" y="37185"/>
                    <a:pt x="28674" y="33723"/>
                  </a:cubicBezTo>
                  <a:cubicBezTo>
                    <a:pt x="26870" y="31451"/>
                    <a:pt x="24887" y="28349"/>
                    <a:pt x="23264" y="25572"/>
                  </a:cubicBezTo>
                  <a:cubicBezTo>
                    <a:pt x="21605" y="22794"/>
                    <a:pt x="20270" y="20306"/>
                    <a:pt x="19837" y="19224"/>
                  </a:cubicBezTo>
                  <a:cubicBezTo>
                    <a:pt x="19404" y="18142"/>
                    <a:pt x="19224" y="17060"/>
                    <a:pt x="19224" y="16050"/>
                  </a:cubicBezTo>
                  <a:cubicBezTo>
                    <a:pt x="19224" y="15040"/>
                    <a:pt x="19404" y="14138"/>
                    <a:pt x="19729" y="13381"/>
                  </a:cubicBezTo>
                  <a:cubicBezTo>
                    <a:pt x="19801" y="13273"/>
                    <a:pt x="19945" y="13056"/>
                    <a:pt x="20162" y="12804"/>
                  </a:cubicBezTo>
                  <a:cubicBezTo>
                    <a:pt x="20955" y="12010"/>
                    <a:pt x="22578" y="10820"/>
                    <a:pt x="24021" y="9305"/>
                  </a:cubicBezTo>
                  <a:cubicBezTo>
                    <a:pt x="25464" y="7827"/>
                    <a:pt x="26762" y="5987"/>
                    <a:pt x="26834" y="3751"/>
                  </a:cubicBezTo>
                  <a:cubicBezTo>
                    <a:pt x="26834" y="3679"/>
                    <a:pt x="26834" y="3571"/>
                    <a:pt x="26834" y="3499"/>
                  </a:cubicBezTo>
                  <a:cubicBezTo>
                    <a:pt x="26834" y="2236"/>
                    <a:pt x="26582" y="1371"/>
                    <a:pt x="26149" y="794"/>
                  </a:cubicBezTo>
                  <a:cubicBezTo>
                    <a:pt x="25933" y="505"/>
                    <a:pt x="25644" y="289"/>
                    <a:pt x="25319" y="180"/>
                  </a:cubicBezTo>
                  <a:cubicBezTo>
                    <a:pt x="25031" y="36"/>
                    <a:pt x="24670" y="0"/>
                    <a:pt x="243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5" name="Google Shape;2185;g312bfb4b743_5_798"/>
            <p:cNvSpPr/>
            <p:nvPr/>
          </p:nvSpPr>
          <p:spPr>
            <a:xfrm>
              <a:off x="4489850" y="2578700"/>
              <a:ext cx="470700" cy="295075"/>
            </a:xfrm>
            <a:custGeom>
              <a:avLst/>
              <a:gdLst/>
              <a:ahLst/>
              <a:cxnLst/>
              <a:rect l="l" t="t" r="r" b="b"/>
              <a:pathLst>
                <a:path w="18828" h="11803" extrusionOk="0">
                  <a:moveTo>
                    <a:pt x="293" y="0"/>
                  </a:moveTo>
                  <a:cubicBezTo>
                    <a:pt x="146" y="0"/>
                    <a:pt x="37" y="103"/>
                    <a:pt x="37" y="260"/>
                  </a:cubicBezTo>
                  <a:cubicBezTo>
                    <a:pt x="1" y="440"/>
                    <a:pt x="109" y="584"/>
                    <a:pt x="289" y="584"/>
                  </a:cubicBezTo>
                  <a:cubicBezTo>
                    <a:pt x="289" y="584"/>
                    <a:pt x="325" y="584"/>
                    <a:pt x="397" y="620"/>
                  </a:cubicBezTo>
                  <a:cubicBezTo>
                    <a:pt x="1047" y="729"/>
                    <a:pt x="4076" y="1234"/>
                    <a:pt x="7647" y="2893"/>
                  </a:cubicBezTo>
                  <a:cubicBezTo>
                    <a:pt x="11217" y="4516"/>
                    <a:pt x="15329" y="7221"/>
                    <a:pt x="18214" y="11693"/>
                  </a:cubicBezTo>
                  <a:cubicBezTo>
                    <a:pt x="18284" y="11763"/>
                    <a:pt x="18384" y="11803"/>
                    <a:pt x="18485" y="11803"/>
                  </a:cubicBezTo>
                  <a:cubicBezTo>
                    <a:pt x="18541" y="11803"/>
                    <a:pt x="18596" y="11791"/>
                    <a:pt x="18647" y="11765"/>
                  </a:cubicBezTo>
                  <a:cubicBezTo>
                    <a:pt x="18792" y="11657"/>
                    <a:pt x="18828" y="11477"/>
                    <a:pt x="18719" y="11332"/>
                  </a:cubicBezTo>
                  <a:cubicBezTo>
                    <a:pt x="15546" y="6463"/>
                    <a:pt x="10965" y="3614"/>
                    <a:pt x="7178" y="2027"/>
                  </a:cubicBezTo>
                  <a:cubicBezTo>
                    <a:pt x="3355" y="404"/>
                    <a:pt x="361" y="7"/>
                    <a:pt x="361" y="7"/>
                  </a:cubicBezTo>
                  <a:cubicBezTo>
                    <a:pt x="338" y="3"/>
                    <a:pt x="315" y="0"/>
                    <a:pt x="29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6" name="Google Shape;2186;g312bfb4b743_5_798"/>
            <p:cNvSpPr/>
            <p:nvPr/>
          </p:nvSpPr>
          <p:spPr>
            <a:xfrm>
              <a:off x="5419475" y="1062375"/>
              <a:ext cx="516700" cy="513275"/>
            </a:xfrm>
            <a:custGeom>
              <a:avLst/>
              <a:gdLst/>
              <a:ahLst/>
              <a:cxnLst/>
              <a:rect l="l" t="t" r="r" b="b"/>
              <a:pathLst>
                <a:path w="20668" h="20531" extrusionOk="0">
                  <a:moveTo>
                    <a:pt x="3617" y="1"/>
                  </a:moveTo>
                  <a:cubicBezTo>
                    <a:pt x="2873" y="1"/>
                    <a:pt x="2308" y="219"/>
                    <a:pt x="1948" y="608"/>
                  </a:cubicBezTo>
                  <a:cubicBezTo>
                    <a:pt x="578" y="2087"/>
                    <a:pt x="1480" y="5225"/>
                    <a:pt x="578" y="9806"/>
                  </a:cubicBezTo>
                  <a:cubicBezTo>
                    <a:pt x="470" y="10419"/>
                    <a:pt x="253" y="11284"/>
                    <a:pt x="1" y="12258"/>
                  </a:cubicBezTo>
                  <a:cubicBezTo>
                    <a:pt x="207" y="12224"/>
                    <a:pt x="438" y="12202"/>
                    <a:pt x="692" y="12202"/>
                  </a:cubicBezTo>
                  <a:cubicBezTo>
                    <a:pt x="1500" y="12202"/>
                    <a:pt x="2535" y="12427"/>
                    <a:pt x="3716" y="13196"/>
                  </a:cubicBezTo>
                  <a:cubicBezTo>
                    <a:pt x="4473" y="13665"/>
                    <a:pt x="5050" y="14206"/>
                    <a:pt x="5519" y="14783"/>
                  </a:cubicBezTo>
                  <a:cubicBezTo>
                    <a:pt x="5952" y="14025"/>
                    <a:pt x="6637" y="13196"/>
                    <a:pt x="7431" y="13088"/>
                  </a:cubicBezTo>
                  <a:cubicBezTo>
                    <a:pt x="7456" y="13083"/>
                    <a:pt x="7483" y="13081"/>
                    <a:pt x="7513" y="13081"/>
                  </a:cubicBezTo>
                  <a:cubicBezTo>
                    <a:pt x="9043" y="13081"/>
                    <a:pt x="16178" y="19376"/>
                    <a:pt x="17169" y="20013"/>
                  </a:cubicBezTo>
                  <a:cubicBezTo>
                    <a:pt x="17598" y="20304"/>
                    <a:pt x="18211" y="20530"/>
                    <a:pt x="18789" y="20530"/>
                  </a:cubicBezTo>
                  <a:cubicBezTo>
                    <a:pt x="19571" y="20530"/>
                    <a:pt x="20290" y="20117"/>
                    <a:pt x="20415" y="18895"/>
                  </a:cubicBezTo>
                  <a:cubicBezTo>
                    <a:pt x="20667" y="16767"/>
                    <a:pt x="18864" y="11501"/>
                    <a:pt x="13129" y="5766"/>
                  </a:cubicBezTo>
                  <a:cubicBezTo>
                    <a:pt x="8967" y="1604"/>
                    <a:pt x="5633" y="1"/>
                    <a:pt x="361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7" name="Google Shape;2187;g312bfb4b743_5_798"/>
            <p:cNvSpPr/>
            <p:nvPr/>
          </p:nvSpPr>
          <p:spPr>
            <a:xfrm>
              <a:off x="5411375" y="1055025"/>
              <a:ext cx="526600" cy="528425"/>
            </a:xfrm>
            <a:custGeom>
              <a:avLst/>
              <a:gdLst/>
              <a:ahLst/>
              <a:cxnLst/>
              <a:rect l="l" t="t" r="r" b="b"/>
              <a:pathLst>
                <a:path w="21064" h="21137" extrusionOk="0">
                  <a:moveTo>
                    <a:pt x="3931" y="614"/>
                  </a:moveTo>
                  <a:cubicBezTo>
                    <a:pt x="4869" y="614"/>
                    <a:pt x="6168" y="975"/>
                    <a:pt x="7755" y="1876"/>
                  </a:cubicBezTo>
                  <a:cubicBezTo>
                    <a:pt x="9342" y="2778"/>
                    <a:pt x="11181" y="4221"/>
                    <a:pt x="13273" y="6276"/>
                  </a:cubicBezTo>
                  <a:cubicBezTo>
                    <a:pt x="15942" y="8982"/>
                    <a:pt x="17745" y="11542"/>
                    <a:pt x="18899" y="13742"/>
                  </a:cubicBezTo>
                  <a:cubicBezTo>
                    <a:pt x="20017" y="15942"/>
                    <a:pt x="20486" y="17746"/>
                    <a:pt x="20486" y="18828"/>
                  </a:cubicBezTo>
                  <a:cubicBezTo>
                    <a:pt x="20486" y="18936"/>
                    <a:pt x="20450" y="19044"/>
                    <a:pt x="20450" y="19152"/>
                  </a:cubicBezTo>
                  <a:cubicBezTo>
                    <a:pt x="20414" y="19730"/>
                    <a:pt x="20198" y="20054"/>
                    <a:pt x="19981" y="20234"/>
                  </a:cubicBezTo>
                  <a:cubicBezTo>
                    <a:pt x="19765" y="20451"/>
                    <a:pt x="19476" y="20523"/>
                    <a:pt x="19116" y="20523"/>
                  </a:cubicBezTo>
                  <a:cubicBezTo>
                    <a:pt x="18611" y="20523"/>
                    <a:pt x="18034" y="20307"/>
                    <a:pt x="17673" y="20054"/>
                  </a:cubicBezTo>
                  <a:cubicBezTo>
                    <a:pt x="17565" y="19982"/>
                    <a:pt x="17348" y="19838"/>
                    <a:pt x="17060" y="19585"/>
                  </a:cubicBezTo>
                  <a:cubicBezTo>
                    <a:pt x="16014" y="18756"/>
                    <a:pt x="14102" y="17169"/>
                    <a:pt x="12263" y="15726"/>
                  </a:cubicBezTo>
                  <a:cubicBezTo>
                    <a:pt x="11325" y="15041"/>
                    <a:pt x="10424" y="14356"/>
                    <a:pt x="9666" y="13887"/>
                  </a:cubicBezTo>
                  <a:cubicBezTo>
                    <a:pt x="9269" y="13634"/>
                    <a:pt x="8945" y="13454"/>
                    <a:pt x="8620" y="13310"/>
                  </a:cubicBezTo>
                  <a:cubicBezTo>
                    <a:pt x="8332" y="13165"/>
                    <a:pt x="8079" y="13057"/>
                    <a:pt x="7827" y="13057"/>
                  </a:cubicBezTo>
                  <a:lnTo>
                    <a:pt x="7682" y="13057"/>
                  </a:lnTo>
                  <a:cubicBezTo>
                    <a:pt x="7214" y="13165"/>
                    <a:pt x="6817" y="13418"/>
                    <a:pt x="6456" y="13778"/>
                  </a:cubicBezTo>
                  <a:cubicBezTo>
                    <a:pt x="6199" y="14010"/>
                    <a:pt x="5979" y="14296"/>
                    <a:pt x="5795" y="14585"/>
                  </a:cubicBezTo>
                  <a:lnTo>
                    <a:pt x="5795" y="14585"/>
                  </a:lnTo>
                  <a:cubicBezTo>
                    <a:pt x="5367" y="14105"/>
                    <a:pt x="4842" y="13623"/>
                    <a:pt x="4220" y="13237"/>
                  </a:cubicBezTo>
                  <a:cubicBezTo>
                    <a:pt x="2994" y="12444"/>
                    <a:pt x="1876" y="12192"/>
                    <a:pt x="1010" y="12192"/>
                  </a:cubicBezTo>
                  <a:cubicBezTo>
                    <a:pt x="914" y="12192"/>
                    <a:pt x="818" y="12197"/>
                    <a:pt x="721" y="12205"/>
                  </a:cubicBezTo>
                  <a:lnTo>
                    <a:pt x="721" y="12205"/>
                  </a:lnTo>
                  <a:cubicBezTo>
                    <a:pt x="927" y="11403"/>
                    <a:pt x="1098" y="10695"/>
                    <a:pt x="1190" y="10172"/>
                  </a:cubicBezTo>
                  <a:cubicBezTo>
                    <a:pt x="1659" y="7827"/>
                    <a:pt x="1659" y="5880"/>
                    <a:pt x="1731" y="4365"/>
                  </a:cubicBezTo>
                  <a:cubicBezTo>
                    <a:pt x="1731" y="3571"/>
                    <a:pt x="1767" y="2922"/>
                    <a:pt x="1912" y="2381"/>
                  </a:cubicBezTo>
                  <a:cubicBezTo>
                    <a:pt x="2020" y="1840"/>
                    <a:pt x="2200" y="1444"/>
                    <a:pt x="2489" y="1119"/>
                  </a:cubicBezTo>
                  <a:cubicBezTo>
                    <a:pt x="2777" y="794"/>
                    <a:pt x="3246" y="614"/>
                    <a:pt x="3931" y="614"/>
                  </a:cubicBezTo>
                  <a:close/>
                  <a:moveTo>
                    <a:pt x="3931" y="1"/>
                  </a:moveTo>
                  <a:cubicBezTo>
                    <a:pt x="3138" y="1"/>
                    <a:pt x="2453" y="253"/>
                    <a:pt x="2020" y="722"/>
                  </a:cubicBezTo>
                  <a:cubicBezTo>
                    <a:pt x="1659" y="1119"/>
                    <a:pt x="1443" y="1660"/>
                    <a:pt x="1299" y="2273"/>
                  </a:cubicBezTo>
                  <a:cubicBezTo>
                    <a:pt x="1118" y="3175"/>
                    <a:pt x="1118" y="4257"/>
                    <a:pt x="1082" y="5555"/>
                  </a:cubicBezTo>
                  <a:cubicBezTo>
                    <a:pt x="1046" y="6854"/>
                    <a:pt x="938" y="8368"/>
                    <a:pt x="613" y="10064"/>
                  </a:cubicBezTo>
                  <a:cubicBezTo>
                    <a:pt x="505" y="10641"/>
                    <a:pt x="289" y="11506"/>
                    <a:pt x="36" y="12480"/>
                  </a:cubicBezTo>
                  <a:cubicBezTo>
                    <a:pt x="0" y="12588"/>
                    <a:pt x="36" y="12696"/>
                    <a:pt x="72" y="12769"/>
                  </a:cubicBezTo>
                  <a:cubicBezTo>
                    <a:pt x="125" y="12821"/>
                    <a:pt x="197" y="12855"/>
                    <a:pt x="275" y="12855"/>
                  </a:cubicBezTo>
                  <a:cubicBezTo>
                    <a:pt x="303" y="12855"/>
                    <a:pt x="332" y="12850"/>
                    <a:pt x="361" y="12841"/>
                  </a:cubicBezTo>
                  <a:cubicBezTo>
                    <a:pt x="541" y="12841"/>
                    <a:pt x="794" y="12805"/>
                    <a:pt x="1010" y="12805"/>
                  </a:cubicBezTo>
                  <a:cubicBezTo>
                    <a:pt x="1767" y="12805"/>
                    <a:pt x="2741" y="13021"/>
                    <a:pt x="3895" y="13742"/>
                  </a:cubicBezTo>
                  <a:cubicBezTo>
                    <a:pt x="4617" y="14175"/>
                    <a:pt x="5158" y="14716"/>
                    <a:pt x="5627" y="15257"/>
                  </a:cubicBezTo>
                  <a:cubicBezTo>
                    <a:pt x="5656" y="15316"/>
                    <a:pt x="5734" y="15375"/>
                    <a:pt x="5820" y="15375"/>
                  </a:cubicBezTo>
                  <a:cubicBezTo>
                    <a:pt x="5839" y="15375"/>
                    <a:pt x="5859" y="15372"/>
                    <a:pt x="5879" y="15365"/>
                  </a:cubicBezTo>
                  <a:cubicBezTo>
                    <a:pt x="5951" y="15365"/>
                    <a:pt x="6059" y="15329"/>
                    <a:pt x="6096" y="15221"/>
                  </a:cubicBezTo>
                  <a:cubicBezTo>
                    <a:pt x="6312" y="14860"/>
                    <a:pt x="6564" y="14500"/>
                    <a:pt x="6889" y="14211"/>
                  </a:cubicBezTo>
                  <a:cubicBezTo>
                    <a:pt x="7178" y="13923"/>
                    <a:pt x="7502" y="13706"/>
                    <a:pt x="7791" y="13670"/>
                  </a:cubicBezTo>
                  <a:lnTo>
                    <a:pt x="7827" y="13670"/>
                  </a:lnTo>
                  <a:cubicBezTo>
                    <a:pt x="7899" y="13670"/>
                    <a:pt x="8187" y="13742"/>
                    <a:pt x="8512" y="13887"/>
                  </a:cubicBezTo>
                  <a:cubicBezTo>
                    <a:pt x="9666" y="14464"/>
                    <a:pt x="11650" y="16015"/>
                    <a:pt x="13453" y="17457"/>
                  </a:cubicBezTo>
                  <a:cubicBezTo>
                    <a:pt x="14355" y="18179"/>
                    <a:pt x="15220" y="18864"/>
                    <a:pt x="15906" y="19441"/>
                  </a:cubicBezTo>
                  <a:cubicBezTo>
                    <a:pt x="16591" y="19982"/>
                    <a:pt x="17096" y="20415"/>
                    <a:pt x="17348" y="20559"/>
                  </a:cubicBezTo>
                  <a:cubicBezTo>
                    <a:pt x="17817" y="20884"/>
                    <a:pt x="18467" y="21136"/>
                    <a:pt x="19116" y="21136"/>
                  </a:cubicBezTo>
                  <a:cubicBezTo>
                    <a:pt x="19585" y="21136"/>
                    <a:pt x="20017" y="21028"/>
                    <a:pt x="20378" y="20703"/>
                  </a:cubicBezTo>
                  <a:cubicBezTo>
                    <a:pt x="20739" y="20379"/>
                    <a:pt x="20991" y="19874"/>
                    <a:pt x="21063" y="19225"/>
                  </a:cubicBezTo>
                  <a:cubicBezTo>
                    <a:pt x="21063" y="19116"/>
                    <a:pt x="21063" y="18972"/>
                    <a:pt x="21063" y="18828"/>
                  </a:cubicBezTo>
                  <a:cubicBezTo>
                    <a:pt x="21063" y="17566"/>
                    <a:pt x="20594" y="15726"/>
                    <a:pt x="19404" y="13454"/>
                  </a:cubicBezTo>
                  <a:cubicBezTo>
                    <a:pt x="18250" y="11218"/>
                    <a:pt x="16411" y="8585"/>
                    <a:pt x="13670" y="5880"/>
                  </a:cubicBezTo>
                  <a:cubicBezTo>
                    <a:pt x="11578" y="3752"/>
                    <a:pt x="9702" y="2309"/>
                    <a:pt x="8043" y="1371"/>
                  </a:cubicBezTo>
                  <a:cubicBezTo>
                    <a:pt x="6420" y="434"/>
                    <a:pt x="5050" y="1"/>
                    <a:pt x="39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8" name="Google Shape;2188;g312bfb4b743_5_798"/>
            <p:cNvSpPr/>
            <p:nvPr/>
          </p:nvSpPr>
          <p:spPr>
            <a:xfrm>
              <a:off x="4158925" y="1025400"/>
              <a:ext cx="508275" cy="645500"/>
            </a:xfrm>
            <a:custGeom>
              <a:avLst/>
              <a:gdLst/>
              <a:ahLst/>
              <a:cxnLst/>
              <a:rect l="l" t="t" r="r" b="b"/>
              <a:pathLst>
                <a:path w="20331" h="25820" extrusionOk="0">
                  <a:moveTo>
                    <a:pt x="18068" y="0"/>
                  </a:moveTo>
                  <a:cubicBezTo>
                    <a:pt x="16989" y="0"/>
                    <a:pt x="15647" y="517"/>
                    <a:pt x="14356" y="969"/>
                  </a:cubicBezTo>
                  <a:cubicBezTo>
                    <a:pt x="11434" y="1979"/>
                    <a:pt x="3572" y="9626"/>
                    <a:pt x="1768" y="14422"/>
                  </a:cubicBezTo>
                  <a:cubicBezTo>
                    <a:pt x="1" y="19255"/>
                    <a:pt x="1552" y="20842"/>
                    <a:pt x="4690" y="23728"/>
                  </a:cubicBezTo>
                  <a:cubicBezTo>
                    <a:pt x="5303" y="24305"/>
                    <a:pt x="5952" y="25026"/>
                    <a:pt x="6637" y="25820"/>
                  </a:cubicBezTo>
                  <a:cubicBezTo>
                    <a:pt x="8946" y="25784"/>
                    <a:pt x="12192" y="24954"/>
                    <a:pt x="14392" y="21239"/>
                  </a:cubicBezTo>
                  <a:cubicBezTo>
                    <a:pt x="13887" y="20301"/>
                    <a:pt x="13526" y="19544"/>
                    <a:pt x="13346" y="19039"/>
                  </a:cubicBezTo>
                  <a:cubicBezTo>
                    <a:pt x="12444" y="16803"/>
                    <a:pt x="12552" y="14567"/>
                    <a:pt x="13202" y="12980"/>
                  </a:cubicBezTo>
                  <a:cubicBezTo>
                    <a:pt x="13887" y="11393"/>
                    <a:pt x="20162" y="8255"/>
                    <a:pt x="20271" y="3458"/>
                  </a:cubicBezTo>
                  <a:cubicBezTo>
                    <a:pt x="20330" y="788"/>
                    <a:pt x="19400" y="0"/>
                    <a:pt x="180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g312bfb4b743_5_798"/>
            <p:cNvSpPr/>
            <p:nvPr/>
          </p:nvSpPr>
          <p:spPr>
            <a:xfrm>
              <a:off x="4176975" y="1018075"/>
              <a:ext cx="496850" cy="660050"/>
            </a:xfrm>
            <a:custGeom>
              <a:avLst/>
              <a:gdLst/>
              <a:ahLst/>
              <a:cxnLst/>
              <a:rect l="l" t="t" r="r" b="b"/>
              <a:pathLst>
                <a:path w="19874" h="26402"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4869"/>
                    <a:pt x="18827" y="5915"/>
                    <a:pt x="18250" y="6889"/>
                  </a:cubicBezTo>
                  <a:cubicBezTo>
                    <a:pt x="17349" y="8332"/>
                    <a:pt x="16014" y="9594"/>
                    <a:pt x="14788" y="10604"/>
                  </a:cubicBezTo>
                  <a:cubicBezTo>
                    <a:pt x="14211" y="11109"/>
                    <a:pt x="13634" y="11578"/>
                    <a:pt x="13201" y="12010"/>
                  </a:cubicBezTo>
                  <a:cubicBezTo>
                    <a:pt x="12732" y="12407"/>
                    <a:pt x="12371" y="12768"/>
                    <a:pt x="12227" y="13165"/>
                  </a:cubicBezTo>
                  <a:cubicBezTo>
                    <a:pt x="11866" y="13994"/>
                    <a:pt x="11650" y="14968"/>
                    <a:pt x="11650" y="16050"/>
                  </a:cubicBezTo>
                  <a:cubicBezTo>
                    <a:pt x="11650" y="17132"/>
                    <a:pt x="11866" y="18286"/>
                    <a:pt x="12335" y="19440"/>
                  </a:cubicBezTo>
                  <a:cubicBezTo>
                    <a:pt x="12540" y="19917"/>
                    <a:pt x="12873" y="20652"/>
                    <a:pt x="13335" y="21523"/>
                  </a:cubicBezTo>
                  <a:lnTo>
                    <a:pt x="13335" y="21523"/>
                  </a:lnTo>
                  <a:cubicBezTo>
                    <a:pt x="12270" y="23245"/>
                    <a:pt x="11003" y="24290"/>
                    <a:pt x="9702" y="24922"/>
                  </a:cubicBezTo>
                  <a:cubicBezTo>
                    <a:pt x="8430" y="25542"/>
                    <a:pt x="7157" y="25767"/>
                    <a:pt x="6041" y="25787"/>
                  </a:cubicBezTo>
                  <a:lnTo>
                    <a:pt x="6041" y="25787"/>
                  </a:lnTo>
                  <a:cubicBezTo>
                    <a:pt x="5419" y="25039"/>
                    <a:pt x="4769" y="24389"/>
                    <a:pt x="4184" y="23804"/>
                  </a:cubicBezTo>
                  <a:cubicBezTo>
                    <a:pt x="3066" y="22794"/>
                    <a:pt x="2164" y="21929"/>
                    <a:pt x="1551" y="21063"/>
                  </a:cubicBezTo>
                  <a:cubicBezTo>
                    <a:pt x="938" y="20198"/>
                    <a:pt x="613" y="19332"/>
                    <a:pt x="613" y="18214"/>
                  </a:cubicBezTo>
                  <a:cubicBezTo>
                    <a:pt x="613" y="17312"/>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440"/>
                    <a:pt x="397" y="20486"/>
                    <a:pt x="1046" y="21388"/>
                  </a:cubicBezTo>
                  <a:cubicBezTo>
                    <a:pt x="1732" y="22362"/>
                    <a:pt x="2669" y="23227"/>
                    <a:pt x="3787" y="24273"/>
                  </a:cubicBezTo>
                  <a:cubicBezTo>
                    <a:pt x="4364" y="24814"/>
                    <a:pt x="5014" y="25500"/>
                    <a:pt x="5663" y="26293"/>
                  </a:cubicBezTo>
                  <a:cubicBezTo>
                    <a:pt x="5735" y="26365"/>
                    <a:pt x="5807" y="26401"/>
                    <a:pt x="5915" y="26401"/>
                  </a:cubicBezTo>
                  <a:cubicBezTo>
                    <a:pt x="7106" y="26401"/>
                    <a:pt x="8548" y="26185"/>
                    <a:pt x="9955" y="25463"/>
                  </a:cubicBezTo>
                  <a:cubicBezTo>
                    <a:pt x="11398" y="24778"/>
                    <a:pt x="12804" y="23588"/>
                    <a:pt x="13922" y="21676"/>
                  </a:cubicBezTo>
                  <a:cubicBezTo>
                    <a:pt x="13994" y="21604"/>
                    <a:pt x="13994" y="21460"/>
                    <a:pt x="13922" y="21388"/>
                  </a:cubicBezTo>
                  <a:cubicBezTo>
                    <a:pt x="13453" y="20450"/>
                    <a:pt x="13093" y="19693"/>
                    <a:pt x="12876" y="19224"/>
                  </a:cubicBezTo>
                  <a:cubicBezTo>
                    <a:pt x="12443" y="18142"/>
                    <a:pt x="12263" y="17060"/>
                    <a:pt x="12263" y="16050"/>
                  </a:cubicBezTo>
                  <a:cubicBezTo>
                    <a:pt x="12263" y="15040"/>
                    <a:pt x="12443" y="14138"/>
                    <a:pt x="12768" y="13381"/>
                  </a:cubicBezTo>
                  <a:cubicBezTo>
                    <a:pt x="12840" y="13273"/>
                    <a:pt x="12984" y="13056"/>
                    <a:pt x="13201" y="12804"/>
                  </a:cubicBezTo>
                  <a:cubicBezTo>
                    <a:pt x="13994" y="12010"/>
                    <a:pt x="15617" y="10820"/>
                    <a:pt x="17060" y="9305"/>
                  </a:cubicBezTo>
                  <a:cubicBezTo>
                    <a:pt x="18503" y="7827"/>
                    <a:pt x="19801" y="5987"/>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g312bfb4b743_5_798"/>
            <p:cNvSpPr/>
            <p:nvPr/>
          </p:nvSpPr>
          <p:spPr>
            <a:xfrm>
              <a:off x="4167950" y="1025400"/>
              <a:ext cx="499250" cy="549925"/>
            </a:xfrm>
            <a:custGeom>
              <a:avLst/>
              <a:gdLst/>
              <a:ahLst/>
              <a:cxnLst/>
              <a:rect l="l" t="t" r="r" b="b"/>
              <a:pathLst>
                <a:path w="19970" h="21997" extrusionOk="0">
                  <a:moveTo>
                    <a:pt x="17707" y="0"/>
                  </a:moveTo>
                  <a:cubicBezTo>
                    <a:pt x="16628" y="0"/>
                    <a:pt x="15286" y="517"/>
                    <a:pt x="13995" y="969"/>
                  </a:cubicBezTo>
                  <a:cubicBezTo>
                    <a:pt x="11073" y="1979"/>
                    <a:pt x="3211" y="9626"/>
                    <a:pt x="1407" y="14422"/>
                  </a:cubicBezTo>
                  <a:cubicBezTo>
                    <a:pt x="1" y="18210"/>
                    <a:pt x="686" y="20013"/>
                    <a:pt x="2561" y="21997"/>
                  </a:cubicBezTo>
                  <a:cubicBezTo>
                    <a:pt x="3211" y="21852"/>
                    <a:pt x="4004" y="21492"/>
                    <a:pt x="4906" y="20842"/>
                  </a:cubicBezTo>
                  <a:cubicBezTo>
                    <a:pt x="7575" y="18823"/>
                    <a:pt x="8693" y="15216"/>
                    <a:pt x="10388" y="13990"/>
                  </a:cubicBezTo>
                  <a:cubicBezTo>
                    <a:pt x="11362" y="13304"/>
                    <a:pt x="13057" y="12186"/>
                    <a:pt x="14824" y="11032"/>
                  </a:cubicBezTo>
                  <a:cubicBezTo>
                    <a:pt x="16880" y="9265"/>
                    <a:pt x="19838" y="6740"/>
                    <a:pt x="19910" y="3458"/>
                  </a:cubicBezTo>
                  <a:cubicBezTo>
                    <a:pt x="19969" y="788"/>
                    <a:pt x="19039" y="0"/>
                    <a:pt x="1770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g312bfb4b743_5_798"/>
            <p:cNvSpPr/>
            <p:nvPr/>
          </p:nvSpPr>
          <p:spPr>
            <a:xfrm>
              <a:off x="4176975" y="1018075"/>
              <a:ext cx="496850" cy="564825"/>
            </a:xfrm>
            <a:custGeom>
              <a:avLst/>
              <a:gdLst/>
              <a:ahLst/>
              <a:cxnLst/>
              <a:rect l="l" t="t" r="r" b="b"/>
              <a:pathLst>
                <a:path w="19874" h="22593"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5302"/>
                    <a:pt x="18503" y="6672"/>
                    <a:pt x="17529" y="7899"/>
                  </a:cubicBezTo>
                  <a:cubicBezTo>
                    <a:pt x="16519" y="9125"/>
                    <a:pt x="15293" y="10207"/>
                    <a:pt x="14247" y="11073"/>
                  </a:cubicBezTo>
                  <a:lnTo>
                    <a:pt x="14260" y="11088"/>
                  </a:lnTo>
                  <a:lnTo>
                    <a:pt x="14260" y="11088"/>
                  </a:lnTo>
                  <a:cubicBezTo>
                    <a:pt x="12536" y="12237"/>
                    <a:pt x="10816" y="13348"/>
                    <a:pt x="9847" y="14030"/>
                  </a:cubicBezTo>
                  <a:cubicBezTo>
                    <a:pt x="8945" y="14715"/>
                    <a:pt x="8224" y="15942"/>
                    <a:pt x="7394" y="17240"/>
                  </a:cubicBezTo>
                  <a:cubicBezTo>
                    <a:pt x="6601" y="18539"/>
                    <a:pt x="5663" y="19909"/>
                    <a:pt x="4364" y="20883"/>
                  </a:cubicBezTo>
                  <a:cubicBezTo>
                    <a:pt x="3571" y="21478"/>
                    <a:pt x="2869" y="21800"/>
                    <a:pt x="2286" y="21961"/>
                  </a:cubicBezTo>
                  <a:lnTo>
                    <a:pt x="2286" y="21961"/>
                  </a:lnTo>
                  <a:cubicBezTo>
                    <a:pt x="1769" y="21371"/>
                    <a:pt x="1349" y="20836"/>
                    <a:pt x="1082" y="20270"/>
                  </a:cubicBezTo>
                  <a:cubicBezTo>
                    <a:pt x="758" y="19657"/>
                    <a:pt x="613" y="18971"/>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080"/>
                    <a:pt x="181" y="19837"/>
                    <a:pt x="541" y="20522"/>
                  </a:cubicBezTo>
                  <a:cubicBezTo>
                    <a:pt x="866" y="21208"/>
                    <a:pt x="1371" y="21857"/>
                    <a:pt x="1984" y="22506"/>
                  </a:cubicBezTo>
                  <a:cubicBezTo>
                    <a:pt x="2037" y="22559"/>
                    <a:pt x="2109" y="22592"/>
                    <a:pt x="2186" y="22592"/>
                  </a:cubicBezTo>
                  <a:cubicBezTo>
                    <a:pt x="2215" y="22592"/>
                    <a:pt x="2244" y="22588"/>
                    <a:pt x="2273" y="22578"/>
                  </a:cubicBezTo>
                  <a:cubicBezTo>
                    <a:pt x="2958" y="22398"/>
                    <a:pt x="3823" y="22037"/>
                    <a:pt x="4725" y="21352"/>
                  </a:cubicBezTo>
                  <a:cubicBezTo>
                    <a:pt x="6096" y="20306"/>
                    <a:pt x="7069" y="18863"/>
                    <a:pt x="7899" y="17565"/>
                  </a:cubicBezTo>
                  <a:cubicBezTo>
                    <a:pt x="8729" y="16266"/>
                    <a:pt x="9450" y="15076"/>
                    <a:pt x="10207" y="14535"/>
                  </a:cubicBezTo>
                  <a:cubicBezTo>
                    <a:pt x="11145" y="13850"/>
                    <a:pt x="12876" y="12732"/>
                    <a:pt x="14607" y="11542"/>
                  </a:cubicBezTo>
                  <a:lnTo>
                    <a:pt x="14644" y="11542"/>
                  </a:lnTo>
                  <a:cubicBezTo>
                    <a:pt x="15690" y="10640"/>
                    <a:pt x="16952" y="9594"/>
                    <a:pt x="17998" y="8296"/>
                  </a:cubicBezTo>
                  <a:cubicBezTo>
                    <a:pt x="19008" y="6997"/>
                    <a:pt x="19837" y="5482"/>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2" name="Google Shape;2192;g312bfb4b743_5_798"/>
            <p:cNvSpPr/>
            <p:nvPr/>
          </p:nvSpPr>
          <p:spPr>
            <a:xfrm>
              <a:off x="4178775" y="1025400"/>
              <a:ext cx="488425" cy="508700"/>
            </a:xfrm>
            <a:custGeom>
              <a:avLst/>
              <a:gdLst/>
              <a:ahLst/>
              <a:cxnLst/>
              <a:rect l="l" t="t" r="r" b="b"/>
              <a:pathLst>
                <a:path w="19537" h="20348" extrusionOk="0">
                  <a:moveTo>
                    <a:pt x="17274" y="0"/>
                  </a:moveTo>
                  <a:cubicBezTo>
                    <a:pt x="16195" y="0"/>
                    <a:pt x="14853" y="517"/>
                    <a:pt x="13562" y="969"/>
                  </a:cubicBezTo>
                  <a:cubicBezTo>
                    <a:pt x="10640" y="1979"/>
                    <a:pt x="2778" y="9626"/>
                    <a:pt x="974" y="14422"/>
                  </a:cubicBezTo>
                  <a:cubicBezTo>
                    <a:pt x="0" y="17127"/>
                    <a:pt x="37" y="18823"/>
                    <a:pt x="830" y="20265"/>
                  </a:cubicBezTo>
                  <a:cubicBezTo>
                    <a:pt x="1060" y="20318"/>
                    <a:pt x="1303" y="20348"/>
                    <a:pt x="1559" y="20348"/>
                  </a:cubicBezTo>
                  <a:cubicBezTo>
                    <a:pt x="2345" y="20348"/>
                    <a:pt x="3249" y="20071"/>
                    <a:pt x="4256" y="19364"/>
                  </a:cubicBezTo>
                  <a:cubicBezTo>
                    <a:pt x="7935" y="16695"/>
                    <a:pt x="6601" y="13881"/>
                    <a:pt x="9847" y="12294"/>
                  </a:cubicBezTo>
                  <a:cubicBezTo>
                    <a:pt x="12480" y="11032"/>
                    <a:pt x="16303" y="8580"/>
                    <a:pt x="18900" y="5838"/>
                  </a:cubicBezTo>
                  <a:cubicBezTo>
                    <a:pt x="19260" y="5081"/>
                    <a:pt x="19477" y="4288"/>
                    <a:pt x="19477" y="3458"/>
                  </a:cubicBezTo>
                  <a:cubicBezTo>
                    <a:pt x="19536" y="788"/>
                    <a:pt x="18606" y="0"/>
                    <a:pt x="1727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3" name="Google Shape;2193;g312bfb4b743_5_798"/>
            <p:cNvSpPr/>
            <p:nvPr/>
          </p:nvSpPr>
          <p:spPr>
            <a:xfrm>
              <a:off x="4176975" y="1018075"/>
              <a:ext cx="496850" cy="523900"/>
            </a:xfrm>
            <a:custGeom>
              <a:avLst/>
              <a:gdLst/>
              <a:ahLst/>
              <a:cxnLst/>
              <a:rect l="l" t="t" r="r" b="b"/>
              <a:pathLst>
                <a:path w="19874" h="20956"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5" y="4519"/>
                    <a:pt x="19055" y="5253"/>
                    <a:pt x="18750" y="5920"/>
                  </a:cubicBezTo>
                  <a:lnTo>
                    <a:pt x="18750" y="5920"/>
                  </a:lnTo>
                  <a:cubicBezTo>
                    <a:pt x="16190" y="8623"/>
                    <a:pt x="12406" y="11073"/>
                    <a:pt x="9774" y="12335"/>
                  </a:cubicBezTo>
                  <a:cubicBezTo>
                    <a:pt x="8945" y="12732"/>
                    <a:pt x="8368" y="13237"/>
                    <a:pt x="7935" y="13814"/>
                  </a:cubicBezTo>
                  <a:cubicBezTo>
                    <a:pt x="7322" y="14643"/>
                    <a:pt x="7033" y="15581"/>
                    <a:pt x="6601" y="16519"/>
                  </a:cubicBezTo>
                  <a:cubicBezTo>
                    <a:pt x="6132" y="17457"/>
                    <a:pt x="5483" y="18430"/>
                    <a:pt x="4148" y="19404"/>
                  </a:cubicBezTo>
                  <a:cubicBezTo>
                    <a:pt x="3210" y="20089"/>
                    <a:pt x="2345" y="20342"/>
                    <a:pt x="1623" y="20342"/>
                  </a:cubicBezTo>
                  <a:cubicBezTo>
                    <a:pt x="1456" y="20342"/>
                    <a:pt x="1267" y="20320"/>
                    <a:pt x="1090" y="20294"/>
                  </a:cubicBezTo>
                  <a:lnTo>
                    <a:pt x="1090" y="20294"/>
                  </a:lnTo>
                  <a:cubicBezTo>
                    <a:pt x="772" y="19676"/>
                    <a:pt x="613" y="18993"/>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152"/>
                    <a:pt x="217" y="19945"/>
                    <a:pt x="613" y="20703"/>
                  </a:cubicBezTo>
                  <a:cubicBezTo>
                    <a:pt x="650" y="20775"/>
                    <a:pt x="758" y="20847"/>
                    <a:pt x="830" y="20847"/>
                  </a:cubicBezTo>
                  <a:cubicBezTo>
                    <a:pt x="1082" y="20919"/>
                    <a:pt x="1335" y="20955"/>
                    <a:pt x="1623" y="20955"/>
                  </a:cubicBezTo>
                  <a:cubicBezTo>
                    <a:pt x="2489" y="20955"/>
                    <a:pt x="3463" y="20667"/>
                    <a:pt x="4473" y="19909"/>
                  </a:cubicBezTo>
                  <a:cubicBezTo>
                    <a:pt x="6384" y="18539"/>
                    <a:pt x="7033" y="17060"/>
                    <a:pt x="7574" y="15834"/>
                  </a:cubicBezTo>
                  <a:cubicBezTo>
                    <a:pt x="7827" y="15220"/>
                    <a:pt x="8079" y="14643"/>
                    <a:pt x="8440" y="14174"/>
                  </a:cubicBezTo>
                  <a:cubicBezTo>
                    <a:pt x="8801" y="13670"/>
                    <a:pt x="9270" y="13237"/>
                    <a:pt x="10063" y="12876"/>
                  </a:cubicBezTo>
                  <a:cubicBezTo>
                    <a:pt x="12732" y="11578"/>
                    <a:pt x="16555" y="9125"/>
                    <a:pt x="19188" y="6348"/>
                  </a:cubicBezTo>
                  <a:lnTo>
                    <a:pt x="19260" y="6240"/>
                  </a:lnTo>
                  <a:cubicBezTo>
                    <a:pt x="19621" y="5482"/>
                    <a:pt x="19837" y="4653"/>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4" name="Google Shape;2194;g312bfb4b743_5_798"/>
            <p:cNvSpPr/>
            <p:nvPr/>
          </p:nvSpPr>
          <p:spPr>
            <a:xfrm>
              <a:off x="5450150" y="1062375"/>
              <a:ext cx="486025" cy="512950"/>
            </a:xfrm>
            <a:custGeom>
              <a:avLst/>
              <a:gdLst/>
              <a:ahLst/>
              <a:cxnLst/>
              <a:rect l="l" t="t" r="r" b="b"/>
              <a:pathLst>
                <a:path w="19441" h="20518" extrusionOk="0">
                  <a:moveTo>
                    <a:pt x="2390" y="1"/>
                  </a:moveTo>
                  <a:cubicBezTo>
                    <a:pt x="1646" y="1"/>
                    <a:pt x="1081" y="219"/>
                    <a:pt x="721" y="608"/>
                  </a:cubicBezTo>
                  <a:cubicBezTo>
                    <a:pt x="325" y="1041"/>
                    <a:pt x="108" y="1618"/>
                    <a:pt x="0" y="2304"/>
                  </a:cubicBezTo>
                  <a:cubicBezTo>
                    <a:pt x="482" y="2137"/>
                    <a:pt x="1126" y="1994"/>
                    <a:pt x="1909" y="1994"/>
                  </a:cubicBezTo>
                  <a:cubicBezTo>
                    <a:pt x="2825" y="1994"/>
                    <a:pt x="3931" y="2190"/>
                    <a:pt x="5194" y="2773"/>
                  </a:cubicBezTo>
                  <a:cubicBezTo>
                    <a:pt x="9125" y="4540"/>
                    <a:pt x="16302" y="13521"/>
                    <a:pt x="17420" y="15973"/>
                  </a:cubicBezTo>
                  <a:cubicBezTo>
                    <a:pt x="18070" y="17416"/>
                    <a:pt x="17889" y="19219"/>
                    <a:pt x="17709" y="20518"/>
                  </a:cubicBezTo>
                  <a:cubicBezTo>
                    <a:pt x="18430" y="20481"/>
                    <a:pt x="19080" y="20049"/>
                    <a:pt x="19188" y="18895"/>
                  </a:cubicBezTo>
                  <a:cubicBezTo>
                    <a:pt x="19440" y="16767"/>
                    <a:pt x="17637" y="11501"/>
                    <a:pt x="11902" y="5766"/>
                  </a:cubicBezTo>
                  <a:cubicBezTo>
                    <a:pt x="7740" y="1604"/>
                    <a:pt x="4406" y="1"/>
                    <a:pt x="239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5" name="Google Shape;2195;g312bfb4b743_5_798"/>
            <p:cNvSpPr/>
            <p:nvPr/>
          </p:nvSpPr>
          <p:spPr>
            <a:xfrm>
              <a:off x="5442025" y="1055025"/>
              <a:ext cx="495950" cy="528425"/>
            </a:xfrm>
            <a:custGeom>
              <a:avLst/>
              <a:gdLst/>
              <a:ahLst/>
              <a:cxnLst/>
              <a:rect l="l" t="t" r="r" b="b"/>
              <a:pathLst>
                <a:path w="19838" h="21137" extrusionOk="0">
                  <a:moveTo>
                    <a:pt x="2705" y="614"/>
                  </a:moveTo>
                  <a:cubicBezTo>
                    <a:pt x="3643" y="614"/>
                    <a:pt x="4942" y="975"/>
                    <a:pt x="6529" y="1876"/>
                  </a:cubicBezTo>
                  <a:cubicBezTo>
                    <a:pt x="8116" y="2778"/>
                    <a:pt x="9955" y="4221"/>
                    <a:pt x="12047" y="6276"/>
                  </a:cubicBezTo>
                  <a:cubicBezTo>
                    <a:pt x="14716" y="8982"/>
                    <a:pt x="16519" y="11542"/>
                    <a:pt x="17673" y="13742"/>
                  </a:cubicBezTo>
                  <a:cubicBezTo>
                    <a:pt x="18791" y="15942"/>
                    <a:pt x="19260" y="17746"/>
                    <a:pt x="19260" y="18828"/>
                  </a:cubicBezTo>
                  <a:cubicBezTo>
                    <a:pt x="19260" y="18936"/>
                    <a:pt x="19224" y="19044"/>
                    <a:pt x="19224" y="19152"/>
                  </a:cubicBezTo>
                  <a:cubicBezTo>
                    <a:pt x="19188" y="19693"/>
                    <a:pt x="19008" y="20018"/>
                    <a:pt x="18791" y="20198"/>
                  </a:cubicBezTo>
                  <a:cubicBezTo>
                    <a:pt x="18690" y="20320"/>
                    <a:pt x="18555" y="20396"/>
                    <a:pt x="18404" y="20446"/>
                  </a:cubicBezTo>
                  <a:lnTo>
                    <a:pt x="18404" y="20446"/>
                  </a:lnTo>
                  <a:cubicBezTo>
                    <a:pt x="18458" y="19939"/>
                    <a:pt x="18503" y="19388"/>
                    <a:pt x="18503" y="18792"/>
                  </a:cubicBezTo>
                  <a:cubicBezTo>
                    <a:pt x="18503" y="17926"/>
                    <a:pt x="18395" y="16988"/>
                    <a:pt x="17998" y="16159"/>
                  </a:cubicBezTo>
                  <a:cubicBezTo>
                    <a:pt x="17709" y="15510"/>
                    <a:pt x="17060" y="14464"/>
                    <a:pt x="16159" y="13237"/>
                  </a:cubicBezTo>
                  <a:cubicBezTo>
                    <a:pt x="14788" y="11398"/>
                    <a:pt x="12949" y="9162"/>
                    <a:pt x="11037" y="7178"/>
                  </a:cubicBezTo>
                  <a:cubicBezTo>
                    <a:pt x="9125" y="5194"/>
                    <a:pt x="7178" y="3499"/>
                    <a:pt x="5627" y="2778"/>
                  </a:cubicBezTo>
                  <a:cubicBezTo>
                    <a:pt x="4365" y="2201"/>
                    <a:pt x="3210" y="1985"/>
                    <a:pt x="2273" y="1985"/>
                  </a:cubicBezTo>
                  <a:cubicBezTo>
                    <a:pt x="1678" y="1985"/>
                    <a:pt x="1158" y="2059"/>
                    <a:pt x="712" y="2167"/>
                  </a:cubicBezTo>
                  <a:lnTo>
                    <a:pt x="712" y="2167"/>
                  </a:lnTo>
                  <a:cubicBezTo>
                    <a:pt x="825" y="1737"/>
                    <a:pt x="994" y="1388"/>
                    <a:pt x="1263" y="1119"/>
                  </a:cubicBezTo>
                  <a:cubicBezTo>
                    <a:pt x="1551" y="794"/>
                    <a:pt x="2020" y="614"/>
                    <a:pt x="2705" y="614"/>
                  </a:cubicBezTo>
                  <a:close/>
                  <a:moveTo>
                    <a:pt x="2705" y="1"/>
                  </a:moveTo>
                  <a:cubicBezTo>
                    <a:pt x="1912" y="1"/>
                    <a:pt x="1227" y="253"/>
                    <a:pt x="794" y="722"/>
                  </a:cubicBezTo>
                  <a:cubicBezTo>
                    <a:pt x="361" y="1191"/>
                    <a:pt x="145" y="1840"/>
                    <a:pt x="37" y="2562"/>
                  </a:cubicBezTo>
                  <a:cubicBezTo>
                    <a:pt x="0" y="2670"/>
                    <a:pt x="73" y="2778"/>
                    <a:pt x="145" y="2850"/>
                  </a:cubicBezTo>
                  <a:cubicBezTo>
                    <a:pt x="196" y="2876"/>
                    <a:pt x="265" y="2901"/>
                    <a:pt x="339" y="2901"/>
                  </a:cubicBezTo>
                  <a:cubicBezTo>
                    <a:pt x="370" y="2901"/>
                    <a:pt x="402" y="2897"/>
                    <a:pt x="433" y="2886"/>
                  </a:cubicBezTo>
                  <a:cubicBezTo>
                    <a:pt x="902" y="2706"/>
                    <a:pt x="1515" y="2598"/>
                    <a:pt x="2273" y="2598"/>
                  </a:cubicBezTo>
                  <a:cubicBezTo>
                    <a:pt x="3138" y="2598"/>
                    <a:pt x="4184" y="2778"/>
                    <a:pt x="5374" y="3319"/>
                  </a:cubicBezTo>
                  <a:cubicBezTo>
                    <a:pt x="6312" y="3752"/>
                    <a:pt x="7502" y="4617"/>
                    <a:pt x="8729" y="5735"/>
                  </a:cubicBezTo>
                  <a:cubicBezTo>
                    <a:pt x="10568" y="7431"/>
                    <a:pt x="12552" y="9631"/>
                    <a:pt x="14175" y="11687"/>
                  </a:cubicBezTo>
                  <a:cubicBezTo>
                    <a:pt x="15004" y="12696"/>
                    <a:pt x="15726" y="13634"/>
                    <a:pt x="16267" y="14464"/>
                  </a:cubicBezTo>
                  <a:cubicBezTo>
                    <a:pt x="16844" y="15293"/>
                    <a:pt x="17277" y="15979"/>
                    <a:pt x="17457" y="16411"/>
                  </a:cubicBezTo>
                  <a:cubicBezTo>
                    <a:pt x="17782" y="17133"/>
                    <a:pt x="17890" y="17962"/>
                    <a:pt x="17890" y="18792"/>
                  </a:cubicBezTo>
                  <a:cubicBezTo>
                    <a:pt x="17890" y="19477"/>
                    <a:pt x="17818" y="20162"/>
                    <a:pt x="17745" y="20775"/>
                  </a:cubicBezTo>
                  <a:cubicBezTo>
                    <a:pt x="17745" y="20884"/>
                    <a:pt x="17782" y="20956"/>
                    <a:pt x="17818" y="21028"/>
                  </a:cubicBezTo>
                  <a:cubicBezTo>
                    <a:pt x="17890" y="21100"/>
                    <a:pt x="17998" y="21136"/>
                    <a:pt x="18070" y="21136"/>
                  </a:cubicBezTo>
                  <a:cubicBezTo>
                    <a:pt x="18467" y="21100"/>
                    <a:pt x="18900" y="20956"/>
                    <a:pt x="19224" y="20631"/>
                  </a:cubicBezTo>
                  <a:cubicBezTo>
                    <a:pt x="19549" y="20307"/>
                    <a:pt x="19765" y="19838"/>
                    <a:pt x="19837" y="19225"/>
                  </a:cubicBezTo>
                  <a:cubicBezTo>
                    <a:pt x="19837" y="19116"/>
                    <a:pt x="19837" y="18972"/>
                    <a:pt x="19837" y="18828"/>
                  </a:cubicBezTo>
                  <a:cubicBezTo>
                    <a:pt x="19837" y="17566"/>
                    <a:pt x="19368" y="15726"/>
                    <a:pt x="18178" y="13454"/>
                  </a:cubicBezTo>
                  <a:cubicBezTo>
                    <a:pt x="17024" y="11218"/>
                    <a:pt x="15185" y="8585"/>
                    <a:pt x="12444" y="5880"/>
                  </a:cubicBezTo>
                  <a:cubicBezTo>
                    <a:pt x="10352" y="3752"/>
                    <a:pt x="8476" y="2309"/>
                    <a:pt x="6817" y="1371"/>
                  </a:cubicBezTo>
                  <a:cubicBezTo>
                    <a:pt x="5194" y="434"/>
                    <a:pt x="3824" y="1"/>
                    <a:pt x="27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6" name="Google Shape;2196;g312bfb4b743_5_798"/>
            <p:cNvSpPr/>
            <p:nvPr/>
          </p:nvSpPr>
          <p:spPr>
            <a:xfrm>
              <a:off x="4674700" y="3104025"/>
              <a:ext cx="162325" cy="244525"/>
            </a:xfrm>
            <a:custGeom>
              <a:avLst/>
              <a:gdLst/>
              <a:ahLst/>
              <a:cxnLst/>
              <a:rect l="l" t="t" r="r" b="b"/>
              <a:pathLst>
                <a:path w="6493" h="9781" extrusionOk="0">
                  <a:moveTo>
                    <a:pt x="5667" y="0"/>
                  </a:moveTo>
                  <a:cubicBezTo>
                    <a:pt x="5576" y="0"/>
                    <a:pt x="5485" y="29"/>
                    <a:pt x="5410" y="94"/>
                  </a:cubicBezTo>
                  <a:lnTo>
                    <a:pt x="145" y="4386"/>
                  </a:lnTo>
                  <a:cubicBezTo>
                    <a:pt x="36" y="4458"/>
                    <a:pt x="0" y="4602"/>
                    <a:pt x="0" y="4746"/>
                  </a:cubicBezTo>
                  <a:lnTo>
                    <a:pt x="181" y="9363"/>
                  </a:lnTo>
                  <a:cubicBezTo>
                    <a:pt x="181" y="9616"/>
                    <a:pt x="395" y="9781"/>
                    <a:pt x="622" y="9781"/>
                  </a:cubicBezTo>
                  <a:cubicBezTo>
                    <a:pt x="718" y="9781"/>
                    <a:pt x="816" y="9752"/>
                    <a:pt x="902" y="9687"/>
                  </a:cubicBezTo>
                  <a:lnTo>
                    <a:pt x="6312" y="5323"/>
                  </a:lnTo>
                  <a:cubicBezTo>
                    <a:pt x="6420" y="5251"/>
                    <a:pt x="6492" y="5107"/>
                    <a:pt x="6456" y="4963"/>
                  </a:cubicBezTo>
                  <a:lnTo>
                    <a:pt x="6096" y="418"/>
                  </a:lnTo>
                  <a:cubicBezTo>
                    <a:pt x="6096" y="164"/>
                    <a:pt x="5882" y="0"/>
                    <a:pt x="56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g312bfb4b743_5_798"/>
            <p:cNvSpPr/>
            <p:nvPr/>
          </p:nvSpPr>
          <p:spPr>
            <a:xfrm>
              <a:off x="4667475" y="3096425"/>
              <a:ext cx="176750" cy="259725"/>
            </a:xfrm>
            <a:custGeom>
              <a:avLst/>
              <a:gdLst/>
              <a:ahLst/>
              <a:cxnLst/>
              <a:rect l="l" t="t" r="r" b="b"/>
              <a:pathLst>
                <a:path w="7070" h="10389" extrusionOk="0">
                  <a:moveTo>
                    <a:pt x="5952" y="614"/>
                  </a:moveTo>
                  <a:lnTo>
                    <a:pt x="6060" y="650"/>
                  </a:lnTo>
                  <a:lnTo>
                    <a:pt x="6096" y="722"/>
                  </a:lnTo>
                  <a:lnTo>
                    <a:pt x="6457" y="5303"/>
                  </a:lnTo>
                  <a:lnTo>
                    <a:pt x="6421" y="5411"/>
                  </a:lnTo>
                  <a:lnTo>
                    <a:pt x="975" y="9775"/>
                  </a:lnTo>
                  <a:lnTo>
                    <a:pt x="902" y="9811"/>
                  </a:lnTo>
                  <a:lnTo>
                    <a:pt x="794" y="9775"/>
                  </a:lnTo>
                  <a:lnTo>
                    <a:pt x="758" y="9667"/>
                  </a:lnTo>
                  <a:lnTo>
                    <a:pt x="578" y="5014"/>
                  </a:lnTo>
                  <a:lnTo>
                    <a:pt x="650" y="4906"/>
                  </a:lnTo>
                  <a:lnTo>
                    <a:pt x="5880" y="650"/>
                  </a:lnTo>
                  <a:lnTo>
                    <a:pt x="5952" y="614"/>
                  </a:lnTo>
                  <a:close/>
                  <a:moveTo>
                    <a:pt x="5952" y="1"/>
                  </a:moveTo>
                  <a:cubicBezTo>
                    <a:pt x="5808" y="1"/>
                    <a:pt x="5627" y="73"/>
                    <a:pt x="5519" y="181"/>
                  </a:cubicBezTo>
                  <a:lnTo>
                    <a:pt x="253" y="4437"/>
                  </a:lnTo>
                  <a:cubicBezTo>
                    <a:pt x="73" y="4581"/>
                    <a:pt x="1" y="4798"/>
                    <a:pt x="1" y="5014"/>
                  </a:cubicBezTo>
                  <a:lnTo>
                    <a:pt x="1" y="5086"/>
                  </a:lnTo>
                  <a:lnTo>
                    <a:pt x="2" y="5086"/>
                  </a:lnTo>
                  <a:lnTo>
                    <a:pt x="2" y="5086"/>
                  </a:lnTo>
                  <a:lnTo>
                    <a:pt x="181" y="9703"/>
                  </a:lnTo>
                  <a:cubicBezTo>
                    <a:pt x="181" y="9883"/>
                    <a:pt x="253" y="10064"/>
                    <a:pt x="398" y="10208"/>
                  </a:cubicBezTo>
                  <a:cubicBezTo>
                    <a:pt x="542" y="10316"/>
                    <a:pt x="722" y="10388"/>
                    <a:pt x="902" y="10388"/>
                  </a:cubicBezTo>
                  <a:cubicBezTo>
                    <a:pt x="1047" y="10388"/>
                    <a:pt x="1227" y="10352"/>
                    <a:pt x="1371" y="10244"/>
                  </a:cubicBezTo>
                  <a:lnTo>
                    <a:pt x="6781" y="5880"/>
                  </a:lnTo>
                  <a:cubicBezTo>
                    <a:pt x="6962" y="5735"/>
                    <a:pt x="7070" y="5519"/>
                    <a:pt x="7070" y="5303"/>
                  </a:cubicBezTo>
                  <a:lnTo>
                    <a:pt x="7070" y="5231"/>
                  </a:lnTo>
                  <a:lnTo>
                    <a:pt x="6709" y="686"/>
                  </a:lnTo>
                  <a:cubicBezTo>
                    <a:pt x="6673" y="470"/>
                    <a:pt x="6601" y="325"/>
                    <a:pt x="6457" y="181"/>
                  </a:cubicBezTo>
                  <a:cubicBezTo>
                    <a:pt x="6313" y="73"/>
                    <a:pt x="6132" y="1"/>
                    <a:pt x="59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8" name="Google Shape;2198;g312bfb4b743_5_798"/>
            <p:cNvSpPr/>
            <p:nvPr/>
          </p:nvSpPr>
          <p:spPr>
            <a:xfrm>
              <a:off x="4739591" y="-166683"/>
              <a:ext cx="18104" cy="2089879"/>
            </a:xfrm>
            <a:custGeom>
              <a:avLst/>
              <a:gdLst/>
              <a:ahLst/>
              <a:cxnLst/>
              <a:rect l="l" t="t" r="r" b="b"/>
              <a:pathLst>
                <a:path w="722" h="67410" extrusionOk="0">
                  <a:moveTo>
                    <a:pt x="433" y="0"/>
                  </a:moveTo>
                  <a:cubicBezTo>
                    <a:pt x="253" y="0"/>
                    <a:pt x="108" y="144"/>
                    <a:pt x="108" y="289"/>
                  </a:cubicBezTo>
                  <a:cubicBezTo>
                    <a:pt x="36" y="11325"/>
                    <a:pt x="0" y="22362"/>
                    <a:pt x="0" y="33506"/>
                  </a:cubicBezTo>
                  <a:cubicBezTo>
                    <a:pt x="0" y="44651"/>
                    <a:pt x="36" y="55832"/>
                    <a:pt x="108" y="67085"/>
                  </a:cubicBezTo>
                  <a:cubicBezTo>
                    <a:pt x="108" y="67265"/>
                    <a:pt x="253" y="67409"/>
                    <a:pt x="433" y="67409"/>
                  </a:cubicBezTo>
                  <a:cubicBezTo>
                    <a:pt x="577" y="67409"/>
                    <a:pt x="722" y="67265"/>
                    <a:pt x="722" y="67085"/>
                  </a:cubicBezTo>
                  <a:cubicBezTo>
                    <a:pt x="649" y="55832"/>
                    <a:pt x="613" y="44651"/>
                    <a:pt x="613" y="33506"/>
                  </a:cubicBezTo>
                  <a:cubicBezTo>
                    <a:pt x="613" y="22362"/>
                    <a:pt x="649" y="11325"/>
                    <a:pt x="722" y="289"/>
                  </a:cubicBezTo>
                  <a:cubicBezTo>
                    <a:pt x="722" y="144"/>
                    <a:pt x="577" y="0"/>
                    <a:pt x="4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g312bfb4b743_5_798"/>
            <p:cNvSpPr/>
            <p:nvPr/>
          </p:nvSpPr>
          <p:spPr>
            <a:xfrm>
              <a:off x="4742325" y="1908025"/>
              <a:ext cx="15350" cy="1251550"/>
            </a:xfrm>
            <a:custGeom>
              <a:avLst/>
              <a:gdLst/>
              <a:ahLst/>
              <a:cxnLst/>
              <a:rect l="l" t="t" r="r" b="b"/>
              <a:pathLst>
                <a:path w="614" h="50062" extrusionOk="0">
                  <a:moveTo>
                    <a:pt x="325" y="0"/>
                  </a:moveTo>
                  <a:cubicBezTo>
                    <a:pt x="145" y="0"/>
                    <a:pt x="0" y="145"/>
                    <a:pt x="0" y="289"/>
                  </a:cubicBezTo>
                  <a:lnTo>
                    <a:pt x="0" y="49773"/>
                  </a:lnTo>
                  <a:cubicBezTo>
                    <a:pt x="0" y="49953"/>
                    <a:pt x="145" y="50061"/>
                    <a:pt x="325" y="50061"/>
                  </a:cubicBezTo>
                  <a:cubicBezTo>
                    <a:pt x="469" y="50061"/>
                    <a:pt x="614" y="49953"/>
                    <a:pt x="614" y="49773"/>
                  </a:cubicBezTo>
                  <a:lnTo>
                    <a:pt x="614" y="289"/>
                  </a:lnTo>
                  <a:cubicBezTo>
                    <a:pt x="614" y="145"/>
                    <a:pt x="469" y="0"/>
                    <a:pt x="32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0" name="Google Shape;2200;g312bfb4b743_5_798"/>
            <p:cNvSpPr/>
            <p:nvPr/>
          </p:nvSpPr>
          <p:spPr>
            <a:xfrm>
              <a:off x="3923552" y="-166737"/>
              <a:ext cx="18104" cy="2984732"/>
            </a:xfrm>
            <a:custGeom>
              <a:avLst/>
              <a:gdLst/>
              <a:ahLst/>
              <a:cxnLst/>
              <a:rect l="l" t="t" r="r" b="b"/>
              <a:pathLst>
                <a:path w="722" h="103153" extrusionOk="0">
                  <a:moveTo>
                    <a:pt x="325" y="0"/>
                  </a:moveTo>
                  <a:cubicBezTo>
                    <a:pt x="145" y="0"/>
                    <a:pt x="0" y="108"/>
                    <a:pt x="0" y="289"/>
                  </a:cubicBezTo>
                  <a:cubicBezTo>
                    <a:pt x="73" y="17312"/>
                    <a:pt x="109" y="34372"/>
                    <a:pt x="109" y="51468"/>
                  </a:cubicBezTo>
                  <a:cubicBezTo>
                    <a:pt x="109" y="68564"/>
                    <a:pt x="73" y="85696"/>
                    <a:pt x="0" y="102864"/>
                  </a:cubicBezTo>
                  <a:cubicBezTo>
                    <a:pt x="0" y="103008"/>
                    <a:pt x="145" y="103152"/>
                    <a:pt x="325" y="103152"/>
                  </a:cubicBezTo>
                  <a:cubicBezTo>
                    <a:pt x="469" y="103152"/>
                    <a:pt x="614" y="103008"/>
                    <a:pt x="614" y="102864"/>
                  </a:cubicBezTo>
                  <a:cubicBezTo>
                    <a:pt x="686" y="85696"/>
                    <a:pt x="722" y="68564"/>
                    <a:pt x="722" y="51468"/>
                  </a:cubicBezTo>
                  <a:cubicBezTo>
                    <a:pt x="722" y="34372"/>
                    <a:pt x="686" y="17312"/>
                    <a:pt x="614" y="289"/>
                  </a:cubicBezTo>
                  <a:cubicBezTo>
                    <a:pt x="614" y="108"/>
                    <a:pt x="469" y="0"/>
                    <a:pt x="3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1" name="Google Shape;2201;g312bfb4b743_5_798"/>
            <p:cNvSpPr/>
            <p:nvPr/>
          </p:nvSpPr>
          <p:spPr>
            <a:xfrm>
              <a:off x="3599900" y="4261400"/>
              <a:ext cx="339050" cy="267825"/>
            </a:xfrm>
            <a:custGeom>
              <a:avLst/>
              <a:gdLst/>
              <a:ahLst/>
              <a:cxnLst/>
              <a:rect l="l" t="t" r="r" b="b"/>
              <a:pathLst>
                <a:path w="13562" h="10713" extrusionOk="0">
                  <a:moveTo>
                    <a:pt x="3102" y="1"/>
                  </a:moveTo>
                  <a:cubicBezTo>
                    <a:pt x="2128" y="1732"/>
                    <a:pt x="1010" y="3607"/>
                    <a:pt x="0" y="5375"/>
                  </a:cubicBezTo>
                  <a:cubicBezTo>
                    <a:pt x="1840" y="5663"/>
                    <a:pt x="4617" y="6348"/>
                    <a:pt x="6312" y="7863"/>
                  </a:cubicBezTo>
                  <a:cubicBezTo>
                    <a:pt x="7466" y="8909"/>
                    <a:pt x="8260" y="9883"/>
                    <a:pt x="8801" y="10712"/>
                  </a:cubicBezTo>
                  <a:cubicBezTo>
                    <a:pt x="10207" y="9847"/>
                    <a:pt x="11830" y="8909"/>
                    <a:pt x="13562" y="8007"/>
                  </a:cubicBezTo>
                  <a:cubicBezTo>
                    <a:pt x="12588" y="6132"/>
                    <a:pt x="10748" y="3210"/>
                    <a:pt x="7899" y="1696"/>
                  </a:cubicBezTo>
                  <a:cubicBezTo>
                    <a:pt x="5266" y="325"/>
                    <a:pt x="3860" y="37"/>
                    <a:pt x="31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2" name="Google Shape;2202;g312bfb4b743_5_798"/>
            <p:cNvSpPr/>
            <p:nvPr/>
          </p:nvSpPr>
          <p:spPr>
            <a:xfrm>
              <a:off x="3591775" y="4254175"/>
              <a:ext cx="355300" cy="282700"/>
            </a:xfrm>
            <a:custGeom>
              <a:avLst/>
              <a:gdLst/>
              <a:ahLst/>
              <a:cxnLst/>
              <a:rect l="l" t="t" r="r" b="b"/>
              <a:pathLst>
                <a:path w="14212" h="11308" extrusionOk="0">
                  <a:moveTo>
                    <a:pt x="3576" y="618"/>
                  </a:moveTo>
                  <a:cubicBezTo>
                    <a:pt x="4280" y="655"/>
                    <a:pt x="5666" y="966"/>
                    <a:pt x="8080" y="2273"/>
                  </a:cubicBezTo>
                  <a:cubicBezTo>
                    <a:pt x="10683" y="3643"/>
                    <a:pt x="12473" y="6282"/>
                    <a:pt x="13480" y="8150"/>
                  </a:cubicBezTo>
                  <a:lnTo>
                    <a:pt x="13480" y="8150"/>
                  </a:lnTo>
                  <a:cubicBezTo>
                    <a:pt x="11945" y="8987"/>
                    <a:pt x="10500" y="9821"/>
                    <a:pt x="9223" y="10601"/>
                  </a:cubicBezTo>
                  <a:lnTo>
                    <a:pt x="9223" y="10601"/>
                  </a:lnTo>
                  <a:cubicBezTo>
                    <a:pt x="8661" y="9816"/>
                    <a:pt x="7907" y="8891"/>
                    <a:pt x="6854" y="7936"/>
                  </a:cubicBezTo>
                  <a:cubicBezTo>
                    <a:pt x="5187" y="6469"/>
                    <a:pt x="2659" y="5773"/>
                    <a:pt x="804" y="5419"/>
                  </a:cubicBezTo>
                  <a:lnTo>
                    <a:pt x="804" y="5419"/>
                  </a:lnTo>
                  <a:cubicBezTo>
                    <a:pt x="1717" y="3856"/>
                    <a:pt x="2700" y="2171"/>
                    <a:pt x="3576" y="618"/>
                  </a:cubicBezTo>
                  <a:close/>
                  <a:moveTo>
                    <a:pt x="3427" y="1"/>
                  </a:moveTo>
                  <a:cubicBezTo>
                    <a:pt x="3319" y="1"/>
                    <a:pt x="3211" y="73"/>
                    <a:pt x="3175" y="145"/>
                  </a:cubicBezTo>
                  <a:cubicBezTo>
                    <a:pt x="2201" y="1840"/>
                    <a:pt x="1083" y="3752"/>
                    <a:pt x="73" y="5483"/>
                  </a:cubicBezTo>
                  <a:cubicBezTo>
                    <a:pt x="1" y="5591"/>
                    <a:pt x="1" y="5700"/>
                    <a:pt x="37" y="5772"/>
                  </a:cubicBezTo>
                  <a:cubicBezTo>
                    <a:pt x="73" y="5880"/>
                    <a:pt x="181" y="5916"/>
                    <a:pt x="253" y="5952"/>
                  </a:cubicBezTo>
                  <a:cubicBezTo>
                    <a:pt x="2093" y="6241"/>
                    <a:pt x="4834" y="6926"/>
                    <a:pt x="6421" y="8405"/>
                  </a:cubicBezTo>
                  <a:cubicBezTo>
                    <a:pt x="7539" y="9378"/>
                    <a:pt x="8332" y="10352"/>
                    <a:pt x="8873" y="11182"/>
                  </a:cubicBezTo>
                  <a:cubicBezTo>
                    <a:pt x="8920" y="11252"/>
                    <a:pt x="9013" y="11307"/>
                    <a:pt x="9112" y="11307"/>
                  </a:cubicBezTo>
                  <a:cubicBezTo>
                    <a:pt x="9165" y="11307"/>
                    <a:pt x="9220" y="11292"/>
                    <a:pt x="9270" y="11254"/>
                  </a:cubicBezTo>
                  <a:cubicBezTo>
                    <a:pt x="10713" y="10388"/>
                    <a:pt x="12300" y="9487"/>
                    <a:pt x="14031" y="8549"/>
                  </a:cubicBezTo>
                  <a:cubicBezTo>
                    <a:pt x="14175" y="8477"/>
                    <a:pt x="14211" y="8296"/>
                    <a:pt x="14139" y="8152"/>
                  </a:cubicBezTo>
                  <a:cubicBezTo>
                    <a:pt x="13165" y="6241"/>
                    <a:pt x="11290" y="3319"/>
                    <a:pt x="8332" y="1732"/>
                  </a:cubicBezTo>
                  <a:cubicBezTo>
                    <a:pt x="5735" y="326"/>
                    <a:pt x="4257" y="1"/>
                    <a:pt x="342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g312bfb4b743_5_798"/>
            <p:cNvSpPr/>
            <p:nvPr/>
          </p:nvSpPr>
          <p:spPr>
            <a:xfrm>
              <a:off x="3592675" y="4213600"/>
              <a:ext cx="394975" cy="349875"/>
            </a:xfrm>
            <a:custGeom>
              <a:avLst/>
              <a:gdLst/>
              <a:ahLst/>
              <a:cxnLst/>
              <a:rect l="l" t="t" r="r" b="b"/>
              <a:pathLst>
                <a:path w="15799" h="13995" extrusionOk="0">
                  <a:moveTo>
                    <a:pt x="8801" y="1"/>
                  </a:moveTo>
                  <a:lnTo>
                    <a:pt x="1" y="10569"/>
                  </a:lnTo>
                  <a:lnTo>
                    <a:pt x="5375" y="13995"/>
                  </a:lnTo>
                  <a:lnTo>
                    <a:pt x="15798" y="3572"/>
                  </a:lnTo>
                  <a:lnTo>
                    <a:pt x="880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4" name="Google Shape;2204;g312bfb4b743_5_798"/>
            <p:cNvSpPr/>
            <p:nvPr/>
          </p:nvSpPr>
          <p:spPr>
            <a:xfrm>
              <a:off x="3584575" y="4205450"/>
              <a:ext cx="411175" cy="365600"/>
            </a:xfrm>
            <a:custGeom>
              <a:avLst/>
              <a:gdLst/>
              <a:ahLst/>
              <a:cxnLst/>
              <a:rect l="l" t="t" r="r" b="b"/>
              <a:pathLst>
                <a:path w="16447" h="14624" extrusionOk="0">
                  <a:moveTo>
                    <a:pt x="9192" y="687"/>
                  </a:moveTo>
                  <a:lnTo>
                    <a:pt x="15617" y="3970"/>
                  </a:lnTo>
                  <a:lnTo>
                    <a:pt x="5663" y="13960"/>
                  </a:lnTo>
                  <a:lnTo>
                    <a:pt x="758" y="10822"/>
                  </a:lnTo>
                  <a:lnTo>
                    <a:pt x="9192" y="687"/>
                  </a:lnTo>
                  <a:close/>
                  <a:moveTo>
                    <a:pt x="9118" y="1"/>
                  </a:moveTo>
                  <a:cubicBezTo>
                    <a:pt x="9028" y="1"/>
                    <a:pt x="8943" y="41"/>
                    <a:pt x="8873" y="111"/>
                  </a:cubicBezTo>
                  <a:lnTo>
                    <a:pt x="72" y="10714"/>
                  </a:lnTo>
                  <a:cubicBezTo>
                    <a:pt x="36" y="10786"/>
                    <a:pt x="0" y="10859"/>
                    <a:pt x="36" y="10967"/>
                  </a:cubicBezTo>
                  <a:cubicBezTo>
                    <a:pt x="36" y="11039"/>
                    <a:pt x="72" y="11111"/>
                    <a:pt x="145" y="11147"/>
                  </a:cubicBezTo>
                  <a:lnTo>
                    <a:pt x="5555" y="14573"/>
                  </a:lnTo>
                  <a:cubicBezTo>
                    <a:pt x="5603" y="14606"/>
                    <a:pt x="5659" y="14624"/>
                    <a:pt x="5716" y="14624"/>
                  </a:cubicBezTo>
                  <a:cubicBezTo>
                    <a:pt x="5785" y="14624"/>
                    <a:pt x="5856" y="14597"/>
                    <a:pt x="5915" y="14537"/>
                  </a:cubicBezTo>
                  <a:lnTo>
                    <a:pt x="16339" y="4114"/>
                  </a:lnTo>
                  <a:cubicBezTo>
                    <a:pt x="16411" y="4042"/>
                    <a:pt x="16447" y="3934"/>
                    <a:pt x="16411" y="3862"/>
                  </a:cubicBezTo>
                  <a:cubicBezTo>
                    <a:pt x="16411" y="3753"/>
                    <a:pt x="16339" y="3681"/>
                    <a:pt x="16266" y="3645"/>
                  </a:cubicBezTo>
                  <a:lnTo>
                    <a:pt x="9269" y="38"/>
                  </a:lnTo>
                  <a:cubicBezTo>
                    <a:pt x="9218" y="13"/>
                    <a:pt x="9167" y="1"/>
                    <a:pt x="91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5" name="Google Shape;2205;g312bfb4b743_5_798"/>
            <p:cNvSpPr/>
            <p:nvPr/>
          </p:nvSpPr>
          <p:spPr>
            <a:xfrm>
              <a:off x="3659400" y="4259600"/>
              <a:ext cx="255200" cy="233550"/>
            </a:xfrm>
            <a:custGeom>
              <a:avLst/>
              <a:gdLst/>
              <a:ahLst/>
              <a:cxnLst/>
              <a:rect l="l" t="t" r="r" b="b"/>
              <a:pathLst>
                <a:path w="10208" h="9342" extrusionOk="0">
                  <a:moveTo>
                    <a:pt x="6601" y="0"/>
                  </a:moveTo>
                  <a:lnTo>
                    <a:pt x="1" y="7827"/>
                  </a:lnTo>
                  <a:lnTo>
                    <a:pt x="2598" y="9342"/>
                  </a:lnTo>
                  <a:lnTo>
                    <a:pt x="10208" y="1623"/>
                  </a:lnTo>
                  <a:lnTo>
                    <a:pt x="660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g312bfb4b743_5_798"/>
            <p:cNvSpPr/>
            <p:nvPr/>
          </p:nvSpPr>
          <p:spPr>
            <a:xfrm>
              <a:off x="3651300" y="4252025"/>
              <a:ext cx="271425" cy="248425"/>
            </a:xfrm>
            <a:custGeom>
              <a:avLst/>
              <a:gdLst/>
              <a:ahLst/>
              <a:cxnLst/>
              <a:rect l="l" t="t" r="r" b="b"/>
              <a:pathLst>
                <a:path w="10857" h="9937" extrusionOk="0">
                  <a:moveTo>
                    <a:pt x="7032" y="655"/>
                  </a:moveTo>
                  <a:lnTo>
                    <a:pt x="10027" y="2035"/>
                  </a:lnTo>
                  <a:lnTo>
                    <a:pt x="2886" y="9284"/>
                  </a:lnTo>
                  <a:lnTo>
                    <a:pt x="758" y="8058"/>
                  </a:lnTo>
                  <a:lnTo>
                    <a:pt x="7032" y="655"/>
                  </a:lnTo>
                  <a:close/>
                  <a:moveTo>
                    <a:pt x="6955" y="1"/>
                  </a:moveTo>
                  <a:cubicBezTo>
                    <a:pt x="6853" y="1"/>
                    <a:pt x="6761" y="34"/>
                    <a:pt x="6709" y="87"/>
                  </a:cubicBezTo>
                  <a:lnTo>
                    <a:pt x="72" y="7914"/>
                  </a:lnTo>
                  <a:cubicBezTo>
                    <a:pt x="36" y="7986"/>
                    <a:pt x="0" y="8094"/>
                    <a:pt x="0" y="8166"/>
                  </a:cubicBezTo>
                  <a:cubicBezTo>
                    <a:pt x="36" y="8274"/>
                    <a:pt x="72" y="8346"/>
                    <a:pt x="144" y="8382"/>
                  </a:cubicBezTo>
                  <a:lnTo>
                    <a:pt x="2777" y="9897"/>
                  </a:lnTo>
                  <a:cubicBezTo>
                    <a:pt x="2819" y="9925"/>
                    <a:pt x="2865" y="9937"/>
                    <a:pt x="2913" y="9937"/>
                  </a:cubicBezTo>
                  <a:cubicBezTo>
                    <a:pt x="2991" y="9937"/>
                    <a:pt x="3071" y="9906"/>
                    <a:pt x="3138" y="9861"/>
                  </a:cubicBezTo>
                  <a:lnTo>
                    <a:pt x="10748" y="2143"/>
                  </a:lnTo>
                  <a:cubicBezTo>
                    <a:pt x="10820" y="2071"/>
                    <a:pt x="10856" y="1962"/>
                    <a:pt x="10820" y="1890"/>
                  </a:cubicBezTo>
                  <a:cubicBezTo>
                    <a:pt x="10820" y="1782"/>
                    <a:pt x="10748" y="1710"/>
                    <a:pt x="10640" y="1638"/>
                  </a:cubicBezTo>
                  <a:lnTo>
                    <a:pt x="7069" y="15"/>
                  </a:lnTo>
                  <a:cubicBezTo>
                    <a:pt x="7031" y="5"/>
                    <a:pt x="6992" y="1"/>
                    <a:pt x="69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g312bfb4b743_5_798"/>
            <p:cNvSpPr/>
            <p:nvPr/>
          </p:nvSpPr>
          <p:spPr>
            <a:xfrm>
              <a:off x="2214925" y="4282725"/>
              <a:ext cx="151500" cy="319300"/>
            </a:xfrm>
            <a:custGeom>
              <a:avLst/>
              <a:gdLst/>
              <a:ahLst/>
              <a:cxnLst/>
              <a:rect l="l" t="t" r="r" b="b"/>
              <a:pathLst>
                <a:path w="6060" h="12772" extrusionOk="0">
                  <a:moveTo>
                    <a:pt x="2113" y="0"/>
                  </a:moveTo>
                  <a:cubicBezTo>
                    <a:pt x="1723" y="0"/>
                    <a:pt x="1333" y="155"/>
                    <a:pt x="974" y="482"/>
                  </a:cubicBezTo>
                  <a:cubicBezTo>
                    <a:pt x="0" y="1384"/>
                    <a:pt x="577" y="3440"/>
                    <a:pt x="830" y="4522"/>
                  </a:cubicBezTo>
                  <a:cubicBezTo>
                    <a:pt x="1227" y="6469"/>
                    <a:pt x="1551" y="8453"/>
                    <a:pt x="2200" y="10328"/>
                  </a:cubicBezTo>
                  <a:cubicBezTo>
                    <a:pt x="2489" y="11086"/>
                    <a:pt x="2814" y="12528"/>
                    <a:pt x="3751" y="12709"/>
                  </a:cubicBezTo>
                  <a:cubicBezTo>
                    <a:pt x="3943" y="12751"/>
                    <a:pt x="4121" y="12772"/>
                    <a:pt x="4285" y="12772"/>
                  </a:cubicBezTo>
                  <a:cubicBezTo>
                    <a:pt x="5503" y="12772"/>
                    <a:pt x="5956" y="11638"/>
                    <a:pt x="5987" y="10112"/>
                  </a:cubicBezTo>
                  <a:cubicBezTo>
                    <a:pt x="6060" y="7371"/>
                    <a:pt x="4761" y="3295"/>
                    <a:pt x="4473" y="2430"/>
                  </a:cubicBezTo>
                  <a:cubicBezTo>
                    <a:pt x="3988" y="899"/>
                    <a:pt x="3053" y="0"/>
                    <a:pt x="211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8" name="Google Shape;2208;g312bfb4b743_5_798"/>
            <p:cNvSpPr/>
            <p:nvPr/>
          </p:nvSpPr>
          <p:spPr>
            <a:xfrm>
              <a:off x="2218525" y="4275825"/>
              <a:ext cx="153300" cy="333650"/>
            </a:xfrm>
            <a:custGeom>
              <a:avLst/>
              <a:gdLst/>
              <a:ahLst/>
              <a:cxnLst/>
              <a:rect l="l" t="t" r="r" b="b"/>
              <a:pathLst>
                <a:path w="6132" h="13346" extrusionOk="0">
                  <a:moveTo>
                    <a:pt x="1984" y="578"/>
                  </a:moveTo>
                  <a:cubicBezTo>
                    <a:pt x="2345" y="578"/>
                    <a:pt x="2742" y="758"/>
                    <a:pt x="3102" y="1119"/>
                  </a:cubicBezTo>
                  <a:cubicBezTo>
                    <a:pt x="3463" y="1515"/>
                    <a:pt x="3824" y="2056"/>
                    <a:pt x="4040" y="2814"/>
                  </a:cubicBezTo>
                  <a:cubicBezTo>
                    <a:pt x="4329" y="3643"/>
                    <a:pt x="5555" y="7539"/>
                    <a:pt x="5555" y="10208"/>
                  </a:cubicBezTo>
                  <a:cubicBezTo>
                    <a:pt x="5555" y="10280"/>
                    <a:pt x="5555" y="10316"/>
                    <a:pt x="5555" y="10388"/>
                  </a:cubicBezTo>
                  <a:cubicBezTo>
                    <a:pt x="5519" y="11145"/>
                    <a:pt x="5411" y="11758"/>
                    <a:pt x="5194" y="12155"/>
                  </a:cubicBezTo>
                  <a:cubicBezTo>
                    <a:pt x="5050" y="12336"/>
                    <a:pt x="4942" y="12480"/>
                    <a:pt x="4761" y="12588"/>
                  </a:cubicBezTo>
                  <a:cubicBezTo>
                    <a:pt x="4581" y="12696"/>
                    <a:pt x="4401" y="12768"/>
                    <a:pt x="4112" y="12768"/>
                  </a:cubicBezTo>
                  <a:cubicBezTo>
                    <a:pt x="4004" y="12768"/>
                    <a:pt x="3824" y="12732"/>
                    <a:pt x="3679" y="12696"/>
                  </a:cubicBezTo>
                  <a:cubicBezTo>
                    <a:pt x="3499" y="12660"/>
                    <a:pt x="3355" y="12588"/>
                    <a:pt x="3211" y="12444"/>
                  </a:cubicBezTo>
                  <a:cubicBezTo>
                    <a:pt x="3030" y="12227"/>
                    <a:pt x="2850" y="11903"/>
                    <a:pt x="2706" y="11542"/>
                  </a:cubicBezTo>
                  <a:cubicBezTo>
                    <a:pt x="2561" y="11181"/>
                    <a:pt x="2453" y="10785"/>
                    <a:pt x="2345" y="10496"/>
                  </a:cubicBezTo>
                  <a:cubicBezTo>
                    <a:pt x="1696" y="8657"/>
                    <a:pt x="1371" y="6709"/>
                    <a:pt x="974" y="4761"/>
                  </a:cubicBezTo>
                  <a:cubicBezTo>
                    <a:pt x="830" y="4112"/>
                    <a:pt x="578" y="3175"/>
                    <a:pt x="578" y="2345"/>
                  </a:cubicBezTo>
                  <a:cubicBezTo>
                    <a:pt x="578" y="1768"/>
                    <a:pt x="722" y="1299"/>
                    <a:pt x="1047" y="1010"/>
                  </a:cubicBezTo>
                  <a:cubicBezTo>
                    <a:pt x="1371" y="722"/>
                    <a:pt x="1660" y="578"/>
                    <a:pt x="1984" y="578"/>
                  </a:cubicBezTo>
                  <a:close/>
                  <a:moveTo>
                    <a:pt x="1984" y="1"/>
                  </a:moveTo>
                  <a:cubicBezTo>
                    <a:pt x="1515" y="1"/>
                    <a:pt x="1047" y="181"/>
                    <a:pt x="650" y="542"/>
                  </a:cubicBezTo>
                  <a:cubicBezTo>
                    <a:pt x="109" y="1010"/>
                    <a:pt x="1" y="1696"/>
                    <a:pt x="1" y="2345"/>
                  </a:cubicBezTo>
                  <a:cubicBezTo>
                    <a:pt x="1" y="3283"/>
                    <a:pt x="253" y="4257"/>
                    <a:pt x="397" y="4870"/>
                  </a:cubicBezTo>
                  <a:cubicBezTo>
                    <a:pt x="794" y="6817"/>
                    <a:pt x="1083" y="8801"/>
                    <a:pt x="1804" y="10713"/>
                  </a:cubicBezTo>
                  <a:cubicBezTo>
                    <a:pt x="1912" y="11073"/>
                    <a:pt x="2056" y="11614"/>
                    <a:pt x="2309" y="12155"/>
                  </a:cubicBezTo>
                  <a:cubicBezTo>
                    <a:pt x="2453" y="12408"/>
                    <a:pt x="2597" y="12660"/>
                    <a:pt x="2778" y="12840"/>
                  </a:cubicBezTo>
                  <a:cubicBezTo>
                    <a:pt x="2994" y="13057"/>
                    <a:pt x="3247" y="13237"/>
                    <a:pt x="3535" y="13309"/>
                  </a:cubicBezTo>
                  <a:cubicBezTo>
                    <a:pt x="3752" y="13345"/>
                    <a:pt x="3932" y="13345"/>
                    <a:pt x="4112" y="13345"/>
                  </a:cubicBezTo>
                  <a:cubicBezTo>
                    <a:pt x="4473" y="13345"/>
                    <a:pt x="4798" y="13273"/>
                    <a:pt x="5086" y="13129"/>
                  </a:cubicBezTo>
                  <a:cubicBezTo>
                    <a:pt x="5483" y="12877"/>
                    <a:pt x="5735" y="12480"/>
                    <a:pt x="5916" y="12011"/>
                  </a:cubicBezTo>
                  <a:cubicBezTo>
                    <a:pt x="6060" y="11542"/>
                    <a:pt x="6132" y="11001"/>
                    <a:pt x="6132" y="10424"/>
                  </a:cubicBezTo>
                  <a:cubicBezTo>
                    <a:pt x="6132" y="10352"/>
                    <a:pt x="6132" y="10280"/>
                    <a:pt x="6132" y="10208"/>
                  </a:cubicBezTo>
                  <a:cubicBezTo>
                    <a:pt x="6132" y="7358"/>
                    <a:pt x="4906" y="3499"/>
                    <a:pt x="4617" y="2633"/>
                  </a:cubicBezTo>
                  <a:cubicBezTo>
                    <a:pt x="4365" y="1804"/>
                    <a:pt x="4004" y="1155"/>
                    <a:pt x="3535" y="722"/>
                  </a:cubicBezTo>
                  <a:cubicBezTo>
                    <a:pt x="3102" y="253"/>
                    <a:pt x="2561" y="1"/>
                    <a:pt x="19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9" name="Google Shape;2209;g312bfb4b743_5_798"/>
            <p:cNvSpPr/>
            <p:nvPr/>
          </p:nvSpPr>
          <p:spPr>
            <a:xfrm>
              <a:off x="2166225" y="4403450"/>
              <a:ext cx="113650" cy="239800"/>
            </a:xfrm>
            <a:custGeom>
              <a:avLst/>
              <a:gdLst/>
              <a:ahLst/>
              <a:cxnLst/>
              <a:rect l="l" t="t" r="r" b="b"/>
              <a:pathLst>
                <a:path w="4546" h="9592" extrusionOk="0">
                  <a:moveTo>
                    <a:pt x="1591" y="1"/>
                  </a:moveTo>
                  <a:cubicBezTo>
                    <a:pt x="1297" y="1"/>
                    <a:pt x="1000" y="121"/>
                    <a:pt x="722" y="378"/>
                  </a:cubicBezTo>
                  <a:cubicBezTo>
                    <a:pt x="1" y="1063"/>
                    <a:pt x="433" y="2578"/>
                    <a:pt x="614" y="3407"/>
                  </a:cubicBezTo>
                  <a:cubicBezTo>
                    <a:pt x="902" y="4850"/>
                    <a:pt x="1155" y="6329"/>
                    <a:pt x="1660" y="7772"/>
                  </a:cubicBezTo>
                  <a:cubicBezTo>
                    <a:pt x="1876" y="8313"/>
                    <a:pt x="2093" y="9395"/>
                    <a:pt x="2814" y="9539"/>
                  </a:cubicBezTo>
                  <a:cubicBezTo>
                    <a:pt x="2965" y="9574"/>
                    <a:pt x="3104" y="9591"/>
                    <a:pt x="3231" y="9591"/>
                  </a:cubicBezTo>
                  <a:cubicBezTo>
                    <a:pt x="4141" y="9591"/>
                    <a:pt x="4477" y="8730"/>
                    <a:pt x="4509" y="7591"/>
                  </a:cubicBezTo>
                  <a:cubicBezTo>
                    <a:pt x="4545" y="5535"/>
                    <a:pt x="3571" y="2470"/>
                    <a:pt x="3355" y="1820"/>
                  </a:cubicBezTo>
                  <a:cubicBezTo>
                    <a:pt x="2974" y="679"/>
                    <a:pt x="2290" y="1"/>
                    <a:pt x="159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0" name="Google Shape;2210;g312bfb4b743_5_798"/>
            <p:cNvSpPr/>
            <p:nvPr/>
          </p:nvSpPr>
          <p:spPr>
            <a:xfrm>
              <a:off x="2166225" y="4395750"/>
              <a:ext cx="119950" cy="255200"/>
            </a:xfrm>
            <a:custGeom>
              <a:avLst/>
              <a:gdLst/>
              <a:ahLst/>
              <a:cxnLst/>
              <a:rect l="l" t="t" r="r" b="b"/>
              <a:pathLst>
                <a:path w="4798" h="10208" extrusionOk="0">
                  <a:moveTo>
                    <a:pt x="1588" y="614"/>
                  </a:moveTo>
                  <a:cubicBezTo>
                    <a:pt x="1840" y="614"/>
                    <a:pt x="2129" y="722"/>
                    <a:pt x="2381" y="1010"/>
                  </a:cubicBezTo>
                  <a:cubicBezTo>
                    <a:pt x="2670" y="1263"/>
                    <a:pt x="2886" y="1696"/>
                    <a:pt x="3066" y="2237"/>
                  </a:cubicBezTo>
                  <a:cubicBezTo>
                    <a:pt x="3283" y="2850"/>
                    <a:pt x="4184" y="5771"/>
                    <a:pt x="4184" y="7755"/>
                  </a:cubicBezTo>
                  <a:lnTo>
                    <a:pt x="4184" y="7899"/>
                  </a:lnTo>
                  <a:cubicBezTo>
                    <a:pt x="4184" y="8440"/>
                    <a:pt x="4076" y="8909"/>
                    <a:pt x="3932" y="9198"/>
                  </a:cubicBezTo>
                  <a:cubicBezTo>
                    <a:pt x="3860" y="9342"/>
                    <a:pt x="3752" y="9414"/>
                    <a:pt x="3643" y="9486"/>
                  </a:cubicBezTo>
                  <a:cubicBezTo>
                    <a:pt x="3535" y="9558"/>
                    <a:pt x="3391" y="9594"/>
                    <a:pt x="3211" y="9594"/>
                  </a:cubicBezTo>
                  <a:cubicBezTo>
                    <a:pt x="3102" y="9594"/>
                    <a:pt x="2994" y="9594"/>
                    <a:pt x="2886" y="9558"/>
                  </a:cubicBezTo>
                  <a:cubicBezTo>
                    <a:pt x="2778" y="9558"/>
                    <a:pt x="2670" y="9486"/>
                    <a:pt x="2561" y="9378"/>
                  </a:cubicBezTo>
                  <a:cubicBezTo>
                    <a:pt x="2453" y="9234"/>
                    <a:pt x="2309" y="8981"/>
                    <a:pt x="2201" y="8729"/>
                  </a:cubicBezTo>
                  <a:cubicBezTo>
                    <a:pt x="2093" y="8476"/>
                    <a:pt x="2020" y="8188"/>
                    <a:pt x="1948" y="7971"/>
                  </a:cubicBezTo>
                  <a:cubicBezTo>
                    <a:pt x="1443" y="6601"/>
                    <a:pt x="1227" y="5122"/>
                    <a:pt x="902" y="3643"/>
                  </a:cubicBezTo>
                  <a:cubicBezTo>
                    <a:pt x="794" y="3174"/>
                    <a:pt x="614" y="2453"/>
                    <a:pt x="614" y="1876"/>
                  </a:cubicBezTo>
                  <a:cubicBezTo>
                    <a:pt x="614" y="1443"/>
                    <a:pt x="722" y="1083"/>
                    <a:pt x="938" y="902"/>
                  </a:cubicBezTo>
                  <a:cubicBezTo>
                    <a:pt x="1155" y="686"/>
                    <a:pt x="1371" y="614"/>
                    <a:pt x="1588" y="614"/>
                  </a:cubicBezTo>
                  <a:close/>
                  <a:moveTo>
                    <a:pt x="1588" y="1"/>
                  </a:moveTo>
                  <a:cubicBezTo>
                    <a:pt x="1227" y="1"/>
                    <a:pt x="830" y="181"/>
                    <a:pt x="542" y="469"/>
                  </a:cubicBezTo>
                  <a:cubicBezTo>
                    <a:pt x="109" y="830"/>
                    <a:pt x="1" y="1371"/>
                    <a:pt x="1" y="1876"/>
                  </a:cubicBezTo>
                  <a:cubicBezTo>
                    <a:pt x="1" y="2561"/>
                    <a:pt x="217" y="3319"/>
                    <a:pt x="325" y="3788"/>
                  </a:cubicBezTo>
                  <a:cubicBezTo>
                    <a:pt x="614" y="5230"/>
                    <a:pt x="866" y="6709"/>
                    <a:pt x="1371" y="8152"/>
                  </a:cubicBezTo>
                  <a:cubicBezTo>
                    <a:pt x="1479" y="8440"/>
                    <a:pt x="1588" y="8873"/>
                    <a:pt x="1768" y="9234"/>
                  </a:cubicBezTo>
                  <a:cubicBezTo>
                    <a:pt x="1876" y="9450"/>
                    <a:pt x="1984" y="9630"/>
                    <a:pt x="2129" y="9811"/>
                  </a:cubicBezTo>
                  <a:cubicBezTo>
                    <a:pt x="2309" y="9955"/>
                    <a:pt x="2489" y="10099"/>
                    <a:pt x="2742" y="10171"/>
                  </a:cubicBezTo>
                  <a:cubicBezTo>
                    <a:pt x="2922" y="10171"/>
                    <a:pt x="3066" y="10208"/>
                    <a:pt x="3211" y="10208"/>
                  </a:cubicBezTo>
                  <a:cubicBezTo>
                    <a:pt x="3499" y="10208"/>
                    <a:pt x="3752" y="10135"/>
                    <a:pt x="3932" y="10027"/>
                  </a:cubicBezTo>
                  <a:cubicBezTo>
                    <a:pt x="4257" y="9811"/>
                    <a:pt x="4473" y="9486"/>
                    <a:pt x="4617" y="9126"/>
                  </a:cubicBezTo>
                  <a:cubicBezTo>
                    <a:pt x="4725" y="8765"/>
                    <a:pt x="4798" y="8368"/>
                    <a:pt x="4798" y="7899"/>
                  </a:cubicBezTo>
                  <a:lnTo>
                    <a:pt x="4798" y="7755"/>
                  </a:lnTo>
                  <a:cubicBezTo>
                    <a:pt x="4798" y="5627"/>
                    <a:pt x="3860" y="2706"/>
                    <a:pt x="3643" y="2056"/>
                  </a:cubicBezTo>
                  <a:cubicBezTo>
                    <a:pt x="3463" y="1443"/>
                    <a:pt x="3175" y="938"/>
                    <a:pt x="2814" y="578"/>
                  </a:cubicBezTo>
                  <a:cubicBezTo>
                    <a:pt x="2453" y="217"/>
                    <a:pt x="2057" y="1"/>
                    <a:pt x="15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g312bfb4b743_5_798"/>
            <p:cNvSpPr/>
            <p:nvPr/>
          </p:nvSpPr>
          <p:spPr>
            <a:xfrm>
              <a:off x="2527800" y="4365100"/>
              <a:ext cx="239875" cy="326075"/>
            </a:xfrm>
            <a:custGeom>
              <a:avLst/>
              <a:gdLst/>
              <a:ahLst/>
              <a:cxnLst/>
              <a:rect l="l" t="t" r="r" b="b"/>
              <a:pathLst>
                <a:path w="9595" h="13043" extrusionOk="0">
                  <a:moveTo>
                    <a:pt x="289" y="0"/>
                  </a:moveTo>
                  <a:cubicBezTo>
                    <a:pt x="289" y="1"/>
                    <a:pt x="1" y="5302"/>
                    <a:pt x="686" y="5699"/>
                  </a:cubicBezTo>
                  <a:cubicBezTo>
                    <a:pt x="1371" y="6096"/>
                    <a:pt x="3896" y="6781"/>
                    <a:pt x="4220" y="6853"/>
                  </a:cubicBezTo>
                  <a:cubicBezTo>
                    <a:pt x="4509" y="6961"/>
                    <a:pt x="4293" y="7358"/>
                    <a:pt x="3896" y="8728"/>
                  </a:cubicBezTo>
                  <a:cubicBezTo>
                    <a:pt x="3535" y="10099"/>
                    <a:pt x="3896" y="11975"/>
                    <a:pt x="5086" y="12660"/>
                  </a:cubicBezTo>
                  <a:cubicBezTo>
                    <a:pt x="5525" y="12913"/>
                    <a:pt x="5920" y="13043"/>
                    <a:pt x="6250" y="13043"/>
                  </a:cubicBezTo>
                  <a:cubicBezTo>
                    <a:pt x="6812" y="13043"/>
                    <a:pt x="7182" y="12663"/>
                    <a:pt x="7250" y="11866"/>
                  </a:cubicBezTo>
                  <a:cubicBezTo>
                    <a:pt x="7358" y="10604"/>
                    <a:pt x="9594" y="6961"/>
                    <a:pt x="8909" y="5879"/>
                  </a:cubicBezTo>
                  <a:cubicBezTo>
                    <a:pt x="8224" y="4797"/>
                    <a:pt x="7142" y="3715"/>
                    <a:pt x="4978" y="3427"/>
                  </a:cubicBezTo>
                  <a:cubicBezTo>
                    <a:pt x="2850" y="3138"/>
                    <a:pt x="289" y="0"/>
                    <a:pt x="28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2" name="Google Shape;2212;g312bfb4b743_5_798"/>
            <p:cNvSpPr/>
            <p:nvPr/>
          </p:nvSpPr>
          <p:spPr>
            <a:xfrm>
              <a:off x="2526000" y="4357550"/>
              <a:ext cx="235350" cy="341200"/>
            </a:xfrm>
            <a:custGeom>
              <a:avLst/>
              <a:gdLst/>
              <a:ahLst/>
              <a:cxnLst/>
              <a:rect l="l" t="t" r="r" b="b"/>
              <a:pathLst>
                <a:path w="9414" h="13648" extrusionOk="0">
                  <a:moveTo>
                    <a:pt x="613" y="1069"/>
                  </a:moveTo>
                  <a:cubicBezTo>
                    <a:pt x="885" y="1369"/>
                    <a:pt x="1254" y="1751"/>
                    <a:pt x="1696" y="2142"/>
                  </a:cubicBezTo>
                  <a:cubicBezTo>
                    <a:pt x="2633" y="2971"/>
                    <a:pt x="3824" y="3873"/>
                    <a:pt x="5014" y="4053"/>
                  </a:cubicBezTo>
                  <a:cubicBezTo>
                    <a:pt x="6060" y="4161"/>
                    <a:pt x="6817" y="4486"/>
                    <a:pt x="7394" y="4919"/>
                  </a:cubicBezTo>
                  <a:cubicBezTo>
                    <a:pt x="7971" y="5316"/>
                    <a:pt x="8404" y="5821"/>
                    <a:pt x="8729" y="6362"/>
                  </a:cubicBezTo>
                  <a:cubicBezTo>
                    <a:pt x="8765" y="6434"/>
                    <a:pt x="8801" y="6542"/>
                    <a:pt x="8801" y="6722"/>
                  </a:cubicBezTo>
                  <a:cubicBezTo>
                    <a:pt x="8801" y="7047"/>
                    <a:pt x="8729" y="7480"/>
                    <a:pt x="8548" y="7948"/>
                  </a:cubicBezTo>
                  <a:cubicBezTo>
                    <a:pt x="8332" y="8670"/>
                    <a:pt x="7971" y="9463"/>
                    <a:pt x="7647" y="10221"/>
                  </a:cubicBezTo>
                  <a:cubicBezTo>
                    <a:pt x="7502" y="10617"/>
                    <a:pt x="7358" y="10942"/>
                    <a:pt x="7214" y="11267"/>
                  </a:cubicBezTo>
                  <a:cubicBezTo>
                    <a:pt x="7106" y="11591"/>
                    <a:pt x="7034" y="11880"/>
                    <a:pt x="7034" y="12132"/>
                  </a:cubicBezTo>
                  <a:cubicBezTo>
                    <a:pt x="6997" y="12493"/>
                    <a:pt x="6889" y="12745"/>
                    <a:pt x="6781" y="12854"/>
                  </a:cubicBezTo>
                  <a:cubicBezTo>
                    <a:pt x="6673" y="12998"/>
                    <a:pt x="6529" y="13034"/>
                    <a:pt x="6312" y="13034"/>
                  </a:cubicBezTo>
                  <a:cubicBezTo>
                    <a:pt x="6060" y="13034"/>
                    <a:pt x="5735" y="12926"/>
                    <a:pt x="5302" y="12709"/>
                  </a:cubicBezTo>
                  <a:cubicBezTo>
                    <a:pt x="4942" y="12493"/>
                    <a:pt x="4653" y="12096"/>
                    <a:pt x="4437" y="11663"/>
                  </a:cubicBezTo>
                  <a:cubicBezTo>
                    <a:pt x="4256" y="11195"/>
                    <a:pt x="4148" y="10654"/>
                    <a:pt x="4148" y="10113"/>
                  </a:cubicBezTo>
                  <a:cubicBezTo>
                    <a:pt x="4148" y="9788"/>
                    <a:pt x="4184" y="9427"/>
                    <a:pt x="4256" y="9103"/>
                  </a:cubicBezTo>
                  <a:cubicBezTo>
                    <a:pt x="4401" y="8670"/>
                    <a:pt x="4509" y="8309"/>
                    <a:pt x="4581" y="8057"/>
                  </a:cubicBezTo>
                  <a:cubicBezTo>
                    <a:pt x="4653" y="7768"/>
                    <a:pt x="4725" y="7588"/>
                    <a:pt x="4725" y="7407"/>
                  </a:cubicBezTo>
                  <a:cubicBezTo>
                    <a:pt x="4725" y="7299"/>
                    <a:pt x="4689" y="7191"/>
                    <a:pt x="4653" y="7083"/>
                  </a:cubicBezTo>
                  <a:cubicBezTo>
                    <a:pt x="4581" y="6975"/>
                    <a:pt x="4473" y="6903"/>
                    <a:pt x="4365" y="6866"/>
                  </a:cubicBezTo>
                  <a:cubicBezTo>
                    <a:pt x="4292" y="6866"/>
                    <a:pt x="4076" y="6794"/>
                    <a:pt x="3788" y="6722"/>
                  </a:cubicBezTo>
                  <a:cubicBezTo>
                    <a:pt x="3355" y="6578"/>
                    <a:pt x="2742" y="6398"/>
                    <a:pt x="2164" y="6217"/>
                  </a:cubicBezTo>
                  <a:cubicBezTo>
                    <a:pt x="1623" y="6037"/>
                    <a:pt x="1119" y="5857"/>
                    <a:pt x="902" y="5748"/>
                  </a:cubicBezTo>
                  <a:cubicBezTo>
                    <a:pt x="902" y="5712"/>
                    <a:pt x="830" y="5604"/>
                    <a:pt x="794" y="5388"/>
                  </a:cubicBezTo>
                  <a:cubicBezTo>
                    <a:pt x="650" y="4811"/>
                    <a:pt x="578" y="3693"/>
                    <a:pt x="578" y="2683"/>
                  </a:cubicBezTo>
                  <a:cubicBezTo>
                    <a:pt x="578" y="2091"/>
                    <a:pt x="611" y="1499"/>
                    <a:pt x="613" y="1069"/>
                  </a:cubicBezTo>
                  <a:close/>
                  <a:moveTo>
                    <a:pt x="354" y="0"/>
                  </a:moveTo>
                  <a:cubicBezTo>
                    <a:pt x="323" y="0"/>
                    <a:pt x="289" y="5"/>
                    <a:pt x="253" y="14"/>
                  </a:cubicBezTo>
                  <a:cubicBezTo>
                    <a:pt x="145" y="50"/>
                    <a:pt x="73" y="158"/>
                    <a:pt x="73" y="302"/>
                  </a:cubicBezTo>
                  <a:cubicBezTo>
                    <a:pt x="73" y="302"/>
                    <a:pt x="0" y="1420"/>
                    <a:pt x="0" y="2683"/>
                  </a:cubicBezTo>
                  <a:cubicBezTo>
                    <a:pt x="0" y="3440"/>
                    <a:pt x="0" y="4197"/>
                    <a:pt x="73" y="4847"/>
                  </a:cubicBezTo>
                  <a:cubicBezTo>
                    <a:pt x="109" y="5171"/>
                    <a:pt x="181" y="5460"/>
                    <a:pt x="217" y="5676"/>
                  </a:cubicBezTo>
                  <a:cubicBezTo>
                    <a:pt x="253" y="5784"/>
                    <a:pt x="289" y="5893"/>
                    <a:pt x="361" y="6001"/>
                  </a:cubicBezTo>
                  <a:cubicBezTo>
                    <a:pt x="397" y="6109"/>
                    <a:pt x="469" y="6181"/>
                    <a:pt x="614" y="6253"/>
                  </a:cubicBezTo>
                  <a:cubicBezTo>
                    <a:pt x="794" y="6362"/>
                    <a:pt x="1082" y="6470"/>
                    <a:pt x="1443" y="6614"/>
                  </a:cubicBezTo>
                  <a:cubicBezTo>
                    <a:pt x="1984" y="6794"/>
                    <a:pt x="2597" y="6975"/>
                    <a:pt x="3138" y="7155"/>
                  </a:cubicBezTo>
                  <a:cubicBezTo>
                    <a:pt x="3565" y="7277"/>
                    <a:pt x="3940" y="7373"/>
                    <a:pt x="4111" y="7422"/>
                  </a:cubicBezTo>
                  <a:lnTo>
                    <a:pt x="4111" y="7422"/>
                  </a:lnTo>
                  <a:cubicBezTo>
                    <a:pt x="4105" y="7478"/>
                    <a:pt x="4069" y="7648"/>
                    <a:pt x="4004" y="7876"/>
                  </a:cubicBezTo>
                  <a:cubicBezTo>
                    <a:pt x="3932" y="8129"/>
                    <a:pt x="3824" y="8489"/>
                    <a:pt x="3679" y="8958"/>
                  </a:cubicBezTo>
                  <a:cubicBezTo>
                    <a:pt x="3571" y="9319"/>
                    <a:pt x="3535" y="9716"/>
                    <a:pt x="3535" y="10113"/>
                  </a:cubicBezTo>
                  <a:cubicBezTo>
                    <a:pt x="3535" y="10726"/>
                    <a:pt x="3643" y="11339"/>
                    <a:pt x="3896" y="11880"/>
                  </a:cubicBezTo>
                  <a:cubicBezTo>
                    <a:pt x="4148" y="12421"/>
                    <a:pt x="4509" y="12926"/>
                    <a:pt x="5014" y="13214"/>
                  </a:cubicBezTo>
                  <a:cubicBezTo>
                    <a:pt x="5483" y="13467"/>
                    <a:pt x="5915" y="13647"/>
                    <a:pt x="6312" y="13647"/>
                  </a:cubicBezTo>
                  <a:cubicBezTo>
                    <a:pt x="6673" y="13647"/>
                    <a:pt x="6997" y="13503"/>
                    <a:pt x="7250" y="13250"/>
                  </a:cubicBezTo>
                  <a:cubicBezTo>
                    <a:pt x="7466" y="12998"/>
                    <a:pt x="7575" y="12637"/>
                    <a:pt x="7611" y="12204"/>
                  </a:cubicBezTo>
                  <a:cubicBezTo>
                    <a:pt x="7647" y="11988"/>
                    <a:pt x="7755" y="11591"/>
                    <a:pt x="7899" y="11158"/>
                  </a:cubicBezTo>
                  <a:cubicBezTo>
                    <a:pt x="8152" y="10509"/>
                    <a:pt x="8548" y="9680"/>
                    <a:pt x="8837" y="8922"/>
                  </a:cubicBezTo>
                  <a:cubicBezTo>
                    <a:pt x="9162" y="8129"/>
                    <a:pt x="9414" y="7371"/>
                    <a:pt x="9414" y="6722"/>
                  </a:cubicBezTo>
                  <a:cubicBezTo>
                    <a:pt x="9414" y="6470"/>
                    <a:pt x="9378" y="6253"/>
                    <a:pt x="9234" y="6037"/>
                  </a:cubicBezTo>
                  <a:cubicBezTo>
                    <a:pt x="8873" y="5460"/>
                    <a:pt x="8404" y="4883"/>
                    <a:pt x="7755" y="4414"/>
                  </a:cubicBezTo>
                  <a:cubicBezTo>
                    <a:pt x="7070" y="3945"/>
                    <a:pt x="6240" y="3584"/>
                    <a:pt x="5086" y="3440"/>
                  </a:cubicBezTo>
                  <a:cubicBezTo>
                    <a:pt x="4148" y="3332"/>
                    <a:pt x="2994" y="2502"/>
                    <a:pt x="2092" y="1673"/>
                  </a:cubicBezTo>
                  <a:cubicBezTo>
                    <a:pt x="1660" y="1276"/>
                    <a:pt x="1263" y="879"/>
                    <a:pt x="1010" y="591"/>
                  </a:cubicBezTo>
                  <a:cubicBezTo>
                    <a:pt x="866" y="447"/>
                    <a:pt x="758" y="338"/>
                    <a:pt x="686" y="230"/>
                  </a:cubicBezTo>
                  <a:cubicBezTo>
                    <a:pt x="614" y="158"/>
                    <a:pt x="578" y="122"/>
                    <a:pt x="578" y="122"/>
                  </a:cubicBezTo>
                  <a:cubicBezTo>
                    <a:pt x="523" y="41"/>
                    <a:pt x="449" y="0"/>
                    <a:pt x="3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g312bfb4b743_5_798"/>
            <p:cNvSpPr/>
            <p:nvPr/>
          </p:nvSpPr>
          <p:spPr>
            <a:xfrm>
              <a:off x="2313200" y="4261075"/>
              <a:ext cx="151500" cy="319325"/>
            </a:xfrm>
            <a:custGeom>
              <a:avLst/>
              <a:gdLst/>
              <a:ahLst/>
              <a:cxnLst/>
              <a:rect l="l" t="t" r="r" b="b"/>
              <a:pathLst>
                <a:path w="6060" h="12773" extrusionOk="0">
                  <a:moveTo>
                    <a:pt x="2142" y="1"/>
                  </a:moveTo>
                  <a:cubicBezTo>
                    <a:pt x="1757" y="1"/>
                    <a:pt x="1370" y="155"/>
                    <a:pt x="1011" y="482"/>
                  </a:cubicBezTo>
                  <a:cubicBezTo>
                    <a:pt x="1" y="1384"/>
                    <a:pt x="614" y="3440"/>
                    <a:pt x="830" y="4522"/>
                  </a:cubicBezTo>
                  <a:cubicBezTo>
                    <a:pt x="1263" y="6470"/>
                    <a:pt x="1552" y="8453"/>
                    <a:pt x="2237" y="10329"/>
                  </a:cubicBezTo>
                  <a:cubicBezTo>
                    <a:pt x="2525" y="11086"/>
                    <a:pt x="2850" y="12529"/>
                    <a:pt x="3788" y="12709"/>
                  </a:cubicBezTo>
                  <a:cubicBezTo>
                    <a:pt x="3980" y="12752"/>
                    <a:pt x="4157" y="12772"/>
                    <a:pt x="4321" y="12772"/>
                  </a:cubicBezTo>
                  <a:cubicBezTo>
                    <a:pt x="5540" y="12772"/>
                    <a:pt x="5992" y="11639"/>
                    <a:pt x="6024" y="10112"/>
                  </a:cubicBezTo>
                  <a:cubicBezTo>
                    <a:pt x="6060" y="7371"/>
                    <a:pt x="4798" y="3296"/>
                    <a:pt x="4509" y="2430"/>
                  </a:cubicBezTo>
                  <a:cubicBezTo>
                    <a:pt x="3999" y="900"/>
                    <a:pt x="3074" y="1"/>
                    <a:pt x="2142"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4" name="Google Shape;2214;g312bfb4b743_5_798"/>
            <p:cNvSpPr/>
            <p:nvPr/>
          </p:nvSpPr>
          <p:spPr>
            <a:xfrm>
              <a:off x="2316800" y="4254175"/>
              <a:ext cx="154225" cy="333650"/>
            </a:xfrm>
            <a:custGeom>
              <a:avLst/>
              <a:gdLst/>
              <a:ahLst/>
              <a:cxnLst/>
              <a:rect l="l" t="t" r="r" b="b"/>
              <a:pathLst>
                <a:path w="6169" h="13346" extrusionOk="0">
                  <a:moveTo>
                    <a:pt x="2021" y="578"/>
                  </a:moveTo>
                  <a:cubicBezTo>
                    <a:pt x="2381" y="578"/>
                    <a:pt x="2778" y="758"/>
                    <a:pt x="3139" y="1119"/>
                  </a:cubicBezTo>
                  <a:cubicBezTo>
                    <a:pt x="3499" y="1516"/>
                    <a:pt x="3824" y="2057"/>
                    <a:pt x="4076" y="2814"/>
                  </a:cubicBezTo>
                  <a:cubicBezTo>
                    <a:pt x="4365" y="3644"/>
                    <a:pt x="5591" y="7539"/>
                    <a:pt x="5555" y="10208"/>
                  </a:cubicBezTo>
                  <a:cubicBezTo>
                    <a:pt x="5555" y="10280"/>
                    <a:pt x="5555" y="10316"/>
                    <a:pt x="5555" y="10388"/>
                  </a:cubicBezTo>
                  <a:cubicBezTo>
                    <a:pt x="5555" y="11146"/>
                    <a:pt x="5447" y="11759"/>
                    <a:pt x="5195" y="12156"/>
                  </a:cubicBezTo>
                  <a:cubicBezTo>
                    <a:pt x="5086" y="12336"/>
                    <a:pt x="4942" y="12516"/>
                    <a:pt x="4798" y="12588"/>
                  </a:cubicBezTo>
                  <a:cubicBezTo>
                    <a:pt x="4617" y="12697"/>
                    <a:pt x="4401" y="12769"/>
                    <a:pt x="4149" y="12769"/>
                  </a:cubicBezTo>
                  <a:cubicBezTo>
                    <a:pt x="4004" y="12769"/>
                    <a:pt x="3860" y="12733"/>
                    <a:pt x="3680" y="12697"/>
                  </a:cubicBezTo>
                  <a:cubicBezTo>
                    <a:pt x="3535" y="12661"/>
                    <a:pt x="3391" y="12588"/>
                    <a:pt x="3247" y="12444"/>
                  </a:cubicBezTo>
                  <a:cubicBezTo>
                    <a:pt x="3031" y="12228"/>
                    <a:pt x="2886" y="11903"/>
                    <a:pt x="2742" y="11542"/>
                  </a:cubicBezTo>
                  <a:cubicBezTo>
                    <a:pt x="2598" y="11182"/>
                    <a:pt x="2490" y="10785"/>
                    <a:pt x="2381" y="10497"/>
                  </a:cubicBezTo>
                  <a:cubicBezTo>
                    <a:pt x="1696" y="8657"/>
                    <a:pt x="1408" y="6709"/>
                    <a:pt x="975" y="4762"/>
                  </a:cubicBezTo>
                  <a:cubicBezTo>
                    <a:pt x="867" y="4113"/>
                    <a:pt x="614" y="3175"/>
                    <a:pt x="614" y="2345"/>
                  </a:cubicBezTo>
                  <a:cubicBezTo>
                    <a:pt x="614" y="1768"/>
                    <a:pt x="722" y="1299"/>
                    <a:pt x="1047" y="1011"/>
                  </a:cubicBezTo>
                  <a:cubicBezTo>
                    <a:pt x="1371" y="722"/>
                    <a:pt x="1696" y="578"/>
                    <a:pt x="2021" y="578"/>
                  </a:cubicBezTo>
                  <a:close/>
                  <a:moveTo>
                    <a:pt x="2021" y="1"/>
                  </a:moveTo>
                  <a:cubicBezTo>
                    <a:pt x="1516" y="1"/>
                    <a:pt x="1047" y="181"/>
                    <a:pt x="650" y="542"/>
                  </a:cubicBezTo>
                  <a:cubicBezTo>
                    <a:pt x="145" y="1011"/>
                    <a:pt x="1" y="1696"/>
                    <a:pt x="1" y="2345"/>
                  </a:cubicBezTo>
                  <a:cubicBezTo>
                    <a:pt x="1" y="3283"/>
                    <a:pt x="289" y="4257"/>
                    <a:pt x="398" y="4870"/>
                  </a:cubicBezTo>
                  <a:cubicBezTo>
                    <a:pt x="830" y="6818"/>
                    <a:pt x="1119" y="8801"/>
                    <a:pt x="1804" y="10713"/>
                  </a:cubicBezTo>
                  <a:cubicBezTo>
                    <a:pt x="1949" y="11074"/>
                    <a:pt x="2093" y="11615"/>
                    <a:pt x="2345" y="12156"/>
                  </a:cubicBezTo>
                  <a:cubicBezTo>
                    <a:pt x="2453" y="12408"/>
                    <a:pt x="2634" y="12661"/>
                    <a:pt x="2814" y="12841"/>
                  </a:cubicBezTo>
                  <a:cubicBezTo>
                    <a:pt x="2994" y="13057"/>
                    <a:pt x="3247" y="13238"/>
                    <a:pt x="3572" y="13274"/>
                  </a:cubicBezTo>
                  <a:cubicBezTo>
                    <a:pt x="3788" y="13346"/>
                    <a:pt x="3968" y="13346"/>
                    <a:pt x="4149" y="13346"/>
                  </a:cubicBezTo>
                  <a:cubicBezTo>
                    <a:pt x="4509" y="13346"/>
                    <a:pt x="4834" y="13274"/>
                    <a:pt x="5086" y="13129"/>
                  </a:cubicBezTo>
                  <a:cubicBezTo>
                    <a:pt x="5483" y="12877"/>
                    <a:pt x="5772" y="12480"/>
                    <a:pt x="5916" y="12011"/>
                  </a:cubicBezTo>
                  <a:cubicBezTo>
                    <a:pt x="6096" y="11542"/>
                    <a:pt x="6168" y="11001"/>
                    <a:pt x="6168" y="10424"/>
                  </a:cubicBezTo>
                  <a:cubicBezTo>
                    <a:pt x="6168" y="10352"/>
                    <a:pt x="6168" y="10280"/>
                    <a:pt x="6168" y="10208"/>
                  </a:cubicBezTo>
                  <a:cubicBezTo>
                    <a:pt x="6168" y="7359"/>
                    <a:pt x="4942" y="3499"/>
                    <a:pt x="4654" y="2634"/>
                  </a:cubicBezTo>
                  <a:cubicBezTo>
                    <a:pt x="4401" y="1804"/>
                    <a:pt x="4004" y="1155"/>
                    <a:pt x="3572" y="722"/>
                  </a:cubicBezTo>
                  <a:cubicBezTo>
                    <a:pt x="3103" y="253"/>
                    <a:pt x="2562" y="1"/>
                    <a:pt x="202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g312bfb4b743_5_798"/>
            <p:cNvSpPr/>
            <p:nvPr/>
          </p:nvSpPr>
          <p:spPr>
            <a:xfrm>
              <a:off x="2431325" y="4289025"/>
              <a:ext cx="151500" cy="319325"/>
            </a:xfrm>
            <a:custGeom>
              <a:avLst/>
              <a:gdLst/>
              <a:ahLst/>
              <a:cxnLst/>
              <a:rect l="l" t="t" r="r" b="b"/>
              <a:pathLst>
                <a:path w="6060" h="12773" extrusionOk="0">
                  <a:moveTo>
                    <a:pt x="2113" y="1"/>
                  </a:moveTo>
                  <a:cubicBezTo>
                    <a:pt x="1723" y="1"/>
                    <a:pt x="1333" y="155"/>
                    <a:pt x="974" y="482"/>
                  </a:cubicBezTo>
                  <a:cubicBezTo>
                    <a:pt x="0" y="1384"/>
                    <a:pt x="577" y="3440"/>
                    <a:pt x="830" y="4522"/>
                  </a:cubicBezTo>
                  <a:cubicBezTo>
                    <a:pt x="1227" y="6470"/>
                    <a:pt x="1515" y="8453"/>
                    <a:pt x="2201" y="10329"/>
                  </a:cubicBezTo>
                  <a:cubicBezTo>
                    <a:pt x="2489" y="11086"/>
                    <a:pt x="2814" y="12493"/>
                    <a:pt x="3751" y="12709"/>
                  </a:cubicBezTo>
                  <a:cubicBezTo>
                    <a:pt x="3944" y="12752"/>
                    <a:pt x="4121" y="12772"/>
                    <a:pt x="4285" y="12772"/>
                  </a:cubicBezTo>
                  <a:cubicBezTo>
                    <a:pt x="5503" y="12772"/>
                    <a:pt x="5956" y="11639"/>
                    <a:pt x="5988" y="10112"/>
                  </a:cubicBezTo>
                  <a:cubicBezTo>
                    <a:pt x="6060" y="7335"/>
                    <a:pt x="4761" y="3296"/>
                    <a:pt x="4473" y="2430"/>
                  </a:cubicBezTo>
                  <a:cubicBezTo>
                    <a:pt x="3988" y="900"/>
                    <a:pt x="3053" y="1"/>
                    <a:pt x="2113"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6" name="Google Shape;2216;g312bfb4b743_5_798"/>
            <p:cNvSpPr/>
            <p:nvPr/>
          </p:nvSpPr>
          <p:spPr>
            <a:xfrm>
              <a:off x="2434025" y="4281225"/>
              <a:ext cx="154225" cy="334550"/>
            </a:xfrm>
            <a:custGeom>
              <a:avLst/>
              <a:gdLst/>
              <a:ahLst/>
              <a:cxnLst/>
              <a:rect l="l" t="t" r="r" b="b"/>
              <a:pathLst>
                <a:path w="6169" h="13382" extrusionOk="0">
                  <a:moveTo>
                    <a:pt x="2020" y="614"/>
                  </a:moveTo>
                  <a:cubicBezTo>
                    <a:pt x="2381" y="614"/>
                    <a:pt x="2778" y="794"/>
                    <a:pt x="3138" y="1155"/>
                  </a:cubicBezTo>
                  <a:cubicBezTo>
                    <a:pt x="3499" y="1516"/>
                    <a:pt x="3860" y="2093"/>
                    <a:pt x="4076" y="2814"/>
                  </a:cubicBezTo>
                  <a:cubicBezTo>
                    <a:pt x="4365" y="3680"/>
                    <a:pt x="5591" y="7539"/>
                    <a:pt x="5591" y="10208"/>
                  </a:cubicBezTo>
                  <a:cubicBezTo>
                    <a:pt x="5591" y="10280"/>
                    <a:pt x="5591" y="10352"/>
                    <a:pt x="5591" y="10424"/>
                  </a:cubicBezTo>
                  <a:cubicBezTo>
                    <a:pt x="5555" y="11146"/>
                    <a:pt x="5447" y="11759"/>
                    <a:pt x="5230" y="12192"/>
                  </a:cubicBezTo>
                  <a:cubicBezTo>
                    <a:pt x="5086" y="12372"/>
                    <a:pt x="4978" y="12516"/>
                    <a:pt x="4798" y="12624"/>
                  </a:cubicBezTo>
                  <a:cubicBezTo>
                    <a:pt x="4617" y="12733"/>
                    <a:pt x="4437" y="12769"/>
                    <a:pt x="4148" y="12769"/>
                  </a:cubicBezTo>
                  <a:cubicBezTo>
                    <a:pt x="4040" y="12769"/>
                    <a:pt x="3860" y="12769"/>
                    <a:pt x="3716" y="12733"/>
                  </a:cubicBezTo>
                  <a:cubicBezTo>
                    <a:pt x="3535" y="12697"/>
                    <a:pt x="3391" y="12588"/>
                    <a:pt x="3247" y="12444"/>
                  </a:cubicBezTo>
                  <a:cubicBezTo>
                    <a:pt x="3066" y="12264"/>
                    <a:pt x="2886" y="11903"/>
                    <a:pt x="2742" y="11542"/>
                  </a:cubicBezTo>
                  <a:cubicBezTo>
                    <a:pt x="2597" y="11182"/>
                    <a:pt x="2489" y="10821"/>
                    <a:pt x="2381" y="10533"/>
                  </a:cubicBezTo>
                  <a:cubicBezTo>
                    <a:pt x="1732" y="8693"/>
                    <a:pt x="1407" y="6746"/>
                    <a:pt x="1010" y="4762"/>
                  </a:cubicBezTo>
                  <a:cubicBezTo>
                    <a:pt x="866" y="4113"/>
                    <a:pt x="614" y="3175"/>
                    <a:pt x="614" y="2381"/>
                  </a:cubicBezTo>
                  <a:cubicBezTo>
                    <a:pt x="614" y="1804"/>
                    <a:pt x="758" y="1299"/>
                    <a:pt x="1083" y="1011"/>
                  </a:cubicBezTo>
                  <a:cubicBezTo>
                    <a:pt x="1407" y="722"/>
                    <a:pt x="1696" y="614"/>
                    <a:pt x="2020" y="614"/>
                  </a:cubicBezTo>
                  <a:close/>
                  <a:moveTo>
                    <a:pt x="2020" y="1"/>
                  </a:moveTo>
                  <a:cubicBezTo>
                    <a:pt x="1551" y="1"/>
                    <a:pt x="1083" y="217"/>
                    <a:pt x="650" y="578"/>
                  </a:cubicBezTo>
                  <a:cubicBezTo>
                    <a:pt x="145" y="1047"/>
                    <a:pt x="1" y="1732"/>
                    <a:pt x="1" y="2381"/>
                  </a:cubicBezTo>
                  <a:cubicBezTo>
                    <a:pt x="37" y="3319"/>
                    <a:pt x="289" y="4257"/>
                    <a:pt x="397" y="4906"/>
                  </a:cubicBezTo>
                  <a:cubicBezTo>
                    <a:pt x="830" y="6818"/>
                    <a:pt x="1119" y="8801"/>
                    <a:pt x="1840" y="10749"/>
                  </a:cubicBezTo>
                  <a:cubicBezTo>
                    <a:pt x="1948" y="11074"/>
                    <a:pt x="2093" y="11651"/>
                    <a:pt x="2345" y="12156"/>
                  </a:cubicBezTo>
                  <a:cubicBezTo>
                    <a:pt x="2489" y="12408"/>
                    <a:pt x="2634" y="12661"/>
                    <a:pt x="2814" y="12877"/>
                  </a:cubicBezTo>
                  <a:cubicBezTo>
                    <a:pt x="3030" y="13093"/>
                    <a:pt x="3283" y="13238"/>
                    <a:pt x="3571" y="13310"/>
                  </a:cubicBezTo>
                  <a:cubicBezTo>
                    <a:pt x="3788" y="13346"/>
                    <a:pt x="3968" y="13382"/>
                    <a:pt x="4148" y="13382"/>
                  </a:cubicBezTo>
                  <a:cubicBezTo>
                    <a:pt x="4509" y="13382"/>
                    <a:pt x="4834" y="13310"/>
                    <a:pt x="5122" y="13129"/>
                  </a:cubicBezTo>
                  <a:cubicBezTo>
                    <a:pt x="5519" y="12877"/>
                    <a:pt x="5771" y="12480"/>
                    <a:pt x="5916" y="12047"/>
                  </a:cubicBezTo>
                  <a:cubicBezTo>
                    <a:pt x="6096" y="11579"/>
                    <a:pt x="6168" y="11038"/>
                    <a:pt x="6168" y="10424"/>
                  </a:cubicBezTo>
                  <a:cubicBezTo>
                    <a:pt x="6168" y="10352"/>
                    <a:pt x="6168" y="10280"/>
                    <a:pt x="6168" y="10208"/>
                  </a:cubicBezTo>
                  <a:cubicBezTo>
                    <a:pt x="6168" y="7395"/>
                    <a:pt x="4942" y="3500"/>
                    <a:pt x="4653" y="2634"/>
                  </a:cubicBezTo>
                  <a:cubicBezTo>
                    <a:pt x="4401" y="1840"/>
                    <a:pt x="4040" y="1191"/>
                    <a:pt x="3571" y="722"/>
                  </a:cubicBezTo>
                  <a:cubicBezTo>
                    <a:pt x="3138" y="290"/>
                    <a:pt x="2597" y="1"/>
                    <a:pt x="20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g312bfb4b743_5_798"/>
            <p:cNvSpPr/>
            <p:nvPr/>
          </p:nvSpPr>
          <p:spPr>
            <a:xfrm>
              <a:off x="3493500" y="4624625"/>
              <a:ext cx="241675" cy="332750"/>
            </a:xfrm>
            <a:custGeom>
              <a:avLst/>
              <a:gdLst/>
              <a:ahLst/>
              <a:cxnLst/>
              <a:rect l="l" t="t" r="r" b="b"/>
              <a:pathLst>
                <a:path w="9667" h="13310" extrusionOk="0">
                  <a:moveTo>
                    <a:pt x="7152" y="0"/>
                  </a:moveTo>
                  <a:cubicBezTo>
                    <a:pt x="6332" y="0"/>
                    <a:pt x="5421" y="554"/>
                    <a:pt x="4653" y="1630"/>
                  </a:cubicBezTo>
                  <a:cubicBezTo>
                    <a:pt x="4076" y="2459"/>
                    <a:pt x="1371" y="6246"/>
                    <a:pt x="541" y="9312"/>
                  </a:cubicBezTo>
                  <a:cubicBezTo>
                    <a:pt x="0" y="11223"/>
                    <a:pt x="181" y="12846"/>
                    <a:pt x="2020" y="13279"/>
                  </a:cubicBezTo>
                  <a:cubicBezTo>
                    <a:pt x="2105" y="13300"/>
                    <a:pt x="2188" y="13309"/>
                    <a:pt x="2269" y="13309"/>
                  </a:cubicBezTo>
                  <a:cubicBezTo>
                    <a:pt x="3193" y="13309"/>
                    <a:pt x="3903" y="12070"/>
                    <a:pt x="4401" y="11440"/>
                  </a:cubicBezTo>
                  <a:cubicBezTo>
                    <a:pt x="5735" y="9709"/>
                    <a:pt x="6709" y="7725"/>
                    <a:pt x="7791" y="5777"/>
                  </a:cubicBezTo>
                  <a:cubicBezTo>
                    <a:pt x="8368" y="4695"/>
                    <a:pt x="9666" y="2784"/>
                    <a:pt x="8945" y="1305"/>
                  </a:cubicBezTo>
                  <a:cubicBezTo>
                    <a:pt x="8523" y="428"/>
                    <a:pt x="7873" y="0"/>
                    <a:pt x="7152"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8" name="Google Shape;2218;g312bfb4b743_5_798"/>
            <p:cNvSpPr/>
            <p:nvPr/>
          </p:nvSpPr>
          <p:spPr>
            <a:xfrm>
              <a:off x="3492600" y="4617575"/>
              <a:ext cx="237175" cy="347150"/>
            </a:xfrm>
            <a:custGeom>
              <a:avLst/>
              <a:gdLst/>
              <a:ahLst/>
              <a:cxnLst/>
              <a:rect l="l" t="t" r="r" b="b"/>
              <a:pathLst>
                <a:path w="9487" h="13886" extrusionOk="0">
                  <a:moveTo>
                    <a:pt x="7178" y="577"/>
                  </a:moveTo>
                  <a:cubicBezTo>
                    <a:pt x="7502" y="577"/>
                    <a:pt x="7755" y="685"/>
                    <a:pt x="8007" y="866"/>
                  </a:cubicBezTo>
                  <a:cubicBezTo>
                    <a:pt x="8260" y="1046"/>
                    <a:pt x="8512" y="1298"/>
                    <a:pt x="8693" y="1695"/>
                  </a:cubicBezTo>
                  <a:cubicBezTo>
                    <a:pt x="8837" y="1984"/>
                    <a:pt x="8909" y="2236"/>
                    <a:pt x="8909" y="2561"/>
                  </a:cubicBezTo>
                  <a:cubicBezTo>
                    <a:pt x="8909" y="3138"/>
                    <a:pt x="8693" y="3751"/>
                    <a:pt x="8404" y="4364"/>
                  </a:cubicBezTo>
                  <a:cubicBezTo>
                    <a:pt x="8115" y="4941"/>
                    <a:pt x="7791" y="5482"/>
                    <a:pt x="7538" y="5915"/>
                  </a:cubicBezTo>
                  <a:cubicBezTo>
                    <a:pt x="6456" y="7863"/>
                    <a:pt x="5519" y="9846"/>
                    <a:pt x="4220" y="11542"/>
                  </a:cubicBezTo>
                  <a:cubicBezTo>
                    <a:pt x="3932" y="11866"/>
                    <a:pt x="3643" y="12335"/>
                    <a:pt x="3319" y="12696"/>
                  </a:cubicBezTo>
                  <a:cubicBezTo>
                    <a:pt x="3138" y="12876"/>
                    <a:pt x="2958" y="13020"/>
                    <a:pt x="2814" y="13128"/>
                  </a:cubicBezTo>
                  <a:cubicBezTo>
                    <a:pt x="2633" y="13237"/>
                    <a:pt x="2453" y="13309"/>
                    <a:pt x="2309" y="13309"/>
                  </a:cubicBezTo>
                  <a:cubicBezTo>
                    <a:pt x="2237" y="13309"/>
                    <a:pt x="2200" y="13273"/>
                    <a:pt x="2128" y="13273"/>
                  </a:cubicBezTo>
                  <a:cubicBezTo>
                    <a:pt x="1551" y="13128"/>
                    <a:pt x="1191" y="12876"/>
                    <a:pt x="974" y="12551"/>
                  </a:cubicBezTo>
                  <a:cubicBezTo>
                    <a:pt x="722" y="12227"/>
                    <a:pt x="614" y="11758"/>
                    <a:pt x="614" y="11253"/>
                  </a:cubicBezTo>
                  <a:cubicBezTo>
                    <a:pt x="614" y="10784"/>
                    <a:pt x="722" y="10243"/>
                    <a:pt x="866" y="9666"/>
                  </a:cubicBezTo>
                  <a:cubicBezTo>
                    <a:pt x="1696" y="6709"/>
                    <a:pt x="4328" y="2885"/>
                    <a:pt x="4942" y="2092"/>
                  </a:cubicBezTo>
                  <a:cubicBezTo>
                    <a:pt x="5663" y="1082"/>
                    <a:pt x="6529" y="577"/>
                    <a:pt x="7178" y="577"/>
                  </a:cubicBezTo>
                  <a:close/>
                  <a:moveTo>
                    <a:pt x="7178" y="0"/>
                  </a:moveTo>
                  <a:cubicBezTo>
                    <a:pt x="6240" y="0"/>
                    <a:pt x="5266" y="613"/>
                    <a:pt x="4437" y="1731"/>
                  </a:cubicBezTo>
                  <a:cubicBezTo>
                    <a:pt x="3860" y="2597"/>
                    <a:pt x="1155" y="6348"/>
                    <a:pt x="289" y="9522"/>
                  </a:cubicBezTo>
                  <a:cubicBezTo>
                    <a:pt x="109" y="10099"/>
                    <a:pt x="0" y="10712"/>
                    <a:pt x="0" y="11253"/>
                  </a:cubicBezTo>
                  <a:cubicBezTo>
                    <a:pt x="0" y="11866"/>
                    <a:pt x="145" y="12407"/>
                    <a:pt x="469" y="12876"/>
                  </a:cubicBezTo>
                  <a:cubicBezTo>
                    <a:pt x="794" y="13345"/>
                    <a:pt x="1299" y="13669"/>
                    <a:pt x="1984" y="13850"/>
                  </a:cubicBezTo>
                  <a:cubicBezTo>
                    <a:pt x="2092" y="13886"/>
                    <a:pt x="2200" y="13886"/>
                    <a:pt x="2309" y="13886"/>
                  </a:cubicBezTo>
                  <a:cubicBezTo>
                    <a:pt x="2597" y="13886"/>
                    <a:pt x="2886" y="13778"/>
                    <a:pt x="3102" y="13633"/>
                  </a:cubicBezTo>
                  <a:cubicBezTo>
                    <a:pt x="3463" y="13417"/>
                    <a:pt x="3787" y="13092"/>
                    <a:pt x="4040" y="12768"/>
                  </a:cubicBezTo>
                  <a:cubicBezTo>
                    <a:pt x="4292" y="12443"/>
                    <a:pt x="4509" y="12119"/>
                    <a:pt x="4689" y="11902"/>
                  </a:cubicBezTo>
                  <a:cubicBezTo>
                    <a:pt x="6024" y="10135"/>
                    <a:pt x="6997" y="8151"/>
                    <a:pt x="8079" y="6204"/>
                  </a:cubicBezTo>
                  <a:cubicBezTo>
                    <a:pt x="8296" y="5807"/>
                    <a:pt x="8656" y="5230"/>
                    <a:pt x="8945" y="4617"/>
                  </a:cubicBezTo>
                  <a:cubicBezTo>
                    <a:pt x="9234" y="3967"/>
                    <a:pt x="9486" y="3282"/>
                    <a:pt x="9486" y="2561"/>
                  </a:cubicBezTo>
                  <a:cubicBezTo>
                    <a:pt x="9486" y="2164"/>
                    <a:pt x="9414" y="1803"/>
                    <a:pt x="9234" y="1443"/>
                  </a:cubicBezTo>
                  <a:cubicBezTo>
                    <a:pt x="9017" y="974"/>
                    <a:pt x="8729" y="613"/>
                    <a:pt x="8368" y="361"/>
                  </a:cubicBezTo>
                  <a:cubicBezTo>
                    <a:pt x="8007" y="108"/>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g312bfb4b743_5_798"/>
            <p:cNvSpPr/>
            <p:nvPr/>
          </p:nvSpPr>
          <p:spPr>
            <a:xfrm>
              <a:off x="3610725" y="4730250"/>
              <a:ext cx="182150" cy="250325"/>
            </a:xfrm>
            <a:custGeom>
              <a:avLst/>
              <a:gdLst/>
              <a:ahLst/>
              <a:cxnLst/>
              <a:rect l="l" t="t" r="r" b="b"/>
              <a:pathLst>
                <a:path w="7286" h="10013" extrusionOk="0">
                  <a:moveTo>
                    <a:pt x="5370" y="1"/>
                  </a:moveTo>
                  <a:cubicBezTo>
                    <a:pt x="4757" y="1"/>
                    <a:pt x="4076" y="419"/>
                    <a:pt x="3499" y="1228"/>
                  </a:cubicBezTo>
                  <a:cubicBezTo>
                    <a:pt x="3066" y="1841"/>
                    <a:pt x="1046" y="4690"/>
                    <a:pt x="397" y="6998"/>
                  </a:cubicBezTo>
                  <a:cubicBezTo>
                    <a:pt x="0" y="8441"/>
                    <a:pt x="144" y="9631"/>
                    <a:pt x="1515" y="9992"/>
                  </a:cubicBezTo>
                  <a:cubicBezTo>
                    <a:pt x="1577" y="10006"/>
                    <a:pt x="1637" y="10013"/>
                    <a:pt x="1697" y="10013"/>
                  </a:cubicBezTo>
                  <a:cubicBezTo>
                    <a:pt x="2403" y="10013"/>
                    <a:pt x="2952" y="9084"/>
                    <a:pt x="3318" y="8585"/>
                  </a:cubicBezTo>
                  <a:cubicBezTo>
                    <a:pt x="4328" y="7323"/>
                    <a:pt x="5050" y="5808"/>
                    <a:pt x="5843" y="4366"/>
                  </a:cubicBezTo>
                  <a:cubicBezTo>
                    <a:pt x="6312" y="3536"/>
                    <a:pt x="7286" y="2093"/>
                    <a:pt x="6709" y="975"/>
                  </a:cubicBezTo>
                  <a:cubicBezTo>
                    <a:pt x="6389" y="320"/>
                    <a:pt x="5905" y="1"/>
                    <a:pt x="5370"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0" name="Google Shape;2220;g312bfb4b743_5_798"/>
            <p:cNvSpPr/>
            <p:nvPr/>
          </p:nvSpPr>
          <p:spPr>
            <a:xfrm>
              <a:off x="3608925" y="4723050"/>
              <a:ext cx="181250" cy="265125"/>
            </a:xfrm>
            <a:custGeom>
              <a:avLst/>
              <a:gdLst/>
              <a:ahLst/>
              <a:cxnLst/>
              <a:rect l="l" t="t" r="r" b="b"/>
              <a:pathLst>
                <a:path w="7250" h="10605" extrusionOk="0">
                  <a:moveTo>
                    <a:pt x="5446" y="614"/>
                  </a:moveTo>
                  <a:cubicBezTo>
                    <a:pt x="5663" y="614"/>
                    <a:pt x="5843" y="650"/>
                    <a:pt x="6023" y="794"/>
                  </a:cubicBezTo>
                  <a:cubicBezTo>
                    <a:pt x="6204" y="903"/>
                    <a:pt x="6384" y="1119"/>
                    <a:pt x="6528" y="1408"/>
                  </a:cubicBezTo>
                  <a:cubicBezTo>
                    <a:pt x="6600" y="1588"/>
                    <a:pt x="6672" y="1804"/>
                    <a:pt x="6672" y="2021"/>
                  </a:cubicBezTo>
                  <a:cubicBezTo>
                    <a:pt x="6672" y="2417"/>
                    <a:pt x="6492" y="2886"/>
                    <a:pt x="6312" y="3319"/>
                  </a:cubicBezTo>
                  <a:cubicBezTo>
                    <a:pt x="6095" y="3752"/>
                    <a:pt x="5843" y="4185"/>
                    <a:pt x="5663" y="4509"/>
                  </a:cubicBezTo>
                  <a:cubicBezTo>
                    <a:pt x="4833" y="5952"/>
                    <a:pt x="4112" y="7467"/>
                    <a:pt x="3138" y="8693"/>
                  </a:cubicBezTo>
                  <a:cubicBezTo>
                    <a:pt x="2958" y="8946"/>
                    <a:pt x="2741" y="9306"/>
                    <a:pt x="2489" y="9559"/>
                  </a:cubicBezTo>
                  <a:cubicBezTo>
                    <a:pt x="2344" y="9703"/>
                    <a:pt x="2236" y="9811"/>
                    <a:pt x="2128" y="9883"/>
                  </a:cubicBezTo>
                  <a:cubicBezTo>
                    <a:pt x="1984" y="9955"/>
                    <a:pt x="1876" y="9991"/>
                    <a:pt x="1767" y="9991"/>
                  </a:cubicBezTo>
                  <a:lnTo>
                    <a:pt x="1659" y="9991"/>
                  </a:lnTo>
                  <a:cubicBezTo>
                    <a:pt x="1226" y="9883"/>
                    <a:pt x="1010" y="9703"/>
                    <a:pt x="830" y="9450"/>
                  </a:cubicBezTo>
                  <a:cubicBezTo>
                    <a:pt x="685" y="9234"/>
                    <a:pt x="577" y="8909"/>
                    <a:pt x="577" y="8549"/>
                  </a:cubicBezTo>
                  <a:cubicBezTo>
                    <a:pt x="577" y="8188"/>
                    <a:pt x="649" y="7791"/>
                    <a:pt x="757" y="7359"/>
                  </a:cubicBezTo>
                  <a:cubicBezTo>
                    <a:pt x="1371" y="5158"/>
                    <a:pt x="3390" y="2309"/>
                    <a:pt x="3823" y="1696"/>
                  </a:cubicBezTo>
                  <a:cubicBezTo>
                    <a:pt x="4364" y="939"/>
                    <a:pt x="4977" y="614"/>
                    <a:pt x="5446" y="614"/>
                  </a:cubicBezTo>
                  <a:close/>
                  <a:moveTo>
                    <a:pt x="5446" y="1"/>
                  </a:moveTo>
                  <a:cubicBezTo>
                    <a:pt x="4689" y="1"/>
                    <a:pt x="3931" y="506"/>
                    <a:pt x="3318" y="1371"/>
                  </a:cubicBezTo>
                  <a:cubicBezTo>
                    <a:pt x="2885" y="1985"/>
                    <a:pt x="866" y="4834"/>
                    <a:pt x="180" y="7214"/>
                  </a:cubicBezTo>
                  <a:cubicBezTo>
                    <a:pt x="72" y="7683"/>
                    <a:pt x="0" y="8116"/>
                    <a:pt x="0" y="8549"/>
                  </a:cubicBezTo>
                  <a:cubicBezTo>
                    <a:pt x="0" y="8982"/>
                    <a:pt x="72" y="9450"/>
                    <a:pt x="325" y="9811"/>
                  </a:cubicBezTo>
                  <a:cubicBezTo>
                    <a:pt x="577" y="10172"/>
                    <a:pt x="1010" y="10424"/>
                    <a:pt x="1515" y="10569"/>
                  </a:cubicBezTo>
                  <a:cubicBezTo>
                    <a:pt x="1623" y="10569"/>
                    <a:pt x="1695" y="10605"/>
                    <a:pt x="1767" y="10605"/>
                  </a:cubicBezTo>
                  <a:cubicBezTo>
                    <a:pt x="2020" y="10605"/>
                    <a:pt x="2236" y="10496"/>
                    <a:pt x="2417" y="10388"/>
                  </a:cubicBezTo>
                  <a:cubicBezTo>
                    <a:pt x="2705" y="10208"/>
                    <a:pt x="2921" y="9955"/>
                    <a:pt x="3138" y="9739"/>
                  </a:cubicBezTo>
                  <a:cubicBezTo>
                    <a:pt x="3318" y="9487"/>
                    <a:pt x="3499" y="9234"/>
                    <a:pt x="3607" y="9054"/>
                  </a:cubicBezTo>
                  <a:cubicBezTo>
                    <a:pt x="4653" y="7755"/>
                    <a:pt x="5374" y="6241"/>
                    <a:pt x="6168" y="4798"/>
                  </a:cubicBezTo>
                  <a:cubicBezTo>
                    <a:pt x="6348" y="4473"/>
                    <a:pt x="6600" y="4040"/>
                    <a:pt x="6853" y="3572"/>
                  </a:cubicBezTo>
                  <a:cubicBezTo>
                    <a:pt x="7069" y="3103"/>
                    <a:pt x="7250" y="2562"/>
                    <a:pt x="7250" y="2021"/>
                  </a:cubicBezTo>
                  <a:cubicBezTo>
                    <a:pt x="7250" y="1732"/>
                    <a:pt x="7213" y="1408"/>
                    <a:pt x="7069" y="1119"/>
                  </a:cubicBezTo>
                  <a:cubicBezTo>
                    <a:pt x="6889" y="758"/>
                    <a:pt x="6636" y="506"/>
                    <a:pt x="6384" y="289"/>
                  </a:cubicBezTo>
                  <a:cubicBezTo>
                    <a:pt x="6095" y="109"/>
                    <a:pt x="5771" y="1"/>
                    <a:pt x="54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1" name="Google Shape;2221;g312bfb4b743_5_798"/>
            <p:cNvSpPr/>
            <p:nvPr/>
          </p:nvSpPr>
          <p:spPr>
            <a:xfrm>
              <a:off x="3129225" y="4525600"/>
              <a:ext cx="300275" cy="286350"/>
            </a:xfrm>
            <a:custGeom>
              <a:avLst/>
              <a:gdLst/>
              <a:ahLst/>
              <a:cxnLst/>
              <a:rect l="l" t="t" r="r" b="b"/>
              <a:pathLst>
                <a:path w="12011" h="11454" extrusionOk="0">
                  <a:moveTo>
                    <a:pt x="12011" y="0"/>
                  </a:moveTo>
                  <a:cubicBezTo>
                    <a:pt x="12010" y="0"/>
                    <a:pt x="9320" y="1568"/>
                    <a:pt x="7073" y="1568"/>
                  </a:cubicBezTo>
                  <a:cubicBezTo>
                    <a:pt x="6680" y="1568"/>
                    <a:pt x="6301" y="1520"/>
                    <a:pt x="5951" y="1407"/>
                  </a:cubicBezTo>
                  <a:cubicBezTo>
                    <a:pt x="5202" y="1153"/>
                    <a:pt x="4541" y="1047"/>
                    <a:pt x="3953" y="1047"/>
                  </a:cubicBezTo>
                  <a:cubicBezTo>
                    <a:pt x="2702" y="1047"/>
                    <a:pt x="1782" y="1528"/>
                    <a:pt x="1046" y="2092"/>
                  </a:cubicBezTo>
                  <a:cubicBezTo>
                    <a:pt x="0" y="2922"/>
                    <a:pt x="1154" y="8043"/>
                    <a:pt x="830" y="9486"/>
                  </a:cubicBezTo>
                  <a:cubicBezTo>
                    <a:pt x="535" y="10797"/>
                    <a:pt x="1223" y="11453"/>
                    <a:pt x="2435" y="11453"/>
                  </a:cubicBezTo>
                  <a:cubicBezTo>
                    <a:pt x="2556" y="11453"/>
                    <a:pt x="2682" y="11447"/>
                    <a:pt x="2814" y="11433"/>
                  </a:cubicBezTo>
                  <a:cubicBezTo>
                    <a:pt x="4256" y="11289"/>
                    <a:pt x="5302" y="9450"/>
                    <a:pt x="5338" y="7719"/>
                  </a:cubicBezTo>
                  <a:cubicBezTo>
                    <a:pt x="5373" y="6079"/>
                    <a:pt x="5307" y="5553"/>
                    <a:pt x="5596" y="5553"/>
                  </a:cubicBezTo>
                  <a:cubicBezTo>
                    <a:pt x="5606" y="5553"/>
                    <a:pt x="5616" y="5553"/>
                    <a:pt x="5627" y="5555"/>
                  </a:cubicBezTo>
                  <a:cubicBezTo>
                    <a:pt x="5955" y="5587"/>
                    <a:pt x="8371" y="6038"/>
                    <a:pt x="9430" y="6038"/>
                  </a:cubicBezTo>
                  <a:cubicBezTo>
                    <a:pt x="9535" y="6038"/>
                    <a:pt x="9627" y="6033"/>
                    <a:pt x="9702" y="6023"/>
                  </a:cubicBezTo>
                  <a:cubicBezTo>
                    <a:pt x="10568" y="5951"/>
                    <a:pt x="12011" y="0"/>
                    <a:pt x="12011"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2" name="Google Shape;2222;g312bfb4b743_5_798"/>
            <p:cNvSpPr/>
            <p:nvPr/>
          </p:nvSpPr>
          <p:spPr>
            <a:xfrm>
              <a:off x="3136425" y="4518300"/>
              <a:ext cx="300300" cy="301275"/>
            </a:xfrm>
            <a:custGeom>
              <a:avLst/>
              <a:gdLst/>
              <a:ahLst/>
              <a:cxnLst/>
              <a:rect l="l" t="t" r="r" b="b"/>
              <a:pathLst>
                <a:path w="12012" h="12051" extrusionOk="0">
                  <a:moveTo>
                    <a:pt x="11248" y="899"/>
                  </a:moveTo>
                  <a:cubicBezTo>
                    <a:pt x="11228" y="980"/>
                    <a:pt x="11206" y="1067"/>
                    <a:pt x="11182" y="1158"/>
                  </a:cubicBezTo>
                  <a:cubicBezTo>
                    <a:pt x="10965" y="1987"/>
                    <a:pt x="10605" y="3250"/>
                    <a:pt x="10244" y="4296"/>
                  </a:cubicBezTo>
                  <a:cubicBezTo>
                    <a:pt x="10064" y="4801"/>
                    <a:pt x="9847" y="5269"/>
                    <a:pt x="9667" y="5594"/>
                  </a:cubicBezTo>
                  <a:cubicBezTo>
                    <a:pt x="9595" y="5774"/>
                    <a:pt x="9523" y="5883"/>
                    <a:pt x="9450" y="5955"/>
                  </a:cubicBezTo>
                  <a:lnTo>
                    <a:pt x="9378" y="6027"/>
                  </a:lnTo>
                  <a:lnTo>
                    <a:pt x="9198" y="6027"/>
                  </a:lnTo>
                  <a:cubicBezTo>
                    <a:pt x="8729" y="6027"/>
                    <a:pt x="7827" y="5919"/>
                    <a:pt x="7070" y="5810"/>
                  </a:cubicBezTo>
                  <a:cubicBezTo>
                    <a:pt x="6673" y="5738"/>
                    <a:pt x="6277" y="5702"/>
                    <a:pt x="5988" y="5630"/>
                  </a:cubicBezTo>
                  <a:cubicBezTo>
                    <a:pt x="5699" y="5594"/>
                    <a:pt x="5483" y="5558"/>
                    <a:pt x="5375" y="5558"/>
                  </a:cubicBezTo>
                  <a:lnTo>
                    <a:pt x="5303" y="5522"/>
                  </a:lnTo>
                  <a:cubicBezTo>
                    <a:pt x="5231" y="5522"/>
                    <a:pt x="5122" y="5558"/>
                    <a:pt x="5050" y="5630"/>
                  </a:cubicBezTo>
                  <a:cubicBezTo>
                    <a:pt x="4906" y="5702"/>
                    <a:pt x="4870" y="5847"/>
                    <a:pt x="4834" y="5991"/>
                  </a:cubicBezTo>
                  <a:cubicBezTo>
                    <a:pt x="4798" y="6171"/>
                    <a:pt x="4762" y="6424"/>
                    <a:pt x="4762" y="6748"/>
                  </a:cubicBezTo>
                  <a:cubicBezTo>
                    <a:pt x="4762" y="7073"/>
                    <a:pt x="4762" y="7470"/>
                    <a:pt x="4762" y="8011"/>
                  </a:cubicBezTo>
                  <a:cubicBezTo>
                    <a:pt x="4726" y="8804"/>
                    <a:pt x="4473" y="9670"/>
                    <a:pt x="4076" y="10283"/>
                  </a:cubicBezTo>
                  <a:cubicBezTo>
                    <a:pt x="3644" y="10932"/>
                    <a:pt x="3103" y="11365"/>
                    <a:pt x="2490" y="11437"/>
                  </a:cubicBezTo>
                  <a:lnTo>
                    <a:pt x="2129" y="11437"/>
                  </a:lnTo>
                  <a:cubicBezTo>
                    <a:pt x="1660" y="11437"/>
                    <a:pt x="1299" y="11329"/>
                    <a:pt x="1119" y="11148"/>
                  </a:cubicBezTo>
                  <a:cubicBezTo>
                    <a:pt x="903" y="11004"/>
                    <a:pt x="758" y="10752"/>
                    <a:pt x="758" y="10355"/>
                  </a:cubicBezTo>
                  <a:cubicBezTo>
                    <a:pt x="758" y="10211"/>
                    <a:pt x="794" y="10030"/>
                    <a:pt x="830" y="9850"/>
                  </a:cubicBezTo>
                  <a:cubicBezTo>
                    <a:pt x="866" y="9634"/>
                    <a:pt x="903" y="9345"/>
                    <a:pt x="903" y="9057"/>
                  </a:cubicBezTo>
                  <a:cubicBezTo>
                    <a:pt x="903" y="7794"/>
                    <a:pt x="614" y="5847"/>
                    <a:pt x="614" y="4368"/>
                  </a:cubicBezTo>
                  <a:cubicBezTo>
                    <a:pt x="614" y="3899"/>
                    <a:pt x="650" y="3502"/>
                    <a:pt x="686" y="3178"/>
                  </a:cubicBezTo>
                  <a:cubicBezTo>
                    <a:pt x="758" y="2889"/>
                    <a:pt x="866" y="2709"/>
                    <a:pt x="975" y="2637"/>
                  </a:cubicBezTo>
                  <a:cubicBezTo>
                    <a:pt x="1660" y="2096"/>
                    <a:pt x="2490" y="1663"/>
                    <a:pt x="3680" y="1627"/>
                  </a:cubicBezTo>
                  <a:cubicBezTo>
                    <a:pt x="4221" y="1627"/>
                    <a:pt x="4870" y="1735"/>
                    <a:pt x="5591" y="1987"/>
                  </a:cubicBezTo>
                  <a:cubicBezTo>
                    <a:pt x="5952" y="2096"/>
                    <a:pt x="6385" y="2168"/>
                    <a:pt x="6818" y="2168"/>
                  </a:cubicBezTo>
                  <a:cubicBezTo>
                    <a:pt x="8008" y="2168"/>
                    <a:pt x="9234" y="1735"/>
                    <a:pt x="10208" y="1338"/>
                  </a:cubicBezTo>
                  <a:cubicBezTo>
                    <a:pt x="10615" y="1187"/>
                    <a:pt x="10971" y="1031"/>
                    <a:pt x="11248" y="899"/>
                  </a:cubicBezTo>
                  <a:close/>
                  <a:moveTo>
                    <a:pt x="11678" y="0"/>
                  </a:moveTo>
                  <a:cubicBezTo>
                    <a:pt x="11630" y="0"/>
                    <a:pt x="11584" y="12"/>
                    <a:pt x="11542" y="40"/>
                  </a:cubicBezTo>
                  <a:cubicBezTo>
                    <a:pt x="11542" y="40"/>
                    <a:pt x="11506" y="76"/>
                    <a:pt x="11434" y="112"/>
                  </a:cubicBezTo>
                  <a:cubicBezTo>
                    <a:pt x="11182" y="256"/>
                    <a:pt x="10496" y="617"/>
                    <a:pt x="9631" y="941"/>
                  </a:cubicBezTo>
                  <a:cubicBezTo>
                    <a:pt x="8765" y="1266"/>
                    <a:pt x="7719" y="1555"/>
                    <a:pt x="6818" y="1555"/>
                  </a:cubicBezTo>
                  <a:cubicBezTo>
                    <a:pt x="6421" y="1555"/>
                    <a:pt x="6096" y="1518"/>
                    <a:pt x="5772" y="1410"/>
                  </a:cubicBezTo>
                  <a:cubicBezTo>
                    <a:pt x="4978" y="1158"/>
                    <a:pt x="4293" y="1050"/>
                    <a:pt x="3680" y="1050"/>
                  </a:cubicBezTo>
                  <a:cubicBezTo>
                    <a:pt x="2345" y="1050"/>
                    <a:pt x="1335" y="1555"/>
                    <a:pt x="578" y="2168"/>
                  </a:cubicBezTo>
                  <a:cubicBezTo>
                    <a:pt x="325" y="2384"/>
                    <a:pt x="181" y="2709"/>
                    <a:pt x="109" y="3069"/>
                  </a:cubicBezTo>
                  <a:cubicBezTo>
                    <a:pt x="37" y="3430"/>
                    <a:pt x="1" y="3863"/>
                    <a:pt x="1" y="4368"/>
                  </a:cubicBezTo>
                  <a:cubicBezTo>
                    <a:pt x="1" y="5883"/>
                    <a:pt x="289" y="7866"/>
                    <a:pt x="289" y="9057"/>
                  </a:cubicBezTo>
                  <a:cubicBezTo>
                    <a:pt x="289" y="9345"/>
                    <a:pt x="289" y="9561"/>
                    <a:pt x="253" y="9706"/>
                  </a:cubicBezTo>
                  <a:cubicBezTo>
                    <a:pt x="181" y="9922"/>
                    <a:pt x="181" y="10139"/>
                    <a:pt x="181" y="10355"/>
                  </a:cubicBezTo>
                  <a:cubicBezTo>
                    <a:pt x="181" y="10860"/>
                    <a:pt x="362" y="11329"/>
                    <a:pt x="722" y="11617"/>
                  </a:cubicBezTo>
                  <a:cubicBezTo>
                    <a:pt x="1083" y="11906"/>
                    <a:pt x="1552" y="12050"/>
                    <a:pt x="2129" y="12050"/>
                  </a:cubicBezTo>
                  <a:cubicBezTo>
                    <a:pt x="2273" y="12050"/>
                    <a:pt x="2417" y="12050"/>
                    <a:pt x="2562" y="12014"/>
                  </a:cubicBezTo>
                  <a:cubicBezTo>
                    <a:pt x="3391" y="11942"/>
                    <a:pt x="4076" y="11365"/>
                    <a:pt x="4581" y="10607"/>
                  </a:cubicBezTo>
                  <a:cubicBezTo>
                    <a:pt x="5050" y="9886"/>
                    <a:pt x="5303" y="8948"/>
                    <a:pt x="5339" y="8047"/>
                  </a:cubicBezTo>
                  <a:cubicBezTo>
                    <a:pt x="5375" y="7217"/>
                    <a:pt x="5375" y="6640"/>
                    <a:pt x="5375" y="6351"/>
                  </a:cubicBezTo>
                  <a:cubicBezTo>
                    <a:pt x="5394" y="6256"/>
                    <a:pt x="5403" y="6191"/>
                    <a:pt x="5407" y="6145"/>
                  </a:cubicBezTo>
                  <a:lnTo>
                    <a:pt x="5407" y="6145"/>
                  </a:lnTo>
                  <a:cubicBezTo>
                    <a:pt x="5514" y="6160"/>
                    <a:pt x="5679" y="6193"/>
                    <a:pt x="5880" y="6243"/>
                  </a:cubicBezTo>
                  <a:cubicBezTo>
                    <a:pt x="6782" y="6388"/>
                    <a:pt x="8368" y="6640"/>
                    <a:pt x="9198" y="6640"/>
                  </a:cubicBezTo>
                  <a:lnTo>
                    <a:pt x="9450" y="6640"/>
                  </a:lnTo>
                  <a:cubicBezTo>
                    <a:pt x="9595" y="6604"/>
                    <a:pt x="9703" y="6568"/>
                    <a:pt x="9775" y="6496"/>
                  </a:cubicBezTo>
                  <a:cubicBezTo>
                    <a:pt x="9955" y="6351"/>
                    <a:pt x="10064" y="6171"/>
                    <a:pt x="10172" y="5919"/>
                  </a:cubicBezTo>
                  <a:cubicBezTo>
                    <a:pt x="10605" y="5125"/>
                    <a:pt x="11073" y="3755"/>
                    <a:pt x="11398" y="2564"/>
                  </a:cubicBezTo>
                  <a:cubicBezTo>
                    <a:pt x="11759" y="1374"/>
                    <a:pt x="12011" y="364"/>
                    <a:pt x="12011" y="364"/>
                  </a:cubicBezTo>
                  <a:cubicBezTo>
                    <a:pt x="12011" y="256"/>
                    <a:pt x="11975" y="148"/>
                    <a:pt x="11903" y="76"/>
                  </a:cubicBezTo>
                  <a:cubicBezTo>
                    <a:pt x="11836" y="31"/>
                    <a:pt x="11756" y="0"/>
                    <a:pt x="116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g312bfb4b743_5_798"/>
            <p:cNvSpPr/>
            <p:nvPr/>
          </p:nvSpPr>
          <p:spPr>
            <a:xfrm>
              <a:off x="3441200" y="4492850"/>
              <a:ext cx="241675" cy="331975"/>
            </a:xfrm>
            <a:custGeom>
              <a:avLst/>
              <a:gdLst/>
              <a:ahLst/>
              <a:cxnLst/>
              <a:rect l="l" t="t" r="r" b="b"/>
              <a:pathLst>
                <a:path w="9667" h="13279" extrusionOk="0">
                  <a:moveTo>
                    <a:pt x="7141" y="0"/>
                  </a:moveTo>
                  <a:cubicBezTo>
                    <a:pt x="6323" y="0"/>
                    <a:pt x="5408" y="554"/>
                    <a:pt x="4617" y="1635"/>
                  </a:cubicBezTo>
                  <a:cubicBezTo>
                    <a:pt x="4040" y="2428"/>
                    <a:pt x="1371" y="6215"/>
                    <a:pt x="542" y="9281"/>
                  </a:cubicBezTo>
                  <a:cubicBezTo>
                    <a:pt x="1" y="11193"/>
                    <a:pt x="181" y="12816"/>
                    <a:pt x="2020" y="13248"/>
                  </a:cubicBezTo>
                  <a:cubicBezTo>
                    <a:pt x="2102" y="13269"/>
                    <a:pt x="2182" y="13278"/>
                    <a:pt x="2261" y="13278"/>
                  </a:cubicBezTo>
                  <a:cubicBezTo>
                    <a:pt x="3162" y="13278"/>
                    <a:pt x="3903" y="12039"/>
                    <a:pt x="4401" y="11409"/>
                  </a:cubicBezTo>
                  <a:cubicBezTo>
                    <a:pt x="5735" y="9714"/>
                    <a:pt x="6673" y="7694"/>
                    <a:pt x="7755" y="5783"/>
                  </a:cubicBezTo>
                  <a:cubicBezTo>
                    <a:pt x="8368" y="4701"/>
                    <a:pt x="9667" y="2753"/>
                    <a:pt x="8909" y="1274"/>
                  </a:cubicBezTo>
                  <a:cubicBezTo>
                    <a:pt x="8490" y="419"/>
                    <a:pt x="7852" y="0"/>
                    <a:pt x="7141"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4" name="Google Shape;2224;g312bfb4b743_5_798"/>
            <p:cNvSpPr/>
            <p:nvPr/>
          </p:nvSpPr>
          <p:spPr>
            <a:xfrm>
              <a:off x="3440300" y="4485025"/>
              <a:ext cx="237175" cy="348075"/>
            </a:xfrm>
            <a:custGeom>
              <a:avLst/>
              <a:gdLst/>
              <a:ahLst/>
              <a:cxnLst/>
              <a:rect l="l" t="t" r="r" b="b"/>
              <a:pathLst>
                <a:path w="9487" h="13923" extrusionOk="0">
                  <a:moveTo>
                    <a:pt x="7178" y="613"/>
                  </a:moveTo>
                  <a:cubicBezTo>
                    <a:pt x="7466" y="613"/>
                    <a:pt x="7755" y="685"/>
                    <a:pt x="8007" y="866"/>
                  </a:cubicBezTo>
                  <a:cubicBezTo>
                    <a:pt x="8260" y="1046"/>
                    <a:pt x="8512" y="1335"/>
                    <a:pt x="8693" y="1731"/>
                  </a:cubicBezTo>
                  <a:cubicBezTo>
                    <a:pt x="8837" y="1984"/>
                    <a:pt x="8873" y="2272"/>
                    <a:pt x="8873" y="2561"/>
                  </a:cubicBezTo>
                  <a:cubicBezTo>
                    <a:pt x="8873" y="3138"/>
                    <a:pt x="8657" y="3751"/>
                    <a:pt x="8404" y="4364"/>
                  </a:cubicBezTo>
                  <a:cubicBezTo>
                    <a:pt x="8116" y="4941"/>
                    <a:pt x="7791" y="5518"/>
                    <a:pt x="7539" y="5951"/>
                  </a:cubicBezTo>
                  <a:cubicBezTo>
                    <a:pt x="6457" y="7863"/>
                    <a:pt x="5483" y="9883"/>
                    <a:pt x="4184" y="11542"/>
                  </a:cubicBezTo>
                  <a:cubicBezTo>
                    <a:pt x="3932" y="11866"/>
                    <a:pt x="3643" y="12335"/>
                    <a:pt x="3283" y="12696"/>
                  </a:cubicBezTo>
                  <a:cubicBezTo>
                    <a:pt x="3138" y="12876"/>
                    <a:pt x="2958" y="13056"/>
                    <a:pt x="2778" y="13129"/>
                  </a:cubicBezTo>
                  <a:cubicBezTo>
                    <a:pt x="2597" y="13237"/>
                    <a:pt x="2453" y="13309"/>
                    <a:pt x="2273" y="13309"/>
                  </a:cubicBezTo>
                  <a:cubicBezTo>
                    <a:pt x="2237" y="13309"/>
                    <a:pt x="2165" y="13309"/>
                    <a:pt x="2128" y="13273"/>
                  </a:cubicBezTo>
                  <a:cubicBezTo>
                    <a:pt x="1551" y="13129"/>
                    <a:pt x="1191" y="12876"/>
                    <a:pt x="938" y="12552"/>
                  </a:cubicBezTo>
                  <a:cubicBezTo>
                    <a:pt x="722" y="12227"/>
                    <a:pt x="614" y="11794"/>
                    <a:pt x="614" y="11253"/>
                  </a:cubicBezTo>
                  <a:cubicBezTo>
                    <a:pt x="614" y="10784"/>
                    <a:pt x="686" y="10243"/>
                    <a:pt x="866" y="9666"/>
                  </a:cubicBezTo>
                  <a:cubicBezTo>
                    <a:pt x="1660" y="6709"/>
                    <a:pt x="4329" y="2922"/>
                    <a:pt x="4906" y="2128"/>
                  </a:cubicBezTo>
                  <a:cubicBezTo>
                    <a:pt x="5663" y="1082"/>
                    <a:pt x="6493" y="613"/>
                    <a:pt x="7178" y="613"/>
                  </a:cubicBezTo>
                  <a:close/>
                  <a:moveTo>
                    <a:pt x="7178" y="0"/>
                  </a:moveTo>
                  <a:cubicBezTo>
                    <a:pt x="6204" y="0"/>
                    <a:pt x="5230" y="649"/>
                    <a:pt x="4437" y="1767"/>
                  </a:cubicBezTo>
                  <a:cubicBezTo>
                    <a:pt x="3824" y="2597"/>
                    <a:pt x="1155" y="6384"/>
                    <a:pt x="253" y="9522"/>
                  </a:cubicBezTo>
                  <a:cubicBezTo>
                    <a:pt x="109" y="10135"/>
                    <a:pt x="0" y="10712"/>
                    <a:pt x="0" y="11253"/>
                  </a:cubicBezTo>
                  <a:cubicBezTo>
                    <a:pt x="0" y="11866"/>
                    <a:pt x="145" y="12443"/>
                    <a:pt x="433" y="12912"/>
                  </a:cubicBezTo>
                  <a:cubicBezTo>
                    <a:pt x="758" y="13345"/>
                    <a:pt x="1299" y="13706"/>
                    <a:pt x="1984" y="13850"/>
                  </a:cubicBezTo>
                  <a:cubicBezTo>
                    <a:pt x="2092" y="13886"/>
                    <a:pt x="2201" y="13922"/>
                    <a:pt x="2273" y="13922"/>
                  </a:cubicBezTo>
                  <a:cubicBezTo>
                    <a:pt x="2597" y="13922"/>
                    <a:pt x="2850" y="13814"/>
                    <a:pt x="3102" y="13670"/>
                  </a:cubicBezTo>
                  <a:cubicBezTo>
                    <a:pt x="3463" y="13417"/>
                    <a:pt x="3751" y="13129"/>
                    <a:pt x="4004" y="12804"/>
                  </a:cubicBezTo>
                  <a:cubicBezTo>
                    <a:pt x="4256" y="12479"/>
                    <a:pt x="4509" y="12155"/>
                    <a:pt x="4653" y="11902"/>
                  </a:cubicBezTo>
                  <a:cubicBezTo>
                    <a:pt x="6024" y="10171"/>
                    <a:pt x="6998" y="8151"/>
                    <a:pt x="8043" y="6240"/>
                  </a:cubicBezTo>
                  <a:cubicBezTo>
                    <a:pt x="8296" y="5807"/>
                    <a:pt x="8657" y="5266"/>
                    <a:pt x="8945" y="4617"/>
                  </a:cubicBezTo>
                  <a:cubicBezTo>
                    <a:pt x="9234" y="3968"/>
                    <a:pt x="9486" y="3282"/>
                    <a:pt x="9486" y="2561"/>
                  </a:cubicBezTo>
                  <a:cubicBezTo>
                    <a:pt x="9486" y="2200"/>
                    <a:pt x="9414" y="1804"/>
                    <a:pt x="9234" y="1443"/>
                  </a:cubicBezTo>
                  <a:cubicBezTo>
                    <a:pt x="9017" y="974"/>
                    <a:pt x="8693" y="613"/>
                    <a:pt x="8368" y="361"/>
                  </a:cubicBezTo>
                  <a:cubicBezTo>
                    <a:pt x="8007" y="144"/>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5" name="Google Shape;2225;g312bfb4b743_5_798"/>
            <p:cNvSpPr/>
            <p:nvPr/>
          </p:nvSpPr>
          <p:spPr>
            <a:xfrm>
              <a:off x="3309550" y="4463625"/>
              <a:ext cx="241675" cy="332350"/>
            </a:xfrm>
            <a:custGeom>
              <a:avLst/>
              <a:gdLst/>
              <a:ahLst/>
              <a:cxnLst/>
              <a:rect l="l" t="t" r="r" b="b"/>
              <a:pathLst>
                <a:path w="9667" h="13294" extrusionOk="0">
                  <a:moveTo>
                    <a:pt x="7156" y="1"/>
                  </a:moveTo>
                  <a:cubicBezTo>
                    <a:pt x="6330" y="1"/>
                    <a:pt x="5411" y="565"/>
                    <a:pt x="4617" y="1650"/>
                  </a:cubicBezTo>
                  <a:cubicBezTo>
                    <a:pt x="4040" y="2443"/>
                    <a:pt x="1371" y="6230"/>
                    <a:pt x="542" y="9296"/>
                  </a:cubicBezTo>
                  <a:cubicBezTo>
                    <a:pt x="1" y="11207"/>
                    <a:pt x="181" y="12830"/>
                    <a:pt x="2021" y="13263"/>
                  </a:cubicBezTo>
                  <a:cubicBezTo>
                    <a:pt x="2102" y="13284"/>
                    <a:pt x="2182" y="13293"/>
                    <a:pt x="2262" y="13293"/>
                  </a:cubicBezTo>
                  <a:cubicBezTo>
                    <a:pt x="3163" y="13293"/>
                    <a:pt x="3904" y="12054"/>
                    <a:pt x="4401" y="11424"/>
                  </a:cubicBezTo>
                  <a:cubicBezTo>
                    <a:pt x="5735" y="9729"/>
                    <a:pt x="6673" y="7709"/>
                    <a:pt x="7755" y="5797"/>
                  </a:cubicBezTo>
                  <a:cubicBezTo>
                    <a:pt x="8368" y="4715"/>
                    <a:pt x="9667" y="2768"/>
                    <a:pt x="8945" y="1289"/>
                  </a:cubicBezTo>
                  <a:cubicBezTo>
                    <a:pt x="8511" y="421"/>
                    <a:pt x="7868" y="1"/>
                    <a:pt x="7156"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6" name="Google Shape;2226;g312bfb4b743_5_798"/>
            <p:cNvSpPr/>
            <p:nvPr/>
          </p:nvSpPr>
          <p:spPr>
            <a:xfrm>
              <a:off x="3308650" y="4456175"/>
              <a:ext cx="237175" cy="347150"/>
            </a:xfrm>
            <a:custGeom>
              <a:avLst/>
              <a:gdLst/>
              <a:ahLst/>
              <a:cxnLst/>
              <a:rect l="l" t="t" r="r" b="b"/>
              <a:pathLst>
                <a:path w="9487" h="13886" extrusionOk="0">
                  <a:moveTo>
                    <a:pt x="7109" y="611"/>
                  </a:moveTo>
                  <a:cubicBezTo>
                    <a:pt x="7132" y="611"/>
                    <a:pt x="7155" y="612"/>
                    <a:pt x="7178" y="613"/>
                  </a:cubicBezTo>
                  <a:cubicBezTo>
                    <a:pt x="7467" y="613"/>
                    <a:pt x="7755" y="685"/>
                    <a:pt x="8008" y="866"/>
                  </a:cubicBezTo>
                  <a:cubicBezTo>
                    <a:pt x="8260" y="1046"/>
                    <a:pt x="8513" y="1298"/>
                    <a:pt x="8693" y="1695"/>
                  </a:cubicBezTo>
                  <a:cubicBezTo>
                    <a:pt x="8837" y="1984"/>
                    <a:pt x="8873" y="2272"/>
                    <a:pt x="8873" y="2561"/>
                  </a:cubicBezTo>
                  <a:cubicBezTo>
                    <a:pt x="8873" y="3138"/>
                    <a:pt x="8657" y="3751"/>
                    <a:pt x="8404" y="4364"/>
                  </a:cubicBezTo>
                  <a:cubicBezTo>
                    <a:pt x="8116" y="4941"/>
                    <a:pt x="7791" y="5482"/>
                    <a:pt x="7539" y="5951"/>
                  </a:cubicBezTo>
                  <a:cubicBezTo>
                    <a:pt x="6457" y="7863"/>
                    <a:pt x="5483" y="9846"/>
                    <a:pt x="4184" y="11542"/>
                  </a:cubicBezTo>
                  <a:cubicBezTo>
                    <a:pt x="3932" y="11866"/>
                    <a:pt x="3643" y="12335"/>
                    <a:pt x="3319" y="12696"/>
                  </a:cubicBezTo>
                  <a:cubicBezTo>
                    <a:pt x="3139" y="12876"/>
                    <a:pt x="2958" y="13020"/>
                    <a:pt x="2778" y="13128"/>
                  </a:cubicBezTo>
                  <a:cubicBezTo>
                    <a:pt x="2634" y="13237"/>
                    <a:pt x="2453" y="13309"/>
                    <a:pt x="2309" y="13309"/>
                  </a:cubicBezTo>
                  <a:cubicBezTo>
                    <a:pt x="2237" y="13309"/>
                    <a:pt x="2165" y="13309"/>
                    <a:pt x="2129" y="13273"/>
                  </a:cubicBezTo>
                  <a:cubicBezTo>
                    <a:pt x="1552" y="13128"/>
                    <a:pt x="1191" y="12876"/>
                    <a:pt x="938" y="12551"/>
                  </a:cubicBezTo>
                  <a:cubicBezTo>
                    <a:pt x="722" y="12227"/>
                    <a:pt x="614" y="11794"/>
                    <a:pt x="614" y="11253"/>
                  </a:cubicBezTo>
                  <a:cubicBezTo>
                    <a:pt x="614" y="10784"/>
                    <a:pt x="686" y="10243"/>
                    <a:pt x="866" y="9666"/>
                  </a:cubicBezTo>
                  <a:cubicBezTo>
                    <a:pt x="1660" y="6709"/>
                    <a:pt x="4329" y="2921"/>
                    <a:pt x="4906" y="2092"/>
                  </a:cubicBezTo>
                  <a:cubicBezTo>
                    <a:pt x="5638" y="1116"/>
                    <a:pt x="6437" y="611"/>
                    <a:pt x="7109" y="611"/>
                  </a:cubicBezTo>
                  <a:close/>
                  <a:moveTo>
                    <a:pt x="7178" y="0"/>
                  </a:moveTo>
                  <a:cubicBezTo>
                    <a:pt x="6204" y="0"/>
                    <a:pt x="5230" y="613"/>
                    <a:pt x="4437" y="1767"/>
                  </a:cubicBezTo>
                  <a:cubicBezTo>
                    <a:pt x="3824" y="2597"/>
                    <a:pt x="1155" y="6384"/>
                    <a:pt x="289" y="9522"/>
                  </a:cubicBezTo>
                  <a:cubicBezTo>
                    <a:pt x="109" y="10135"/>
                    <a:pt x="1" y="10712"/>
                    <a:pt x="1" y="11253"/>
                  </a:cubicBezTo>
                  <a:cubicBezTo>
                    <a:pt x="1" y="11866"/>
                    <a:pt x="145" y="12443"/>
                    <a:pt x="470" y="12876"/>
                  </a:cubicBezTo>
                  <a:cubicBezTo>
                    <a:pt x="758" y="13345"/>
                    <a:pt x="1299" y="13706"/>
                    <a:pt x="1984" y="13850"/>
                  </a:cubicBezTo>
                  <a:cubicBezTo>
                    <a:pt x="2093" y="13886"/>
                    <a:pt x="2201" y="13886"/>
                    <a:pt x="2309" y="13886"/>
                  </a:cubicBezTo>
                  <a:cubicBezTo>
                    <a:pt x="2598" y="13886"/>
                    <a:pt x="2850" y="13814"/>
                    <a:pt x="3102" y="13633"/>
                  </a:cubicBezTo>
                  <a:cubicBezTo>
                    <a:pt x="3463" y="13417"/>
                    <a:pt x="3752" y="13092"/>
                    <a:pt x="4004" y="12768"/>
                  </a:cubicBezTo>
                  <a:cubicBezTo>
                    <a:pt x="4257" y="12443"/>
                    <a:pt x="4509" y="12119"/>
                    <a:pt x="4653" y="11902"/>
                  </a:cubicBezTo>
                  <a:cubicBezTo>
                    <a:pt x="6024" y="10171"/>
                    <a:pt x="6998" y="8151"/>
                    <a:pt x="8044" y="6240"/>
                  </a:cubicBezTo>
                  <a:cubicBezTo>
                    <a:pt x="8296" y="5807"/>
                    <a:pt x="8657" y="5230"/>
                    <a:pt x="8945" y="4617"/>
                  </a:cubicBezTo>
                  <a:cubicBezTo>
                    <a:pt x="9234" y="3967"/>
                    <a:pt x="9486" y="3282"/>
                    <a:pt x="9486" y="2561"/>
                  </a:cubicBezTo>
                  <a:cubicBezTo>
                    <a:pt x="9486" y="2200"/>
                    <a:pt x="9414" y="1803"/>
                    <a:pt x="9234" y="1443"/>
                  </a:cubicBezTo>
                  <a:cubicBezTo>
                    <a:pt x="9017" y="974"/>
                    <a:pt x="8693" y="613"/>
                    <a:pt x="8368" y="361"/>
                  </a:cubicBezTo>
                  <a:cubicBezTo>
                    <a:pt x="8008" y="108"/>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7" name="Google Shape;2227;g312bfb4b743_5_798"/>
            <p:cNvSpPr/>
            <p:nvPr/>
          </p:nvSpPr>
          <p:spPr>
            <a:xfrm>
              <a:off x="1841625" y="4237050"/>
              <a:ext cx="1703300" cy="1232625"/>
            </a:xfrm>
            <a:custGeom>
              <a:avLst/>
              <a:gdLst/>
              <a:ahLst/>
              <a:cxnLst/>
              <a:rect l="l" t="t" r="r" b="b"/>
              <a:pathLst>
                <a:path w="68132" h="49305" extrusionOk="0">
                  <a:moveTo>
                    <a:pt x="1" y="1"/>
                  </a:moveTo>
                  <a:lnTo>
                    <a:pt x="10712" y="29287"/>
                  </a:lnTo>
                  <a:lnTo>
                    <a:pt x="68131" y="49304"/>
                  </a:lnTo>
                  <a:lnTo>
                    <a:pt x="64849" y="21352"/>
                  </a:ln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8" name="Google Shape;2228;g312bfb4b743_5_798"/>
            <p:cNvSpPr/>
            <p:nvPr/>
          </p:nvSpPr>
          <p:spPr>
            <a:xfrm>
              <a:off x="1833500" y="4229500"/>
              <a:ext cx="1718625" cy="1247750"/>
            </a:xfrm>
            <a:custGeom>
              <a:avLst/>
              <a:gdLst/>
              <a:ahLst/>
              <a:cxnLst/>
              <a:rect l="l" t="t" r="r" b="b"/>
              <a:pathLst>
                <a:path w="68745" h="49910" extrusionOk="0">
                  <a:moveTo>
                    <a:pt x="828" y="780"/>
                  </a:moveTo>
                  <a:lnTo>
                    <a:pt x="64886" y="21871"/>
                  </a:lnTo>
                  <a:lnTo>
                    <a:pt x="68096" y="49174"/>
                  </a:lnTo>
                  <a:lnTo>
                    <a:pt x="11254" y="29337"/>
                  </a:lnTo>
                  <a:lnTo>
                    <a:pt x="828" y="780"/>
                  </a:lnTo>
                  <a:close/>
                  <a:moveTo>
                    <a:pt x="341" y="0"/>
                  </a:moveTo>
                  <a:cubicBezTo>
                    <a:pt x="253" y="0"/>
                    <a:pt x="162" y="34"/>
                    <a:pt x="109" y="86"/>
                  </a:cubicBezTo>
                  <a:cubicBezTo>
                    <a:pt x="37" y="195"/>
                    <a:pt x="1" y="303"/>
                    <a:pt x="37" y="411"/>
                  </a:cubicBezTo>
                  <a:lnTo>
                    <a:pt x="10749" y="29697"/>
                  </a:lnTo>
                  <a:cubicBezTo>
                    <a:pt x="10785" y="29770"/>
                    <a:pt x="10857" y="29842"/>
                    <a:pt x="10929" y="29878"/>
                  </a:cubicBezTo>
                  <a:lnTo>
                    <a:pt x="68348" y="49895"/>
                  </a:lnTo>
                  <a:cubicBezTo>
                    <a:pt x="68380" y="49906"/>
                    <a:pt x="68411" y="49910"/>
                    <a:pt x="68442" y="49910"/>
                  </a:cubicBezTo>
                  <a:cubicBezTo>
                    <a:pt x="68517" y="49910"/>
                    <a:pt x="68586" y="49884"/>
                    <a:pt x="68637" y="49859"/>
                  </a:cubicBezTo>
                  <a:cubicBezTo>
                    <a:pt x="68709" y="49787"/>
                    <a:pt x="68745" y="49679"/>
                    <a:pt x="68745" y="49570"/>
                  </a:cubicBezTo>
                  <a:lnTo>
                    <a:pt x="65463" y="21618"/>
                  </a:lnTo>
                  <a:cubicBezTo>
                    <a:pt x="65427" y="21510"/>
                    <a:pt x="65355" y="21402"/>
                    <a:pt x="65246" y="21366"/>
                  </a:cubicBezTo>
                  <a:lnTo>
                    <a:pt x="434" y="14"/>
                  </a:lnTo>
                  <a:cubicBezTo>
                    <a:pt x="405" y="5"/>
                    <a:pt x="373" y="0"/>
                    <a:pt x="3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9" name="Google Shape;2229;g312bfb4b743_5_798"/>
            <p:cNvSpPr/>
            <p:nvPr/>
          </p:nvSpPr>
          <p:spPr>
            <a:xfrm>
              <a:off x="5068725" y="3813275"/>
              <a:ext cx="471600" cy="14450"/>
            </a:xfrm>
            <a:custGeom>
              <a:avLst/>
              <a:gdLst/>
              <a:ahLst/>
              <a:cxnLst/>
              <a:rect l="l" t="t" r="r" b="b"/>
              <a:pathLst>
                <a:path w="18864" h="578" extrusionOk="0">
                  <a:moveTo>
                    <a:pt x="325" y="0"/>
                  </a:moveTo>
                  <a:cubicBezTo>
                    <a:pt x="145" y="0"/>
                    <a:pt x="1" y="108"/>
                    <a:pt x="1" y="289"/>
                  </a:cubicBezTo>
                  <a:cubicBezTo>
                    <a:pt x="1" y="469"/>
                    <a:pt x="145" y="577"/>
                    <a:pt x="325" y="577"/>
                  </a:cubicBezTo>
                  <a:lnTo>
                    <a:pt x="18539" y="577"/>
                  </a:lnTo>
                  <a:cubicBezTo>
                    <a:pt x="18719" y="577"/>
                    <a:pt x="18864" y="469"/>
                    <a:pt x="18864" y="289"/>
                  </a:cubicBezTo>
                  <a:cubicBezTo>
                    <a:pt x="18864" y="108"/>
                    <a:pt x="18719" y="0"/>
                    <a:pt x="185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0" name="Google Shape;2230;g312bfb4b743_5_798"/>
            <p:cNvSpPr/>
            <p:nvPr/>
          </p:nvSpPr>
          <p:spPr>
            <a:xfrm>
              <a:off x="4743225" y="3813275"/>
              <a:ext cx="174050" cy="14450"/>
            </a:xfrm>
            <a:custGeom>
              <a:avLst/>
              <a:gdLst/>
              <a:ahLst/>
              <a:cxnLst/>
              <a:rect l="l" t="t" r="r" b="b"/>
              <a:pathLst>
                <a:path w="6962" h="578" extrusionOk="0">
                  <a:moveTo>
                    <a:pt x="289" y="0"/>
                  </a:moveTo>
                  <a:cubicBezTo>
                    <a:pt x="145" y="0"/>
                    <a:pt x="0" y="108"/>
                    <a:pt x="0" y="289"/>
                  </a:cubicBezTo>
                  <a:cubicBezTo>
                    <a:pt x="0" y="469"/>
                    <a:pt x="145" y="577"/>
                    <a:pt x="289" y="577"/>
                  </a:cubicBezTo>
                  <a:lnTo>
                    <a:pt x="6673" y="577"/>
                  </a:lnTo>
                  <a:cubicBezTo>
                    <a:pt x="6853" y="577"/>
                    <a:pt x="6961" y="469"/>
                    <a:pt x="6961" y="289"/>
                  </a:cubicBezTo>
                  <a:cubicBezTo>
                    <a:pt x="6961" y="108"/>
                    <a:pt x="6853" y="0"/>
                    <a:pt x="66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1" name="Google Shape;2231;g312bfb4b743_5_798"/>
            <p:cNvSpPr/>
            <p:nvPr/>
          </p:nvSpPr>
          <p:spPr>
            <a:xfrm>
              <a:off x="5445625" y="3896225"/>
              <a:ext cx="94700" cy="15350"/>
            </a:xfrm>
            <a:custGeom>
              <a:avLst/>
              <a:gdLst/>
              <a:ahLst/>
              <a:cxnLst/>
              <a:rect l="l" t="t" r="r" b="b"/>
              <a:pathLst>
                <a:path w="3788" h="614" extrusionOk="0">
                  <a:moveTo>
                    <a:pt x="289" y="0"/>
                  </a:moveTo>
                  <a:cubicBezTo>
                    <a:pt x="145" y="0"/>
                    <a:pt x="1" y="145"/>
                    <a:pt x="1" y="289"/>
                  </a:cubicBezTo>
                  <a:cubicBezTo>
                    <a:pt x="1" y="469"/>
                    <a:pt x="145" y="613"/>
                    <a:pt x="289" y="613"/>
                  </a:cubicBezTo>
                  <a:lnTo>
                    <a:pt x="3463" y="613"/>
                  </a:lnTo>
                  <a:cubicBezTo>
                    <a:pt x="3643" y="613"/>
                    <a:pt x="3788" y="469"/>
                    <a:pt x="3788" y="289"/>
                  </a:cubicBezTo>
                  <a:cubicBezTo>
                    <a:pt x="3788" y="145"/>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2" name="Google Shape;2232;g312bfb4b743_5_798"/>
            <p:cNvSpPr/>
            <p:nvPr/>
          </p:nvSpPr>
          <p:spPr>
            <a:xfrm>
              <a:off x="5221125" y="3896225"/>
              <a:ext cx="174025" cy="15350"/>
            </a:xfrm>
            <a:custGeom>
              <a:avLst/>
              <a:gdLst/>
              <a:ahLst/>
              <a:cxnLst/>
              <a:rect l="l" t="t" r="r" b="b"/>
              <a:pathLst>
                <a:path w="6961" h="614" extrusionOk="0">
                  <a:moveTo>
                    <a:pt x="289" y="0"/>
                  </a:moveTo>
                  <a:cubicBezTo>
                    <a:pt x="144" y="0"/>
                    <a:pt x="0" y="145"/>
                    <a:pt x="0" y="289"/>
                  </a:cubicBezTo>
                  <a:cubicBezTo>
                    <a:pt x="0" y="469"/>
                    <a:pt x="144" y="613"/>
                    <a:pt x="289" y="613"/>
                  </a:cubicBezTo>
                  <a:lnTo>
                    <a:pt x="6672" y="613"/>
                  </a:lnTo>
                  <a:cubicBezTo>
                    <a:pt x="6817" y="613"/>
                    <a:pt x="6961" y="469"/>
                    <a:pt x="6961" y="289"/>
                  </a:cubicBezTo>
                  <a:cubicBezTo>
                    <a:pt x="6961" y="145"/>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3" name="Google Shape;2233;g312bfb4b743_5_798"/>
            <p:cNvSpPr/>
            <p:nvPr/>
          </p:nvSpPr>
          <p:spPr>
            <a:xfrm>
              <a:off x="4743225" y="3896225"/>
              <a:ext cx="384150" cy="15350"/>
            </a:xfrm>
            <a:custGeom>
              <a:avLst/>
              <a:gdLst/>
              <a:ahLst/>
              <a:cxnLst/>
              <a:rect l="l" t="t" r="r" b="b"/>
              <a:pathLst>
                <a:path w="15366" h="614" extrusionOk="0">
                  <a:moveTo>
                    <a:pt x="289" y="0"/>
                  </a:moveTo>
                  <a:cubicBezTo>
                    <a:pt x="145" y="0"/>
                    <a:pt x="0" y="145"/>
                    <a:pt x="0" y="289"/>
                  </a:cubicBezTo>
                  <a:cubicBezTo>
                    <a:pt x="0" y="469"/>
                    <a:pt x="145" y="613"/>
                    <a:pt x="289" y="613"/>
                  </a:cubicBezTo>
                  <a:lnTo>
                    <a:pt x="15077" y="613"/>
                  </a:lnTo>
                  <a:cubicBezTo>
                    <a:pt x="15221" y="613"/>
                    <a:pt x="15365" y="469"/>
                    <a:pt x="15365" y="289"/>
                  </a:cubicBezTo>
                  <a:cubicBezTo>
                    <a:pt x="15365" y="145"/>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4" name="Google Shape;2234;g312bfb4b743_5_798"/>
            <p:cNvSpPr/>
            <p:nvPr/>
          </p:nvSpPr>
          <p:spPr>
            <a:xfrm>
              <a:off x="5120125" y="3979175"/>
              <a:ext cx="420200" cy="15350"/>
            </a:xfrm>
            <a:custGeom>
              <a:avLst/>
              <a:gdLst/>
              <a:ahLst/>
              <a:cxnLst/>
              <a:rect l="l" t="t" r="r" b="b"/>
              <a:pathLst>
                <a:path w="16808" h="614" extrusionOk="0">
                  <a:moveTo>
                    <a:pt x="289" y="1"/>
                  </a:moveTo>
                  <a:cubicBezTo>
                    <a:pt x="109" y="1"/>
                    <a:pt x="1" y="145"/>
                    <a:pt x="1" y="325"/>
                  </a:cubicBezTo>
                  <a:cubicBezTo>
                    <a:pt x="1" y="469"/>
                    <a:pt x="109" y="614"/>
                    <a:pt x="289" y="614"/>
                  </a:cubicBezTo>
                  <a:lnTo>
                    <a:pt x="16483" y="614"/>
                  </a:lnTo>
                  <a:cubicBezTo>
                    <a:pt x="16663" y="614"/>
                    <a:pt x="16808" y="469"/>
                    <a:pt x="16808" y="325"/>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5" name="Google Shape;2235;g312bfb4b743_5_798"/>
            <p:cNvSpPr/>
            <p:nvPr/>
          </p:nvSpPr>
          <p:spPr>
            <a:xfrm>
              <a:off x="4743225" y="3979175"/>
              <a:ext cx="304800" cy="15350"/>
            </a:xfrm>
            <a:custGeom>
              <a:avLst/>
              <a:gdLst/>
              <a:ahLst/>
              <a:cxnLst/>
              <a:rect l="l" t="t" r="r" b="b"/>
              <a:pathLst>
                <a:path w="12192" h="614" extrusionOk="0">
                  <a:moveTo>
                    <a:pt x="289" y="1"/>
                  </a:moveTo>
                  <a:cubicBezTo>
                    <a:pt x="145" y="1"/>
                    <a:pt x="0" y="145"/>
                    <a:pt x="0" y="325"/>
                  </a:cubicBezTo>
                  <a:cubicBezTo>
                    <a:pt x="0" y="469"/>
                    <a:pt x="145" y="614"/>
                    <a:pt x="289" y="614"/>
                  </a:cubicBezTo>
                  <a:lnTo>
                    <a:pt x="11903" y="614"/>
                  </a:lnTo>
                  <a:cubicBezTo>
                    <a:pt x="12047" y="614"/>
                    <a:pt x="12191" y="469"/>
                    <a:pt x="12191" y="325"/>
                  </a:cubicBezTo>
                  <a:cubicBezTo>
                    <a:pt x="12191" y="145"/>
                    <a:pt x="12047" y="1"/>
                    <a:pt x="119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6" name="Google Shape;2236;g312bfb4b743_5_798"/>
            <p:cNvSpPr/>
            <p:nvPr/>
          </p:nvSpPr>
          <p:spPr>
            <a:xfrm>
              <a:off x="5350950" y="4062125"/>
              <a:ext cx="189375" cy="15350"/>
            </a:xfrm>
            <a:custGeom>
              <a:avLst/>
              <a:gdLst/>
              <a:ahLst/>
              <a:cxnLst/>
              <a:rect l="l" t="t" r="r" b="b"/>
              <a:pathLst>
                <a:path w="7575" h="614" extrusionOk="0">
                  <a:moveTo>
                    <a:pt x="325" y="1"/>
                  </a:moveTo>
                  <a:cubicBezTo>
                    <a:pt x="145" y="1"/>
                    <a:pt x="1" y="145"/>
                    <a:pt x="1" y="325"/>
                  </a:cubicBezTo>
                  <a:cubicBezTo>
                    <a:pt x="1" y="470"/>
                    <a:pt x="145" y="614"/>
                    <a:pt x="325" y="614"/>
                  </a:cubicBezTo>
                  <a:lnTo>
                    <a:pt x="7250" y="614"/>
                  </a:lnTo>
                  <a:cubicBezTo>
                    <a:pt x="7430" y="614"/>
                    <a:pt x="7575" y="470"/>
                    <a:pt x="7575" y="325"/>
                  </a:cubicBezTo>
                  <a:cubicBezTo>
                    <a:pt x="7575" y="145"/>
                    <a:pt x="7430"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7" name="Google Shape;2237;g312bfb4b743_5_798"/>
            <p:cNvSpPr/>
            <p:nvPr/>
          </p:nvSpPr>
          <p:spPr>
            <a:xfrm>
              <a:off x="4917250" y="4062125"/>
              <a:ext cx="376925" cy="15350"/>
            </a:xfrm>
            <a:custGeom>
              <a:avLst/>
              <a:gdLst/>
              <a:ahLst/>
              <a:cxnLst/>
              <a:rect l="l" t="t" r="r" b="b"/>
              <a:pathLst>
                <a:path w="15077" h="614" extrusionOk="0">
                  <a:moveTo>
                    <a:pt x="289" y="1"/>
                  </a:moveTo>
                  <a:cubicBezTo>
                    <a:pt x="109" y="1"/>
                    <a:pt x="0" y="145"/>
                    <a:pt x="0" y="325"/>
                  </a:cubicBezTo>
                  <a:cubicBezTo>
                    <a:pt x="0" y="470"/>
                    <a:pt x="109" y="614"/>
                    <a:pt x="289" y="614"/>
                  </a:cubicBezTo>
                  <a:lnTo>
                    <a:pt x="14752" y="614"/>
                  </a:lnTo>
                  <a:cubicBezTo>
                    <a:pt x="14932" y="614"/>
                    <a:pt x="15076" y="470"/>
                    <a:pt x="15076" y="325"/>
                  </a:cubicBezTo>
                  <a:cubicBezTo>
                    <a:pt x="15076" y="145"/>
                    <a:pt x="14932" y="1"/>
                    <a:pt x="147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8" name="Google Shape;2238;g312bfb4b743_5_798"/>
            <p:cNvSpPr/>
            <p:nvPr/>
          </p:nvSpPr>
          <p:spPr>
            <a:xfrm>
              <a:off x="4743225" y="4062125"/>
              <a:ext cx="109125" cy="15350"/>
            </a:xfrm>
            <a:custGeom>
              <a:avLst/>
              <a:gdLst/>
              <a:ahLst/>
              <a:cxnLst/>
              <a:rect l="l" t="t" r="r" b="b"/>
              <a:pathLst>
                <a:path w="4365" h="614" extrusionOk="0">
                  <a:moveTo>
                    <a:pt x="289" y="1"/>
                  </a:moveTo>
                  <a:cubicBezTo>
                    <a:pt x="145" y="1"/>
                    <a:pt x="0" y="145"/>
                    <a:pt x="0" y="325"/>
                  </a:cubicBezTo>
                  <a:cubicBezTo>
                    <a:pt x="0" y="470"/>
                    <a:pt x="145" y="614"/>
                    <a:pt x="289" y="614"/>
                  </a:cubicBezTo>
                  <a:lnTo>
                    <a:pt x="4076" y="614"/>
                  </a:lnTo>
                  <a:cubicBezTo>
                    <a:pt x="4220" y="614"/>
                    <a:pt x="4365" y="470"/>
                    <a:pt x="4365" y="325"/>
                  </a:cubicBezTo>
                  <a:cubicBezTo>
                    <a:pt x="4365" y="145"/>
                    <a:pt x="4220" y="1"/>
                    <a:pt x="4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9" name="Google Shape;2239;g312bfb4b743_5_798"/>
            <p:cNvSpPr/>
            <p:nvPr/>
          </p:nvSpPr>
          <p:spPr>
            <a:xfrm>
              <a:off x="5068725" y="4135175"/>
              <a:ext cx="471600" cy="15350"/>
            </a:xfrm>
            <a:custGeom>
              <a:avLst/>
              <a:gdLst/>
              <a:ahLst/>
              <a:cxnLst/>
              <a:rect l="l" t="t" r="r" b="b"/>
              <a:pathLst>
                <a:path w="18864" h="614" extrusionOk="0">
                  <a:moveTo>
                    <a:pt x="325" y="0"/>
                  </a:moveTo>
                  <a:cubicBezTo>
                    <a:pt x="145" y="0"/>
                    <a:pt x="1" y="144"/>
                    <a:pt x="1" y="325"/>
                  </a:cubicBezTo>
                  <a:cubicBezTo>
                    <a:pt x="1" y="469"/>
                    <a:pt x="145" y="613"/>
                    <a:pt x="325" y="613"/>
                  </a:cubicBezTo>
                  <a:lnTo>
                    <a:pt x="18539" y="613"/>
                  </a:lnTo>
                  <a:cubicBezTo>
                    <a:pt x="18719" y="613"/>
                    <a:pt x="18864" y="469"/>
                    <a:pt x="18864" y="325"/>
                  </a:cubicBezTo>
                  <a:cubicBezTo>
                    <a:pt x="18864" y="144"/>
                    <a:pt x="18719" y="0"/>
                    <a:pt x="185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0" name="Google Shape;2240;g312bfb4b743_5_798"/>
            <p:cNvSpPr/>
            <p:nvPr/>
          </p:nvSpPr>
          <p:spPr>
            <a:xfrm>
              <a:off x="4743225" y="4135175"/>
              <a:ext cx="174050" cy="15350"/>
            </a:xfrm>
            <a:custGeom>
              <a:avLst/>
              <a:gdLst/>
              <a:ahLst/>
              <a:cxnLst/>
              <a:rect l="l" t="t" r="r" b="b"/>
              <a:pathLst>
                <a:path w="6962" h="614" extrusionOk="0">
                  <a:moveTo>
                    <a:pt x="289" y="0"/>
                  </a:moveTo>
                  <a:cubicBezTo>
                    <a:pt x="145" y="0"/>
                    <a:pt x="0" y="144"/>
                    <a:pt x="0" y="325"/>
                  </a:cubicBezTo>
                  <a:cubicBezTo>
                    <a:pt x="0" y="469"/>
                    <a:pt x="145" y="613"/>
                    <a:pt x="289" y="613"/>
                  </a:cubicBezTo>
                  <a:lnTo>
                    <a:pt x="6673" y="613"/>
                  </a:lnTo>
                  <a:cubicBezTo>
                    <a:pt x="6853" y="613"/>
                    <a:pt x="6961" y="469"/>
                    <a:pt x="6961" y="325"/>
                  </a:cubicBezTo>
                  <a:cubicBezTo>
                    <a:pt x="6961" y="144"/>
                    <a:pt x="6853" y="0"/>
                    <a:pt x="66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1" name="Google Shape;2241;g312bfb4b743_5_798"/>
            <p:cNvSpPr/>
            <p:nvPr/>
          </p:nvSpPr>
          <p:spPr>
            <a:xfrm>
              <a:off x="5445625" y="4218125"/>
              <a:ext cx="94700" cy="15350"/>
            </a:xfrm>
            <a:custGeom>
              <a:avLst/>
              <a:gdLst/>
              <a:ahLst/>
              <a:cxnLst/>
              <a:rect l="l" t="t" r="r" b="b"/>
              <a:pathLst>
                <a:path w="3788" h="614" extrusionOk="0">
                  <a:moveTo>
                    <a:pt x="289" y="0"/>
                  </a:moveTo>
                  <a:cubicBezTo>
                    <a:pt x="145" y="0"/>
                    <a:pt x="1" y="145"/>
                    <a:pt x="1" y="325"/>
                  </a:cubicBezTo>
                  <a:cubicBezTo>
                    <a:pt x="1" y="469"/>
                    <a:pt x="145" y="613"/>
                    <a:pt x="289" y="613"/>
                  </a:cubicBezTo>
                  <a:lnTo>
                    <a:pt x="3463" y="613"/>
                  </a:lnTo>
                  <a:cubicBezTo>
                    <a:pt x="3643" y="613"/>
                    <a:pt x="3788" y="469"/>
                    <a:pt x="3788" y="325"/>
                  </a:cubicBezTo>
                  <a:cubicBezTo>
                    <a:pt x="3788" y="145"/>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2" name="Google Shape;2242;g312bfb4b743_5_798"/>
            <p:cNvSpPr/>
            <p:nvPr/>
          </p:nvSpPr>
          <p:spPr>
            <a:xfrm>
              <a:off x="5221125" y="4218125"/>
              <a:ext cx="174025" cy="15350"/>
            </a:xfrm>
            <a:custGeom>
              <a:avLst/>
              <a:gdLst/>
              <a:ahLst/>
              <a:cxnLst/>
              <a:rect l="l" t="t" r="r" b="b"/>
              <a:pathLst>
                <a:path w="6961" h="614" extrusionOk="0">
                  <a:moveTo>
                    <a:pt x="289" y="0"/>
                  </a:moveTo>
                  <a:cubicBezTo>
                    <a:pt x="144" y="0"/>
                    <a:pt x="0" y="145"/>
                    <a:pt x="0" y="325"/>
                  </a:cubicBezTo>
                  <a:cubicBezTo>
                    <a:pt x="0" y="469"/>
                    <a:pt x="144" y="613"/>
                    <a:pt x="289" y="613"/>
                  </a:cubicBezTo>
                  <a:lnTo>
                    <a:pt x="6672" y="613"/>
                  </a:lnTo>
                  <a:cubicBezTo>
                    <a:pt x="6817" y="613"/>
                    <a:pt x="6961" y="469"/>
                    <a:pt x="6961" y="325"/>
                  </a:cubicBezTo>
                  <a:cubicBezTo>
                    <a:pt x="6961" y="145"/>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3" name="Google Shape;2243;g312bfb4b743_5_798"/>
            <p:cNvSpPr/>
            <p:nvPr/>
          </p:nvSpPr>
          <p:spPr>
            <a:xfrm>
              <a:off x="4743225" y="4218125"/>
              <a:ext cx="384150" cy="15350"/>
            </a:xfrm>
            <a:custGeom>
              <a:avLst/>
              <a:gdLst/>
              <a:ahLst/>
              <a:cxnLst/>
              <a:rect l="l" t="t" r="r" b="b"/>
              <a:pathLst>
                <a:path w="15366" h="614" extrusionOk="0">
                  <a:moveTo>
                    <a:pt x="289" y="0"/>
                  </a:moveTo>
                  <a:cubicBezTo>
                    <a:pt x="145" y="0"/>
                    <a:pt x="0" y="145"/>
                    <a:pt x="0" y="325"/>
                  </a:cubicBezTo>
                  <a:cubicBezTo>
                    <a:pt x="0" y="469"/>
                    <a:pt x="145" y="613"/>
                    <a:pt x="289" y="613"/>
                  </a:cubicBezTo>
                  <a:lnTo>
                    <a:pt x="15077" y="613"/>
                  </a:lnTo>
                  <a:cubicBezTo>
                    <a:pt x="15221" y="613"/>
                    <a:pt x="15365" y="469"/>
                    <a:pt x="15365" y="325"/>
                  </a:cubicBezTo>
                  <a:cubicBezTo>
                    <a:pt x="15365" y="145"/>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4" name="Google Shape;2244;g312bfb4b743_5_798"/>
            <p:cNvSpPr/>
            <p:nvPr/>
          </p:nvSpPr>
          <p:spPr>
            <a:xfrm>
              <a:off x="5120125" y="4301975"/>
              <a:ext cx="420200" cy="14450"/>
            </a:xfrm>
            <a:custGeom>
              <a:avLst/>
              <a:gdLst/>
              <a:ahLst/>
              <a:cxnLst/>
              <a:rect l="l" t="t" r="r" b="b"/>
              <a:pathLst>
                <a:path w="16808" h="578" extrusionOk="0">
                  <a:moveTo>
                    <a:pt x="289" y="1"/>
                  </a:moveTo>
                  <a:cubicBezTo>
                    <a:pt x="109" y="1"/>
                    <a:pt x="1" y="109"/>
                    <a:pt x="1" y="289"/>
                  </a:cubicBezTo>
                  <a:cubicBezTo>
                    <a:pt x="1" y="469"/>
                    <a:pt x="109" y="578"/>
                    <a:pt x="289" y="578"/>
                  </a:cubicBezTo>
                  <a:lnTo>
                    <a:pt x="16483" y="578"/>
                  </a:lnTo>
                  <a:cubicBezTo>
                    <a:pt x="16663" y="578"/>
                    <a:pt x="16808" y="469"/>
                    <a:pt x="16808" y="289"/>
                  </a:cubicBezTo>
                  <a:cubicBezTo>
                    <a:pt x="16808" y="109"/>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5" name="Google Shape;2245;g312bfb4b743_5_798"/>
            <p:cNvSpPr/>
            <p:nvPr/>
          </p:nvSpPr>
          <p:spPr>
            <a:xfrm>
              <a:off x="4743225" y="4301975"/>
              <a:ext cx="304800" cy="14450"/>
            </a:xfrm>
            <a:custGeom>
              <a:avLst/>
              <a:gdLst/>
              <a:ahLst/>
              <a:cxnLst/>
              <a:rect l="l" t="t" r="r" b="b"/>
              <a:pathLst>
                <a:path w="12192" h="578" extrusionOk="0">
                  <a:moveTo>
                    <a:pt x="289" y="1"/>
                  </a:moveTo>
                  <a:cubicBezTo>
                    <a:pt x="145" y="1"/>
                    <a:pt x="0" y="109"/>
                    <a:pt x="0" y="289"/>
                  </a:cubicBezTo>
                  <a:cubicBezTo>
                    <a:pt x="0" y="469"/>
                    <a:pt x="145" y="578"/>
                    <a:pt x="289" y="578"/>
                  </a:cubicBezTo>
                  <a:lnTo>
                    <a:pt x="11903" y="578"/>
                  </a:lnTo>
                  <a:cubicBezTo>
                    <a:pt x="12047" y="578"/>
                    <a:pt x="12191" y="469"/>
                    <a:pt x="12191" y="289"/>
                  </a:cubicBezTo>
                  <a:cubicBezTo>
                    <a:pt x="12191" y="109"/>
                    <a:pt x="12047" y="1"/>
                    <a:pt x="119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6" name="Google Shape;2246;g312bfb4b743_5_798"/>
            <p:cNvSpPr/>
            <p:nvPr/>
          </p:nvSpPr>
          <p:spPr>
            <a:xfrm>
              <a:off x="5445625" y="4457975"/>
              <a:ext cx="94700" cy="15350"/>
            </a:xfrm>
            <a:custGeom>
              <a:avLst/>
              <a:gdLst/>
              <a:ahLst/>
              <a:cxnLst/>
              <a:rect l="l" t="t" r="r" b="b"/>
              <a:pathLst>
                <a:path w="3788" h="614" extrusionOk="0">
                  <a:moveTo>
                    <a:pt x="289" y="0"/>
                  </a:moveTo>
                  <a:cubicBezTo>
                    <a:pt x="145" y="0"/>
                    <a:pt x="1" y="144"/>
                    <a:pt x="1" y="289"/>
                  </a:cubicBezTo>
                  <a:cubicBezTo>
                    <a:pt x="1" y="469"/>
                    <a:pt x="145" y="613"/>
                    <a:pt x="289" y="613"/>
                  </a:cubicBezTo>
                  <a:lnTo>
                    <a:pt x="3463" y="613"/>
                  </a:lnTo>
                  <a:cubicBezTo>
                    <a:pt x="3643" y="613"/>
                    <a:pt x="3788" y="469"/>
                    <a:pt x="3788" y="289"/>
                  </a:cubicBezTo>
                  <a:cubicBezTo>
                    <a:pt x="3788" y="144"/>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7" name="Google Shape;2247;g312bfb4b743_5_798"/>
            <p:cNvSpPr/>
            <p:nvPr/>
          </p:nvSpPr>
          <p:spPr>
            <a:xfrm>
              <a:off x="5221125" y="4457975"/>
              <a:ext cx="174025" cy="15350"/>
            </a:xfrm>
            <a:custGeom>
              <a:avLst/>
              <a:gdLst/>
              <a:ahLst/>
              <a:cxnLst/>
              <a:rect l="l" t="t" r="r" b="b"/>
              <a:pathLst>
                <a:path w="6961" h="614" extrusionOk="0">
                  <a:moveTo>
                    <a:pt x="289" y="0"/>
                  </a:moveTo>
                  <a:cubicBezTo>
                    <a:pt x="144" y="0"/>
                    <a:pt x="0" y="144"/>
                    <a:pt x="0" y="289"/>
                  </a:cubicBezTo>
                  <a:cubicBezTo>
                    <a:pt x="0" y="469"/>
                    <a:pt x="144" y="613"/>
                    <a:pt x="289" y="613"/>
                  </a:cubicBezTo>
                  <a:lnTo>
                    <a:pt x="6672" y="613"/>
                  </a:lnTo>
                  <a:cubicBezTo>
                    <a:pt x="6817" y="613"/>
                    <a:pt x="6961" y="469"/>
                    <a:pt x="6961" y="289"/>
                  </a:cubicBezTo>
                  <a:cubicBezTo>
                    <a:pt x="6961" y="144"/>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8" name="Google Shape;2248;g312bfb4b743_5_798"/>
            <p:cNvSpPr/>
            <p:nvPr/>
          </p:nvSpPr>
          <p:spPr>
            <a:xfrm>
              <a:off x="4743225" y="4457975"/>
              <a:ext cx="384150" cy="15350"/>
            </a:xfrm>
            <a:custGeom>
              <a:avLst/>
              <a:gdLst/>
              <a:ahLst/>
              <a:cxnLst/>
              <a:rect l="l" t="t" r="r" b="b"/>
              <a:pathLst>
                <a:path w="15366" h="614" extrusionOk="0">
                  <a:moveTo>
                    <a:pt x="289" y="0"/>
                  </a:moveTo>
                  <a:cubicBezTo>
                    <a:pt x="145" y="0"/>
                    <a:pt x="0" y="144"/>
                    <a:pt x="0" y="289"/>
                  </a:cubicBezTo>
                  <a:cubicBezTo>
                    <a:pt x="0" y="469"/>
                    <a:pt x="145" y="613"/>
                    <a:pt x="289" y="613"/>
                  </a:cubicBezTo>
                  <a:lnTo>
                    <a:pt x="15077" y="613"/>
                  </a:lnTo>
                  <a:cubicBezTo>
                    <a:pt x="15221" y="613"/>
                    <a:pt x="15365" y="469"/>
                    <a:pt x="15365" y="289"/>
                  </a:cubicBezTo>
                  <a:cubicBezTo>
                    <a:pt x="15365" y="144"/>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9" name="Google Shape;2249;g312bfb4b743_5_798"/>
            <p:cNvSpPr/>
            <p:nvPr/>
          </p:nvSpPr>
          <p:spPr>
            <a:xfrm>
              <a:off x="5120125" y="4540925"/>
              <a:ext cx="420200" cy="15350"/>
            </a:xfrm>
            <a:custGeom>
              <a:avLst/>
              <a:gdLst/>
              <a:ahLst/>
              <a:cxnLst/>
              <a:rect l="l" t="t" r="r" b="b"/>
              <a:pathLst>
                <a:path w="16808" h="614" extrusionOk="0">
                  <a:moveTo>
                    <a:pt x="289" y="0"/>
                  </a:moveTo>
                  <a:cubicBezTo>
                    <a:pt x="109" y="0"/>
                    <a:pt x="1" y="145"/>
                    <a:pt x="1" y="325"/>
                  </a:cubicBezTo>
                  <a:cubicBezTo>
                    <a:pt x="1" y="469"/>
                    <a:pt x="109" y="613"/>
                    <a:pt x="289" y="613"/>
                  </a:cubicBezTo>
                  <a:lnTo>
                    <a:pt x="16483" y="613"/>
                  </a:lnTo>
                  <a:cubicBezTo>
                    <a:pt x="16663" y="613"/>
                    <a:pt x="16808" y="469"/>
                    <a:pt x="16808" y="325"/>
                  </a:cubicBezTo>
                  <a:cubicBezTo>
                    <a:pt x="16808" y="145"/>
                    <a:pt x="16663" y="0"/>
                    <a:pt x="164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0" name="Google Shape;2250;g312bfb4b743_5_798"/>
            <p:cNvSpPr/>
            <p:nvPr/>
          </p:nvSpPr>
          <p:spPr>
            <a:xfrm>
              <a:off x="4743225" y="4540925"/>
              <a:ext cx="304800" cy="15350"/>
            </a:xfrm>
            <a:custGeom>
              <a:avLst/>
              <a:gdLst/>
              <a:ahLst/>
              <a:cxnLst/>
              <a:rect l="l" t="t" r="r" b="b"/>
              <a:pathLst>
                <a:path w="12192" h="614" extrusionOk="0">
                  <a:moveTo>
                    <a:pt x="289" y="0"/>
                  </a:moveTo>
                  <a:cubicBezTo>
                    <a:pt x="145" y="0"/>
                    <a:pt x="0" y="145"/>
                    <a:pt x="0" y="325"/>
                  </a:cubicBezTo>
                  <a:cubicBezTo>
                    <a:pt x="0" y="469"/>
                    <a:pt x="145" y="613"/>
                    <a:pt x="289" y="613"/>
                  </a:cubicBezTo>
                  <a:lnTo>
                    <a:pt x="11903" y="613"/>
                  </a:lnTo>
                  <a:cubicBezTo>
                    <a:pt x="12047" y="613"/>
                    <a:pt x="12191" y="469"/>
                    <a:pt x="12191" y="325"/>
                  </a:cubicBezTo>
                  <a:cubicBezTo>
                    <a:pt x="12191" y="145"/>
                    <a:pt x="12047" y="0"/>
                    <a:pt x="119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1" name="Google Shape;2251;g312bfb4b743_5_798"/>
            <p:cNvSpPr/>
            <p:nvPr/>
          </p:nvSpPr>
          <p:spPr>
            <a:xfrm>
              <a:off x="5350950" y="4623875"/>
              <a:ext cx="189375" cy="15350"/>
            </a:xfrm>
            <a:custGeom>
              <a:avLst/>
              <a:gdLst/>
              <a:ahLst/>
              <a:cxnLst/>
              <a:rect l="l" t="t" r="r" b="b"/>
              <a:pathLst>
                <a:path w="7575" h="614" extrusionOk="0">
                  <a:moveTo>
                    <a:pt x="325" y="1"/>
                  </a:moveTo>
                  <a:cubicBezTo>
                    <a:pt x="145" y="1"/>
                    <a:pt x="1" y="145"/>
                    <a:pt x="1" y="325"/>
                  </a:cubicBezTo>
                  <a:cubicBezTo>
                    <a:pt x="1" y="469"/>
                    <a:pt x="145" y="614"/>
                    <a:pt x="325" y="614"/>
                  </a:cubicBezTo>
                  <a:lnTo>
                    <a:pt x="7250" y="614"/>
                  </a:lnTo>
                  <a:cubicBezTo>
                    <a:pt x="7430" y="614"/>
                    <a:pt x="7575" y="469"/>
                    <a:pt x="7575" y="325"/>
                  </a:cubicBezTo>
                  <a:cubicBezTo>
                    <a:pt x="7575" y="145"/>
                    <a:pt x="7430"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2" name="Google Shape;2252;g312bfb4b743_5_798"/>
            <p:cNvSpPr/>
            <p:nvPr/>
          </p:nvSpPr>
          <p:spPr>
            <a:xfrm>
              <a:off x="4917250" y="4623875"/>
              <a:ext cx="376925" cy="15350"/>
            </a:xfrm>
            <a:custGeom>
              <a:avLst/>
              <a:gdLst/>
              <a:ahLst/>
              <a:cxnLst/>
              <a:rect l="l" t="t" r="r" b="b"/>
              <a:pathLst>
                <a:path w="15077" h="614" extrusionOk="0">
                  <a:moveTo>
                    <a:pt x="289" y="1"/>
                  </a:moveTo>
                  <a:cubicBezTo>
                    <a:pt x="109" y="1"/>
                    <a:pt x="0" y="145"/>
                    <a:pt x="0" y="325"/>
                  </a:cubicBezTo>
                  <a:cubicBezTo>
                    <a:pt x="0" y="469"/>
                    <a:pt x="109" y="614"/>
                    <a:pt x="289" y="614"/>
                  </a:cubicBezTo>
                  <a:lnTo>
                    <a:pt x="14752" y="614"/>
                  </a:lnTo>
                  <a:cubicBezTo>
                    <a:pt x="14932" y="614"/>
                    <a:pt x="15076" y="469"/>
                    <a:pt x="15076" y="325"/>
                  </a:cubicBezTo>
                  <a:cubicBezTo>
                    <a:pt x="15076" y="145"/>
                    <a:pt x="14932" y="1"/>
                    <a:pt x="147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3" name="Google Shape;2253;g312bfb4b743_5_798"/>
            <p:cNvSpPr/>
            <p:nvPr/>
          </p:nvSpPr>
          <p:spPr>
            <a:xfrm>
              <a:off x="4743225" y="4623875"/>
              <a:ext cx="109125" cy="15350"/>
            </a:xfrm>
            <a:custGeom>
              <a:avLst/>
              <a:gdLst/>
              <a:ahLst/>
              <a:cxnLst/>
              <a:rect l="l" t="t" r="r" b="b"/>
              <a:pathLst>
                <a:path w="4365" h="614" extrusionOk="0">
                  <a:moveTo>
                    <a:pt x="289" y="1"/>
                  </a:moveTo>
                  <a:cubicBezTo>
                    <a:pt x="145" y="1"/>
                    <a:pt x="0" y="145"/>
                    <a:pt x="0" y="325"/>
                  </a:cubicBezTo>
                  <a:cubicBezTo>
                    <a:pt x="0" y="469"/>
                    <a:pt x="145" y="614"/>
                    <a:pt x="289" y="614"/>
                  </a:cubicBezTo>
                  <a:lnTo>
                    <a:pt x="4076" y="614"/>
                  </a:lnTo>
                  <a:cubicBezTo>
                    <a:pt x="4220" y="614"/>
                    <a:pt x="4365" y="469"/>
                    <a:pt x="4365" y="325"/>
                  </a:cubicBezTo>
                  <a:cubicBezTo>
                    <a:pt x="4365" y="145"/>
                    <a:pt x="4220" y="1"/>
                    <a:pt x="4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4" name="Google Shape;2254;g312bfb4b743_5_798"/>
            <p:cNvSpPr/>
            <p:nvPr/>
          </p:nvSpPr>
          <p:spPr>
            <a:xfrm>
              <a:off x="5068725" y="4696900"/>
              <a:ext cx="471600" cy="15375"/>
            </a:xfrm>
            <a:custGeom>
              <a:avLst/>
              <a:gdLst/>
              <a:ahLst/>
              <a:cxnLst/>
              <a:rect l="l" t="t" r="r" b="b"/>
              <a:pathLst>
                <a:path w="18864" h="615" extrusionOk="0">
                  <a:moveTo>
                    <a:pt x="325" y="1"/>
                  </a:moveTo>
                  <a:cubicBezTo>
                    <a:pt x="145" y="1"/>
                    <a:pt x="1" y="145"/>
                    <a:pt x="1" y="289"/>
                  </a:cubicBezTo>
                  <a:cubicBezTo>
                    <a:pt x="1" y="470"/>
                    <a:pt x="145" y="614"/>
                    <a:pt x="325" y="614"/>
                  </a:cubicBezTo>
                  <a:lnTo>
                    <a:pt x="18539" y="614"/>
                  </a:lnTo>
                  <a:cubicBezTo>
                    <a:pt x="18719" y="614"/>
                    <a:pt x="18864" y="470"/>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5" name="Google Shape;2255;g312bfb4b743_5_798"/>
            <p:cNvSpPr/>
            <p:nvPr/>
          </p:nvSpPr>
          <p:spPr>
            <a:xfrm>
              <a:off x="4743225" y="4696900"/>
              <a:ext cx="174050" cy="15375"/>
            </a:xfrm>
            <a:custGeom>
              <a:avLst/>
              <a:gdLst/>
              <a:ahLst/>
              <a:cxnLst/>
              <a:rect l="l" t="t" r="r" b="b"/>
              <a:pathLst>
                <a:path w="6962" h="615" extrusionOk="0">
                  <a:moveTo>
                    <a:pt x="289" y="1"/>
                  </a:moveTo>
                  <a:cubicBezTo>
                    <a:pt x="145" y="1"/>
                    <a:pt x="0" y="145"/>
                    <a:pt x="0" y="289"/>
                  </a:cubicBezTo>
                  <a:cubicBezTo>
                    <a:pt x="0" y="470"/>
                    <a:pt x="145" y="614"/>
                    <a:pt x="289" y="614"/>
                  </a:cubicBezTo>
                  <a:lnTo>
                    <a:pt x="6673" y="614"/>
                  </a:lnTo>
                  <a:cubicBezTo>
                    <a:pt x="6853" y="614"/>
                    <a:pt x="6961" y="470"/>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6" name="Google Shape;2256;g312bfb4b743_5_798"/>
            <p:cNvSpPr/>
            <p:nvPr/>
          </p:nvSpPr>
          <p:spPr>
            <a:xfrm>
              <a:off x="5445625" y="4779875"/>
              <a:ext cx="94700" cy="15350"/>
            </a:xfrm>
            <a:custGeom>
              <a:avLst/>
              <a:gdLst/>
              <a:ahLst/>
              <a:cxnLst/>
              <a:rect l="l" t="t" r="r" b="b"/>
              <a:pathLst>
                <a:path w="3788" h="614" extrusionOk="0">
                  <a:moveTo>
                    <a:pt x="289" y="0"/>
                  </a:moveTo>
                  <a:cubicBezTo>
                    <a:pt x="145" y="0"/>
                    <a:pt x="1" y="144"/>
                    <a:pt x="1" y="325"/>
                  </a:cubicBezTo>
                  <a:cubicBezTo>
                    <a:pt x="1" y="469"/>
                    <a:pt x="145" y="613"/>
                    <a:pt x="289" y="613"/>
                  </a:cubicBezTo>
                  <a:lnTo>
                    <a:pt x="3463" y="613"/>
                  </a:lnTo>
                  <a:cubicBezTo>
                    <a:pt x="3643" y="613"/>
                    <a:pt x="3788" y="469"/>
                    <a:pt x="3788" y="325"/>
                  </a:cubicBezTo>
                  <a:cubicBezTo>
                    <a:pt x="3788" y="144"/>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7" name="Google Shape;2257;g312bfb4b743_5_798"/>
            <p:cNvSpPr/>
            <p:nvPr/>
          </p:nvSpPr>
          <p:spPr>
            <a:xfrm>
              <a:off x="5221125" y="4779875"/>
              <a:ext cx="174025" cy="15350"/>
            </a:xfrm>
            <a:custGeom>
              <a:avLst/>
              <a:gdLst/>
              <a:ahLst/>
              <a:cxnLst/>
              <a:rect l="l" t="t" r="r" b="b"/>
              <a:pathLst>
                <a:path w="6961" h="614" extrusionOk="0">
                  <a:moveTo>
                    <a:pt x="289" y="0"/>
                  </a:moveTo>
                  <a:cubicBezTo>
                    <a:pt x="144" y="0"/>
                    <a:pt x="0" y="144"/>
                    <a:pt x="0" y="325"/>
                  </a:cubicBezTo>
                  <a:cubicBezTo>
                    <a:pt x="0" y="469"/>
                    <a:pt x="144" y="613"/>
                    <a:pt x="289" y="613"/>
                  </a:cubicBezTo>
                  <a:lnTo>
                    <a:pt x="6672" y="613"/>
                  </a:lnTo>
                  <a:cubicBezTo>
                    <a:pt x="6817" y="613"/>
                    <a:pt x="6961" y="469"/>
                    <a:pt x="6961" y="325"/>
                  </a:cubicBezTo>
                  <a:cubicBezTo>
                    <a:pt x="6961" y="144"/>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8" name="Google Shape;2258;g312bfb4b743_5_798"/>
            <p:cNvSpPr/>
            <p:nvPr/>
          </p:nvSpPr>
          <p:spPr>
            <a:xfrm>
              <a:off x="4743225" y="4779875"/>
              <a:ext cx="384150" cy="15350"/>
            </a:xfrm>
            <a:custGeom>
              <a:avLst/>
              <a:gdLst/>
              <a:ahLst/>
              <a:cxnLst/>
              <a:rect l="l" t="t" r="r" b="b"/>
              <a:pathLst>
                <a:path w="15366" h="614" extrusionOk="0">
                  <a:moveTo>
                    <a:pt x="289" y="0"/>
                  </a:moveTo>
                  <a:cubicBezTo>
                    <a:pt x="145" y="0"/>
                    <a:pt x="0" y="144"/>
                    <a:pt x="0" y="325"/>
                  </a:cubicBezTo>
                  <a:cubicBezTo>
                    <a:pt x="0" y="469"/>
                    <a:pt x="145" y="613"/>
                    <a:pt x="289" y="613"/>
                  </a:cubicBezTo>
                  <a:lnTo>
                    <a:pt x="15077" y="613"/>
                  </a:lnTo>
                  <a:cubicBezTo>
                    <a:pt x="15221" y="613"/>
                    <a:pt x="15365" y="469"/>
                    <a:pt x="15365" y="325"/>
                  </a:cubicBezTo>
                  <a:cubicBezTo>
                    <a:pt x="15365" y="144"/>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9" name="Google Shape;2259;g312bfb4b743_5_798"/>
            <p:cNvSpPr/>
            <p:nvPr/>
          </p:nvSpPr>
          <p:spPr>
            <a:xfrm>
              <a:off x="5619650" y="3718600"/>
              <a:ext cx="671775" cy="1228275"/>
            </a:xfrm>
            <a:custGeom>
              <a:avLst/>
              <a:gdLst/>
              <a:ahLst/>
              <a:cxnLst/>
              <a:rect l="l" t="t" r="r" b="b"/>
              <a:pathLst>
                <a:path w="26871" h="49131" extrusionOk="0">
                  <a:moveTo>
                    <a:pt x="17529" y="0"/>
                  </a:moveTo>
                  <a:cubicBezTo>
                    <a:pt x="17385" y="0"/>
                    <a:pt x="17277" y="108"/>
                    <a:pt x="17241" y="253"/>
                  </a:cubicBezTo>
                  <a:lnTo>
                    <a:pt x="12408" y="36428"/>
                  </a:lnTo>
                  <a:lnTo>
                    <a:pt x="8440" y="16302"/>
                  </a:lnTo>
                  <a:cubicBezTo>
                    <a:pt x="8404" y="16158"/>
                    <a:pt x="8296" y="16050"/>
                    <a:pt x="8152" y="16050"/>
                  </a:cubicBezTo>
                  <a:cubicBezTo>
                    <a:pt x="7972" y="16050"/>
                    <a:pt x="7863" y="16158"/>
                    <a:pt x="7863" y="16302"/>
                  </a:cubicBezTo>
                  <a:lnTo>
                    <a:pt x="4870" y="43569"/>
                  </a:lnTo>
                  <a:lnTo>
                    <a:pt x="2958" y="38159"/>
                  </a:lnTo>
                  <a:cubicBezTo>
                    <a:pt x="2927" y="38065"/>
                    <a:pt x="2815" y="37972"/>
                    <a:pt x="2691" y="37972"/>
                  </a:cubicBezTo>
                  <a:cubicBezTo>
                    <a:pt x="2672" y="37972"/>
                    <a:pt x="2653" y="37974"/>
                    <a:pt x="2634" y="37979"/>
                  </a:cubicBezTo>
                  <a:cubicBezTo>
                    <a:pt x="2525" y="37979"/>
                    <a:pt x="2417" y="38087"/>
                    <a:pt x="2381" y="38195"/>
                  </a:cubicBezTo>
                  <a:lnTo>
                    <a:pt x="37" y="48763"/>
                  </a:lnTo>
                  <a:cubicBezTo>
                    <a:pt x="1" y="48943"/>
                    <a:pt x="109" y="49087"/>
                    <a:pt x="253" y="49124"/>
                  </a:cubicBezTo>
                  <a:cubicBezTo>
                    <a:pt x="277" y="49128"/>
                    <a:pt x="300" y="49131"/>
                    <a:pt x="322" y="49131"/>
                  </a:cubicBezTo>
                  <a:cubicBezTo>
                    <a:pt x="470" y="49131"/>
                    <a:pt x="582" y="49032"/>
                    <a:pt x="614" y="48907"/>
                  </a:cubicBezTo>
                  <a:lnTo>
                    <a:pt x="2742" y="39349"/>
                  </a:lnTo>
                  <a:lnTo>
                    <a:pt x="4725" y="45012"/>
                  </a:lnTo>
                  <a:cubicBezTo>
                    <a:pt x="4798" y="45156"/>
                    <a:pt x="4906" y="45228"/>
                    <a:pt x="5050" y="45228"/>
                  </a:cubicBezTo>
                  <a:cubicBezTo>
                    <a:pt x="5194" y="45192"/>
                    <a:pt x="5303" y="45084"/>
                    <a:pt x="5303" y="44940"/>
                  </a:cubicBezTo>
                  <a:lnTo>
                    <a:pt x="8224" y="18358"/>
                  </a:lnTo>
                  <a:lnTo>
                    <a:pt x="12155" y="38339"/>
                  </a:lnTo>
                  <a:cubicBezTo>
                    <a:pt x="12191" y="38484"/>
                    <a:pt x="12300" y="38556"/>
                    <a:pt x="12444" y="38556"/>
                  </a:cubicBezTo>
                  <a:cubicBezTo>
                    <a:pt x="12624" y="38556"/>
                    <a:pt x="12732" y="38448"/>
                    <a:pt x="12732" y="38303"/>
                  </a:cubicBezTo>
                  <a:lnTo>
                    <a:pt x="17529" y="2633"/>
                  </a:lnTo>
                  <a:lnTo>
                    <a:pt x="22723" y="44182"/>
                  </a:lnTo>
                  <a:cubicBezTo>
                    <a:pt x="22723" y="44291"/>
                    <a:pt x="22831" y="44399"/>
                    <a:pt x="22975" y="44435"/>
                  </a:cubicBezTo>
                  <a:cubicBezTo>
                    <a:pt x="22995" y="44441"/>
                    <a:pt x="23015" y="44444"/>
                    <a:pt x="23036" y="44444"/>
                  </a:cubicBezTo>
                  <a:cubicBezTo>
                    <a:pt x="23131" y="44444"/>
                    <a:pt x="23234" y="44380"/>
                    <a:pt x="23264" y="44291"/>
                  </a:cubicBezTo>
                  <a:lnTo>
                    <a:pt x="25176" y="40792"/>
                  </a:lnTo>
                  <a:lnTo>
                    <a:pt x="26258" y="48474"/>
                  </a:lnTo>
                  <a:cubicBezTo>
                    <a:pt x="26258" y="48631"/>
                    <a:pt x="26367" y="48734"/>
                    <a:pt x="26514" y="48734"/>
                  </a:cubicBezTo>
                  <a:cubicBezTo>
                    <a:pt x="26536" y="48734"/>
                    <a:pt x="26559" y="48731"/>
                    <a:pt x="26582" y="48727"/>
                  </a:cubicBezTo>
                  <a:cubicBezTo>
                    <a:pt x="26726" y="48727"/>
                    <a:pt x="26871" y="48583"/>
                    <a:pt x="26835" y="48402"/>
                  </a:cubicBezTo>
                  <a:lnTo>
                    <a:pt x="25680" y="39782"/>
                  </a:lnTo>
                  <a:cubicBezTo>
                    <a:pt x="25644" y="39674"/>
                    <a:pt x="25536" y="39566"/>
                    <a:pt x="25428" y="39530"/>
                  </a:cubicBezTo>
                  <a:cubicBezTo>
                    <a:pt x="25284" y="39530"/>
                    <a:pt x="25176" y="39566"/>
                    <a:pt x="25103" y="39674"/>
                  </a:cubicBezTo>
                  <a:lnTo>
                    <a:pt x="23192" y="43172"/>
                  </a:lnTo>
                  <a:lnTo>
                    <a:pt x="17854" y="289"/>
                  </a:lnTo>
                  <a:cubicBezTo>
                    <a:pt x="17818" y="108"/>
                    <a:pt x="17710" y="0"/>
                    <a:pt x="175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0" name="Google Shape;2260;g312bfb4b743_5_798"/>
            <p:cNvSpPr/>
            <p:nvPr/>
          </p:nvSpPr>
          <p:spPr>
            <a:xfrm>
              <a:off x="4803625" y="3226950"/>
              <a:ext cx="1458050" cy="440500"/>
            </a:xfrm>
            <a:custGeom>
              <a:avLst/>
              <a:gdLst/>
              <a:ahLst/>
              <a:cxnLst/>
              <a:rect l="l" t="t" r="r" b="b"/>
              <a:pathLst>
                <a:path w="58322" h="17620" extrusionOk="0">
                  <a:moveTo>
                    <a:pt x="57979" y="1"/>
                  </a:moveTo>
                  <a:cubicBezTo>
                    <a:pt x="57907" y="1"/>
                    <a:pt x="57835" y="28"/>
                    <a:pt x="57780" y="82"/>
                  </a:cubicBezTo>
                  <a:lnTo>
                    <a:pt x="44508" y="14112"/>
                  </a:lnTo>
                  <a:lnTo>
                    <a:pt x="32281" y="4879"/>
                  </a:lnTo>
                  <a:cubicBezTo>
                    <a:pt x="32216" y="4846"/>
                    <a:pt x="32151" y="4828"/>
                    <a:pt x="32090" y="4828"/>
                  </a:cubicBezTo>
                  <a:cubicBezTo>
                    <a:pt x="32014" y="4828"/>
                    <a:pt x="31944" y="4855"/>
                    <a:pt x="31884" y="4915"/>
                  </a:cubicBezTo>
                  <a:lnTo>
                    <a:pt x="23697" y="12344"/>
                  </a:lnTo>
                  <a:lnTo>
                    <a:pt x="13995" y="3652"/>
                  </a:lnTo>
                  <a:cubicBezTo>
                    <a:pt x="13941" y="3598"/>
                    <a:pt x="13869" y="3571"/>
                    <a:pt x="13797" y="3571"/>
                  </a:cubicBezTo>
                  <a:cubicBezTo>
                    <a:pt x="13724" y="3571"/>
                    <a:pt x="13652" y="3598"/>
                    <a:pt x="13598" y="3652"/>
                  </a:cubicBezTo>
                  <a:lnTo>
                    <a:pt x="145" y="17105"/>
                  </a:lnTo>
                  <a:cubicBezTo>
                    <a:pt x="1" y="17214"/>
                    <a:pt x="1" y="17430"/>
                    <a:pt x="145" y="17538"/>
                  </a:cubicBezTo>
                  <a:cubicBezTo>
                    <a:pt x="199" y="17592"/>
                    <a:pt x="271" y="17619"/>
                    <a:pt x="344" y="17619"/>
                  </a:cubicBezTo>
                  <a:cubicBezTo>
                    <a:pt x="416" y="17619"/>
                    <a:pt x="488" y="17592"/>
                    <a:pt x="542" y="17538"/>
                  </a:cubicBezTo>
                  <a:lnTo>
                    <a:pt x="13815" y="4265"/>
                  </a:lnTo>
                  <a:lnTo>
                    <a:pt x="23517" y="12958"/>
                  </a:lnTo>
                  <a:cubicBezTo>
                    <a:pt x="23571" y="13012"/>
                    <a:pt x="23643" y="13039"/>
                    <a:pt x="23715" y="13039"/>
                  </a:cubicBezTo>
                  <a:cubicBezTo>
                    <a:pt x="23787" y="13039"/>
                    <a:pt x="23859" y="13012"/>
                    <a:pt x="23913" y="12958"/>
                  </a:cubicBezTo>
                  <a:lnTo>
                    <a:pt x="32101" y="5528"/>
                  </a:lnTo>
                  <a:lnTo>
                    <a:pt x="44327" y="14761"/>
                  </a:lnTo>
                  <a:cubicBezTo>
                    <a:pt x="44388" y="14806"/>
                    <a:pt x="44455" y="14826"/>
                    <a:pt x="44520" y="14826"/>
                  </a:cubicBezTo>
                  <a:cubicBezTo>
                    <a:pt x="44610" y="14826"/>
                    <a:pt x="44697" y="14788"/>
                    <a:pt x="44760" y="14725"/>
                  </a:cubicBezTo>
                  <a:lnTo>
                    <a:pt x="58213" y="514"/>
                  </a:lnTo>
                  <a:cubicBezTo>
                    <a:pt x="58321" y="406"/>
                    <a:pt x="58321" y="190"/>
                    <a:pt x="58177" y="82"/>
                  </a:cubicBezTo>
                  <a:cubicBezTo>
                    <a:pt x="58123" y="28"/>
                    <a:pt x="58051" y="1"/>
                    <a:pt x="579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1" name="Google Shape;2261;g312bfb4b743_5_798"/>
            <p:cNvSpPr/>
            <p:nvPr/>
          </p:nvSpPr>
          <p:spPr>
            <a:xfrm>
              <a:off x="5103900" y="3278575"/>
              <a:ext cx="89275" cy="89275"/>
            </a:xfrm>
            <a:custGeom>
              <a:avLst/>
              <a:gdLst/>
              <a:ahLst/>
              <a:cxnLst/>
              <a:rect l="l" t="t" r="r" b="b"/>
              <a:pathLst>
                <a:path w="3571" h="3571" extrusionOk="0">
                  <a:moveTo>
                    <a:pt x="1804" y="0"/>
                  </a:moveTo>
                  <a:cubicBezTo>
                    <a:pt x="794" y="0"/>
                    <a:pt x="0" y="830"/>
                    <a:pt x="0" y="1804"/>
                  </a:cubicBezTo>
                  <a:cubicBezTo>
                    <a:pt x="0" y="2778"/>
                    <a:pt x="794" y="3571"/>
                    <a:pt x="1804" y="3571"/>
                  </a:cubicBezTo>
                  <a:cubicBezTo>
                    <a:pt x="2777" y="3571"/>
                    <a:pt x="3571" y="2778"/>
                    <a:pt x="3571" y="1804"/>
                  </a:cubicBezTo>
                  <a:cubicBezTo>
                    <a:pt x="3571" y="830"/>
                    <a:pt x="2777" y="0"/>
                    <a:pt x="180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2" name="Google Shape;2262;g312bfb4b743_5_798"/>
            <p:cNvSpPr/>
            <p:nvPr/>
          </p:nvSpPr>
          <p:spPr>
            <a:xfrm>
              <a:off x="5096675" y="3271350"/>
              <a:ext cx="103725" cy="103725"/>
            </a:xfrm>
            <a:custGeom>
              <a:avLst/>
              <a:gdLst/>
              <a:ahLst/>
              <a:cxnLst/>
              <a:rect l="l" t="t" r="r" b="b"/>
              <a:pathLst>
                <a:path w="4149" h="4149" extrusionOk="0">
                  <a:moveTo>
                    <a:pt x="2093" y="614"/>
                  </a:moveTo>
                  <a:cubicBezTo>
                    <a:pt x="2886" y="614"/>
                    <a:pt x="3571" y="1263"/>
                    <a:pt x="3571" y="2093"/>
                  </a:cubicBezTo>
                  <a:cubicBezTo>
                    <a:pt x="3571" y="2886"/>
                    <a:pt x="2886" y="3571"/>
                    <a:pt x="2093" y="3571"/>
                  </a:cubicBezTo>
                  <a:cubicBezTo>
                    <a:pt x="1263" y="3571"/>
                    <a:pt x="614" y="2886"/>
                    <a:pt x="614" y="2093"/>
                  </a:cubicBezTo>
                  <a:cubicBezTo>
                    <a:pt x="614" y="1263"/>
                    <a:pt x="1263" y="614"/>
                    <a:pt x="2093" y="614"/>
                  </a:cubicBezTo>
                  <a:close/>
                  <a:moveTo>
                    <a:pt x="2093" y="1"/>
                  </a:moveTo>
                  <a:cubicBezTo>
                    <a:pt x="939" y="1"/>
                    <a:pt x="1" y="939"/>
                    <a:pt x="1" y="2093"/>
                  </a:cubicBezTo>
                  <a:cubicBezTo>
                    <a:pt x="1" y="3247"/>
                    <a:pt x="939"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3" name="Google Shape;2263;g312bfb4b743_5_798"/>
            <p:cNvSpPr/>
            <p:nvPr/>
          </p:nvSpPr>
          <p:spPr>
            <a:xfrm>
              <a:off x="5561050" y="3311025"/>
              <a:ext cx="89275" cy="88400"/>
            </a:xfrm>
            <a:custGeom>
              <a:avLst/>
              <a:gdLst/>
              <a:ahLst/>
              <a:cxnLst/>
              <a:rect l="l" t="t" r="r" b="b"/>
              <a:pathLst>
                <a:path w="3571" h="3536" extrusionOk="0">
                  <a:moveTo>
                    <a:pt x="1804" y="1"/>
                  </a:moveTo>
                  <a:cubicBezTo>
                    <a:pt x="794" y="1"/>
                    <a:pt x="0" y="794"/>
                    <a:pt x="0" y="1768"/>
                  </a:cubicBezTo>
                  <a:cubicBezTo>
                    <a:pt x="0" y="2742"/>
                    <a:pt x="794" y="3535"/>
                    <a:pt x="1804" y="3535"/>
                  </a:cubicBezTo>
                  <a:cubicBezTo>
                    <a:pt x="2777" y="3535"/>
                    <a:pt x="3571" y="2742"/>
                    <a:pt x="3571" y="1768"/>
                  </a:cubicBezTo>
                  <a:cubicBezTo>
                    <a:pt x="3571" y="794"/>
                    <a:pt x="2777" y="1"/>
                    <a:pt x="180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4" name="Google Shape;2264;g312bfb4b743_5_798"/>
            <p:cNvSpPr/>
            <p:nvPr/>
          </p:nvSpPr>
          <p:spPr>
            <a:xfrm>
              <a:off x="5553825" y="3302925"/>
              <a:ext cx="103725" cy="104600"/>
            </a:xfrm>
            <a:custGeom>
              <a:avLst/>
              <a:gdLst/>
              <a:ahLst/>
              <a:cxnLst/>
              <a:rect l="l" t="t" r="r" b="b"/>
              <a:pathLst>
                <a:path w="4149" h="4184" extrusionOk="0">
                  <a:moveTo>
                    <a:pt x="2093" y="613"/>
                  </a:moveTo>
                  <a:cubicBezTo>
                    <a:pt x="2886" y="613"/>
                    <a:pt x="3535" y="1263"/>
                    <a:pt x="3535" y="2092"/>
                  </a:cubicBezTo>
                  <a:cubicBezTo>
                    <a:pt x="3535" y="2922"/>
                    <a:pt x="2886" y="3571"/>
                    <a:pt x="2093" y="3571"/>
                  </a:cubicBezTo>
                  <a:cubicBezTo>
                    <a:pt x="1263" y="3571"/>
                    <a:pt x="614" y="2922"/>
                    <a:pt x="614" y="2092"/>
                  </a:cubicBezTo>
                  <a:cubicBezTo>
                    <a:pt x="614" y="1263"/>
                    <a:pt x="1263" y="613"/>
                    <a:pt x="2093" y="613"/>
                  </a:cubicBezTo>
                  <a:close/>
                  <a:moveTo>
                    <a:pt x="2093" y="0"/>
                  </a:moveTo>
                  <a:cubicBezTo>
                    <a:pt x="939" y="0"/>
                    <a:pt x="1" y="938"/>
                    <a:pt x="1" y="2092"/>
                  </a:cubicBezTo>
                  <a:cubicBezTo>
                    <a:pt x="1" y="3246"/>
                    <a:pt x="939" y="4184"/>
                    <a:pt x="2093" y="4184"/>
                  </a:cubicBezTo>
                  <a:cubicBezTo>
                    <a:pt x="3211" y="4184"/>
                    <a:pt x="4148" y="3246"/>
                    <a:pt x="4148" y="2092"/>
                  </a:cubicBezTo>
                  <a:cubicBezTo>
                    <a:pt x="4148" y="938"/>
                    <a:pt x="3211" y="0"/>
                    <a:pt x="20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5" name="Google Shape;2265;g312bfb4b743_5_798"/>
            <p:cNvSpPr/>
            <p:nvPr/>
          </p:nvSpPr>
          <p:spPr>
            <a:xfrm>
              <a:off x="5872125" y="3545475"/>
              <a:ext cx="89300" cy="89275"/>
            </a:xfrm>
            <a:custGeom>
              <a:avLst/>
              <a:gdLst/>
              <a:ahLst/>
              <a:cxnLst/>
              <a:rect l="l" t="t" r="r" b="b"/>
              <a:pathLst>
                <a:path w="3572" h="3571" extrusionOk="0">
                  <a:moveTo>
                    <a:pt x="1768" y="0"/>
                  </a:moveTo>
                  <a:cubicBezTo>
                    <a:pt x="794" y="0"/>
                    <a:pt x="0" y="794"/>
                    <a:pt x="0" y="1768"/>
                  </a:cubicBezTo>
                  <a:cubicBezTo>
                    <a:pt x="0" y="2777"/>
                    <a:pt x="794" y="3571"/>
                    <a:pt x="1768" y="3571"/>
                  </a:cubicBezTo>
                  <a:cubicBezTo>
                    <a:pt x="2778" y="3571"/>
                    <a:pt x="3571" y="2777"/>
                    <a:pt x="3571" y="1768"/>
                  </a:cubicBezTo>
                  <a:cubicBezTo>
                    <a:pt x="3571" y="794"/>
                    <a:pt x="2778" y="0"/>
                    <a:pt x="176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6" name="Google Shape;2266;g312bfb4b743_5_798"/>
            <p:cNvSpPr/>
            <p:nvPr/>
          </p:nvSpPr>
          <p:spPr>
            <a:xfrm>
              <a:off x="5864900" y="3538250"/>
              <a:ext cx="103725" cy="103725"/>
            </a:xfrm>
            <a:custGeom>
              <a:avLst/>
              <a:gdLst/>
              <a:ahLst/>
              <a:cxnLst/>
              <a:rect l="l" t="t" r="r" b="b"/>
              <a:pathLst>
                <a:path w="4149" h="4149" extrusionOk="0">
                  <a:moveTo>
                    <a:pt x="2057" y="578"/>
                  </a:moveTo>
                  <a:cubicBezTo>
                    <a:pt x="2886" y="614"/>
                    <a:pt x="3535" y="1263"/>
                    <a:pt x="3535" y="2057"/>
                  </a:cubicBezTo>
                  <a:cubicBezTo>
                    <a:pt x="3535" y="2886"/>
                    <a:pt x="2886" y="3535"/>
                    <a:pt x="2057" y="3535"/>
                  </a:cubicBezTo>
                  <a:cubicBezTo>
                    <a:pt x="1263" y="3535"/>
                    <a:pt x="614" y="2886"/>
                    <a:pt x="614" y="2057"/>
                  </a:cubicBezTo>
                  <a:cubicBezTo>
                    <a:pt x="614" y="1263"/>
                    <a:pt x="1263" y="614"/>
                    <a:pt x="2057" y="578"/>
                  </a:cubicBezTo>
                  <a:close/>
                  <a:moveTo>
                    <a:pt x="2057" y="1"/>
                  </a:moveTo>
                  <a:cubicBezTo>
                    <a:pt x="939" y="1"/>
                    <a:pt x="1" y="938"/>
                    <a:pt x="1" y="2057"/>
                  </a:cubicBezTo>
                  <a:cubicBezTo>
                    <a:pt x="1" y="3211"/>
                    <a:pt x="939" y="4148"/>
                    <a:pt x="2057" y="4148"/>
                  </a:cubicBezTo>
                  <a:cubicBezTo>
                    <a:pt x="3211" y="4148"/>
                    <a:pt x="4149" y="3211"/>
                    <a:pt x="4149" y="2057"/>
                  </a:cubicBezTo>
                  <a:cubicBezTo>
                    <a:pt x="4149" y="938"/>
                    <a:pt x="3211" y="1"/>
                    <a:pt x="20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7" name="Google Shape;2267;g312bfb4b743_5_798"/>
            <p:cNvSpPr/>
            <p:nvPr/>
          </p:nvSpPr>
          <p:spPr>
            <a:xfrm>
              <a:off x="6202150" y="3190200"/>
              <a:ext cx="89275" cy="88400"/>
            </a:xfrm>
            <a:custGeom>
              <a:avLst/>
              <a:gdLst/>
              <a:ahLst/>
              <a:cxnLst/>
              <a:rect l="l" t="t" r="r" b="b"/>
              <a:pathLst>
                <a:path w="3571" h="3536" extrusionOk="0">
                  <a:moveTo>
                    <a:pt x="1803" y="1"/>
                  </a:moveTo>
                  <a:cubicBezTo>
                    <a:pt x="793" y="1"/>
                    <a:pt x="0" y="794"/>
                    <a:pt x="0" y="1768"/>
                  </a:cubicBezTo>
                  <a:cubicBezTo>
                    <a:pt x="0" y="2742"/>
                    <a:pt x="793" y="3535"/>
                    <a:pt x="1803" y="3535"/>
                  </a:cubicBezTo>
                  <a:cubicBezTo>
                    <a:pt x="2777" y="3535"/>
                    <a:pt x="3571" y="2742"/>
                    <a:pt x="3571" y="1768"/>
                  </a:cubicBezTo>
                  <a:cubicBezTo>
                    <a:pt x="3571" y="794"/>
                    <a:pt x="2777" y="1"/>
                    <a:pt x="18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8" name="Google Shape;2268;g312bfb4b743_5_798"/>
            <p:cNvSpPr/>
            <p:nvPr/>
          </p:nvSpPr>
          <p:spPr>
            <a:xfrm>
              <a:off x="6194925" y="3183000"/>
              <a:ext cx="103725" cy="103700"/>
            </a:xfrm>
            <a:custGeom>
              <a:avLst/>
              <a:gdLst/>
              <a:ahLst/>
              <a:cxnLst/>
              <a:rect l="l" t="t" r="r" b="b"/>
              <a:pathLst>
                <a:path w="4149" h="4148" extrusionOk="0">
                  <a:moveTo>
                    <a:pt x="2092" y="577"/>
                  </a:moveTo>
                  <a:cubicBezTo>
                    <a:pt x="2886" y="577"/>
                    <a:pt x="3535" y="1263"/>
                    <a:pt x="3535" y="2056"/>
                  </a:cubicBezTo>
                  <a:cubicBezTo>
                    <a:pt x="3535" y="2886"/>
                    <a:pt x="2886" y="3535"/>
                    <a:pt x="2092" y="3535"/>
                  </a:cubicBezTo>
                  <a:cubicBezTo>
                    <a:pt x="1263" y="3535"/>
                    <a:pt x="614" y="2886"/>
                    <a:pt x="614" y="2056"/>
                  </a:cubicBezTo>
                  <a:cubicBezTo>
                    <a:pt x="614" y="1263"/>
                    <a:pt x="1263" y="577"/>
                    <a:pt x="2092" y="577"/>
                  </a:cubicBezTo>
                  <a:close/>
                  <a:moveTo>
                    <a:pt x="2092" y="0"/>
                  </a:moveTo>
                  <a:cubicBezTo>
                    <a:pt x="938" y="0"/>
                    <a:pt x="0" y="902"/>
                    <a:pt x="0" y="2056"/>
                  </a:cubicBezTo>
                  <a:cubicBezTo>
                    <a:pt x="0" y="3210"/>
                    <a:pt x="938" y="4148"/>
                    <a:pt x="2092" y="4148"/>
                  </a:cubicBezTo>
                  <a:cubicBezTo>
                    <a:pt x="3210" y="4148"/>
                    <a:pt x="4148" y="3210"/>
                    <a:pt x="4148" y="2056"/>
                  </a:cubicBezTo>
                  <a:cubicBezTo>
                    <a:pt x="4148" y="902"/>
                    <a:pt x="3210" y="0"/>
                    <a:pt x="20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g312bfb4b743_5_798"/>
            <p:cNvSpPr/>
            <p:nvPr/>
          </p:nvSpPr>
          <p:spPr>
            <a:xfrm>
              <a:off x="4767575" y="3615800"/>
              <a:ext cx="89275" cy="88400"/>
            </a:xfrm>
            <a:custGeom>
              <a:avLst/>
              <a:gdLst/>
              <a:ahLst/>
              <a:cxnLst/>
              <a:rect l="l" t="t" r="r" b="b"/>
              <a:pathLst>
                <a:path w="3571" h="3536" extrusionOk="0">
                  <a:moveTo>
                    <a:pt x="1804" y="0"/>
                  </a:moveTo>
                  <a:cubicBezTo>
                    <a:pt x="794" y="0"/>
                    <a:pt x="0" y="794"/>
                    <a:pt x="0" y="1768"/>
                  </a:cubicBezTo>
                  <a:cubicBezTo>
                    <a:pt x="0" y="2742"/>
                    <a:pt x="794" y="3535"/>
                    <a:pt x="1804" y="3535"/>
                  </a:cubicBezTo>
                  <a:cubicBezTo>
                    <a:pt x="2777" y="3535"/>
                    <a:pt x="3571" y="2742"/>
                    <a:pt x="3571" y="1768"/>
                  </a:cubicBezTo>
                  <a:cubicBezTo>
                    <a:pt x="3571" y="794"/>
                    <a:pt x="2777" y="0"/>
                    <a:pt x="180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0" name="Google Shape;2270;g312bfb4b743_5_798"/>
            <p:cNvSpPr/>
            <p:nvPr/>
          </p:nvSpPr>
          <p:spPr>
            <a:xfrm>
              <a:off x="4760350" y="3607675"/>
              <a:ext cx="103725" cy="103725"/>
            </a:xfrm>
            <a:custGeom>
              <a:avLst/>
              <a:gdLst/>
              <a:ahLst/>
              <a:cxnLst/>
              <a:rect l="l" t="t" r="r" b="b"/>
              <a:pathLst>
                <a:path w="4149" h="4149" extrusionOk="0">
                  <a:moveTo>
                    <a:pt x="2093" y="614"/>
                  </a:moveTo>
                  <a:cubicBezTo>
                    <a:pt x="2886" y="614"/>
                    <a:pt x="3535" y="1263"/>
                    <a:pt x="3571" y="2093"/>
                  </a:cubicBezTo>
                  <a:cubicBezTo>
                    <a:pt x="3535" y="2886"/>
                    <a:pt x="2886" y="3572"/>
                    <a:pt x="2093" y="3572"/>
                  </a:cubicBezTo>
                  <a:cubicBezTo>
                    <a:pt x="1263" y="3572"/>
                    <a:pt x="614" y="2886"/>
                    <a:pt x="614" y="2093"/>
                  </a:cubicBezTo>
                  <a:cubicBezTo>
                    <a:pt x="614" y="1263"/>
                    <a:pt x="1263" y="614"/>
                    <a:pt x="2093" y="614"/>
                  </a:cubicBezTo>
                  <a:close/>
                  <a:moveTo>
                    <a:pt x="2093" y="1"/>
                  </a:moveTo>
                  <a:cubicBezTo>
                    <a:pt x="938" y="1"/>
                    <a:pt x="1" y="939"/>
                    <a:pt x="1" y="2093"/>
                  </a:cubicBezTo>
                  <a:cubicBezTo>
                    <a:pt x="1" y="3247"/>
                    <a:pt x="938"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1" name="Google Shape;2271;g312bfb4b743_5_798"/>
            <p:cNvSpPr/>
            <p:nvPr/>
          </p:nvSpPr>
          <p:spPr>
            <a:xfrm>
              <a:off x="5351850" y="3488650"/>
              <a:ext cx="89300" cy="88400"/>
            </a:xfrm>
            <a:custGeom>
              <a:avLst/>
              <a:gdLst/>
              <a:ahLst/>
              <a:cxnLst/>
              <a:rect l="l" t="t" r="r" b="b"/>
              <a:pathLst>
                <a:path w="3572" h="3536" extrusionOk="0">
                  <a:moveTo>
                    <a:pt x="1768" y="1"/>
                  </a:moveTo>
                  <a:cubicBezTo>
                    <a:pt x="794" y="1"/>
                    <a:pt x="1" y="794"/>
                    <a:pt x="1" y="1768"/>
                  </a:cubicBezTo>
                  <a:cubicBezTo>
                    <a:pt x="1" y="2742"/>
                    <a:pt x="794" y="3536"/>
                    <a:pt x="1768" y="3536"/>
                  </a:cubicBezTo>
                  <a:cubicBezTo>
                    <a:pt x="2742" y="3536"/>
                    <a:pt x="3571" y="2742"/>
                    <a:pt x="3571" y="1768"/>
                  </a:cubicBezTo>
                  <a:cubicBezTo>
                    <a:pt x="3571" y="794"/>
                    <a:pt x="2742" y="1"/>
                    <a:pt x="176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2" name="Google Shape;2272;g312bfb4b743_5_798"/>
            <p:cNvSpPr/>
            <p:nvPr/>
          </p:nvSpPr>
          <p:spPr>
            <a:xfrm>
              <a:off x="5344650" y="3480550"/>
              <a:ext cx="103700" cy="104625"/>
            </a:xfrm>
            <a:custGeom>
              <a:avLst/>
              <a:gdLst/>
              <a:ahLst/>
              <a:cxnLst/>
              <a:rect l="l" t="t" r="r" b="b"/>
              <a:pathLst>
                <a:path w="4148" h="4185" extrusionOk="0">
                  <a:moveTo>
                    <a:pt x="2056" y="614"/>
                  </a:moveTo>
                  <a:cubicBezTo>
                    <a:pt x="2886" y="614"/>
                    <a:pt x="3535" y="1263"/>
                    <a:pt x="3535" y="2092"/>
                  </a:cubicBezTo>
                  <a:cubicBezTo>
                    <a:pt x="3535" y="2922"/>
                    <a:pt x="2886" y="3571"/>
                    <a:pt x="2056" y="3571"/>
                  </a:cubicBezTo>
                  <a:cubicBezTo>
                    <a:pt x="1263" y="3571"/>
                    <a:pt x="577" y="2922"/>
                    <a:pt x="577" y="2092"/>
                  </a:cubicBezTo>
                  <a:cubicBezTo>
                    <a:pt x="577" y="1263"/>
                    <a:pt x="1263" y="614"/>
                    <a:pt x="2056" y="614"/>
                  </a:cubicBezTo>
                  <a:close/>
                  <a:moveTo>
                    <a:pt x="2056" y="0"/>
                  </a:moveTo>
                  <a:cubicBezTo>
                    <a:pt x="902" y="0"/>
                    <a:pt x="0" y="938"/>
                    <a:pt x="0" y="2092"/>
                  </a:cubicBezTo>
                  <a:cubicBezTo>
                    <a:pt x="0" y="3246"/>
                    <a:pt x="902" y="4184"/>
                    <a:pt x="2056" y="4184"/>
                  </a:cubicBezTo>
                  <a:cubicBezTo>
                    <a:pt x="3210" y="4184"/>
                    <a:pt x="4148" y="3246"/>
                    <a:pt x="4148" y="2092"/>
                  </a:cubicBezTo>
                  <a:cubicBezTo>
                    <a:pt x="4148" y="938"/>
                    <a:pt x="3210" y="0"/>
                    <a:pt x="20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3" name="Google Shape;2273;g312bfb4b743_5_798"/>
            <p:cNvSpPr/>
            <p:nvPr/>
          </p:nvSpPr>
          <p:spPr>
            <a:xfrm>
              <a:off x="2393450" y="2124425"/>
              <a:ext cx="147900" cy="90200"/>
            </a:xfrm>
            <a:custGeom>
              <a:avLst/>
              <a:gdLst/>
              <a:ahLst/>
              <a:cxnLst/>
              <a:rect l="l" t="t" r="r" b="b"/>
              <a:pathLst>
                <a:path w="5916" h="3608" extrusionOk="0">
                  <a:moveTo>
                    <a:pt x="5563" y="0"/>
                  </a:moveTo>
                  <a:cubicBezTo>
                    <a:pt x="5511" y="0"/>
                    <a:pt x="5459" y="12"/>
                    <a:pt x="5411" y="36"/>
                  </a:cubicBezTo>
                  <a:lnTo>
                    <a:pt x="181" y="3066"/>
                  </a:lnTo>
                  <a:cubicBezTo>
                    <a:pt x="37" y="3138"/>
                    <a:pt x="1" y="3319"/>
                    <a:pt x="73" y="3463"/>
                  </a:cubicBezTo>
                  <a:cubicBezTo>
                    <a:pt x="145" y="3559"/>
                    <a:pt x="249" y="3607"/>
                    <a:pt x="353" y="3607"/>
                  </a:cubicBezTo>
                  <a:cubicBezTo>
                    <a:pt x="405" y="3607"/>
                    <a:pt x="457" y="3595"/>
                    <a:pt x="506" y="3571"/>
                  </a:cubicBezTo>
                  <a:lnTo>
                    <a:pt x="5735" y="578"/>
                  </a:lnTo>
                  <a:cubicBezTo>
                    <a:pt x="5880" y="469"/>
                    <a:pt x="5916" y="289"/>
                    <a:pt x="5843" y="145"/>
                  </a:cubicBezTo>
                  <a:cubicBezTo>
                    <a:pt x="5771" y="49"/>
                    <a:pt x="5667" y="0"/>
                    <a:pt x="55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4" name="Google Shape;2274;g312bfb4b743_5_798"/>
            <p:cNvSpPr/>
            <p:nvPr/>
          </p:nvSpPr>
          <p:spPr>
            <a:xfrm>
              <a:off x="1756875" y="1902825"/>
              <a:ext cx="783575" cy="901950"/>
            </a:xfrm>
            <a:custGeom>
              <a:avLst/>
              <a:gdLst/>
              <a:ahLst/>
              <a:cxnLst/>
              <a:rect l="l" t="t" r="r" b="b"/>
              <a:pathLst>
                <a:path w="31343" h="36078" extrusionOk="0">
                  <a:moveTo>
                    <a:pt x="15653" y="641"/>
                  </a:moveTo>
                  <a:lnTo>
                    <a:pt x="30729" y="9333"/>
                  </a:lnTo>
                  <a:lnTo>
                    <a:pt x="30729" y="26718"/>
                  </a:lnTo>
                  <a:lnTo>
                    <a:pt x="15653" y="35446"/>
                  </a:lnTo>
                  <a:lnTo>
                    <a:pt x="613" y="26718"/>
                  </a:lnTo>
                  <a:lnTo>
                    <a:pt x="613" y="9358"/>
                  </a:lnTo>
                  <a:lnTo>
                    <a:pt x="15653" y="641"/>
                  </a:lnTo>
                  <a:close/>
                  <a:moveTo>
                    <a:pt x="15671" y="1"/>
                  </a:moveTo>
                  <a:cubicBezTo>
                    <a:pt x="15617" y="1"/>
                    <a:pt x="15563" y="10"/>
                    <a:pt x="15509" y="28"/>
                  </a:cubicBezTo>
                  <a:lnTo>
                    <a:pt x="144" y="8900"/>
                  </a:lnTo>
                  <a:cubicBezTo>
                    <a:pt x="72" y="8973"/>
                    <a:pt x="0" y="9045"/>
                    <a:pt x="0" y="9153"/>
                  </a:cubicBezTo>
                  <a:lnTo>
                    <a:pt x="0" y="26898"/>
                  </a:lnTo>
                  <a:cubicBezTo>
                    <a:pt x="0" y="27006"/>
                    <a:pt x="72" y="27114"/>
                    <a:pt x="144" y="27150"/>
                  </a:cubicBezTo>
                  <a:lnTo>
                    <a:pt x="15509" y="36023"/>
                  </a:lnTo>
                  <a:cubicBezTo>
                    <a:pt x="15563" y="36059"/>
                    <a:pt x="15617" y="36077"/>
                    <a:pt x="15671" y="36077"/>
                  </a:cubicBezTo>
                  <a:cubicBezTo>
                    <a:pt x="15725" y="36077"/>
                    <a:pt x="15780" y="36059"/>
                    <a:pt x="15834" y="36023"/>
                  </a:cubicBezTo>
                  <a:lnTo>
                    <a:pt x="31198" y="27150"/>
                  </a:lnTo>
                  <a:cubicBezTo>
                    <a:pt x="31270" y="27114"/>
                    <a:pt x="31343" y="27006"/>
                    <a:pt x="31343" y="26898"/>
                  </a:cubicBezTo>
                  <a:lnTo>
                    <a:pt x="31343" y="9153"/>
                  </a:lnTo>
                  <a:cubicBezTo>
                    <a:pt x="31343" y="9045"/>
                    <a:pt x="31270" y="8973"/>
                    <a:pt x="31198" y="8900"/>
                  </a:cubicBezTo>
                  <a:lnTo>
                    <a:pt x="15834" y="28"/>
                  </a:lnTo>
                  <a:cubicBezTo>
                    <a:pt x="15780" y="10"/>
                    <a:pt x="15725" y="1"/>
                    <a:pt x="156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5" name="Google Shape;2275;g312bfb4b743_5_798"/>
            <p:cNvSpPr/>
            <p:nvPr/>
          </p:nvSpPr>
          <p:spPr>
            <a:xfrm>
              <a:off x="1887600" y="2053425"/>
              <a:ext cx="522100" cy="600750"/>
            </a:xfrm>
            <a:custGeom>
              <a:avLst/>
              <a:gdLst/>
              <a:ahLst/>
              <a:cxnLst/>
              <a:rect l="l" t="t" r="r" b="b"/>
              <a:pathLst>
                <a:path w="20884" h="24030" extrusionOk="0">
                  <a:moveTo>
                    <a:pt x="10424" y="640"/>
                  </a:moveTo>
                  <a:lnTo>
                    <a:pt x="20271" y="6339"/>
                  </a:lnTo>
                  <a:lnTo>
                    <a:pt x="20271" y="17700"/>
                  </a:lnTo>
                  <a:lnTo>
                    <a:pt x="10424" y="23363"/>
                  </a:lnTo>
                  <a:lnTo>
                    <a:pt x="614" y="17700"/>
                  </a:lnTo>
                  <a:lnTo>
                    <a:pt x="614" y="6307"/>
                  </a:lnTo>
                  <a:lnTo>
                    <a:pt x="10424" y="640"/>
                  </a:lnTo>
                  <a:close/>
                  <a:moveTo>
                    <a:pt x="10442" y="0"/>
                  </a:moveTo>
                  <a:cubicBezTo>
                    <a:pt x="10388" y="0"/>
                    <a:pt x="10334" y="9"/>
                    <a:pt x="10280" y="27"/>
                  </a:cubicBezTo>
                  <a:lnTo>
                    <a:pt x="145" y="5906"/>
                  </a:lnTo>
                  <a:cubicBezTo>
                    <a:pt x="73" y="5942"/>
                    <a:pt x="1" y="6050"/>
                    <a:pt x="1" y="6159"/>
                  </a:cubicBezTo>
                  <a:lnTo>
                    <a:pt x="1" y="17880"/>
                  </a:lnTo>
                  <a:cubicBezTo>
                    <a:pt x="1" y="17989"/>
                    <a:pt x="73" y="18061"/>
                    <a:pt x="145" y="18133"/>
                  </a:cubicBezTo>
                  <a:lnTo>
                    <a:pt x="10280" y="23976"/>
                  </a:lnTo>
                  <a:cubicBezTo>
                    <a:pt x="10334" y="24012"/>
                    <a:pt x="10388" y="24030"/>
                    <a:pt x="10442" y="24030"/>
                  </a:cubicBezTo>
                  <a:cubicBezTo>
                    <a:pt x="10496" y="24030"/>
                    <a:pt x="10551" y="24012"/>
                    <a:pt x="10605" y="23976"/>
                  </a:cubicBezTo>
                  <a:lnTo>
                    <a:pt x="20740" y="18133"/>
                  </a:lnTo>
                  <a:cubicBezTo>
                    <a:pt x="20812" y="18061"/>
                    <a:pt x="20884" y="17989"/>
                    <a:pt x="20884" y="17880"/>
                  </a:cubicBezTo>
                  <a:lnTo>
                    <a:pt x="20884" y="6159"/>
                  </a:lnTo>
                  <a:cubicBezTo>
                    <a:pt x="20884" y="6050"/>
                    <a:pt x="20812" y="5942"/>
                    <a:pt x="20740" y="5906"/>
                  </a:cubicBezTo>
                  <a:lnTo>
                    <a:pt x="10605" y="27"/>
                  </a:lnTo>
                  <a:cubicBezTo>
                    <a:pt x="10551" y="9"/>
                    <a:pt x="10496" y="0"/>
                    <a:pt x="104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6" name="Google Shape;2276;g312bfb4b743_5_798"/>
            <p:cNvSpPr/>
            <p:nvPr/>
          </p:nvSpPr>
          <p:spPr>
            <a:xfrm>
              <a:off x="2140975" y="1573500"/>
              <a:ext cx="15350" cy="344475"/>
            </a:xfrm>
            <a:custGeom>
              <a:avLst/>
              <a:gdLst/>
              <a:ahLst/>
              <a:cxnLst/>
              <a:rect l="l" t="t" r="r" b="b"/>
              <a:pathLst>
                <a:path w="614" h="13779" extrusionOk="0">
                  <a:moveTo>
                    <a:pt x="289" y="0"/>
                  </a:moveTo>
                  <a:cubicBezTo>
                    <a:pt x="145" y="0"/>
                    <a:pt x="1" y="109"/>
                    <a:pt x="1" y="289"/>
                  </a:cubicBezTo>
                  <a:lnTo>
                    <a:pt x="1" y="13453"/>
                  </a:lnTo>
                  <a:cubicBezTo>
                    <a:pt x="1" y="13634"/>
                    <a:pt x="145" y="13778"/>
                    <a:pt x="289" y="13778"/>
                  </a:cubicBezTo>
                  <a:cubicBezTo>
                    <a:pt x="470" y="13778"/>
                    <a:pt x="614" y="13634"/>
                    <a:pt x="614" y="13453"/>
                  </a:cubicBezTo>
                  <a:lnTo>
                    <a:pt x="614" y="289"/>
                  </a:lnTo>
                  <a:cubicBezTo>
                    <a:pt x="614" y="109"/>
                    <a:pt x="470" y="0"/>
                    <a:pt x="2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7" name="Google Shape;2277;g312bfb4b743_5_798"/>
            <p:cNvSpPr/>
            <p:nvPr/>
          </p:nvSpPr>
          <p:spPr>
            <a:xfrm>
              <a:off x="2083275" y="1499550"/>
              <a:ext cx="129875" cy="129875"/>
            </a:xfrm>
            <a:custGeom>
              <a:avLst/>
              <a:gdLst/>
              <a:ahLst/>
              <a:cxnLst/>
              <a:rect l="l" t="t" r="r" b="b"/>
              <a:pathLst>
                <a:path w="5195" h="5195" extrusionOk="0">
                  <a:moveTo>
                    <a:pt x="2597" y="1"/>
                  </a:moveTo>
                  <a:cubicBezTo>
                    <a:pt x="1191" y="1"/>
                    <a:pt x="1" y="1155"/>
                    <a:pt x="1" y="2598"/>
                  </a:cubicBezTo>
                  <a:cubicBezTo>
                    <a:pt x="1" y="4040"/>
                    <a:pt x="1191" y="5195"/>
                    <a:pt x="2597" y="5195"/>
                  </a:cubicBezTo>
                  <a:cubicBezTo>
                    <a:pt x="4040" y="5195"/>
                    <a:pt x="5194" y="4040"/>
                    <a:pt x="5194" y="2598"/>
                  </a:cubicBezTo>
                  <a:cubicBezTo>
                    <a:pt x="5194" y="1155"/>
                    <a:pt x="4040" y="1"/>
                    <a:pt x="259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8" name="Google Shape;2278;g312bfb4b743_5_798"/>
            <p:cNvSpPr/>
            <p:nvPr/>
          </p:nvSpPr>
          <p:spPr>
            <a:xfrm>
              <a:off x="2076050" y="1492350"/>
              <a:ext cx="145200" cy="144300"/>
            </a:xfrm>
            <a:custGeom>
              <a:avLst/>
              <a:gdLst/>
              <a:ahLst/>
              <a:cxnLst/>
              <a:rect l="l" t="t" r="r" b="b"/>
              <a:pathLst>
                <a:path w="5808" h="5772" extrusionOk="0">
                  <a:moveTo>
                    <a:pt x="2886" y="577"/>
                  </a:moveTo>
                  <a:cubicBezTo>
                    <a:pt x="3536" y="577"/>
                    <a:pt x="4113" y="830"/>
                    <a:pt x="4509" y="1263"/>
                  </a:cubicBezTo>
                  <a:cubicBezTo>
                    <a:pt x="4942" y="1659"/>
                    <a:pt x="5195" y="2237"/>
                    <a:pt x="5195" y="2886"/>
                  </a:cubicBezTo>
                  <a:cubicBezTo>
                    <a:pt x="5195" y="3499"/>
                    <a:pt x="4942" y="4076"/>
                    <a:pt x="4509" y="4509"/>
                  </a:cubicBezTo>
                  <a:cubicBezTo>
                    <a:pt x="4113" y="4906"/>
                    <a:pt x="3536" y="5158"/>
                    <a:pt x="2886" y="5158"/>
                  </a:cubicBezTo>
                  <a:cubicBezTo>
                    <a:pt x="2273" y="5158"/>
                    <a:pt x="1696" y="4906"/>
                    <a:pt x="1263" y="4509"/>
                  </a:cubicBezTo>
                  <a:cubicBezTo>
                    <a:pt x="867" y="4076"/>
                    <a:pt x="614" y="3499"/>
                    <a:pt x="614" y="2886"/>
                  </a:cubicBezTo>
                  <a:cubicBezTo>
                    <a:pt x="614" y="2237"/>
                    <a:pt x="867" y="1659"/>
                    <a:pt x="1263" y="1263"/>
                  </a:cubicBezTo>
                  <a:cubicBezTo>
                    <a:pt x="1696" y="830"/>
                    <a:pt x="2273" y="577"/>
                    <a:pt x="2886" y="577"/>
                  </a:cubicBezTo>
                  <a:close/>
                  <a:moveTo>
                    <a:pt x="2886" y="0"/>
                  </a:moveTo>
                  <a:cubicBezTo>
                    <a:pt x="1299" y="0"/>
                    <a:pt x="1" y="1299"/>
                    <a:pt x="1" y="2886"/>
                  </a:cubicBezTo>
                  <a:cubicBezTo>
                    <a:pt x="1" y="4473"/>
                    <a:pt x="1299" y="5771"/>
                    <a:pt x="2886" y="5771"/>
                  </a:cubicBezTo>
                  <a:cubicBezTo>
                    <a:pt x="4509" y="5771"/>
                    <a:pt x="5808" y="4473"/>
                    <a:pt x="5808" y="2886"/>
                  </a:cubicBezTo>
                  <a:cubicBezTo>
                    <a:pt x="5808" y="1299"/>
                    <a:pt x="4509" y="0"/>
                    <a:pt x="28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9" name="Google Shape;2279;g312bfb4b743_5_798"/>
            <p:cNvSpPr/>
            <p:nvPr/>
          </p:nvSpPr>
          <p:spPr>
            <a:xfrm>
              <a:off x="2140975" y="2779950"/>
              <a:ext cx="15350" cy="345350"/>
            </a:xfrm>
            <a:custGeom>
              <a:avLst/>
              <a:gdLst/>
              <a:ahLst/>
              <a:cxnLst/>
              <a:rect l="l" t="t" r="r" b="b"/>
              <a:pathLst>
                <a:path w="614" h="13814" extrusionOk="0">
                  <a:moveTo>
                    <a:pt x="289" y="0"/>
                  </a:moveTo>
                  <a:cubicBezTo>
                    <a:pt x="145" y="0"/>
                    <a:pt x="1" y="144"/>
                    <a:pt x="1" y="325"/>
                  </a:cubicBezTo>
                  <a:lnTo>
                    <a:pt x="1" y="13489"/>
                  </a:lnTo>
                  <a:cubicBezTo>
                    <a:pt x="1" y="13670"/>
                    <a:pt x="145" y="13814"/>
                    <a:pt x="289" y="13814"/>
                  </a:cubicBezTo>
                  <a:cubicBezTo>
                    <a:pt x="470" y="13814"/>
                    <a:pt x="614" y="13670"/>
                    <a:pt x="614" y="13489"/>
                  </a:cubicBezTo>
                  <a:lnTo>
                    <a:pt x="614" y="325"/>
                  </a:lnTo>
                  <a:cubicBezTo>
                    <a:pt x="614" y="144"/>
                    <a:pt x="470" y="0"/>
                    <a:pt x="2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0" name="Google Shape;2280;g312bfb4b743_5_798"/>
            <p:cNvSpPr/>
            <p:nvPr/>
          </p:nvSpPr>
          <p:spPr>
            <a:xfrm>
              <a:off x="2083275" y="3068475"/>
              <a:ext cx="129875" cy="129875"/>
            </a:xfrm>
            <a:custGeom>
              <a:avLst/>
              <a:gdLst/>
              <a:ahLst/>
              <a:cxnLst/>
              <a:rect l="l" t="t" r="r" b="b"/>
              <a:pathLst>
                <a:path w="5195" h="5195" extrusionOk="0">
                  <a:moveTo>
                    <a:pt x="2597" y="1"/>
                  </a:moveTo>
                  <a:cubicBezTo>
                    <a:pt x="1191" y="1"/>
                    <a:pt x="1" y="1191"/>
                    <a:pt x="1" y="2598"/>
                  </a:cubicBezTo>
                  <a:cubicBezTo>
                    <a:pt x="1" y="4040"/>
                    <a:pt x="1191" y="5194"/>
                    <a:pt x="2597" y="5194"/>
                  </a:cubicBezTo>
                  <a:cubicBezTo>
                    <a:pt x="4040" y="5194"/>
                    <a:pt x="5194" y="4040"/>
                    <a:pt x="5194" y="2598"/>
                  </a:cubicBezTo>
                  <a:cubicBezTo>
                    <a:pt x="5194" y="1191"/>
                    <a:pt x="4040" y="1"/>
                    <a:pt x="259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1" name="Google Shape;2281;g312bfb4b743_5_798"/>
            <p:cNvSpPr/>
            <p:nvPr/>
          </p:nvSpPr>
          <p:spPr>
            <a:xfrm>
              <a:off x="2076050" y="3061275"/>
              <a:ext cx="145200" cy="145175"/>
            </a:xfrm>
            <a:custGeom>
              <a:avLst/>
              <a:gdLst/>
              <a:ahLst/>
              <a:cxnLst/>
              <a:rect l="l" t="t" r="r" b="b"/>
              <a:pathLst>
                <a:path w="5808" h="5807" extrusionOk="0">
                  <a:moveTo>
                    <a:pt x="2886" y="613"/>
                  </a:moveTo>
                  <a:cubicBezTo>
                    <a:pt x="3536" y="613"/>
                    <a:pt x="4113" y="866"/>
                    <a:pt x="4509" y="1263"/>
                  </a:cubicBezTo>
                  <a:cubicBezTo>
                    <a:pt x="4942" y="1695"/>
                    <a:pt x="5195" y="2272"/>
                    <a:pt x="5195" y="2886"/>
                  </a:cubicBezTo>
                  <a:cubicBezTo>
                    <a:pt x="5195" y="3535"/>
                    <a:pt x="4942" y="4112"/>
                    <a:pt x="4509" y="4509"/>
                  </a:cubicBezTo>
                  <a:cubicBezTo>
                    <a:pt x="4113" y="4941"/>
                    <a:pt x="3536" y="5194"/>
                    <a:pt x="2886" y="5194"/>
                  </a:cubicBezTo>
                  <a:cubicBezTo>
                    <a:pt x="2273" y="5194"/>
                    <a:pt x="1696" y="4941"/>
                    <a:pt x="1263" y="4509"/>
                  </a:cubicBezTo>
                  <a:cubicBezTo>
                    <a:pt x="867" y="4112"/>
                    <a:pt x="614" y="3535"/>
                    <a:pt x="614" y="2886"/>
                  </a:cubicBezTo>
                  <a:cubicBezTo>
                    <a:pt x="614" y="2272"/>
                    <a:pt x="867" y="1695"/>
                    <a:pt x="1263" y="1263"/>
                  </a:cubicBezTo>
                  <a:cubicBezTo>
                    <a:pt x="1696" y="866"/>
                    <a:pt x="2273" y="613"/>
                    <a:pt x="2886" y="613"/>
                  </a:cubicBezTo>
                  <a:close/>
                  <a:moveTo>
                    <a:pt x="2886" y="0"/>
                  </a:moveTo>
                  <a:cubicBezTo>
                    <a:pt x="1299" y="0"/>
                    <a:pt x="1" y="1299"/>
                    <a:pt x="1" y="2886"/>
                  </a:cubicBezTo>
                  <a:cubicBezTo>
                    <a:pt x="1" y="4509"/>
                    <a:pt x="1299" y="5771"/>
                    <a:pt x="2886" y="5807"/>
                  </a:cubicBezTo>
                  <a:cubicBezTo>
                    <a:pt x="4509" y="5771"/>
                    <a:pt x="5808" y="4509"/>
                    <a:pt x="5808" y="2886"/>
                  </a:cubicBezTo>
                  <a:cubicBezTo>
                    <a:pt x="5808" y="1299"/>
                    <a:pt x="4509" y="0"/>
                    <a:pt x="28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2" name="Google Shape;2282;g312bfb4b743_5_798"/>
            <p:cNvSpPr/>
            <p:nvPr/>
          </p:nvSpPr>
          <p:spPr>
            <a:xfrm>
              <a:off x="1755975" y="2124425"/>
              <a:ext cx="147900" cy="90200"/>
            </a:xfrm>
            <a:custGeom>
              <a:avLst/>
              <a:gdLst/>
              <a:ahLst/>
              <a:cxnLst/>
              <a:rect l="l" t="t" r="r" b="b"/>
              <a:pathLst>
                <a:path w="5916" h="3608" extrusionOk="0">
                  <a:moveTo>
                    <a:pt x="345" y="0"/>
                  </a:moveTo>
                  <a:cubicBezTo>
                    <a:pt x="233" y="0"/>
                    <a:pt x="120" y="49"/>
                    <a:pt x="72" y="145"/>
                  </a:cubicBezTo>
                  <a:cubicBezTo>
                    <a:pt x="0" y="289"/>
                    <a:pt x="36" y="469"/>
                    <a:pt x="180" y="578"/>
                  </a:cubicBezTo>
                  <a:lnTo>
                    <a:pt x="5410" y="3571"/>
                  </a:lnTo>
                  <a:cubicBezTo>
                    <a:pt x="5458" y="3595"/>
                    <a:pt x="5510" y="3607"/>
                    <a:pt x="5563" y="3607"/>
                  </a:cubicBezTo>
                  <a:cubicBezTo>
                    <a:pt x="5667" y="3607"/>
                    <a:pt x="5771" y="3559"/>
                    <a:pt x="5843" y="3463"/>
                  </a:cubicBezTo>
                  <a:cubicBezTo>
                    <a:pt x="5915" y="3319"/>
                    <a:pt x="5843" y="3138"/>
                    <a:pt x="5699" y="3066"/>
                  </a:cubicBezTo>
                  <a:lnTo>
                    <a:pt x="505" y="36"/>
                  </a:lnTo>
                  <a:cubicBezTo>
                    <a:pt x="457" y="12"/>
                    <a:pt x="401" y="0"/>
                    <a:pt x="34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3" name="Google Shape;2283;g312bfb4b743_5_798"/>
            <p:cNvSpPr/>
            <p:nvPr/>
          </p:nvSpPr>
          <p:spPr>
            <a:xfrm>
              <a:off x="1897525" y="2348350"/>
              <a:ext cx="513075" cy="161125"/>
            </a:xfrm>
            <a:custGeom>
              <a:avLst/>
              <a:gdLst/>
              <a:ahLst/>
              <a:cxnLst/>
              <a:rect l="l" t="t" r="r" b="b"/>
              <a:pathLst>
                <a:path w="20523" h="6445" extrusionOk="0">
                  <a:moveTo>
                    <a:pt x="10450" y="0"/>
                  </a:moveTo>
                  <a:cubicBezTo>
                    <a:pt x="10406" y="0"/>
                    <a:pt x="10361" y="9"/>
                    <a:pt x="10316" y="24"/>
                  </a:cubicBezTo>
                  <a:lnTo>
                    <a:pt x="181" y="5903"/>
                  </a:lnTo>
                  <a:cubicBezTo>
                    <a:pt x="37" y="5975"/>
                    <a:pt x="1" y="6156"/>
                    <a:pt x="73" y="6300"/>
                  </a:cubicBezTo>
                  <a:cubicBezTo>
                    <a:pt x="145" y="6396"/>
                    <a:pt x="249" y="6444"/>
                    <a:pt x="353" y="6444"/>
                  </a:cubicBezTo>
                  <a:cubicBezTo>
                    <a:pt x="405" y="6444"/>
                    <a:pt x="458" y="6432"/>
                    <a:pt x="506" y="6408"/>
                  </a:cubicBezTo>
                  <a:lnTo>
                    <a:pt x="10496" y="637"/>
                  </a:lnTo>
                  <a:lnTo>
                    <a:pt x="20018" y="6336"/>
                  </a:lnTo>
                  <a:cubicBezTo>
                    <a:pt x="20066" y="6360"/>
                    <a:pt x="20118" y="6372"/>
                    <a:pt x="20170" y="6372"/>
                  </a:cubicBezTo>
                  <a:cubicBezTo>
                    <a:pt x="20274" y="6372"/>
                    <a:pt x="20379" y="6324"/>
                    <a:pt x="20451" y="6228"/>
                  </a:cubicBezTo>
                  <a:cubicBezTo>
                    <a:pt x="20523" y="6083"/>
                    <a:pt x="20487" y="5903"/>
                    <a:pt x="20343" y="5795"/>
                  </a:cubicBezTo>
                  <a:lnTo>
                    <a:pt x="10640" y="60"/>
                  </a:lnTo>
                  <a:cubicBezTo>
                    <a:pt x="10577" y="18"/>
                    <a:pt x="10514" y="0"/>
                    <a:pt x="104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4" name="Google Shape;2284;g312bfb4b743_5_798"/>
            <p:cNvSpPr/>
            <p:nvPr/>
          </p:nvSpPr>
          <p:spPr>
            <a:xfrm>
              <a:off x="2151800" y="2053200"/>
              <a:ext cx="15350" cy="310200"/>
            </a:xfrm>
            <a:custGeom>
              <a:avLst/>
              <a:gdLst/>
              <a:ahLst/>
              <a:cxnLst/>
              <a:rect l="l" t="t" r="r" b="b"/>
              <a:pathLst>
                <a:path w="614" h="12408" extrusionOk="0">
                  <a:moveTo>
                    <a:pt x="325" y="0"/>
                  </a:moveTo>
                  <a:cubicBezTo>
                    <a:pt x="145" y="0"/>
                    <a:pt x="1" y="144"/>
                    <a:pt x="1" y="325"/>
                  </a:cubicBezTo>
                  <a:lnTo>
                    <a:pt x="1" y="12119"/>
                  </a:lnTo>
                  <a:cubicBezTo>
                    <a:pt x="1" y="12263"/>
                    <a:pt x="145" y="12407"/>
                    <a:pt x="325" y="12407"/>
                  </a:cubicBezTo>
                  <a:cubicBezTo>
                    <a:pt x="469" y="12407"/>
                    <a:pt x="614" y="12263"/>
                    <a:pt x="614" y="12119"/>
                  </a:cubicBezTo>
                  <a:lnTo>
                    <a:pt x="614" y="325"/>
                  </a:lnTo>
                  <a:cubicBezTo>
                    <a:pt x="614" y="144"/>
                    <a:pt x="469" y="0"/>
                    <a:pt x="3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5" name="Google Shape;2285;g312bfb4b743_5_798"/>
            <p:cNvSpPr/>
            <p:nvPr/>
          </p:nvSpPr>
          <p:spPr>
            <a:xfrm>
              <a:off x="2929950" y="9116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6" name="Google Shape;2286;g312bfb4b743_5_798"/>
            <p:cNvSpPr/>
            <p:nvPr/>
          </p:nvSpPr>
          <p:spPr>
            <a:xfrm>
              <a:off x="2496250" y="9116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7" name="Google Shape;2287;g312bfb4b743_5_798"/>
            <p:cNvSpPr/>
            <p:nvPr/>
          </p:nvSpPr>
          <p:spPr>
            <a:xfrm>
              <a:off x="2322225" y="9116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8" name="Google Shape;2288;g312bfb4b743_5_798"/>
            <p:cNvSpPr/>
            <p:nvPr/>
          </p:nvSpPr>
          <p:spPr>
            <a:xfrm>
              <a:off x="2647725" y="9847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9" name="Google Shape;2289;g312bfb4b743_5_798"/>
            <p:cNvSpPr/>
            <p:nvPr/>
          </p:nvSpPr>
          <p:spPr>
            <a:xfrm>
              <a:off x="2322225" y="9847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0" name="Google Shape;2290;g312bfb4b743_5_798"/>
            <p:cNvSpPr/>
            <p:nvPr/>
          </p:nvSpPr>
          <p:spPr>
            <a:xfrm>
              <a:off x="3024625" y="10676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1" name="Google Shape;2291;g312bfb4b743_5_798"/>
            <p:cNvSpPr/>
            <p:nvPr/>
          </p:nvSpPr>
          <p:spPr>
            <a:xfrm>
              <a:off x="2800100" y="10676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2" name="Google Shape;2292;g312bfb4b743_5_798"/>
            <p:cNvSpPr/>
            <p:nvPr/>
          </p:nvSpPr>
          <p:spPr>
            <a:xfrm>
              <a:off x="2322225" y="10676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3" name="Google Shape;2293;g312bfb4b743_5_798"/>
            <p:cNvSpPr/>
            <p:nvPr/>
          </p:nvSpPr>
          <p:spPr>
            <a:xfrm>
              <a:off x="2699125" y="1151525"/>
              <a:ext cx="420200" cy="14450"/>
            </a:xfrm>
            <a:custGeom>
              <a:avLst/>
              <a:gdLst/>
              <a:ahLst/>
              <a:cxnLst/>
              <a:rect l="l" t="t" r="r" b="b"/>
              <a:pathLst>
                <a:path w="16808" h="578" extrusionOk="0">
                  <a:moveTo>
                    <a:pt x="289" y="0"/>
                  </a:moveTo>
                  <a:cubicBezTo>
                    <a:pt x="109" y="0"/>
                    <a:pt x="0" y="108"/>
                    <a:pt x="0" y="289"/>
                  </a:cubicBezTo>
                  <a:cubicBezTo>
                    <a:pt x="0" y="433"/>
                    <a:pt x="109" y="577"/>
                    <a:pt x="289" y="577"/>
                  </a:cubicBezTo>
                  <a:lnTo>
                    <a:pt x="16483" y="577"/>
                  </a:lnTo>
                  <a:cubicBezTo>
                    <a:pt x="16663" y="577"/>
                    <a:pt x="16808" y="433"/>
                    <a:pt x="16808" y="289"/>
                  </a:cubicBezTo>
                  <a:cubicBezTo>
                    <a:pt x="16808" y="108"/>
                    <a:pt x="16663" y="0"/>
                    <a:pt x="164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4" name="Google Shape;2294;g312bfb4b743_5_798"/>
            <p:cNvSpPr/>
            <p:nvPr/>
          </p:nvSpPr>
          <p:spPr>
            <a:xfrm>
              <a:off x="2322225" y="1151525"/>
              <a:ext cx="304775" cy="14450"/>
            </a:xfrm>
            <a:custGeom>
              <a:avLst/>
              <a:gdLst/>
              <a:ahLst/>
              <a:cxnLst/>
              <a:rect l="l" t="t" r="r" b="b"/>
              <a:pathLst>
                <a:path w="12191" h="578" extrusionOk="0">
                  <a:moveTo>
                    <a:pt x="289" y="0"/>
                  </a:moveTo>
                  <a:cubicBezTo>
                    <a:pt x="145" y="0"/>
                    <a:pt x="0" y="108"/>
                    <a:pt x="0" y="289"/>
                  </a:cubicBezTo>
                  <a:cubicBezTo>
                    <a:pt x="0" y="433"/>
                    <a:pt x="145" y="577"/>
                    <a:pt x="289" y="577"/>
                  </a:cubicBezTo>
                  <a:lnTo>
                    <a:pt x="11902" y="577"/>
                  </a:lnTo>
                  <a:cubicBezTo>
                    <a:pt x="12047" y="577"/>
                    <a:pt x="12191" y="433"/>
                    <a:pt x="12191" y="289"/>
                  </a:cubicBezTo>
                  <a:cubicBezTo>
                    <a:pt x="12191" y="108"/>
                    <a:pt x="12047" y="0"/>
                    <a:pt x="119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5" name="Google Shape;2295;g312bfb4b743_5_798"/>
            <p:cNvSpPr/>
            <p:nvPr/>
          </p:nvSpPr>
          <p:spPr>
            <a:xfrm>
              <a:off x="2929950" y="1234475"/>
              <a:ext cx="189375" cy="14450"/>
            </a:xfrm>
            <a:custGeom>
              <a:avLst/>
              <a:gdLst/>
              <a:ahLst/>
              <a:cxnLst/>
              <a:rect l="l" t="t" r="r" b="b"/>
              <a:pathLst>
                <a:path w="7575" h="578" extrusionOk="0">
                  <a:moveTo>
                    <a:pt x="325" y="0"/>
                  </a:moveTo>
                  <a:cubicBezTo>
                    <a:pt x="145" y="0"/>
                    <a:pt x="1" y="144"/>
                    <a:pt x="1" y="289"/>
                  </a:cubicBezTo>
                  <a:cubicBezTo>
                    <a:pt x="1" y="469"/>
                    <a:pt x="145" y="577"/>
                    <a:pt x="325" y="577"/>
                  </a:cubicBezTo>
                  <a:lnTo>
                    <a:pt x="7250" y="577"/>
                  </a:lnTo>
                  <a:cubicBezTo>
                    <a:pt x="7430" y="577"/>
                    <a:pt x="7575" y="469"/>
                    <a:pt x="7575" y="289"/>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6" name="Google Shape;2296;g312bfb4b743_5_798"/>
            <p:cNvSpPr/>
            <p:nvPr/>
          </p:nvSpPr>
          <p:spPr>
            <a:xfrm>
              <a:off x="2496250" y="1234475"/>
              <a:ext cx="376925" cy="14450"/>
            </a:xfrm>
            <a:custGeom>
              <a:avLst/>
              <a:gdLst/>
              <a:ahLst/>
              <a:cxnLst/>
              <a:rect l="l" t="t" r="r" b="b"/>
              <a:pathLst>
                <a:path w="15077" h="578" extrusionOk="0">
                  <a:moveTo>
                    <a:pt x="289" y="0"/>
                  </a:moveTo>
                  <a:cubicBezTo>
                    <a:pt x="108" y="0"/>
                    <a:pt x="0" y="144"/>
                    <a:pt x="0" y="289"/>
                  </a:cubicBezTo>
                  <a:cubicBezTo>
                    <a:pt x="0" y="469"/>
                    <a:pt x="108" y="577"/>
                    <a:pt x="289" y="577"/>
                  </a:cubicBezTo>
                  <a:lnTo>
                    <a:pt x="14788" y="577"/>
                  </a:lnTo>
                  <a:cubicBezTo>
                    <a:pt x="14932" y="577"/>
                    <a:pt x="15076" y="469"/>
                    <a:pt x="15076" y="289"/>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7" name="Google Shape;2297;g312bfb4b743_5_798"/>
            <p:cNvSpPr/>
            <p:nvPr/>
          </p:nvSpPr>
          <p:spPr>
            <a:xfrm>
              <a:off x="2322225" y="1234475"/>
              <a:ext cx="109125" cy="14450"/>
            </a:xfrm>
            <a:custGeom>
              <a:avLst/>
              <a:gdLst/>
              <a:ahLst/>
              <a:cxnLst/>
              <a:rect l="l" t="t" r="r" b="b"/>
              <a:pathLst>
                <a:path w="4365" h="578" extrusionOk="0">
                  <a:moveTo>
                    <a:pt x="289" y="0"/>
                  </a:moveTo>
                  <a:cubicBezTo>
                    <a:pt x="145" y="0"/>
                    <a:pt x="0" y="144"/>
                    <a:pt x="0" y="289"/>
                  </a:cubicBezTo>
                  <a:cubicBezTo>
                    <a:pt x="0" y="469"/>
                    <a:pt x="145" y="577"/>
                    <a:pt x="289" y="577"/>
                  </a:cubicBezTo>
                  <a:lnTo>
                    <a:pt x="4076" y="577"/>
                  </a:lnTo>
                  <a:cubicBezTo>
                    <a:pt x="4220" y="577"/>
                    <a:pt x="4364" y="469"/>
                    <a:pt x="4364" y="289"/>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8" name="Google Shape;2298;g312bfb4b743_5_798"/>
            <p:cNvSpPr/>
            <p:nvPr/>
          </p:nvSpPr>
          <p:spPr>
            <a:xfrm>
              <a:off x="2647725" y="1306600"/>
              <a:ext cx="471600" cy="15350"/>
            </a:xfrm>
            <a:custGeom>
              <a:avLst/>
              <a:gdLst/>
              <a:ahLst/>
              <a:cxnLst/>
              <a:rect l="l" t="t" r="r" b="b"/>
              <a:pathLst>
                <a:path w="18864" h="614" extrusionOk="0">
                  <a:moveTo>
                    <a:pt x="325" y="1"/>
                  </a:moveTo>
                  <a:cubicBezTo>
                    <a:pt x="145" y="1"/>
                    <a:pt x="1" y="145"/>
                    <a:pt x="1" y="325"/>
                  </a:cubicBezTo>
                  <a:cubicBezTo>
                    <a:pt x="1" y="469"/>
                    <a:pt x="145" y="614"/>
                    <a:pt x="325" y="614"/>
                  </a:cubicBezTo>
                  <a:lnTo>
                    <a:pt x="18539" y="614"/>
                  </a:lnTo>
                  <a:cubicBezTo>
                    <a:pt x="18719" y="614"/>
                    <a:pt x="18864" y="469"/>
                    <a:pt x="18864" y="325"/>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9" name="Google Shape;2299;g312bfb4b743_5_798"/>
            <p:cNvSpPr/>
            <p:nvPr/>
          </p:nvSpPr>
          <p:spPr>
            <a:xfrm>
              <a:off x="2322225" y="1306600"/>
              <a:ext cx="174050" cy="15350"/>
            </a:xfrm>
            <a:custGeom>
              <a:avLst/>
              <a:gdLst/>
              <a:ahLst/>
              <a:cxnLst/>
              <a:rect l="l" t="t" r="r" b="b"/>
              <a:pathLst>
                <a:path w="6962" h="614" extrusionOk="0">
                  <a:moveTo>
                    <a:pt x="289" y="1"/>
                  </a:moveTo>
                  <a:cubicBezTo>
                    <a:pt x="145" y="1"/>
                    <a:pt x="0" y="145"/>
                    <a:pt x="0" y="325"/>
                  </a:cubicBezTo>
                  <a:cubicBezTo>
                    <a:pt x="0" y="469"/>
                    <a:pt x="145" y="614"/>
                    <a:pt x="289" y="614"/>
                  </a:cubicBezTo>
                  <a:lnTo>
                    <a:pt x="6673" y="614"/>
                  </a:lnTo>
                  <a:cubicBezTo>
                    <a:pt x="6853" y="614"/>
                    <a:pt x="6961" y="469"/>
                    <a:pt x="6961" y="325"/>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g312bfb4b743_5_798"/>
            <p:cNvSpPr/>
            <p:nvPr/>
          </p:nvSpPr>
          <p:spPr>
            <a:xfrm>
              <a:off x="3024625" y="1390450"/>
              <a:ext cx="94700" cy="14450"/>
            </a:xfrm>
            <a:custGeom>
              <a:avLst/>
              <a:gdLst/>
              <a:ahLst/>
              <a:cxnLst/>
              <a:rect l="l" t="t" r="r" b="b"/>
              <a:pathLst>
                <a:path w="3788" h="578" extrusionOk="0">
                  <a:moveTo>
                    <a:pt x="289" y="1"/>
                  </a:moveTo>
                  <a:cubicBezTo>
                    <a:pt x="145" y="1"/>
                    <a:pt x="1" y="109"/>
                    <a:pt x="1" y="289"/>
                  </a:cubicBezTo>
                  <a:cubicBezTo>
                    <a:pt x="1" y="470"/>
                    <a:pt x="145" y="578"/>
                    <a:pt x="289" y="578"/>
                  </a:cubicBezTo>
                  <a:lnTo>
                    <a:pt x="3463" y="578"/>
                  </a:lnTo>
                  <a:cubicBezTo>
                    <a:pt x="3643" y="578"/>
                    <a:pt x="3788" y="470"/>
                    <a:pt x="3788" y="289"/>
                  </a:cubicBezTo>
                  <a:cubicBezTo>
                    <a:pt x="3788" y="109"/>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1" name="Google Shape;2301;g312bfb4b743_5_798"/>
            <p:cNvSpPr/>
            <p:nvPr/>
          </p:nvSpPr>
          <p:spPr>
            <a:xfrm>
              <a:off x="2800100" y="1390450"/>
              <a:ext cx="174050" cy="14450"/>
            </a:xfrm>
            <a:custGeom>
              <a:avLst/>
              <a:gdLst/>
              <a:ahLst/>
              <a:cxnLst/>
              <a:rect l="l" t="t" r="r" b="b"/>
              <a:pathLst>
                <a:path w="6962" h="578" extrusionOk="0">
                  <a:moveTo>
                    <a:pt x="289" y="1"/>
                  </a:moveTo>
                  <a:cubicBezTo>
                    <a:pt x="145" y="1"/>
                    <a:pt x="1" y="109"/>
                    <a:pt x="1" y="289"/>
                  </a:cubicBezTo>
                  <a:cubicBezTo>
                    <a:pt x="1" y="470"/>
                    <a:pt x="145" y="578"/>
                    <a:pt x="289" y="578"/>
                  </a:cubicBezTo>
                  <a:lnTo>
                    <a:pt x="6673" y="578"/>
                  </a:lnTo>
                  <a:cubicBezTo>
                    <a:pt x="6854" y="578"/>
                    <a:pt x="6962" y="470"/>
                    <a:pt x="6962" y="289"/>
                  </a:cubicBezTo>
                  <a:cubicBezTo>
                    <a:pt x="6962" y="109"/>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2" name="Google Shape;2302;g312bfb4b743_5_798"/>
            <p:cNvSpPr/>
            <p:nvPr/>
          </p:nvSpPr>
          <p:spPr>
            <a:xfrm>
              <a:off x="2322225" y="1390450"/>
              <a:ext cx="384125" cy="14450"/>
            </a:xfrm>
            <a:custGeom>
              <a:avLst/>
              <a:gdLst/>
              <a:ahLst/>
              <a:cxnLst/>
              <a:rect l="l" t="t" r="r" b="b"/>
              <a:pathLst>
                <a:path w="15365" h="578" extrusionOk="0">
                  <a:moveTo>
                    <a:pt x="289" y="1"/>
                  </a:moveTo>
                  <a:cubicBezTo>
                    <a:pt x="145" y="1"/>
                    <a:pt x="0" y="109"/>
                    <a:pt x="0" y="289"/>
                  </a:cubicBezTo>
                  <a:cubicBezTo>
                    <a:pt x="0" y="470"/>
                    <a:pt x="145" y="578"/>
                    <a:pt x="289" y="578"/>
                  </a:cubicBezTo>
                  <a:lnTo>
                    <a:pt x="15076" y="578"/>
                  </a:lnTo>
                  <a:cubicBezTo>
                    <a:pt x="15221" y="578"/>
                    <a:pt x="15365" y="470"/>
                    <a:pt x="15365" y="289"/>
                  </a:cubicBezTo>
                  <a:cubicBezTo>
                    <a:pt x="15365" y="109"/>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3" name="Google Shape;2303;g312bfb4b743_5_798"/>
            <p:cNvSpPr/>
            <p:nvPr/>
          </p:nvSpPr>
          <p:spPr>
            <a:xfrm>
              <a:off x="2699125" y="1473400"/>
              <a:ext cx="420200" cy="15375"/>
            </a:xfrm>
            <a:custGeom>
              <a:avLst/>
              <a:gdLst/>
              <a:ahLst/>
              <a:cxnLst/>
              <a:rect l="l" t="t" r="r" b="b"/>
              <a:pathLst>
                <a:path w="16808" h="615" extrusionOk="0">
                  <a:moveTo>
                    <a:pt x="289" y="1"/>
                  </a:moveTo>
                  <a:cubicBezTo>
                    <a:pt x="109" y="1"/>
                    <a:pt x="0" y="145"/>
                    <a:pt x="0" y="290"/>
                  </a:cubicBezTo>
                  <a:cubicBezTo>
                    <a:pt x="0" y="470"/>
                    <a:pt x="109" y="614"/>
                    <a:pt x="289" y="614"/>
                  </a:cubicBezTo>
                  <a:lnTo>
                    <a:pt x="16483" y="614"/>
                  </a:lnTo>
                  <a:cubicBezTo>
                    <a:pt x="16663" y="614"/>
                    <a:pt x="16808" y="470"/>
                    <a:pt x="16808" y="290"/>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4" name="Google Shape;2304;g312bfb4b743_5_798"/>
            <p:cNvSpPr/>
            <p:nvPr/>
          </p:nvSpPr>
          <p:spPr>
            <a:xfrm>
              <a:off x="2322225" y="1473400"/>
              <a:ext cx="304775" cy="15375"/>
            </a:xfrm>
            <a:custGeom>
              <a:avLst/>
              <a:gdLst/>
              <a:ahLst/>
              <a:cxnLst/>
              <a:rect l="l" t="t" r="r" b="b"/>
              <a:pathLst>
                <a:path w="12191" h="615" extrusionOk="0">
                  <a:moveTo>
                    <a:pt x="289" y="1"/>
                  </a:moveTo>
                  <a:cubicBezTo>
                    <a:pt x="145" y="1"/>
                    <a:pt x="0" y="145"/>
                    <a:pt x="0" y="290"/>
                  </a:cubicBezTo>
                  <a:cubicBezTo>
                    <a:pt x="0" y="470"/>
                    <a:pt x="145" y="614"/>
                    <a:pt x="289" y="614"/>
                  </a:cubicBezTo>
                  <a:lnTo>
                    <a:pt x="11902" y="614"/>
                  </a:lnTo>
                  <a:cubicBezTo>
                    <a:pt x="12047" y="614"/>
                    <a:pt x="12191" y="470"/>
                    <a:pt x="12191" y="290"/>
                  </a:cubicBezTo>
                  <a:cubicBezTo>
                    <a:pt x="12191" y="145"/>
                    <a:pt x="12047" y="1"/>
                    <a:pt x="119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5" name="Google Shape;2305;g312bfb4b743_5_798"/>
            <p:cNvSpPr/>
            <p:nvPr/>
          </p:nvSpPr>
          <p:spPr>
            <a:xfrm>
              <a:off x="2929950" y="15563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6" name="Google Shape;2306;g312bfb4b743_5_798"/>
            <p:cNvSpPr/>
            <p:nvPr/>
          </p:nvSpPr>
          <p:spPr>
            <a:xfrm>
              <a:off x="2496250" y="15563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7" name="Google Shape;2307;g312bfb4b743_5_798"/>
            <p:cNvSpPr/>
            <p:nvPr/>
          </p:nvSpPr>
          <p:spPr>
            <a:xfrm>
              <a:off x="2322225" y="15563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8" name="Google Shape;2308;g312bfb4b743_5_798"/>
            <p:cNvSpPr/>
            <p:nvPr/>
          </p:nvSpPr>
          <p:spPr>
            <a:xfrm>
              <a:off x="2647725" y="16294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9" name="Google Shape;2309;g312bfb4b743_5_798"/>
            <p:cNvSpPr/>
            <p:nvPr/>
          </p:nvSpPr>
          <p:spPr>
            <a:xfrm>
              <a:off x="2322225" y="16294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0" name="Google Shape;2310;g312bfb4b743_5_798"/>
            <p:cNvSpPr/>
            <p:nvPr/>
          </p:nvSpPr>
          <p:spPr>
            <a:xfrm>
              <a:off x="3024625" y="17123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1" name="Google Shape;2311;g312bfb4b743_5_798"/>
            <p:cNvSpPr/>
            <p:nvPr/>
          </p:nvSpPr>
          <p:spPr>
            <a:xfrm>
              <a:off x="2800100" y="17123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2" name="Google Shape;2312;g312bfb4b743_5_798"/>
            <p:cNvSpPr/>
            <p:nvPr/>
          </p:nvSpPr>
          <p:spPr>
            <a:xfrm>
              <a:off x="2322225" y="17123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3" name="Google Shape;2313;g312bfb4b743_5_798"/>
            <p:cNvSpPr/>
            <p:nvPr/>
          </p:nvSpPr>
          <p:spPr>
            <a:xfrm>
              <a:off x="2699125" y="1795300"/>
              <a:ext cx="420200" cy="15375"/>
            </a:xfrm>
            <a:custGeom>
              <a:avLst/>
              <a:gdLst/>
              <a:ahLst/>
              <a:cxnLst/>
              <a:rect l="l" t="t" r="r" b="b"/>
              <a:pathLst>
                <a:path w="16808" h="615" extrusionOk="0">
                  <a:moveTo>
                    <a:pt x="289" y="1"/>
                  </a:moveTo>
                  <a:cubicBezTo>
                    <a:pt x="109" y="1"/>
                    <a:pt x="0" y="145"/>
                    <a:pt x="0" y="326"/>
                  </a:cubicBezTo>
                  <a:cubicBezTo>
                    <a:pt x="0" y="470"/>
                    <a:pt x="109" y="614"/>
                    <a:pt x="289" y="614"/>
                  </a:cubicBezTo>
                  <a:lnTo>
                    <a:pt x="16483" y="614"/>
                  </a:lnTo>
                  <a:cubicBezTo>
                    <a:pt x="16663" y="614"/>
                    <a:pt x="16808" y="470"/>
                    <a:pt x="16808" y="326"/>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4" name="Google Shape;2314;g312bfb4b743_5_798"/>
            <p:cNvSpPr/>
            <p:nvPr/>
          </p:nvSpPr>
          <p:spPr>
            <a:xfrm>
              <a:off x="2322225" y="1795300"/>
              <a:ext cx="304775" cy="15375"/>
            </a:xfrm>
            <a:custGeom>
              <a:avLst/>
              <a:gdLst/>
              <a:ahLst/>
              <a:cxnLst/>
              <a:rect l="l" t="t" r="r" b="b"/>
              <a:pathLst>
                <a:path w="12191" h="615" extrusionOk="0">
                  <a:moveTo>
                    <a:pt x="289" y="1"/>
                  </a:moveTo>
                  <a:cubicBezTo>
                    <a:pt x="145" y="1"/>
                    <a:pt x="0" y="145"/>
                    <a:pt x="0" y="326"/>
                  </a:cubicBezTo>
                  <a:cubicBezTo>
                    <a:pt x="0" y="470"/>
                    <a:pt x="145" y="614"/>
                    <a:pt x="289" y="614"/>
                  </a:cubicBezTo>
                  <a:lnTo>
                    <a:pt x="11902" y="614"/>
                  </a:lnTo>
                  <a:cubicBezTo>
                    <a:pt x="12047" y="614"/>
                    <a:pt x="12191" y="470"/>
                    <a:pt x="12191" y="326"/>
                  </a:cubicBezTo>
                  <a:cubicBezTo>
                    <a:pt x="12191" y="145"/>
                    <a:pt x="12047" y="1"/>
                    <a:pt x="119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5" name="Google Shape;2315;g312bfb4b743_5_798"/>
            <p:cNvSpPr/>
            <p:nvPr/>
          </p:nvSpPr>
          <p:spPr>
            <a:xfrm>
              <a:off x="2929950" y="1879175"/>
              <a:ext cx="189375" cy="14450"/>
            </a:xfrm>
            <a:custGeom>
              <a:avLst/>
              <a:gdLst/>
              <a:ahLst/>
              <a:cxnLst/>
              <a:rect l="l" t="t" r="r" b="b"/>
              <a:pathLst>
                <a:path w="7575" h="578" extrusionOk="0">
                  <a:moveTo>
                    <a:pt x="325" y="0"/>
                  </a:moveTo>
                  <a:cubicBezTo>
                    <a:pt x="145" y="0"/>
                    <a:pt x="1" y="108"/>
                    <a:pt x="1" y="289"/>
                  </a:cubicBezTo>
                  <a:cubicBezTo>
                    <a:pt x="1" y="469"/>
                    <a:pt x="145" y="577"/>
                    <a:pt x="325" y="577"/>
                  </a:cubicBezTo>
                  <a:lnTo>
                    <a:pt x="7250" y="577"/>
                  </a:lnTo>
                  <a:cubicBezTo>
                    <a:pt x="7430" y="577"/>
                    <a:pt x="7575" y="469"/>
                    <a:pt x="7575" y="289"/>
                  </a:cubicBezTo>
                  <a:cubicBezTo>
                    <a:pt x="7575" y="108"/>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6" name="Google Shape;2316;g312bfb4b743_5_798"/>
            <p:cNvSpPr/>
            <p:nvPr/>
          </p:nvSpPr>
          <p:spPr>
            <a:xfrm>
              <a:off x="2496250" y="1879175"/>
              <a:ext cx="376925" cy="14450"/>
            </a:xfrm>
            <a:custGeom>
              <a:avLst/>
              <a:gdLst/>
              <a:ahLst/>
              <a:cxnLst/>
              <a:rect l="l" t="t" r="r" b="b"/>
              <a:pathLst>
                <a:path w="15077" h="578" extrusionOk="0">
                  <a:moveTo>
                    <a:pt x="289" y="0"/>
                  </a:moveTo>
                  <a:cubicBezTo>
                    <a:pt x="108" y="0"/>
                    <a:pt x="0" y="108"/>
                    <a:pt x="0" y="289"/>
                  </a:cubicBezTo>
                  <a:cubicBezTo>
                    <a:pt x="0" y="469"/>
                    <a:pt x="108" y="577"/>
                    <a:pt x="289" y="577"/>
                  </a:cubicBezTo>
                  <a:lnTo>
                    <a:pt x="14788" y="577"/>
                  </a:lnTo>
                  <a:cubicBezTo>
                    <a:pt x="14932" y="577"/>
                    <a:pt x="15076" y="469"/>
                    <a:pt x="15076" y="289"/>
                  </a:cubicBezTo>
                  <a:cubicBezTo>
                    <a:pt x="15076" y="108"/>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7" name="Google Shape;2317;g312bfb4b743_5_798"/>
            <p:cNvSpPr/>
            <p:nvPr/>
          </p:nvSpPr>
          <p:spPr>
            <a:xfrm>
              <a:off x="2322225" y="1879175"/>
              <a:ext cx="109125" cy="14450"/>
            </a:xfrm>
            <a:custGeom>
              <a:avLst/>
              <a:gdLst/>
              <a:ahLst/>
              <a:cxnLst/>
              <a:rect l="l" t="t" r="r" b="b"/>
              <a:pathLst>
                <a:path w="4365" h="578" extrusionOk="0">
                  <a:moveTo>
                    <a:pt x="289" y="0"/>
                  </a:moveTo>
                  <a:cubicBezTo>
                    <a:pt x="145" y="0"/>
                    <a:pt x="0" y="108"/>
                    <a:pt x="0" y="289"/>
                  </a:cubicBezTo>
                  <a:cubicBezTo>
                    <a:pt x="0" y="469"/>
                    <a:pt x="145" y="577"/>
                    <a:pt x="289" y="577"/>
                  </a:cubicBezTo>
                  <a:lnTo>
                    <a:pt x="4076" y="577"/>
                  </a:lnTo>
                  <a:cubicBezTo>
                    <a:pt x="4220" y="577"/>
                    <a:pt x="4364" y="469"/>
                    <a:pt x="4364" y="289"/>
                  </a:cubicBezTo>
                  <a:cubicBezTo>
                    <a:pt x="4364" y="108"/>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18" name="Google Shape;2318;g312bfb4b743_5_798"/>
          <p:cNvGrpSpPr/>
          <p:nvPr/>
        </p:nvGrpSpPr>
        <p:grpSpPr>
          <a:xfrm>
            <a:off x="4897292" y="2923663"/>
            <a:ext cx="1729343" cy="1578106"/>
            <a:chOff x="1171725" y="542675"/>
            <a:chExt cx="5016950" cy="4578200"/>
          </a:xfrm>
        </p:grpSpPr>
        <p:sp>
          <p:nvSpPr>
            <p:cNvPr id="2319" name="Google Shape;2319;g312bfb4b743_5_798"/>
            <p:cNvSpPr/>
            <p:nvPr/>
          </p:nvSpPr>
          <p:spPr>
            <a:xfrm>
              <a:off x="1171725" y="542775"/>
              <a:ext cx="5016950" cy="4577925"/>
            </a:xfrm>
            <a:custGeom>
              <a:avLst/>
              <a:gdLst/>
              <a:ahLst/>
              <a:cxnLst/>
              <a:rect l="l" t="t" r="r" b="b"/>
              <a:pathLst>
                <a:path w="200678" h="183117" extrusionOk="0">
                  <a:moveTo>
                    <a:pt x="147944" y="1"/>
                  </a:moveTo>
                  <a:cubicBezTo>
                    <a:pt x="128902" y="1"/>
                    <a:pt x="116374" y="16962"/>
                    <a:pt x="88848" y="22980"/>
                  </a:cubicBezTo>
                  <a:cubicBezTo>
                    <a:pt x="56060" y="30148"/>
                    <a:pt x="46096" y="27030"/>
                    <a:pt x="23048" y="51171"/>
                  </a:cubicBezTo>
                  <a:cubicBezTo>
                    <a:pt x="1" y="75311"/>
                    <a:pt x="5304" y="121085"/>
                    <a:pt x="34491" y="150176"/>
                  </a:cubicBezTo>
                  <a:cubicBezTo>
                    <a:pt x="63711" y="179299"/>
                    <a:pt x="92448" y="182578"/>
                    <a:pt x="92448" y="182578"/>
                  </a:cubicBezTo>
                  <a:cubicBezTo>
                    <a:pt x="92448" y="182578"/>
                    <a:pt x="95800" y="183116"/>
                    <a:pt x="101224" y="183116"/>
                  </a:cubicBezTo>
                  <a:cubicBezTo>
                    <a:pt x="113079" y="183116"/>
                    <a:pt x="134832" y="180544"/>
                    <a:pt x="153136" y="164159"/>
                  </a:cubicBezTo>
                  <a:cubicBezTo>
                    <a:pt x="179816" y="140243"/>
                    <a:pt x="187145" y="101381"/>
                    <a:pt x="193928" y="70104"/>
                  </a:cubicBezTo>
                  <a:cubicBezTo>
                    <a:pt x="200678" y="38795"/>
                    <a:pt x="186309" y="10958"/>
                    <a:pt x="159726" y="2054"/>
                  </a:cubicBezTo>
                  <a:cubicBezTo>
                    <a:pt x="155461" y="620"/>
                    <a:pt x="151583" y="1"/>
                    <a:pt x="14794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0" name="Google Shape;2320;g312bfb4b743_5_798"/>
            <p:cNvSpPr/>
            <p:nvPr/>
          </p:nvSpPr>
          <p:spPr>
            <a:xfrm>
              <a:off x="1388700" y="542675"/>
              <a:ext cx="4672200" cy="4578200"/>
            </a:xfrm>
            <a:custGeom>
              <a:avLst/>
              <a:gdLst/>
              <a:ahLst/>
              <a:cxnLst/>
              <a:rect l="l" t="t" r="r" b="b"/>
              <a:pathLst>
                <a:path w="186888" h="183128" extrusionOk="0">
                  <a:moveTo>
                    <a:pt x="139282" y="1"/>
                  </a:moveTo>
                  <a:cubicBezTo>
                    <a:pt x="120220" y="1"/>
                    <a:pt x="107716" y="16973"/>
                    <a:pt x="80169" y="22984"/>
                  </a:cubicBezTo>
                  <a:cubicBezTo>
                    <a:pt x="47381" y="30152"/>
                    <a:pt x="37417" y="27034"/>
                    <a:pt x="14369" y="51175"/>
                  </a:cubicBezTo>
                  <a:cubicBezTo>
                    <a:pt x="4661" y="61332"/>
                    <a:pt x="0" y="75283"/>
                    <a:pt x="0" y="90230"/>
                  </a:cubicBezTo>
                  <a:cubicBezTo>
                    <a:pt x="0" y="110835"/>
                    <a:pt x="8904" y="133304"/>
                    <a:pt x="25812" y="150180"/>
                  </a:cubicBezTo>
                  <a:cubicBezTo>
                    <a:pt x="55032" y="179303"/>
                    <a:pt x="83769" y="182582"/>
                    <a:pt x="83769" y="182582"/>
                  </a:cubicBezTo>
                  <a:cubicBezTo>
                    <a:pt x="83769" y="182582"/>
                    <a:pt x="87112" y="183128"/>
                    <a:pt x="92544" y="183128"/>
                  </a:cubicBezTo>
                  <a:cubicBezTo>
                    <a:pt x="104373" y="183128"/>
                    <a:pt x="126135" y="180556"/>
                    <a:pt x="144457" y="164163"/>
                  </a:cubicBezTo>
                  <a:cubicBezTo>
                    <a:pt x="171137" y="140247"/>
                    <a:pt x="178466" y="101385"/>
                    <a:pt x="185249" y="70108"/>
                  </a:cubicBezTo>
                  <a:cubicBezTo>
                    <a:pt x="186374" y="64901"/>
                    <a:pt x="186888" y="59790"/>
                    <a:pt x="186888" y="54871"/>
                  </a:cubicBezTo>
                  <a:cubicBezTo>
                    <a:pt x="186888" y="30088"/>
                    <a:pt x="173194" y="9483"/>
                    <a:pt x="151047" y="2058"/>
                  </a:cubicBezTo>
                  <a:cubicBezTo>
                    <a:pt x="146772" y="612"/>
                    <a:pt x="142914" y="1"/>
                    <a:pt x="13928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1" name="Google Shape;2321;g312bfb4b743_5_798"/>
            <p:cNvSpPr/>
            <p:nvPr/>
          </p:nvSpPr>
          <p:spPr>
            <a:xfrm>
              <a:off x="1698100" y="4799425"/>
              <a:ext cx="3900725" cy="255575"/>
            </a:xfrm>
            <a:custGeom>
              <a:avLst/>
              <a:gdLst/>
              <a:ahLst/>
              <a:cxnLst/>
              <a:rect l="l" t="t" r="r" b="b"/>
              <a:pathLst>
                <a:path w="156029" h="10223" extrusionOk="0">
                  <a:moveTo>
                    <a:pt x="78014" y="0"/>
                  </a:moveTo>
                  <a:cubicBezTo>
                    <a:pt x="34941" y="0"/>
                    <a:pt x="0" y="2282"/>
                    <a:pt x="0" y="5111"/>
                  </a:cubicBezTo>
                  <a:cubicBezTo>
                    <a:pt x="0" y="7908"/>
                    <a:pt x="34941" y="10222"/>
                    <a:pt x="78014" y="10222"/>
                  </a:cubicBezTo>
                  <a:cubicBezTo>
                    <a:pt x="121088" y="10222"/>
                    <a:pt x="156029" y="7908"/>
                    <a:pt x="156029" y="5111"/>
                  </a:cubicBezTo>
                  <a:cubicBezTo>
                    <a:pt x="156029" y="2282"/>
                    <a:pt x="121088" y="0"/>
                    <a:pt x="780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2" name="Google Shape;2322;g312bfb4b743_5_798"/>
            <p:cNvSpPr/>
            <p:nvPr/>
          </p:nvSpPr>
          <p:spPr>
            <a:xfrm>
              <a:off x="2634300" y="1148600"/>
              <a:ext cx="3007925" cy="1915850"/>
            </a:xfrm>
            <a:custGeom>
              <a:avLst/>
              <a:gdLst/>
              <a:ahLst/>
              <a:cxnLst/>
              <a:rect l="l" t="t" r="r" b="b"/>
              <a:pathLst>
                <a:path w="120317" h="76634" extrusionOk="0">
                  <a:moveTo>
                    <a:pt x="1190" y="1"/>
                  </a:moveTo>
                  <a:cubicBezTo>
                    <a:pt x="1061" y="1"/>
                    <a:pt x="965" y="97"/>
                    <a:pt x="965" y="226"/>
                  </a:cubicBezTo>
                  <a:cubicBezTo>
                    <a:pt x="965" y="322"/>
                    <a:pt x="1061" y="419"/>
                    <a:pt x="1190" y="419"/>
                  </a:cubicBezTo>
                  <a:lnTo>
                    <a:pt x="2475" y="419"/>
                  </a:lnTo>
                  <a:cubicBezTo>
                    <a:pt x="2572" y="419"/>
                    <a:pt x="2668" y="322"/>
                    <a:pt x="2668" y="226"/>
                  </a:cubicBezTo>
                  <a:cubicBezTo>
                    <a:pt x="2668" y="97"/>
                    <a:pt x="2572" y="1"/>
                    <a:pt x="2475" y="1"/>
                  </a:cubicBezTo>
                  <a:close/>
                  <a:moveTo>
                    <a:pt x="3729" y="1"/>
                  </a:moveTo>
                  <a:cubicBezTo>
                    <a:pt x="3633" y="1"/>
                    <a:pt x="3536" y="97"/>
                    <a:pt x="3536" y="226"/>
                  </a:cubicBezTo>
                  <a:cubicBezTo>
                    <a:pt x="3536" y="322"/>
                    <a:pt x="3633" y="419"/>
                    <a:pt x="3729" y="419"/>
                  </a:cubicBezTo>
                  <a:lnTo>
                    <a:pt x="5015" y="419"/>
                  </a:lnTo>
                  <a:cubicBezTo>
                    <a:pt x="5143" y="419"/>
                    <a:pt x="5240" y="322"/>
                    <a:pt x="5240" y="226"/>
                  </a:cubicBezTo>
                  <a:cubicBezTo>
                    <a:pt x="5240" y="97"/>
                    <a:pt x="5143" y="1"/>
                    <a:pt x="5015" y="1"/>
                  </a:cubicBezTo>
                  <a:close/>
                  <a:moveTo>
                    <a:pt x="6301" y="1"/>
                  </a:moveTo>
                  <a:cubicBezTo>
                    <a:pt x="6172" y="1"/>
                    <a:pt x="6076" y="97"/>
                    <a:pt x="6076" y="226"/>
                  </a:cubicBezTo>
                  <a:cubicBezTo>
                    <a:pt x="6076" y="322"/>
                    <a:pt x="6172" y="419"/>
                    <a:pt x="6301" y="419"/>
                  </a:cubicBezTo>
                  <a:lnTo>
                    <a:pt x="7554" y="419"/>
                  </a:lnTo>
                  <a:cubicBezTo>
                    <a:pt x="7683" y="419"/>
                    <a:pt x="7779" y="322"/>
                    <a:pt x="7779" y="226"/>
                  </a:cubicBezTo>
                  <a:cubicBezTo>
                    <a:pt x="7779" y="97"/>
                    <a:pt x="7683" y="1"/>
                    <a:pt x="7554" y="1"/>
                  </a:cubicBezTo>
                  <a:close/>
                  <a:moveTo>
                    <a:pt x="8840" y="1"/>
                  </a:moveTo>
                  <a:cubicBezTo>
                    <a:pt x="8711" y="1"/>
                    <a:pt x="8615" y="97"/>
                    <a:pt x="8615" y="226"/>
                  </a:cubicBezTo>
                  <a:cubicBezTo>
                    <a:pt x="8615" y="322"/>
                    <a:pt x="8711" y="419"/>
                    <a:pt x="8840" y="419"/>
                  </a:cubicBezTo>
                  <a:lnTo>
                    <a:pt x="10126" y="419"/>
                  </a:lnTo>
                  <a:cubicBezTo>
                    <a:pt x="10222" y="419"/>
                    <a:pt x="10319" y="322"/>
                    <a:pt x="10319" y="226"/>
                  </a:cubicBezTo>
                  <a:cubicBezTo>
                    <a:pt x="10319" y="97"/>
                    <a:pt x="10222" y="1"/>
                    <a:pt x="10126" y="1"/>
                  </a:cubicBezTo>
                  <a:close/>
                  <a:moveTo>
                    <a:pt x="11379" y="1"/>
                  </a:moveTo>
                  <a:cubicBezTo>
                    <a:pt x="11283" y="1"/>
                    <a:pt x="11187" y="97"/>
                    <a:pt x="11187" y="226"/>
                  </a:cubicBezTo>
                  <a:cubicBezTo>
                    <a:pt x="11187" y="322"/>
                    <a:pt x="11283" y="419"/>
                    <a:pt x="11379" y="419"/>
                  </a:cubicBezTo>
                  <a:lnTo>
                    <a:pt x="12665" y="419"/>
                  </a:lnTo>
                  <a:cubicBezTo>
                    <a:pt x="12794" y="419"/>
                    <a:pt x="12890" y="322"/>
                    <a:pt x="12890" y="226"/>
                  </a:cubicBezTo>
                  <a:cubicBezTo>
                    <a:pt x="12890" y="97"/>
                    <a:pt x="12794" y="1"/>
                    <a:pt x="12665" y="1"/>
                  </a:cubicBezTo>
                  <a:close/>
                  <a:moveTo>
                    <a:pt x="13951" y="1"/>
                  </a:moveTo>
                  <a:cubicBezTo>
                    <a:pt x="13822" y="1"/>
                    <a:pt x="13726" y="97"/>
                    <a:pt x="13726" y="226"/>
                  </a:cubicBezTo>
                  <a:cubicBezTo>
                    <a:pt x="13726" y="322"/>
                    <a:pt x="13822" y="419"/>
                    <a:pt x="13951" y="419"/>
                  </a:cubicBezTo>
                  <a:lnTo>
                    <a:pt x="15205" y="419"/>
                  </a:lnTo>
                  <a:cubicBezTo>
                    <a:pt x="15333" y="419"/>
                    <a:pt x="15430" y="322"/>
                    <a:pt x="15430" y="226"/>
                  </a:cubicBezTo>
                  <a:cubicBezTo>
                    <a:pt x="15430" y="97"/>
                    <a:pt x="15333" y="1"/>
                    <a:pt x="15205" y="1"/>
                  </a:cubicBezTo>
                  <a:close/>
                  <a:moveTo>
                    <a:pt x="16490" y="1"/>
                  </a:moveTo>
                  <a:cubicBezTo>
                    <a:pt x="16362" y="1"/>
                    <a:pt x="16265" y="97"/>
                    <a:pt x="16265" y="226"/>
                  </a:cubicBezTo>
                  <a:cubicBezTo>
                    <a:pt x="16265" y="322"/>
                    <a:pt x="16362" y="419"/>
                    <a:pt x="16490" y="419"/>
                  </a:cubicBezTo>
                  <a:lnTo>
                    <a:pt x="17776" y="419"/>
                  </a:lnTo>
                  <a:cubicBezTo>
                    <a:pt x="17873" y="419"/>
                    <a:pt x="17969" y="322"/>
                    <a:pt x="17969" y="226"/>
                  </a:cubicBezTo>
                  <a:cubicBezTo>
                    <a:pt x="17969" y="97"/>
                    <a:pt x="17873" y="1"/>
                    <a:pt x="17776" y="1"/>
                  </a:cubicBezTo>
                  <a:close/>
                  <a:moveTo>
                    <a:pt x="19030" y="1"/>
                  </a:moveTo>
                  <a:cubicBezTo>
                    <a:pt x="18933" y="1"/>
                    <a:pt x="18837" y="97"/>
                    <a:pt x="18837" y="226"/>
                  </a:cubicBezTo>
                  <a:cubicBezTo>
                    <a:pt x="18837" y="322"/>
                    <a:pt x="18933" y="419"/>
                    <a:pt x="19030" y="419"/>
                  </a:cubicBezTo>
                  <a:lnTo>
                    <a:pt x="20316" y="419"/>
                  </a:lnTo>
                  <a:cubicBezTo>
                    <a:pt x="20444" y="419"/>
                    <a:pt x="20541" y="322"/>
                    <a:pt x="20541" y="226"/>
                  </a:cubicBezTo>
                  <a:cubicBezTo>
                    <a:pt x="20541" y="97"/>
                    <a:pt x="20444" y="1"/>
                    <a:pt x="20316" y="1"/>
                  </a:cubicBezTo>
                  <a:close/>
                  <a:moveTo>
                    <a:pt x="21601" y="1"/>
                  </a:moveTo>
                  <a:cubicBezTo>
                    <a:pt x="21473" y="1"/>
                    <a:pt x="21376" y="97"/>
                    <a:pt x="21376" y="226"/>
                  </a:cubicBezTo>
                  <a:cubicBezTo>
                    <a:pt x="21376" y="322"/>
                    <a:pt x="21473" y="419"/>
                    <a:pt x="21601" y="419"/>
                  </a:cubicBezTo>
                  <a:lnTo>
                    <a:pt x="22855" y="419"/>
                  </a:lnTo>
                  <a:cubicBezTo>
                    <a:pt x="22984" y="419"/>
                    <a:pt x="23080" y="322"/>
                    <a:pt x="23080" y="226"/>
                  </a:cubicBezTo>
                  <a:cubicBezTo>
                    <a:pt x="23080" y="97"/>
                    <a:pt x="22984" y="1"/>
                    <a:pt x="22855" y="1"/>
                  </a:cubicBezTo>
                  <a:close/>
                  <a:moveTo>
                    <a:pt x="24141" y="1"/>
                  </a:moveTo>
                  <a:cubicBezTo>
                    <a:pt x="24012" y="1"/>
                    <a:pt x="23916" y="97"/>
                    <a:pt x="23916" y="226"/>
                  </a:cubicBezTo>
                  <a:cubicBezTo>
                    <a:pt x="23916" y="322"/>
                    <a:pt x="24012" y="419"/>
                    <a:pt x="24141" y="419"/>
                  </a:cubicBezTo>
                  <a:lnTo>
                    <a:pt x="25426" y="419"/>
                  </a:lnTo>
                  <a:cubicBezTo>
                    <a:pt x="25523" y="419"/>
                    <a:pt x="25619" y="322"/>
                    <a:pt x="25619" y="226"/>
                  </a:cubicBezTo>
                  <a:cubicBezTo>
                    <a:pt x="25619" y="97"/>
                    <a:pt x="25523" y="1"/>
                    <a:pt x="25426" y="1"/>
                  </a:cubicBezTo>
                  <a:close/>
                  <a:moveTo>
                    <a:pt x="26680" y="1"/>
                  </a:moveTo>
                  <a:cubicBezTo>
                    <a:pt x="26584" y="1"/>
                    <a:pt x="26487" y="97"/>
                    <a:pt x="26487" y="226"/>
                  </a:cubicBezTo>
                  <a:cubicBezTo>
                    <a:pt x="26487" y="322"/>
                    <a:pt x="26584" y="419"/>
                    <a:pt x="26680" y="419"/>
                  </a:cubicBezTo>
                  <a:lnTo>
                    <a:pt x="27966" y="419"/>
                  </a:lnTo>
                  <a:cubicBezTo>
                    <a:pt x="28094" y="419"/>
                    <a:pt x="28191" y="322"/>
                    <a:pt x="28191" y="226"/>
                  </a:cubicBezTo>
                  <a:cubicBezTo>
                    <a:pt x="28191" y="97"/>
                    <a:pt x="28094" y="1"/>
                    <a:pt x="27966" y="1"/>
                  </a:cubicBezTo>
                  <a:close/>
                  <a:moveTo>
                    <a:pt x="29252" y="1"/>
                  </a:moveTo>
                  <a:cubicBezTo>
                    <a:pt x="29123" y="1"/>
                    <a:pt x="29027" y="97"/>
                    <a:pt x="29027" y="226"/>
                  </a:cubicBezTo>
                  <a:cubicBezTo>
                    <a:pt x="29027" y="322"/>
                    <a:pt x="29123" y="419"/>
                    <a:pt x="29252" y="419"/>
                  </a:cubicBezTo>
                  <a:lnTo>
                    <a:pt x="30505" y="419"/>
                  </a:lnTo>
                  <a:cubicBezTo>
                    <a:pt x="30634" y="419"/>
                    <a:pt x="30730" y="322"/>
                    <a:pt x="30730" y="226"/>
                  </a:cubicBezTo>
                  <a:cubicBezTo>
                    <a:pt x="30730" y="97"/>
                    <a:pt x="30634" y="1"/>
                    <a:pt x="30505" y="1"/>
                  </a:cubicBezTo>
                  <a:close/>
                  <a:moveTo>
                    <a:pt x="31791" y="1"/>
                  </a:moveTo>
                  <a:cubicBezTo>
                    <a:pt x="31662" y="1"/>
                    <a:pt x="31598" y="97"/>
                    <a:pt x="31598" y="226"/>
                  </a:cubicBezTo>
                  <a:cubicBezTo>
                    <a:pt x="31598" y="322"/>
                    <a:pt x="31662" y="419"/>
                    <a:pt x="31791" y="419"/>
                  </a:cubicBezTo>
                  <a:lnTo>
                    <a:pt x="33077" y="419"/>
                  </a:lnTo>
                  <a:cubicBezTo>
                    <a:pt x="33173" y="419"/>
                    <a:pt x="33270" y="322"/>
                    <a:pt x="33270" y="226"/>
                  </a:cubicBezTo>
                  <a:cubicBezTo>
                    <a:pt x="33270" y="97"/>
                    <a:pt x="33173" y="1"/>
                    <a:pt x="33077" y="1"/>
                  </a:cubicBezTo>
                  <a:close/>
                  <a:moveTo>
                    <a:pt x="34330" y="1"/>
                  </a:moveTo>
                  <a:cubicBezTo>
                    <a:pt x="34234" y="1"/>
                    <a:pt x="34138" y="97"/>
                    <a:pt x="34138" y="226"/>
                  </a:cubicBezTo>
                  <a:cubicBezTo>
                    <a:pt x="34138" y="322"/>
                    <a:pt x="34234" y="419"/>
                    <a:pt x="34330" y="419"/>
                  </a:cubicBezTo>
                  <a:lnTo>
                    <a:pt x="35616" y="419"/>
                  </a:lnTo>
                  <a:cubicBezTo>
                    <a:pt x="35745" y="419"/>
                    <a:pt x="35841" y="322"/>
                    <a:pt x="35841" y="226"/>
                  </a:cubicBezTo>
                  <a:cubicBezTo>
                    <a:pt x="35841" y="97"/>
                    <a:pt x="35745" y="1"/>
                    <a:pt x="35616" y="1"/>
                  </a:cubicBezTo>
                  <a:close/>
                  <a:moveTo>
                    <a:pt x="36902" y="1"/>
                  </a:moveTo>
                  <a:cubicBezTo>
                    <a:pt x="36773" y="1"/>
                    <a:pt x="36677" y="97"/>
                    <a:pt x="36677" y="226"/>
                  </a:cubicBezTo>
                  <a:cubicBezTo>
                    <a:pt x="36677" y="322"/>
                    <a:pt x="36773" y="419"/>
                    <a:pt x="36902" y="419"/>
                  </a:cubicBezTo>
                  <a:lnTo>
                    <a:pt x="38188" y="419"/>
                  </a:lnTo>
                  <a:cubicBezTo>
                    <a:pt x="38284" y="419"/>
                    <a:pt x="38381" y="322"/>
                    <a:pt x="38381" y="226"/>
                  </a:cubicBezTo>
                  <a:cubicBezTo>
                    <a:pt x="38381" y="97"/>
                    <a:pt x="38284" y="1"/>
                    <a:pt x="38188" y="1"/>
                  </a:cubicBezTo>
                  <a:close/>
                  <a:moveTo>
                    <a:pt x="39441" y="1"/>
                  </a:moveTo>
                  <a:cubicBezTo>
                    <a:pt x="39345" y="1"/>
                    <a:pt x="39249" y="97"/>
                    <a:pt x="39249" y="226"/>
                  </a:cubicBezTo>
                  <a:cubicBezTo>
                    <a:pt x="39249" y="322"/>
                    <a:pt x="39345" y="419"/>
                    <a:pt x="39441" y="419"/>
                  </a:cubicBezTo>
                  <a:lnTo>
                    <a:pt x="40727" y="419"/>
                  </a:lnTo>
                  <a:cubicBezTo>
                    <a:pt x="40856" y="419"/>
                    <a:pt x="40920" y="322"/>
                    <a:pt x="40920" y="226"/>
                  </a:cubicBezTo>
                  <a:cubicBezTo>
                    <a:pt x="40920" y="97"/>
                    <a:pt x="40856" y="1"/>
                    <a:pt x="40727" y="1"/>
                  </a:cubicBezTo>
                  <a:close/>
                  <a:moveTo>
                    <a:pt x="42013" y="1"/>
                  </a:moveTo>
                  <a:cubicBezTo>
                    <a:pt x="41884" y="1"/>
                    <a:pt x="41788" y="97"/>
                    <a:pt x="41788" y="226"/>
                  </a:cubicBezTo>
                  <a:cubicBezTo>
                    <a:pt x="41788" y="322"/>
                    <a:pt x="41884" y="419"/>
                    <a:pt x="42013" y="419"/>
                  </a:cubicBezTo>
                  <a:lnTo>
                    <a:pt x="43267" y="419"/>
                  </a:lnTo>
                  <a:cubicBezTo>
                    <a:pt x="43395" y="419"/>
                    <a:pt x="43492" y="322"/>
                    <a:pt x="43492" y="226"/>
                  </a:cubicBezTo>
                  <a:cubicBezTo>
                    <a:pt x="43492" y="97"/>
                    <a:pt x="43395" y="1"/>
                    <a:pt x="43267" y="1"/>
                  </a:cubicBezTo>
                  <a:close/>
                  <a:moveTo>
                    <a:pt x="44552" y="1"/>
                  </a:moveTo>
                  <a:cubicBezTo>
                    <a:pt x="44424" y="1"/>
                    <a:pt x="44327" y="97"/>
                    <a:pt x="44327" y="226"/>
                  </a:cubicBezTo>
                  <a:cubicBezTo>
                    <a:pt x="44327" y="322"/>
                    <a:pt x="44424" y="419"/>
                    <a:pt x="44552" y="419"/>
                  </a:cubicBezTo>
                  <a:lnTo>
                    <a:pt x="45838" y="419"/>
                  </a:lnTo>
                  <a:cubicBezTo>
                    <a:pt x="45935" y="419"/>
                    <a:pt x="46031" y="322"/>
                    <a:pt x="46031" y="226"/>
                  </a:cubicBezTo>
                  <a:cubicBezTo>
                    <a:pt x="46031" y="97"/>
                    <a:pt x="45935" y="1"/>
                    <a:pt x="45838" y="1"/>
                  </a:cubicBezTo>
                  <a:close/>
                  <a:moveTo>
                    <a:pt x="47092" y="1"/>
                  </a:moveTo>
                  <a:cubicBezTo>
                    <a:pt x="46995" y="1"/>
                    <a:pt x="46899" y="97"/>
                    <a:pt x="46899" y="226"/>
                  </a:cubicBezTo>
                  <a:cubicBezTo>
                    <a:pt x="46899" y="322"/>
                    <a:pt x="46995" y="419"/>
                    <a:pt x="47092" y="419"/>
                  </a:cubicBezTo>
                  <a:lnTo>
                    <a:pt x="48378" y="419"/>
                  </a:lnTo>
                  <a:cubicBezTo>
                    <a:pt x="48506" y="419"/>
                    <a:pt x="48603" y="322"/>
                    <a:pt x="48603" y="226"/>
                  </a:cubicBezTo>
                  <a:cubicBezTo>
                    <a:pt x="48603" y="97"/>
                    <a:pt x="48506" y="1"/>
                    <a:pt x="48378" y="1"/>
                  </a:cubicBezTo>
                  <a:close/>
                  <a:moveTo>
                    <a:pt x="49663" y="1"/>
                  </a:moveTo>
                  <a:cubicBezTo>
                    <a:pt x="49535" y="1"/>
                    <a:pt x="49438" y="97"/>
                    <a:pt x="49438" y="226"/>
                  </a:cubicBezTo>
                  <a:cubicBezTo>
                    <a:pt x="49438" y="322"/>
                    <a:pt x="49535" y="419"/>
                    <a:pt x="49663" y="419"/>
                  </a:cubicBezTo>
                  <a:lnTo>
                    <a:pt x="50917" y="419"/>
                  </a:lnTo>
                  <a:cubicBezTo>
                    <a:pt x="51046" y="419"/>
                    <a:pt x="51142" y="322"/>
                    <a:pt x="51142" y="226"/>
                  </a:cubicBezTo>
                  <a:cubicBezTo>
                    <a:pt x="51142" y="97"/>
                    <a:pt x="51046" y="1"/>
                    <a:pt x="50917" y="1"/>
                  </a:cubicBezTo>
                  <a:close/>
                  <a:moveTo>
                    <a:pt x="52203" y="1"/>
                  </a:moveTo>
                  <a:cubicBezTo>
                    <a:pt x="52074" y="1"/>
                    <a:pt x="51978" y="97"/>
                    <a:pt x="51978" y="226"/>
                  </a:cubicBezTo>
                  <a:cubicBezTo>
                    <a:pt x="51978" y="322"/>
                    <a:pt x="52074" y="419"/>
                    <a:pt x="52203" y="419"/>
                  </a:cubicBezTo>
                  <a:lnTo>
                    <a:pt x="53489" y="419"/>
                  </a:lnTo>
                  <a:cubicBezTo>
                    <a:pt x="53585" y="419"/>
                    <a:pt x="53681" y="322"/>
                    <a:pt x="53681" y="226"/>
                  </a:cubicBezTo>
                  <a:cubicBezTo>
                    <a:pt x="53681" y="97"/>
                    <a:pt x="53585" y="1"/>
                    <a:pt x="53489" y="1"/>
                  </a:cubicBezTo>
                  <a:close/>
                  <a:moveTo>
                    <a:pt x="54742" y="1"/>
                  </a:moveTo>
                  <a:cubicBezTo>
                    <a:pt x="54646" y="1"/>
                    <a:pt x="54549" y="97"/>
                    <a:pt x="54549" y="226"/>
                  </a:cubicBezTo>
                  <a:cubicBezTo>
                    <a:pt x="54549" y="322"/>
                    <a:pt x="54646" y="419"/>
                    <a:pt x="54742" y="419"/>
                  </a:cubicBezTo>
                  <a:lnTo>
                    <a:pt x="56028" y="419"/>
                  </a:lnTo>
                  <a:cubicBezTo>
                    <a:pt x="56157" y="419"/>
                    <a:pt x="56253" y="322"/>
                    <a:pt x="56253" y="226"/>
                  </a:cubicBezTo>
                  <a:cubicBezTo>
                    <a:pt x="56253" y="97"/>
                    <a:pt x="56157" y="1"/>
                    <a:pt x="56028" y="1"/>
                  </a:cubicBezTo>
                  <a:close/>
                  <a:moveTo>
                    <a:pt x="57314" y="1"/>
                  </a:moveTo>
                  <a:cubicBezTo>
                    <a:pt x="57185" y="1"/>
                    <a:pt x="57089" y="97"/>
                    <a:pt x="57089" y="226"/>
                  </a:cubicBezTo>
                  <a:cubicBezTo>
                    <a:pt x="57089" y="322"/>
                    <a:pt x="57185" y="419"/>
                    <a:pt x="57314" y="419"/>
                  </a:cubicBezTo>
                  <a:lnTo>
                    <a:pt x="58567" y="419"/>
                  </a:lnTo>
                  <a:cubicBezTo>
                    <a:pt x="58696" y="419"/>
                    <a:pt x="58792" y="322"/>
                    <a:pt x="58792" y="226"/>
                  </a:cubicBezTo>
                  <a:cubicBezTo>
                    <a:pt x="58792" y="97"/>
                    <a:pt x="58696" y="1"/>
                    <a:pt x="58567" y="1"/>
                  </a:cubicBezTo>
                  <a:close/>
                  <a:moveTo>
                    <a:pt x="59853" y="1"/>
                  </a:moveTo>
                  <a:cubicBezTo>
                    <a:pt x="59725" y="1"/>
                    <a:pt x="59628" y="97"/>
                    <a:pt x="59628" y="226"/>
                  </a:cubicBezTo>
                  <a:cubicBezTo>
                    <a:pt x="59628" y="322"/>
                    <a:pt x="59725" y="419"/>
                    <a:pt x="59853" y="419"/>
                  </a:cubicBezTo>
                  <a:lnTo>
                    <a:pt x="61139" y="419"/>
                  </a:lnTo>
                  <a:cubicBezTo>
                    <a:pt x="61235" y="419"/>
                    <a:pt x="61332" y="322"/>
                    <a:pt x="61332" y="226"/>
                  </a:cubicBezTo>
                  <a:cubicBezTo>
                    <a:pt x="61332" y="97"/>
                    <a:pt x="61235" y="1"/>
                    <a:pt x="61139" y="1"/>
                  </a:cubicBezTo>
                  <a:close/>
                  <a:moveTo>
                    <a:pt x="62393" y="1"/>
                  </a:moveTo>
                  <a:cubicBezTo>
                    <a:pt x="62296" y="1"/>
                    <a:pt x="62200" y="97"/>
                    <a:pt x="62200" y="226"/>
                  </a:cubicBezTo>
                  <a:cubicBezTo>
                    <a:pt x="62200" y="322"/>
                    <a:pt x="62296" y="419"/>
                    <a:pt x="62393" y="419"/>
                  </a:cubicBezTo>
                  <a:lnTo>
                    <a:pt x="63678" y="419"/>
                  </a:lnTo>
                  <a:cubicBezTo>
                    <a:pt x="63807" y="419"/>
                    <a:pt x="63903" y="322"/>
                    <a:pt x="63903" y="226"/>
                  </a:cubicBezTo>
                  <a:cubicBezTo>
                    <a:pt x="63903" y="97"/>
                    <a:pt x="63807" y="1"/>
                    <a:pt x="63678" y="1"/>
                  </a:cubicBezTo>
                  <a:close/>
                  <a:moveTo>
                    <a:pt x="64964" y="1"/>
                  </a:moveTo>
                  <a:cubicBezTo>
                    <a:pt x="64835" y="1"/>
                    <a:pt x="64739" y="97"/>
                    <a:pt x="64739" y="226"/>
                  </a:cubicBezTo>
                  <a:cubicBezTo>
                    <a:pt x="64739" y="322"/>
                    <a:pt x="64835" y="419"/>
                    <a:pt x="64964" y="419"/>
                  </a:cubicBezTo>
                  <a:lnTo>
                    <a:pt x="66218" y="419"/>
                  </a:lnTo>
                  <a:cubicBezTo>
                    <a:pt x="66346" y="419"/>
                    <a:pt x="66443" y="322"/>
                    <a:pt x="66443" y="226"/>
                  </a:cubicBezTo>
                  <a:cubicBezTo>
                    <a:pt x="66443" y="97"/>
                    <a:pt x="66346" y="1"/>
                    <a:pt x="66218" y="1"/>
                  </a:cubicBezTo>
                  <a:close/>
                  <a:moveTo>
                    <a:pt x="67503" y="1"/>
                  </a:moveTo>
                  <a:cubicBezTo>
                    <a:pt x="67375" y="1"/>
                    <a:pt x="67278" y="97"/>
                    <a:pt x="67278" y="226"/>
                  </a:cubicBezTo>
                  <a:cubicBezTo>
                    <a:pt x="67278" y="322"/>
                    <a:pt x="67375" y="419"/>
                    <a:pt x="67503" y="419"/>
                  </a:cubicBezTo>
                  <a:lnTo>
                    <a:pt x="68789" y="419"/>
                  </a:lnTo>
                  <a:cubicBezTo>
                    <a:pt x="68886" y="419"/>
                    <a:pt x="68982" y="322"/>
                    <a:pt x="68982" y="226"/>
                  </a:cubicBezTo>
                  <a:cubicBezTo>
                    <a:pt x="68982" y="97"/>
                    <a:pt x="68886" y="1"/>
                    <a:pt x="68789" y="1"/>
                  </a:cubicBezTo>
                  <a:close/>
                  <a:moveTo>
                    <a:pt x="70043" y="1"/>
                  </a:moveTo>
                  <a:cubicBezTo>
                    <a:pt x="69946" y="1"/>
                    <a:pt x="69850" y="97"/>
                    <a:pt x="69850" y="226"/>
                  </a:cubicBezTo>
                  <a:cubicBezTo>
                    <a:pt x="69850" y="322"/>
                    <a:pt x="69946" y="419"/>
                    <a:pt x="70043" y="419"/>
                  </a:cubicBezTo>
                  <a:lnTo>
                    <a:pt x="71329" y="419"/>
                  </a:lnTo>
                  <a:cubicBezTo>
                    <a:pt x="71457" y="419"/>
                    <a:pt x="71554" y="322"/>
                    <a:pt x="71554" y="226"/>
                  </a:cubicBezTo>
                  <a:cubicBezTo>
                    <a:pt x="71554" y="97"/>
                    <a:pt x="71457" y="1"/>
                    <a:pt x="71329" y="1"/>
                  </a:cubicBezTo>
                  <a:close/>
                  <a:moveTo>
                    <a:pt x="72614" y="1"/>
                  </a:moveTo>
                  <a:cubicBezTo>
                    <a:pt x="72486" y="1"/>
                    <a:pt x="72389" y="97"/>
                    <a:pt x="72389" y="226"/>
                  </a:cubicBezTo>
                  <a:cubicBezTo>
                    <a:pt x="72389" y="322"/>
                    <a:pt x="72486" y="419"/>
                    <a:pt x="72614" y="419"/>
                  </a:cubicBezTo>
                  <a:lnTo>
                    <a:pt x="73868" y="419"/>
                  </a:lnTo>
                  <a:cubicBezTo>
                    <a:pt x="73997" y="419"/>
                    <a:pt x="74093" y="322"/>
                    <a:pt x="74093" y="226"/>
                  </a:cubicBezTo>
                  <a:cubicBezTo>
                    <a:pt x="74093" y="97"/>
                    <a:pt x="73997" y="1"/>
                    <a:pt x="73868" y="1"/>
                  </a:cubicBezTo>
                  <a:close/>
                  <a:moveTo>
                    <a:pt x="75154" y="1"/>
                  </a:moveTo>
                  <a:cubicBezTo>
                    <a:pt x="75025" y="1"/>
                    <a:pt x="74961" y="97"/>
                    <a:pt x="74961" y="226"/>
                  </a:cubicBezTo>
                  <a:cubicBezTo>
                    <a:pt x="74961" y="322"/>
                    <a:pt x="75025" y="419"/>
                    <a:pt x="75154" y="419"/>
                  </a:cubicBezTo>
                  <a:lnTo>
                    <a:pt x="76440" y="419"/>
                  </a:lnTo>
                  <a:cubicBezTo>
                    <a:pt x="76536" y="419"/>
                    <a:pt x="76632" y="322"/>
                    <a:pt x="76632" y="226"/>
                  </a:cubicBezTo>
                  <a:cubicBezTo>
                    <a:pt x="76632" y="97"/>
                    <a:pt x="76536" y="1"/>
                    <a:pt x="76440" y="1"/>
                  </a:cubicBezTo>
                  <a:close/>
                  <a:moveTo>
                    <a:pt x="77693" y="1"/>
                  </a:moveTo>
                  <a:cubicBezTo>
                    <a:pt x="77597" y="1"/>
                    <a:pt x="77500" y="97"/>
                    <a:pt x="77500" y="226"/>
                  </a:cubicBezTo>
                  <a:cubicBezTo>
                    <a:pt x="77500" y="322"/>
                    <a:pt x="77597" y="419"/>
                    <a:pt x="77693" y="419"/>
                  </a:cubicBezTo>
                  <a:lnTo>
                    <a:pt x="78979" y="419"/>
                  </a:lnTo>
                  <a:cubicBezTo>
                    <a:pt x="79108" y="419"/>
                    <a:pt x="79204" y="322"/>
                    <a:pt x="79204" y="226"/>
                  </a:cubicBezTo>
                  <a:cubicBezTo>
                    <a:pt x="79204" y="97"/>
                    <a:pt x="79108" y="1"/>
                    <a:pt x="78979" y="1"/>
                  </a:cubicBezTo>
                  <a:close/>
                  <a:moveTo>
                    <a:pt x="80265" y="1"/>
                  </a:moveTo>
                  <a:cubicBezTo>
                    <a:pt x="80136" y="1"/>
                    <a:pt x="80040" y="97"/>
                    <a:pt x="80040" y="226"/>
                  </a:cubicBezTo>
                  <a:cubicBezTo>
                    <a:pt x="80040" y="322"/>
                    <a:pt x="80136" y="419"/>
                    <a:pt x="80265" y="419"/>
                  </a:cubicBezTo>
                  <a:lnTo>
                    <a:pt x="81518" y="419"/>
                  </a:lnTo>
                  <a:cubicBezTo>
                    <a:pt x="81647" y="419"/>
                    <a:pt x="81743" y="322"/>
                    <a:pt x="81743" y="226"/>
                  </a:cubicBezTo>
                  <a:cubicBezTo>
                    <a:pt x="81743" y="97"/>
                    <a:pt x="81647" y="1"/>
                    <a:pt x="81518" y="1"/>
                  </a:cubicBezTo>
                  <a:close/>
                  <a:moveTo>
                    <a:pt x="82804" y="1"/>
                  </a:moveTo>
                  <a:cubicBezTo>
                    <a:pt x="82708" y="1"/>
                    <a:pt x="82611" y="97"/>
                    <a:pt x="82611" y="226"/>
                  </a:cubicBezTo>
                  <a:cubicBezTo>
                    <a:pt x="82611" y="322"/>
                    <a:pt x="82708" y="419"/>
                    <a:pt x="82804" y="419"/>
                  </a:cubicBezTo>
                  <a:lnTo>
                    <a:pt x="84090" y="419"/>
                  </a:lnTo>
                  <a:cubicBezTo>
                    <a:pt x="84186" y="419"/>
                    <a:pt x="84283" y="322"/>
                    <a:pt x="84283" y="226"/>
                  </a:cubicBezTo>
                  <a:cubicBezTo>
                    <a:pt x="84283" y="97"/>
                    <a:pt x="84186" y="1"/>
                    <a:pt x="84090" y="1"/>
                  </a:cubicBezTo>
                  <a:close/>
                  <a:moveTo>
                    <a:pt x="85376" y="1"/>
                  </a:moveTo>
                  <a:cubicBezTo>
                    <a:pt x="85247" y="1"/>
                    <a:pt x="85151" y="97"/>
                    <a:pt x="85151" y="226"/>
                  </a:cubicBezTo>
                  <a:cubicBezTo>
                    <a:pt x="85151" y="322"/>
                    <a:pt x="85247" y="419"/>
                    <a:pt x="85376" y="419"/>
                  </a:cubicBezTo>
                  <a:lnTo>
                    <a:pt x="86629" y="419"/>
                  </a:lnTo>
                  <a:cubicBezTo>
                    <a:pt x="86758" y="419"/>
                    <a:pt x="86854" y="322"/>
                    <a:pt x="86854" y="226"/>
                  </a:cubicBezTo>
                  <a:cubicBezTo>
                    <a:pt x="86854" y="97"/>
                    <a:pt x="86758" y="1"/>
                    <a:pt x="86629" y="1"/>
                  </a:cubicBezTo>
                  <a:close/>
                  <a:moveTo>
                    <a:pt x="87915" y="1"/>
                  </a:moveTo>
                  <a:cubicBezTo>
                    <a:pt x="87787" y="1"/>
                    <a:pt x="87690" y="97"/>
                    <a:pt x="87690" y="226"/>
                  </a:cubicBezTo>
                  <a:cubicBezTo>
                    <a:pt x="87690" y="259"/>
                    <a:pt x="87702" y="293"/>
                    <a:pt x="87722" y="322"/>
                  </a:cubicBezTo>
                  <a:lnTo>
                    <a:pt x="87722" y="322"/>
                  </a:lnTo>
                  <a:lnTo>
                    <a:pt x="87722" y="1479"/>
                  </a:lnTo>
                  <a:cubicBezTo>
                    <a:pt x="87722" y="1608"/>
                    <a:pt x="87819" y="1704"/>
                    <a:pt x="87915" y="1704"/>
                  </a:cubicBezTo>
                  <a:cubicBezTo>
                    <a:pt x="88044" y="1704"/>
                    <a:pt x="88140" y="1608"/>
                    <a:pt x="88140" y="1479"/>
                  </a:cubicBezTo>
                  <a:lnTo>
                    <a:pt x="88140" y="226"/>
                  </a:lnTo>
                  <a:cubicBezTo>
                    <a:pt x="88140" y="161"/>
                    <a:pt x="88108" y="97"/>
                    <a:pt x="88076" y="65"/>
                  </a:cubicBezTo>
                  <a:cubicBezTo>
                    <a:pt x="88044" y="33"/>
                    <a:pt x="87979" y="1"/>
                    <a:pt x="87915" y="1"/>
                  </a:cubicBezTo>
                  <a:close/>
                  <a:moveTo>
                    <a:pt x="193" y="290"/>
                  </a:moveTo>
                  <a:cubicBezTo>
                    <a:pt x="97" y="290"/>
                    <a:pt x="0" y="386"/>
                    <a:pt x="0" y="515"/>
                  </a:cubicBezTo>
                  <a:lnTo>
                    <a:pt x="0" y="1769"/>
                  </a:lnTo>
                  <a:cubicBezTo>
                    <a:pt x="0" y="1897"/>
                    <a:pt x="97" y="1994"/>
                    <a:pt x="193" y="1994"/>
                  </a:cubicBezTo>
                  <a:cubicBezTo>
                    <a:pt x="322" y="1994"/>
                    <a:pt x="418" y="1897"/>
                    <a:pt x="418" y="1769"/>
                  </a:cubicBezTo>
                  <a:lnTo>
                    <a:pt x="418" y="515"/>
                  </a:lnTo>
                  <a:cubicBezTo>
                    <a:pt x="418" y="386"/>
                    <a:pt x="322" y="290"/>
                    <a:pt x="193" y="290"/>
                  </a:cubicBezTo>
                  <a:close/>
                  <a:moveTo>
                    <a:pt x="87915" y="2540"/>
                  </a:moveTo>
                  <a:cubicBezTo>
                    <a:pt x="87819" y="2540"/>
                    <a:pt x="87722" y="2637"/>
                    <a:pt x="87722" y="2765"/>
                  </a:cubicBezTo>
                  <a:lnTo>
                    <a:pt x="87722" y="4019"/>
                  </a:lnTo>
                  <a:cubicBezTo>
                    <a:pt x="87722" y="4147"/>
                    <a:pt x="87819" y="4244"/>
                    <a:pt x="87915" y="4244"/>
                  </a:cubicBezTo>
                  <a:cubicBezTo>
                    <a:pt x="88044" y="4244"/>
                    <a:pt x="88140" y="4147"/>
                    <a:pt x="88140" y="4019"/>
                  </a:cubicBezTo>
                  <a:lnTo>
                    <a:pt x="88140" y="2765"/>
                  </a:lnTo>
                  <a:cubicBezTo>
                    <a:pt x="88140" y="2637"/>
                    <a:pt x="88044" y="2540"/>
                    <a:pt x="87915" y="2540"/>
                  </a:cubicBezTo>
                  <a:close/>
                  <a:moveTo>
                    <a:pt x="193" y="2829"/>
                  </a:moveTo>
                  <a:cubicBezTo>
                    <a:pt x="97" y="2829"/>
                    <a:pt x="0" y="2926"/>
                    <a:pt x="0" y="3054"/>
                  </a:cubicBezTo>
                  <a:lnTo>
                    <a:pt x="0" y="4340"/>
                  </a:lnTo>
                  <a:cubicBezTo>
                    <a:pt x="0" y="4437"/>
                    <a:pt x="97" y="4533"/>
                    <a:pt x="193" y="4533"/>
                  </a:cubicBezTo>
                  <a:cubicBezTo>
                    <a:pt x="322" y="4533"/>
                    <a:pt x="418" y="4437"/>
                    <a:pt x="418" y="4340"/>
                  </a:cubicBezTo>
                  <a:lnTo>
                    <a:pt x="418" y="3054"/>
                  </a:lnTo>
                  <a:cubicBezTo>
                    <a:pt x="418" y="2926"/>
                    <a:pt x="322" y="2829"/>
                    <a:pt x="193" y="2829"/>
                  </a:cubicBezTo>
                  <a:close/>
                  <a:moveTo>
                    <a:pt x="87915" y="5080"/>
                  </a:moveTo>
                  <a:cubicBezTo>
                    <a:pt x="87819" y="5080"/>
                    <a:pt x="87722" y="5176"/>
                    <a:pt x="87722" y="5305"/>
                  </a:cubicBezTo>
                  <a:lnTo>
                    <a:pt x="87722" y="6590"/>
                  </a:lnTo>
                  <a:cubicBezTo>
                    <a:pt x="87722" y="6687"/>
                    <a:pt x="87819" y="6783"/>
                    <a:pt x="87915" y="6783"/>
                  </a:cubicBezTo>
                  <a:cubicBezTo>
                    <a:pt x="88044" y="6783"/>
                    <a:pt x="88140" y="6687"/>
                    <a:pt x="88140" y="6590"/>
                  </a:cubicBezTo>
                  <a:lnTo>
                    <a:pt x="88140" y="5305"/>
                  </a:lnTo>
                  <a:cubicBezTo>
                    <a:pt x="88140" y="5176"/>
                    <a:pt x="88044" y="5080"/>
                    <a:pt x="87915" y="5080"/>
                  </a:cubicBezTo>
                  <a:close/>
                  <a:moveTo>
                    <a:pt x="193" y="5401"/>
                  </a:moveTo>
                  <a:cubicBezTo>
                    <a:pt x="97" y="5401"/>
                    <a:pt x="0" y="5497"/>
                    <a:pt x="0" y="5594"/>
                  </a:cubicBezTo>
                  <a:lnTo>
                    <a:pt x="0" y="6880"/>
                  </a:lnTo>
                  <a:cubicBezTo>
                    <a:pt x="0" y="7008"/>
                    <a:pt x="97" y="7105"/>
                    <a:pt x="193" y="7105"/>
                  </a:cubicBezTo>
                  <a:cubicBezTo>
                    <a:pt x="322" y="7105"/>
                    <a:pt x="418" y="7008"/>
                    <a:pt x="418" y="6880"/>
                  </a:cubicBezTo>
                  <a:lnTo>
                    <a:pt x="418" y="5594"/>
                  </a:lnTo>
                  <a:cubicBezTo>
                    <a:pt x="418" y="5497"/>
                    <a:pt x="322" y="5401"/>
                    <a:pt x="193" y="5401"/>
                  </a:cubicBezTo>
                  <a:close/>
                  <a:moveTo>
                    <a:pt x="87915" y="7651"/>
                  </a:moveTo>
                  <a:cubicBezTo>
                    <a:pt x="87819" y="7651"/>
                    <a:pt x="87722" y="7748"/>
                    <a:pt x="87722" y="7844"/>
                  </a:cubicBezTo>
                  <a:lnTo>
                    <a:pt x="87722" y="9130"/>
                  </a:lnTo>
                  <a:cubicBezTo>
                    <a:pt x="87722" y="9258"/>
                    <a:pt x="87819" y="9355"/>
                    <a:pt x="87915" y="9355"/>
                  </a:cubicBezTo>
                  <a:cubicBezTo>
                    <a:pt x="88044" y="9355"/>
                    <a:pt x="88140" y="9258"/>
                    <a:pt x="88140" y="9130"/>
                  </a:cubicBezTo>
                  <a:lnTo>
                    <a:pt x="88140" y="7844"/>
                  </a:lnTo>
                  <a:cubicBezTo>
                    <a:pt x="88140" y="7748"/>
                    <a:pt x="88044" y="7651"/>
                    <a:pt x="87915" y="7651"/>
                  </a:cubicBezTo>
                  <a:close/>
                  <a:moveTo>
                    <a:pt x="193" y="7940"/>
                  </a:moveTo>
                  <a:cubicBezTo>
                    <a:pt x="97" y="7940"/>
                    <a:pt x="0" y="8037"/>
                    <a:pt x="0" y="8165"/>
                  </a:cubicBezTo>
                  <a:lnTo>
                    <a:pt x="0" y="9419"/>
                  </a:lnTo>
                  <a:cubicBezTo>
                    <a:pt x="0" y="9548"/>
                    <a:pt x="97" y="9644"/>
                    <a:pt x="193" y="9644"/>
                  </a:cubicBezTo>
                  <a:cubicBezTo>
                    <a:pt x="322" y="9644"/>
                    <a:pt x="418" y="9548"/>
                    <a:pt x="418" y="9419"/>
                  </a:cubicBezTo>
                  <a:lnTo>
                    <a:pt x="418" y="8165"/>
                  </a:lnTo>
                  <a:cubicBezTo>
                    <a:pt x="418" y="8037"/>
                    <a:pt x="322" y="7940"/>
                    <a:pt x="193" y="7940"/>
                  </a:cubicBezTo>
                  <a:close/>
                  <a:moveTo>
                    <a:pt x="87915" y="10191"/>
                  </a:moveTo>
                  <a:cubicBezTo>
                    <a:pt x="87819" y="10191"/>
                    <a:pt x="87722" y="10287"/>
                    <a:pt x="87722" y="10416"/>
                  </a:cubicBezTo>
                  <a:lnTo>
                    <a:pt x="87722" y="11669"/>
                  </a:lnTo>
                  <a:cubicBezTo>
                    <a:pt x="87722" y="11798"/>
                    <a:pt x="87819" y="11894"/>
                    <a:pt x="87915" y="11894"/>
                  </a:cubicBezTo>
                  <a:cubicBezTo>
                    <a:pt x="88044" y="11894"/>
                    <a:pt x="88140" y="11798"/>
                    <a:pt x="88140" y="11669"/>
                  </a:cubicBezTo>
                  <a:lnTo>
                    <a:pt x="88140" y="10416"/>
                  </a:lnTo>
                  <a:cubicBezTo>
                    <a:pt x="88140" y="10287"/>
                    <a:pt x="88044" y="10191"/>
                    <a:pt x="87915" y="10191"/>
                  </a:cubicBezTo>
                  <a:close/>
                  <a:moveTo>
                    <a:pt x="193" y="10480"/>
                  </a:moveTo>
                  <a:cubicBezTo>
                    <a:pt x="97" y="10480"/>
                    <a:pt x="0" y="10576"/>
                    <a:pt x="0" y="10705"/>
                  </a:cubicBezTo>
                  <a:lnTo>
                    <a:pt x="0" y="11991"/>
                  </a:lnTo>
                  <a:cubicBezTo>
                    <a:pt x="0" y="12087"/>
                    <a:pt x="97" y="12183"/>
                    <a:pt x="193" y="12183"/>
                  </a:cubicBezTo>
                  <a:cubicBezTo>
                    <a:pt x="322" y="12183"/>
                    <a:pt x="418" y="12087"/>
                    <a:pt x="418" y="11991"/>
                  </a:cubicBezTo>
                  <a:lnTo>
                    <a:pt x="418" y="10705"/>
                  </a:lnTo>
                  <a:cubicBezTo>
                    <a:pt x="418" y="10576"/>
                    <a:pt x="322" y="10480"/>
                    <a:pt x="193" y="10480"/>
                  </a:cubicBezTo>
                  <a:close/>
                  <a:moveTo>
                    <a:pt x="87915" y="12730"/>
                  </a:moveTo>
                  <a:cubicBezTo>
                    <a:pt x="87819" y="12730"/>
                    <a:pt x="87722" y="12826"/>
                    <a:pt x="87722" y="12955"/>
                  </a:cubicBezTo>
                  <a:lnTo>
                    <a:pt x="87722" y="14241"/>
                  </a:lnTo>
                  <a:cubicBezTo>
                    <a:pt x="87722" y="14337"/>
                    <a:pt x="87819" y="14434"/>
                    <a:pt x="87915" y="14434"/>
                  </a:cubicBezTo>
                  <a:cubicBezTo>
                    <a:pt x="88044" y="14434"/>
                    <a:pt x="88140" y="14337"/>
                    <a:pt x="88140" y="14241"/>
                  </a:cubicBezTo>
                  <a:lnTo>
                    <a:pt x="88140" y="12955"/>
                  </a:lnTo>
                  <a:cubicBezTo>
                    <a:pt x="88140" y="12826"/>
                    <a:pt x="88044" y="12730"/>
                    <a:pt x="87915" y="12730"/>
                  </a:cubicBezTo>
                  <a:close/>
                  <a:moveTo>
                    <a:pt x="193" y="13051"/>
                  </a:moveTo>
                  <a:cubicBezTo>
                    <a:pt x="97" y="13051"/>
                    <a:pt x="0" y="13148"/>
                    <a:pt x="0" y="13244"/>
                  </a:cubicBezTo>
                  <a:lnTo>
                    <a:pt x="0" y="14530"/>
                  </a:lnTo>
                  <a:cubicBezTo>
                    <a:pt x="0" y="14659"/>
                    <a:pt x="97" y="14755"/>
                    <a:pt x="193" y="14755"/>
                  </a:cubicBezTo>
                  <a:cubicBezTo>
                    <a:pt x="322" y="14755"/>
                    <a:pt x="418" y="14659"/>
                    <a:pt x="418" y="14530"/>
                  </a:cubicBezTo>
                  <a:lnTo>
                    <a:pt x="418" y="13244"/>
                  </a:lnTo>
                  <a:cubicBezTo>
                    <a:pt x="418" y="13148"/>
                    <a:pt x="322" y="13051"/>
                    <a:pt x="193" y="13051"/>
                  </a:cubicBezTo>
                  <a:close/>
                  <a:moveTo>
                    <a:pt x="87915" y="15302"/>
                  </a:moveTo>
                  <a:cubicBezTo>
                    <a:pt x="87819" y="15302"/>
                    <a:pt x="87722" y="15398"/>
                    <a:pt x="87722" y="15494"/>
                  </a:cubicBezTo>
                  <a:lnTo>
                    <a:pt x="87722" y="16780"/>
                  </a:lnTo>
                  <a:cubicBezTo>
                    <a:pt x="87722" y="16909"/>
                    <a:pt x="87819" y="17005"/>
                    <a:pt x="87915" y="17005"/>
                  </a:cubicBezTo>
                  <a:cubicBezTo>
                    <a:pt x="88044" y="17005"/>
                    <a:pt x="88140" y="16909"/>
                    <a:pt x="88140" y="16780"/>
                  </a:cubicBezTo>
                  <a:lnTo>
                    <a:pt x="88140" y="15494"/>
                  </a:lnTo>
                  <a:cubicBezTo>
                    <a:pt x="88140" y="15398"/>
                    <a:pt x="88044" y="15302"/>
                    <a:pt x="87915" y="15302"/>
                  </a:cubicBezTo>
                  <a:close/>
                  <a:moveTo>
                    <a:pt x="193" y="15591"/>
                  </a:moveTo>
                  <a:cubicBezTo>
                    <a:pt x="97" y="15591"/>
                    <a:pt x="0" y="15687"/>
                    <a:pt x="0" y="15816"/>
                  </a:cubicBezTo>
                  <a:lnTo>
                    <a:pt x="0" y="17069"/>
                  </a:lnTo>
                  <a:cubicBezTo>
                    <a:pt x="0" y="17198"/>
                    <a:pt x="97" y="17294"/>
                    <a:pt x="193" y="17294"/>
                  </a:cubicBezTo>
                  <a:cubicBezTo>
                    <a:pt x="322" y="17294"/>
                    <a:pt x="418" y="17198"/>
                    <a:pt x="418" y="17069"/>
                  </a:cubicBezTo>
                  <a:lnTo>
                    <a:pt x="418" y="15816"/>
                  </a:lnTo>
                  <a:cubicBezTo>
                    <a:pt x="418" y="15687"/>
                    <a:pt x="322" y="15591"/>
                    <a:pt x="193" y="15591"/>
                  </a:cubicBezTo>
                  <a:close/>
                  <a:moveTo>
                    <a:pt x="87915" y="17841"/>
                  </a:moveTo>
                  <a:cubicBezTo>
                    <a:pt x="87819" y="17841"/>
                    <a:pt x="87722" y="17937"/>
                    <a:pt x="87722" y="18066"/>
                  </a:cubicBezTo>
                  <a:lnTo>
                    <a:pt x="87722" y="19320"/>
                  </a:lnTo>
                  <a:cubicBezTo>
                    <a:pt x="87722" y="19448"/>
                    <a:pt x="87819" y="19545"/>
                    <a:pt x="87915" y="19545"/>
                  </a:cubicBezTo>
                  <a:cubicBezTo>
                    <a:pt x="88044" y="19545"/>
                    <a:pt x="88140" y="19448"/>
                    <a:pt x="88140" y="19320"/>
                  </a:cubicBezTo>
                  <a:lnTo>
                    <a:pt x="88140" y="18066"/>
                  </a:lnTo>
                  <a:cubicBezTo>
                    <a:pt x="88140" y="17937"/>
                    <a:pt x="88044" y="17841"/>
                    <a:pt x="87915" y="17841"/>
                  </a:cubicBezTo>
                  <a:close/>
                  <a:moveTo>
                    <a:pt x="193" y="18130"/>
                  </a:moveTo>
                  <a:cubicBezTo>
                    <a:pt x="97" y="18130"/>
                    <a:pt x="0" y="18227"/>
                    <a:pt x="0" y="18355"/>
                  </a:cubicBezTo>
                  <a:lnTo>
                    <a:pt x="0" y="19641"/>
                  </a:lnTo>
                  <a:cubicBezTo>
                    <a:pt x="0" y="19737"/>
                    <a:pt x="97" y="19834"/>
                    <a:pt x="193" y="19834"/>
                  </a:cubicBezTo>
                  <a:cubicBezTo>
                    <a:pt x="322" y="19834"/>
                    <a:pt x="418" y="19737"/>
                    <a:pt x="418" y="19641"/>
                  </a:cubicBezTo>
                  <a:lnTo>
                    <a:pt x="418" y="18355"/>
                  </a:lnTo>
                  <a:cubicBezTo>
                    <a:pt x="418" y="18227"/>
                    <a:pt x="322" y="18130"/>
                    <a:pt x="193" y="18130"/>
                  </a:cubicBezTo>
                  <a:close/>
                  <a:moveTo>
                    <a:pt x="87915" y="20380"/>
                  </a:moveTo>
                  <a:cubicBezTo>
                    <a:pt x="87819" y="20380"/>
                    <a:pt x="87722" y="20477"/>
                    <a:pt x="87722" y="20605"/>
                  </a:cubicBezTo>
                  <a:lnTo>
                    <a:pt x="87722" y="21891"/>
                  </a:lnTo>
                  <a:cubicBezTo>
                    <a:pt x="87722" y="21988"/>
                    <a:pt x="87819" y="22084"/>
                    <a:pt x="87915" y="22084"/>
                  </a:cubicBezTo>
                  <a:cubicBezTo>
                    <a:pt x="88044" y="22084"/>
                    <a:pt x="88140" y="21988"/>
                    <a:pt x="88140" y="21891"/>
                  </a:cubicBezTo>
                  <a:lnTo>
                    <a:pt x="88140" y="20605"/>
                  </a:lnTo>
                  <a:cubicBezTo>
                    <a:pt x="88140" y="20477"/>
                    <a:pt x="88044" y="20380"/>
                    <a:pt x="87915" y="20380"/>
                  </a:cubicBezTo>
                  <a:close/>
                  <a:moveTo>
                    <a:pt x="193" y="20702"/>
                  </a:moveTo>
                  <a:cubicBezTo>
                    <a:pt x="97" y="20702"/>
                    <a:pt x="0" y="20798"/>
                    <a:pt x="0" y="20895"/>
                  </a:cubicBezTo>
                  <a:lnTo>
                    <a:pt x="0" y="22180"/>
                  </a:lnTo>
                  <a:cubicBezTo>
                    <a:pt x="0" y="22309"/>
                    <a:pt x="97" y="22405"/>
                    <a:pt x="193" y="22405"/>
                  </a:cubicBezTo>
                  <a:cubicBezTo>
                    <a:pt x="322" y="22405"/>
                    <a:pt x="418" y="22309"/>
                    <a:pt x="418" y="22180"/>
                  </a:cubicBezTo>
                  <a:lnTo>
                    <a:pt x="418" y="20895"/>
                  </a:lnTo>
                  <a:cubicBezTo>
                    <a:pt x="418" y="20798"/>
                    <a:pt x="322" y="20702"/>
                    <a:pt x="193" y="20702"/>
                  </a:cubicBezTo>
                  <a:close/>
                  <a:moveTo>
                    <a:pt x="87915" y="22952"/>
                  </a:moveTo>
                  <a:cubicBezTo>
                    <a:pt x="87819" y="22952"/>
                    <a:pt x="87722" y="23048"/>
                    <a:pt x="87722" y="23145"/>
                  </a:cubicBezTo>
                  <a:lnTo>
                    <a:pt x="87722" y="24431"/>
                  </a:lnTo>
                  <a:cubicBezTo>
                    <a:pt x="87722" y="24559"/>
                    <a:pt x="87819" y="24656"/>
                    <a:pt x="87915" y="24656"/>
                  </a:cubicBezTo>
                  <a:cubicBezTo>
                    <a:pt x="88044" y="24656"/>
                    <a:pt x="88140" y="24559"/>
                    <a:pt x="88140" y="24431"/>
                  </a:cubicBezTo>
                  <a:lnTo>
                    <a:pt x="88140" y="23145"/>
                  </a:lnTo>
                  <a:cubicBezTo>
                    <a:pt x="88140" y="23048"/>
                    <a:pt x="88044" y="22952"/>
                    <a:pt x="87915" y="22952"/>
                  </a:cubicBezTo>
                  <a:close/>
                  <a:moveTo>
                    <a:pt x="193" y="23241"/>
                  </a:moveTo>
                  <a:cubicBezTo>
                    <a:pt x="97" y="23241"/>
                    <a:pt x="0" y="23338"/>
                    <a:pt x="0" y="23466"/>
                  </a:cubicBezTo>
                  <a:lnTo>
                    <a:pt x="0" y="24720"/>
                  </a:lnTo>
                  <a:cubicBezTo>
                    <a:pt x="0" y="24848"/>
                    <a:pt x="97" y="24945"/>
                    <a:pt x="193" y="24945"/>
                  </a:cubicBezTo>
                  <a:cubicBezTo>
                    <a:pt x="322" y="24945"/>
                    <a:pt x="418" y="24848"/>
                    <a:pt x="418" y="24720"/>
                  </a:cubicBezTo>
                  <a:lnTo>
                    <a:pt x="418" y="23466"/>
                  </a:lnTo>
                  <a:cubicBezTo>
                    <a:pt x="418" y="23338"/>
                    <a:pt x="322" y="23241"/>
                    <a:pt x="193" y="23241"/>
                  </a:cubicBezTo>
                  <a:close/>
                  <a:moveTo>
                    <a:pt x="87915" y="25491"/>
                  </a:moveTo>
                  <a:cubicBezTo>
                    <a:pt x="87819" y="25491"/>
                    <a:pt x="87722" y="25588"/>
                    <a:pt x="87722" y="25716"/>
                  </a:cubicBezTo>
                  <a:lnTo>
                    <a:pt x="87722" y="26970"/>
                  </a:lnTo>
                  <a:cubicBezTo>
                    <a:pt x="87722" y="27099"/>
                    <a:pt x="87819" y="27195"/>
                    <a:pt x="87915" y="27195"/>
                  </a:cubicBezTo>
                  <a:cubicBezTo>
                    <a:pt x="88044" y="27195"/>
                    <a:pt x="88140" y="27099"/>
                    <a:pt x="88140" y="26970"/>
                  </a:cubicBezTo>
                  <a:lnTo>
                    <a:pt x="88140" y="25716"/>
                  </a:lnTo>
                  <a:cubicBezTo>
                    <a:pt x="88140" y="25588"/>
                    <a:pt x="88044" y="25491"/>
                    <a:pt x="87915" y="25491"/>
                  </a:cubicBezTo>
                  <a:close/>
                  <a:moveTo>
                    <a:pt x="193" y="25813"/>
                  </a:moveTo>
                  <a:cubicBezTo>
                    <a:pt x="97" y="25813"/>
                    <a:pt x="0" y="25909"/>
                    <a:pt x="0" y="26006"/>
                  </a:cubicBezTo>
                  <a:lnTo>
                    <a:pt x="0" y="27291"/>
                  </a:lnTo>
                  <a:cubicBezTo>
                    <a:pt x="0" y="27388"/>
                    <a:pt x="97" y="27484"/>
                    <a:pt x="193" y="27484"/>
                  </a:cubicBezTo>
                  <a:cubicBezTo>
                    <a:pt x="322" y="27484"/>
                    <a:pt x="418" y="27388"/>
                    <a:pt x="418" y="27291"/>
                  </a:cubicBezTo>
                  <a:lnTo>
                    <a:pt x="418" y="26006"/>
                  </a:lnTo>
                  <a:cubicBezTo>
                    <a:pt x="418" y="25909"/>
                    <a:pt x="322" y="25813"/>
                    <a:pt x="193" y="25813"/>
                  </a:cubicBezTo>
                  <a:close/>
                  <a:moveTo>
                    <a:pt x="87915" y="28063"/>
                  </a:moveTo>
                  <a:cubicBezTo>
                    <a:pt x="87819" y="28063"/>
                    <a:pt x="87722" y="28127"/>
                    <a:pt x="87722" y="28256"/>
                  </a:cubicBezTo>
                  <a:lnTo>
                    <a:pt x="87722" y="29542"/>
                  </a:lnTo>
                  <a:cubicBezTo>
                    <a:pt x="87722" y="29638"/>
                    <a:pt x="87819" y="29734"/>
                    <a:pt x="87915" y="29734"/>
                  </a:cubicBezTo>
                  <a:cubicBezTo>
                    <a:pt x="88044" y="29734"/>
                    <a:pt x="88140" y="29638"/>
                    <a:pt x="88140" y="29542"/>
                  </a:cubicBezTo>
                  <a:lnTo>
                    <a:pt x="88140" y="28256"/>
                  </a:lnTo>
                  <a:cubicBezTo>
                    <a:pt x="88140" y="28127"/>
                    <a:pt x="88044" y="28063"/>
                    <a:pt x="87915" y="28063"/>
                  </a:cubicBezTo>
                  <a:close/>
                  <a:moveTo>
                    <a:pt x="193" y="28352"/>
                  </a:moveTo>
                  <a:cubicBezTo>
                    <a:pt x="97" y="28352"/>
                    <a:pt x="0" y="28449"/>
                    <a:pt x="0" y="28577"/>
                  </a:cubicBezTo>
                  <a:lnTo>
                    <a:pt x="0" y="29831"/>
                  </a:lnTo>
                  <a:cubicBezTo>
                    <a:pt x="0" y="29959"/>
                    <a:pt x="97" y="30056"/>
                    <a:pt x="193" y="30056"/>
                  </a:cubicBezTo>
                  <a:cubicBezTo>
                    <a:pt x="322" y="30056"/>
                    <a:pt x="418" y="29959"/>
                    <a:pt x="418" y="29831"/>
                  </a:cubicBezTo>
                  <a:lnTo>
                    <a:pt x="418" y="28577"/>
                  </a:lnTo>
                  <a:cubicBezTo>
                    <a:pt x="418" y="28449"/>
                    <a:pt x="322" y="28352"/>
                    <a:pt x="193" y="28352"/>
                  </a:cubicBezTo>
                  <a:close/>
                  <a:moveTo>
                    <a:pt x="87915" y="30602"/>
                  </a:moveTo>
                  <a:cubicBezTo>
                    <a:pt x="87819" y="30602"/>
                    <a:pt x="87722" y="30699"/>
                    <a:pt x="87722" y="30795"/>
                  </a:cubicBezTo>
                  <a:lnTo>
                    <a:pt x="87722" y="32081"/>
                  </a:lnTo>
                  <a:cubicBezTo>
                    <a:pt x="87722" y="32210"/>
                    <a:pt x="87819" y="32306"/>
                    <a:pt x="87915" y="32306"/>
                  </a:cubicBezTo>
                  <a:cubicBezTo>
                    <a:pt x="88044" y="32306"/>
                    <a:pt x="88140" y="32210"/>
                    <a:pt x="88140" y="32081"/>
                  </a:cubicBezTo>
                  <a:lnTo>
                    <a:pt x="88140" y="30795"/>
                  </a:lnTo>
                  <a:cubicBezTo>
                    <a:pt x="88140" y="30699"/>
                    <a:pt x="88044" y="30602"/>
                    <a:pt x="87915" y="30602"/>
                  </a:cubicBezTo>
                  <a:close/>
                  <a:moveTo>
                    <a:pt x="193" y="30892"/>
                  </a:moveTo>
                  <a:cubicBezTo>
                    <a:pt x="97" y="30892"/>
                    <a:pt x="0" y="30988"/>
                    <a:pt x="0" y="31117"/>
                  </a:cubicBezTo>
                  <a:lnTo>
                    <a:pt x="0" y="32402"/>
                  </a:lnTo>
                  <a:cubicBezTo>
                    <a:pt x="0" y="32499"/>
                    <a:pt x="97" y="32595"/>
                    <a:pt x="193" y="32595"/>
                  </a:cubicBezTo>
                  <a:cubicBezTo>
                    <a:pt x="322" y="32595"/>
                    <a:pt x="418" y="32499"/>
                    <a:pt x="418" y="32402"/>
                  </a:cubicBezTo>
                  <a:lnTo>
                    <a:pt x="418" y="31117"/>
                  </a:lnTo>
                  <a:cubicBezTo>
                    <a:pt x="418" y="30988"/>
                    <a:pt x="322" y="30892"/>
                    <a:pt x="193" y="30892"/>
                  </a:cubicBezTo>
                  <a:close/>
                  <a:moveTo>
                    <a:pt x="87915" y="33142"/>
                  </a:moveTo>
                  <a:cubicBezTo>
                    <a:pt x="87819" y="33142"/>
                    <a:pt x="87722" y="33238"/>
                    <a:pt x="87722" y="33367"/>
                  </a:cubicBezTo>
                  <a:lnTo>
                    <a:pt x="87722" y="33592"/>
                  </a:lnTo>
                  <a:cubicBezTo>
                    <a:pt x="87722" y="33656"/>
                    <a:pt x="87722" y="33720"/>
                    <a:pt x="87787" y="33752"/>
                  </a:cubicBezTo>
                  <a:cubicBezTo>
                    <a:pt x="87819" y="33785"/>
                    <a:pt x="87883" y="33817"/>
                    <a:pt x="87915" y="33817"/>
                  </a:cubicBezTo>
                  <a:lnTo>
                    <a:pt x="88944" y="33817"/>
                  </a:lnTo>
                  <a:cubicBezTo>
                    <a:pt x="89072" y="33817"/>
                    <a:pt x="89169" y="33720"/>
                    <a:pt x="89169" y="33592"/>
                  </a:cubicBezTo>
                  <a:cubicBezTo>
                    <a:pt x="89169" y="33495"/>
                    <a:pt x="89072" y="33399"/>
                    <a:pt x="88944" y="33399"/>
                  </a:cubicBezTo>
                  <a:lnTo>
                    <a:pt x="88140" y="33399"/>
                  </a:lnTo>
                  <a:lnTo>
                    <a:pt x="88140" y="33367"/>
                  </a:lnTo>
                  <a:cubicBezTo>
                    <a:pt x="88140" y="33238"/>
                    <a:pt x="88044" y="33142"/>
                    <a:pt x="87915" y="33142"/>
                  </a:cubicBezTo>
                  <a:close/>
                  <a:moveTo>
                    <a:pt x="90230" y="33399"/>
                  </a:moveTo>
                  <a:cubicBezTo>
                    <a:pt x="90101" y="33399"/>
                    <a:pt x="90005" y="33495"/>
                    <a:pt x="90005" y="33592"/>
                  </a:cubicBezTo>
                  <a:cubicBezTo>
                    <a:pt x="90005" y="33720"/>
                    <a:pt x="90101" y="33817"/>
                    <a:pt x="90230" y="33817"/>
                  </a:cubicBezTo>
                  <a:lnTo>
                    <a:pt x="91515" y="33817"/>
                  </a:lnTo>
                  <a:cubicBezTo>
                    <a:pt x="91612" y="33817"/>
                    <a:pt x="91708" y="33720"/>
                    <a:pt x="91708" y="33592"/>
                  </a:cubicBezTo>
                  <a:cubicBezTo>
                    <a:pt x="91708" y="33495"/>
                    <a:pt x="91612" y="33399"/>
                    <a:pt x="91515" y="33399"/>
                  </a:cubicBezTo>
                  <a:close/>
                  <a:moveTo>
                    <a:pt x="92769" y="33399"/>
                  </a:moveTo>
                  <a:cubicBezTo>
                    <a:pt x="92673" y="33399"/>
                    <a:pt x="92576" y="33495"/>
                    <a:pt x="92576" y="33592"/>
                  </a:cubicBezTo>
                  <a:cubicBezTo>
                    <a:pt x="92576" y="33720"/>
                    <a:pt x="92673" y="33817"/>
                    <a:pt x="92769" y="33817"/>
                  </a:cubicBezTo>
                  <a:lnTo>
                    <a:pt x="94055" y="33817"/>
                  </a:lnTo>
                  <a:cubicBezTo>
                    <a:pt x="94183" y="33817"/>
                    <a:pt x="94280" y="33720"/>
                    <a:pt x="94280" y="33592"/>
                  </a:cubicBezTo>
                  <a:cubicBezTo>
                    <a:pt x="94280" y="33495"/>
                    <a:pt x="94183" y="33399"/>
                    <a:pt x="94055" y="33399"/>
                  </a:cubicBezTo>
                  <a:close/>
                  <a:moveTo>
                    <a:pt x="95341" y="33399"/>
                  </a:moveTo>
                  <a:cubicBezTo>
                    <a:pt x="95212" y="33399"/>
                    <a:pt x="95115" y="33495"/>
                    <a:pt x="95115" y="33592"/>
                  </a:cubicBezTo>
                  <a:cubicBezTo>
                    <a:pt x="95115" y="33720"/>
                    <a:pt x="95212" y="33817"/>
                    <a:pt x="95341" y="33817"/>
                  </a:cubicBezTo>
                  <a:lnTo>
                    <a:pt x="96594" y="33817"/>
                  </a:lnTo>
                  <a:cubicBezTo>
                    <a:pt x="96723" y="33817"/>
                    <a:pt x="96819" y="33720"/>
                    <a:pt x="96819" y="33592"/>
                  </a:cubicBezTo>
                  <a:cubicBezTo>
                    <a:pt x="96819" y="33495"/>
                    <a:pt x="96723" y="33399"/>
                    <a:pt x="96594" y="33399"/>
                  </a:cubicBezTo>
                  <a:close/>
                  <a:moveTo>
                    <a:pt x="97880" y="33399"/>
                  </a:moveTo>
                  <a:cubicBezTo>
                    <a:pt x="97751" y="33399"/>
                    <a:pt x="97655" y="33495"/>
                    <a:pt x="97655" y="33592"/>
                  </a:cubicBezTo>
                  <a:cubicBezTo>
                    <a:pt x="97655" y="33720"/>
                    <a:pt x="97751" y="33817"/>
                    <a:pt x="97880" y="33817"/>
                  </a:cubicBezTo>
                  <a:lnTo>
                    <a:pt x="99166" y="33817"/>
                  </a:lnTo>
                  <a:cubicBezTo>
                    <a:pt x="99262" y="33817"/>
                    <a:pt x="99359" y="33720"/>
                    <a:pt x="99359" y="33592"/>
                  </a:cubicBezTo>
                  <a:cubicBezTo>
                    <a:pt x="99359" y="33495"/>
                    <a:pt x="99262" y="33399"/>
                    <a:pt x="99166" y="33399"/>
                  </a:cubicBezTo>
                  <a:close/>
                  <a:moveTo>
                    <a:pt x="100419" y="33399"/>
                  </a:moveTo>
                  <a:cubicBezTo>
                    <a:pt x="100323" y="33399"/>
                    <a:pt x="100226" y="33495"/>
                    <a:pt x="100226" y="33592"/>
                  </a:cubicBezTo>
                  <a:cubicBezTo>
                    <a:pt x="100226" y="33720"/>
                    <a:pt x="100323" y="33817"/>
                    <a:pt x="100419" y="33817"/>
                  </a:cubicBezTo>
                  <a:lnTo>
                    <a:pt x="101705" y="33817"/>
                  </a:lnTo>
                  <a:cubicBezTo>
                    <a:pt x="101834" y="33817"/>
                    <a:pt x="101930" y="33720"/>
                    <a:pt x="101930" y="33592"/>
                  </a:cubicBezTo>
                  <a:cubicBezTo>
                    <a:pt x="101930" y="33495"/>
                    <a:pt x="101834" y="33399"/>
                    <a:pt x="101705" y="33399"/>
                  </a:cubicBezTo>
                  <a:close/>
                  <a:moveTo>
                    <a:pt x="102991" y="33399"/>
                  </a:moveTo>
                  <a:cubicBezTo>
                    <a:pt x="102862" y="33399"/>
                    <a:pt x="102766" y="33495"/>
                    <a:pt x="102766" y="33592"/>
                  </a:cubicBezTo>
                  <a:cubicBezTo>
                    <a:pt x="102766" y="33720"/>
                    <a:pt x="102862" y="33817"/>
                    <a:pt x="102991" y="33817"/>
                  </a:cubicBezTo>
                  <a:lnTo>
                    <a:pt x="104245" y="33817"/>
                  </a:lnTo>
                  <a:cubicBezTo>
                    <a:pt x="104373" y="33817"/>
                    <a:pt x="104470" y="33720"/>
                    <a:pt x="104470" y="33592"/>
                  </a:cubicBezTo>
                  <a:cubicBezTo>
                    <a:pt x="104470" y="33495"/>
                    <a:pt x="104373" y="33399"/>
                    <a:pt x="104245" y="33399"/>
                  </a:cubicBezTo>
                  <a:close/>
                  <a:moveTo>
                    <a:pt x="105530" y="33399"/>
                  </a:moveTo>
                  <a:cubicBezTo>
                    <a:pt x="105434" y="33399"/>
                    <a:pt x="105337" y="33495"/>
                    <a:pt x="105337" y="33592"/>
                  </a:cubicBezTo>
                  <a:cubicBezTo>
                    <a:pt x="105337" y="33720"/>
                    <a:pt x="105434" y="33817"/>
                    <a:pt x="105530" y="33817"/>
                  </a:cubicBezTo>
                  <a:lnTo>
                    <a:pt x="106816" y="33817"/>
                  </a:lnTo>
                  <a:cubicBezTo>
                    <a:pt x="106912" y="33817"/>
                    <a:pt x="107009" y="33720"/>
                    <a:pt x="107009" y="33592"/>
                  </a:cubicBezTo>
                  <a:cubicBezTo>
                    <a:pt x="107009" y="33495"/>
                    <a:pt x="106912" y="33399"/>
                    <a:pt x="106816" y="33399"/>
                  </a:cubicBezTo>
                  <a:close/>
                  <a:moveTo>
                    <a:pt x="108102" y="33399"/>
                  </a:moveTo>
                  <a:cubicBezTo>
                    <a:pt x="107973" y="33399"/>
                    <a:pt x="107877" y="33495"/>
                    <a:pt x="107877" y="33592"/>
                  </a:cubicBezTo>
                  <a:cubicBezTo>
                    <a:pt x="107877" y="33720"/>
                    <a:pt x="107973" y="33817"/>
                    <a:pt x="108102" y="33817"/>
                  </a:cubicBezTo>
                  <a:lnTo>
                    <a:pt x="109355" y="33817"/>
                  </a:lnTo>
                  <a:cubicBezTo>
                    <a:pt x="109484" y="33817"/>
                    <a:pt x="109580" y="33720"/>
                    <a:pt x="109580" y="33592"/>
                  </a:cubicBezTo>
                  <a:cubicBezTo>
                    <a:pt x="109580" y="33495"/>
                    <a:pt x="109484" y="33399"/>
                    <a:pt x="109355" y="33399"/>
                  </a:cubicBezTo>
                  <a:close/>
                  <a:moveTo>
                    <a:pt x="110641" y="33399"/>
                  </a:moveTo>
                  <a:cubicBezTo>
                    <a:pt x="110513" y="33399"/>
                    <a:pt x="110416" y="33495"/>
                    <a:pt x="110416" y="33592"/>
                  </a:cubicBezTo>
                  <a:cubicBezTo>
                    <a:pt x="110416" y="33720"/>
                    <a:pt x="110513" y="33817"/>
                    <a:pt x="110641" y="33817"/>
                  </a:cubicBezTo>
                  <a:lnTo>
                    <a:pt x="111927" y="33817"/>
                  </a:lnTo>
                  <a:cubicBezTo>
                    <a:pt x="112023" y="33817"/>
                    <a:pt x="112120" y="33720"/>
                    <a:pt x="112120" y="33592"/>
                  </a:cubicBezTo>
                  <a:cubicBezTo>
                    <a:pt x="112120" y="33495"/>
                    <a:pt x="112023" y="33399"/>
                    <a:pt x="111927" y="33399"/>
                  </a:cubicBezTo>
                  <a:close/>
                  <a:moveTo>
                    <a:pt x="113181" y="33399"/>
                  </a:moveTo>
                  <a:cubicBezTo>
                    <a:pt x="113084" y="33399"/>
                    <a:pt x="112988" y="33495"/>
                    <a:pt x="112988" y="33592"/>
                  </a:cubicBezTo>
                  <a:cubicBezTo>
                    <a:pt x="112988" y="33720"/>
                    <a:pt x="113084" y="33817"/>
                    <a:pt x="113181" y="33817"/>
                  </a:cubicBezTo>
                  <a:lnTo>
                    <a:pt x="114466" y="33817"/>
                  </a:lnTo>
                  <a:cubicBezTo>
                    <a:pt x="114595" y="33817"/>
                    <a:pt x="114691" y="33720"/>
                    <a:pt x="114691" y="33592"/>
                  </a:cubicBezTo>
                  <a:cubicBezTo>
                    <a:pt x="114691" y="33495"/>
                    <a:pt x="114595" y="33399"/>
                    <a:pt x="114466" y="33399"/>
                  </a:cubicBezTo>
                  <a:close/>
                  <a:moveTo>
                    <a:pt x="115752" y="33399"/>
                  </a:moveTo>
                  <a:cubicBezTo>
                    <a:pt x="115624" y="33399"/>
                    <a:pt x="115527" y="33495"/>
                    <a:pt x="115527" y="33592"/>
                  </a:cubicBezTo>
                  <a:cubicBezTo>
                    <a:pt x="115527" y="33720"/>
                    <a:pt x="115624" y="33817"/>
                    <a:pt x="115752" y="33817"/>
                  </a:cubicBezTo>
                  <a:lnTo>
                    <a:pt x="117006" y="33817"/>
                  </a:lnTo>
                  <a:cubicBezTo>
                    <a:pt x="117134" y="33817"/>
                    <a:pt x="117231" y="33720"/>
                    <a:pt x="117231" y="33592"/>
                  </a:cubicBezTo>
                  <a:cubicBezTo>
                    <a:pt x="117231" y="33495"/>
                    <a:pt x="117134" y="33399"/>
                    <a:pt x="117006" y="33399"/>
                  </a:cubicBezTo>
                  <a:close/>
                  <a:moveTo>
                    <a:pt x="118292" y="33399"/>
                  </a:moveTo>
                  <a:cubicBezTo>
                    <a:pt x="118163" y="33399"/>
                    <a:pt x="118067" y="33495"/>
                    <a:pt x="118067" y="33592"/>
                  </a:cubicBezTo>
                  <a:cubicBezTo>
                    <a:pt x="118067" y="33720"/>
                    <a:pt x="118163" y="33817"/>
                    <a:pt x="118292" y="33817"/>
                  </a:cubicBezTo>
                  <a:lnTo>
                    <a:pt x="119577" y="33817"/>
                  </a:lnTo>
                  <a:cubicBezTo>
                    <a:pt x="119674" y="33817"/>
                    <a:pt x="119770" y="33720"/>
                    <a:pt x="119770" y="33592"/>
                  </a:cubicBezTo>
                  <a:cubicBezTo>
                    <a:pt x="119770" y="33495"/>
                    <a:pt x="119674" y="33399"/>
                    <a:pt x="119577" y="33399"/>
                  </a:cubicBezTo>
                  <a:close/>
                  <a:moveTo>
                    <a:pt x="193" y="33463"/>
                  </a:moveTo>
                  <a:cubicBezTo>
                    <a:pt x="97" y="33463"/>
                    <a:pt x="0" y="33560"/>
                    <a:pt x="0" y="33656"/>
                  </a:cubicBezTo>
                  <a:lnTo>
                    <a:pt x="0" y="34942"/>
                  </a:lnTo>
                  <a:cubicBezTo>
                    <a:pt x="0" y="35070"/>
                    <a:pt x="97" y="35167"/>
                    <a:pt x="193" y="35167"/>
                  </a:cubicBezTo>
                  <a:cubicBezTo>
                    <a:pt x="322" y="35167"/>
                    <a:pt x="418" y="35070"/>
                    <a:pt x="418" y="34942"/>
                  </a:cubicBezTo>
                  <a:lnTo>
                    <a:pt x="418" y="33656"/>
                  </a:lnTo>
                  <a:cubicBezTo>
                    <a:pt x="418" y="33560"/>
                    <a:pt x="322" y="33463"/>
                    <a:pt x="193" y="33463"/>
                  </a:cubicBezTo>
                  <a:close/>
                  <a:moveTo>
                    <a:pt x="120092" y="34138"/>
                  </a:moveTo>
                  <a:cubicBezTo>
                    <a:pt x="119995" y="34138"/>
                    <a:pt x="119899" y="34235"/>
                    <a:pt x="119899" y="34331"/>
                  </a:cubicBezTo>
                  <a:lnTo>
                    <a:pt x="119899" y="35617"/>
                  </a:lnTo>
                  <a:cubicBezTo>
                    <a:pt x="119899" y="35745"/>
                    <a:pt x="119995" y="35842"/>
                    <a:pt x="120092" y="35842"/>
                  </a:cubicBezTo>
                  <a:cubicBezTo>
                    <a:pt x="120220" y="35842"/>
                    <a:pt x="120317" y="35745"/>
                    <a:pt x="120317" y="35617"/>
                  </a:cubicBezTo>
                  <a:lnTo>
                    <a:pt x="120317" y="34331"/>
                  </a:lnTo>
                  <a:cubicBezTo>
                    <a:pt x="120317" y="34235"/>
                    <a:pt x="120220" y="34138"/>
                    <a:pt x="120092" y="34138"/>
                  </a:cubicBezTo>
                  <a:close/>
                  <a:moveTo>
                    <a:pt x="193" y="36003"/>
                  </a:moveTo>
                  <a:cubicBezTo>
                    <a:pt x="97" y="36003"/>
                    <a:pt x="0" y="36099"/>
                    <a:pt x="0" y="36228"/>
                  </a:cubicBezTo>
                  <a:lnTo>
                    <a:pt x="0" y="37481"/>
                  </a:lnTo>
                  <a:cubicBezTo>
                    <a:pt x="0" y="37610"/>
                    <a:pt x="97" y="37706"/>
                    <a:pt x="193" y="37706"/>
                  </a:cubicBezTo>
                  <a:cubicBezTo>
                    <a:pt x="322" y="37706"/>
                    <a:pt x="418" y="37610"/>
                    <a:pt x="418" y="37481"/>
                  </a:cubicBezTo>
                  <a:lnTo>
                    <a:pt x="418" y="36228"/>
                  </a:lnTo>
                  <a:cubicBezTo>
                    <a:pt x="418" y="36099"/>
                    <a:pt x="322" y="36003"/>
                    <a:pt x="193" y="36003"/>
                  </a:cubicBezTo>
                  <a:close/>
                  <a:moveTo>
                    <a:pt x="120092" y="36678"/>
                  </a:moveTo>
                  <a:cubicBezTo>
                    <a:pt x="119995" y="36678"/>
                    <a:pt x="119899" y="36774"/>
                    <a:pt x="119899" y="36903"/>
                  </a:cubicBezTo>
                  <a:lnTo>
                    <a:pt x="119899" y="38156"/>
                  </a:lnTo>
                  <a:cubicBezTo>
                    <a:pt x="119899" y="38285"/>
                    <a:pt x="119995" y="38381"/>
                    <a:pt x="120092" y="38381"/>
                  </a:cubicBezTo>
                  <a:cubicBezTo>
                    <a:pt x="120220" y="38381"/>
                    <a:pt x="120317" y="38285"/>
                    <a:pt x="120317" y="38156"/>
                  </a:cubicBezTo>
                  <a:lnTo>
                    <a:pt x="120317" y="36903"/>
                  </a:lnTo>
                  <a:cubicBezTo>
                    <a:pt x="120317" y="36774"/>
                    <a:pt x="120220" y="36678"/>
                    <a:pt x="120092" y="36678"/>
                  </a:cubicBezTo>
                  <a:close/>
                  <a:moveTo>
                    <a:pt x="193" y="38542"/>
                  </a:moveTo>
                  <a:cubicBezTo>
                    <a:pt x="97" y="38542"/>
                    <a:pt x="0" y="38638"/>
                    <a:pt x="0" y="38767"/>
                  </a:cubicBezTo>
                  <a:lnTo>
                    <a:pt x="0" y="40053"/>
                  </a:lnTo>
                  <a:cubicBezTo>
                    <a:pt x="0" y="40149"/>
                    <a:pt x="97" y="40246"/>
                    <a:pt x="193" y="40246"/>
                  </a:cubicBezTo>
                  <a:cubicBezTo>
                    <a:pt x="322" y="40246"/>
                    <a:pt x="418" y="40149"/>
                    <a:pt x="418" y="40053"/>
                  </a:cubicBezTo>
                  <a:lnTo>
                    <a:pt x="418" y="38767"/>
                  </a:lnTo>
                  <a:cubicBezTo>
                    <a:pt x="418" y="38638"/>
                    <a:pt x="322" y="38542"/>
                    <a:pt x="193" y="38542"/>
                  </a:cubicBezTo>
                  <a:close/>
                  <a:moveTo>
                    <a:pt x="120092" y="39249"/>
                  </a:moveTo>
                  <a:cubicBezTo>
                    <a:pt x="119995" y="39249"/>
                    <a:pt x="119899" y="39313"/>
                    <a:pt x="119899" y="39442"/>
                  </a:cubicBezTo>
                  <a:lnTo>
                    <a:pt x="119899" y="40728"/>
                  </a:lnTo>
                  <a:cubicBezTo>
                    <a:pt x="119899" y="40824"/>
                    <a:pt x="119995" y="40921"/>
                    <a:pt x="120092" y="40921"/>
                  </a:cubicBezTo>
                  <a:cubicBezTo>
                    <a:pt x="120220" y="40921"/>
                    <a:pt x="120317" y="40824"/>
                    <a:pt x="120317" y="40728"/>
                  </a:cubicBezTo>
                  <a:lnTo>
                    <a:pt x="120317" y="39442"/>
                  </a:lnTo>
                  <a:cubicBezTo>
                    <a:pt x="120317" y="39313"/>
                    <a:pt x="120220" y="39249"/>
                    <a:pt x="120092" y="39249"/>
                  </a:cubicBezTo>
                  <a:close/>
                  <a:moveTo>
                    <a:pt x="193" y="41114"/>
                  </a:moveTo>
                  <a:cubicBezTo>
                    <a:pt x="97" y="41114"/>
                    <a:pt x="0" y="41210"/>
                    <a:pt x="0" y="41306"/>
                  </a:cubicBezTo>
                  <a:lnTo>
                    <a:pt x="0" y="42592"/>
                  </a:lnTo>
                  <a:cubicBezTo>
                    <a:pt x="0" y="42721"/>
                    <a:pt x="97" y="42817"/>
                    <a:pt x="193" y="42817"/>
                  </a:cubicBezTo>
                  <a:cubicBezTo>
                    <a:pt x="322" y="42817"/>
                    <a:pt x="418" y="42721"/>
                    <a:pt x="418" y="42592"/>
                  </a:cubicBezTo>
                  <a:lnTo>
                    <a:pt x="418" y="41306"/>
                  </a:lnTo>
                  <a:cubicBezTo>
                    <a:pt x="418" y="41210"/>
                    <a:pt x="322" y="41114"/>
                    <a:pt x="193" y="41114"/>
                  </a:cubicBezTo>
                  <a:close/>
                  <a:moveTo>
                    <a:pt x="120092" y="41789"/>
                  </a:moveTo>
                  <a:cubicBezTo>
                    <a:pt x="119995" y="41789"/>
                    <a:pt x="119899" y="41885"/>
                    <a:pt x="119899" y="41981"/>
                  </a:cubicBezTo>
                  <a:lnTo>
                    <a:pt x="119899" y="43267"/>
                  </a:lnTo>
                  <a:cubicBezTo>
                    <a:pt x="119899" y="43396"/>
                    <a:pt x="119995" y="43492"/>
                    <a:pt x="120092" y="43492"/>
                  </a:cubicBezTo>
                  <a:cubicBezTo>
                    <a:pt x="120220" y="43492"/>
                    <a:pt x="120317" y="43396"/>
                    <a:pt x="120317" y="43267"/>
                  </a:cubicBezTo>
                  <a:lnTo>
                    <a:pt x="120317" y="41981"/>
                  </a:lnTo>
                  <a:cubicBezTo>
                    <a:pt x="120317" y="41885"/>
                    <a:pt x="120220" y="41789"/>
                    <a:pt x="120092" y="41789"/>
                  </a:cubicBezTo>
                  <a:close/>
                  <a:moveTo>
                    <a:pt x="193" y="43653"/>
                  </a:moveTo>
                  <a:cubicBezTo>
                    <a:pt x="97" y="43653"/>
                    <a:pt x="0" y="43749"/>
                    <a:pt x="0" y="43878"/>
                  </a:cubicBezTo>
                  <a:lnTo>
                    <a:pt x="0" y="45132"/>
                  </a:lnTo>
                  <a:cubicBezTo>
                    <a:pt x="0" y="45260"/>
                    <a:pt x="97" y="45357"/>
                    <a:pt x="193" y="45357"/>
                  </a:cubicBezTo>
                  <a:cubicBezTo>
                    <a:pt x="322" y="45357"/>
                    <a:pt x="418" y="45260"/>
                    <a:pt x="418" y="45132"/>
                  </a:cubicBezTo>
                  <a:lnTo>
                    <a:pt x="418" y="43878"/>
                  </a:lnTo>
                  <a:cubicBezTo>
                    <a:pt x="418" y="43749"/>
                    <a:pt x="322" y="43653"/>
                    <a:pt x="193" y="43653"/>
                  </a:cubicBezTo>
                  <a:close/>
                  <a:moveTo>
                    <a:pt x="120092" y="44328"/>
                  </a:moveTo>
                  <a:cubicBezTo>
                    <a:pt x="119995" y="44328"/>
                    <a:pt x="119899" y="44424"/>
                    <a:pt x="119899" y="44553"/>
                  </a:cubicBezTo>
                  <a:lnTo>
                    <a:pt x="119899" y="45839"/>
                  </a:lnTo>
                  <a:cubicBezTo>
                    <a:pt x="119899" y="45935"/>
                    <a:pt x="119995" y="46032"/>
                    <a:pt x="120092" y="46032"/>
                  </a:cubicBezTo>
                  <a:cubicBezTo>
                    <a:pt x="120220" y="46032"/>
                    <a:pt x="120317" y="45935"/>
                    <a:pt x="120317" y="45839"/>
                  </a:cubicBezTo>
                  <a:lnTo>
                    <a:pt x="120317" y="44553"/>
                  </a:lnTo>
                  <a:cubicBezTo>
                    <a:pt x="120317" y="44424"/>
                    <a:pt x="120220" y="44328"/>
                    <a:pt x="120092" y="44328"/>
                  </a:cubicBezTo>
                  <a:close/>
                  <a:moveTo>
                    <a:pt x="120092" y="46900"/>
                  </a:moveTo>
                  <a:cubicBezTo>
                    <a:pt x="119995" y="46900"/>
                    <a:pt x="119899" y="46996"/>
                    <a:pt x="119899" y="47092"/>
                  </a:cubicBezTo>
                  <a:lnTo>
                    <a:pt x="119899" y="48378"/>
                  </a:lnTo>
                  <a:cubicBezTo>
                    <a:pt x="119899" y="48507"/>
                    <a:pt x="119995" y="48571"/>
                    <a:pt x="120092" y="48571"/>
                  </a:cubicBezTo>
                  <a:cubicBezTo>
                    <a:pt x="120220" y="48571"/>
                    <a:pt x="120317" y="48507"/>
                    <a:pt x="120317" y="48378"/>
                  </a:cubicBezTo>
                  <a:lnTo>
                    <a:pt x="120317" y="47092"/>
                  </a:lnTo>
                  <a:cubicBezTo>
                    <a:pt x="120317" y="46996"/>
                    <a:pt x="120220" y="46900"/>
                    <a:pt x="120092" y="46900"/>
                  </a:cubicBezTo>
                  <a:close/>
                  <a:moveTo>
                    <a:pt x="120092" y="49439"/>
                  </a:moveTo>
                  <a:cubicBezTo>
                    <a:pt x="119995" y="49439"/>
                    <a:pt x="119899" y="49535"/>
                    <a:pt x="119899" y="49664"/>
                  </a:cubicBezTo>
                  <a:lnTo>
                    <a:pt x="119899" y="50918"/>
                  </a:lnTo>
                  <a:cubicBezTo>
                    <a:pt x="119899" y="51046"/>
                    <a:pt x="119995" y="51143"/>
                    <a:pt x="120092" y="51143"/>
                  </a:cubicBezTo>
                  <a:cubicBezTo>
                    <a:pt x="120220" y="51143"/>
                    <a:pt x="120317" y="51046"/>
                    <a:pt x="120317" y="50918"/>
                  </a:cubicBezTo>
                  <a:lnTo>
                    <a:pt x="120317" y="49664"/>
                  </a:lnTo>
                  <a:cubicBezTo>
                    <a:pt x="120317" y="49535"/>
                    <a:pt x="120220" y="49439"/>
                    <a:pt x="120092" y="49439"/>
                  </a:cubicBezTo>
                  <a:close/>
                  <a:moveTo>
                    <a:pt x="120092" y="51978"/>
                  </a:moveTo>
                  <a:cubicBezTo>
                    <a:pt x="119995" y="51978"/>
                    <a:pt x="119899" y="52075"/>
                    <a:pt x="119899" y="52203"/>
                  </a:cubicBezTo>
                  <a:lnTo>
                    <a:pt x="119899" y="53489"/>
                  </a:lnTo>
                  <a:cubicBezTo>
                    <a:pt x="119899" y="53586"/>
                    <a:pt x="119995" y="53682"/>
                    <a:pt x="120092" y="53682"/>
                  </a:cubicBezTo>
                  <a:cubicBezTo>
                    <a:pt x="120220" y="53682"/>
                    <a:pt x="120317" y="53586"/>
                    <a:pt x="120317" y="53489"/>
                  </a:cubicBezTo>
                  <a:lnTo>
                    <a:pt x="120317" y="52203"/>
                  </a:lnTo>
                  <a:cubicBezTo>
                    <a:pt x="120317" y="52075"/>
                    <a:pt x="120220" y="51978"/>
                    <a:pt x="120092" y="51978"/>
                  </a:cubicBezTo>
                  <a:close/>
                  <a:moveTo>
                    <a:pt x="120092" y="54550"/>
                  </a:moveTo>
                  <a:cubicBezTo>
                    <a:pt x="119995" y="54550"/>
                    <a:pt x="119899" y="54646"/>
                    <a:pt x="119899" y="54743"/>
                  </a:cubicBezTo>
                  <a:lnTo>
                    <a:pt x="119899" y="56029"/>
                  </a:lnTo>
                  <a:cubicBezTo>
                    <a:pt x="119899" y="56157"/>
                    <a:pt x="119995" y="56254"/>
                    <a:pt x="120092" y="56254"/>
                  </a:cubicBezTo>
                  <a:cubicBezTo>
                    <a:pt x="120220" y="56254"/>
                    <a:pt x="120317" y="56157"/>
                    <a:pt x="120317" y="56029"/>
                  </a:cubicBezTo>
                  <a:lnTo>
                    <a:pt x="120317" y="54743"/>
                  </a:lnTo>
                  <a:cubicBezTo>
                    <a:pt x="120317" y="54646"/>
                    <a:pt x="120220" y="54550"/>
                    <a:pt x="120092" y="54550"/>
                  </a:cubicBezTo>
                  <a:close/>
                  <a:moveTo>
                    <a:pt x="120092" y="57089"/>
                  </a:moveTo>
                  <a:cubicBezTo>
                    <a:pt x="119995" y="57089"/>
                    <a:pt x="119899" y="57186"/>
                    <a:pt x="119899" y="57314"/>
                  </a:cubicBezTo>
                  <a:lnTo>
                    <a:pt x="119899" y="58568"/>
                  </a:lnTo>
                  <a:cubicBezTo>
                    <a:pt x="119899" y="58697"/>
                    <a:pt x="119995" y="58793"/>
                    <a:pt x="120092" y="58793"/>
                  </a:cubicBezTo>
                  <a:cubicBezTo>
                    <a:pt x="120220" y="58793"/>
                    <a:pt x="120317" y="58697"/>
                    <a:pt x="120317" y="58568"/>
                  </a:cubicBezTo>
                  <a:lnTo>
                    <a:pt x="120317" y="57314"/>
                  </a:lnTo>
                  <a:cubicBezTo>
                    <a:pt x="120317" y="57186"/>
                    <a:pt x="120220" y="57089"/>
                    <a:pt x="120092" y="57089"/>
                  </a:cubicBezTo>
                  <a:close/>
                  <a:moveTo>
                    <a:pt x="120092" y="59629"/>
                  </a:moveTo>
                  <a:cubicBezTo>
                    <a:pt x="119995" y="59629"/>
                    <a:pt x="119899" y="59725"/>
                    <a:pt x="119899" y="59854"/>
                  </a:cubicBezTo>
                  <a:lnTo>
                    <a:pt x="119899" y="61140"/>
                  </a:lnTo>
                  <a:cubicBezTo>
                    <a:pt x="119899" y="61236"/>
                    <a:pt x="119995" y="61332"/>
                    <a:pt x="120092" y="61332"/>
                  </a:cubicBezTo>
                  <a:cubicBezTo>
                    <a:pt x="120220" y="61332"/>
                    <a:pt x="120317" y="61236"/>
                    <a:pt x="120317" y="61140"/>
                  </a:cubicBezTo>
                  <a:lnTo>
                    <a:pt x="120317" y="59854"/>
                  </a:lnTo>
                  <a:cubicBezTo>
                    <a:pt x="120317" y="59725"/>
                    <a:pt x="120220" y="59629"/>
                    <a:pt x="120092" y="59629"/>
                  </a:cubicBezTo>
                  <a:close/>
                  <a:moveTo>
                    <a:pt x="120092" y="62200"/>
                  </a:moveTo>
                  <a:cubicBezTo>
                    <a:pt x="119995" y="62200"/>
                    <a:pt x="119899" y="62297"/>
                    <a:pt x="119899" y="62393"/>
                  </a:cubicBezTo>
                  <a:lnTo>
                    <a:pt x="119899" y="63679"/>
                  </a:lnTo>
                  <a:cubicBezTo>
                    <a:pt x="119899" y="63808"/>
                    <a:pt x="119995" y="63904"/>
                    <a:pt x="120092" y="63904"/>
                  </a:cubicBezTo>
                  <a:cubicBezTo>
                    <a:pt x="120220" y="63904"/>
                    <a:pt x="120317" y="63808"/>
                    <a:pt x="120317" y="63679"/>
                  </a:cubicBezTo>
                  <a:lnTo>
                    <a:pt x="120317" y="62393"/>
                  </a:lnTo>
                  <a:cubicBezTo>
                    <a:pt x="120317" y="62297"/>
                    <a:pt x="120220" y="62200"/>
                    <a:pt x="120092" y="62200"/>
                  </a:cubicBezTo>
                  <a:close/>
                  <a:moveTo>
                    <a:pt x="120092" y="64740"/>
                  </a:moveTo>
                  <a:cubicBezTo>
                    <a:pt x="119995" y="64740"/>
                    <a:pt x="119899" y="64836"/>
                    <a:pt x="119899" y="64965"/>
                  </a:cubicBezTo>
                  <a:lnTo>
                    <a:pt x="119899" y="66218"/>
                  </a:lnTo>
                  <a:cubicBezTo>
                    <a:pt x="119899" y="66347"/>
                    <a:pt x="119995" y="66443"/>
                    <a:pt x="120092" y="66443"/>
                  </a:cubicBezTo>
                  <a:cubicBezTo>
                    <a:pt x="120220" y="66443"/>
                    <a:pt x="120317" y="66347"/>
                    <a:pt x="120317" y="66218"/>
                  </a:cubicBezTo>
                  <a:lnTo>
                    <a:pt x="120317" y="64965"/>
                  </a:lnTo>
                  <a:cubicBezTo>
                    <a:pt x="120317" y="64836"/>
                    <a:pt x="120220" y="64740"/>
                    <a:pt x="120092" y="64740"/>
                  </a:cubicBezTo>
                  <a:close/>
                  <a:moveTo>
                    <a:pt x="120092" y="67279"/>
                  </a:moveTo>
                  <a:cubicBezTo>
                    <a:pt x="119995" y="67279"/>
                    <a:pt x="119899" y="67376"/>
                    <a:pt x="119899" y="67504"/>
                  </a:cubicBezTo>
                  <a:lnTo>
                    <a:pt x="119899" y="68790"/>
                  </a:lnTo>
                  <a:cubicBezTo>
                    <a:pt x="119899" y="68886"/>
                    <a:pt x="119995" y="68983"/>
                    <a:pt x="120092" y="68983"/>
                  </a:cubicBezTo>
                  <a:cubicBezTo>
                    <a:pt x="120220" y="68983"/>
                    <a:pt x="120317" y="68886"/>
                    <a:pt x="120317" y="68790"/>
                  </a:cubicBezTo>
                  <a:lnTo>
                    <a:pt x="120317" y="67504"/>
                  </a:lnTo>
                  <a:cubicBezTo>
                    <a:pt x="120317" y="67376"/>
                    <a:pt x="120220" y="67279"/>
                    <a:pt x="120092" y="67279"/>
                  </a:cubicBezTo>
                  <a:close/>
                  <a:moveTo>
                    <a:pt x="120092" y="69851"/>
                  </a:moveTo>
                  <a:cubicBezTo>
                    <a:pt x="119995" y="69851"/>
                    <a:pt x="119899" y="69947"/>
                    <a:pt x="119899" y="70044"/>
                  </a:cubicBezTo>
                  <a:lnTo>
                    <a:pt x="119899" y="71329"/>
                  </a:lnTo>
                  <a:cubicBezTo>
                    <a:pt x="119899" y="71458"/>
                    <a:pt x="119995" y="71554"/>
                    <a:pt x="120092" y="71554"/>
                  </a:cubicBezTo>
                  <a:cubicBezTo>
                    <a:pt x="120220" y="71554"/>
                    <a:pt x="120317" y="71458"/>
                    <a:pt x="120317" y="71329"/>
                  </a:cubicBezTo>
                  <a:lnTo>
                    <a:pt x="120317" y="70044"/>
                  </a:lnTo>
                  <a:cubicBezTo>
                    <a:pt x="120317" y="69947"/>
                    <a:pt x="120220" y="69851"/>
                    <a:pt x="120092" y="69851"/>
                  </a:cubicBezTo>
                  <a:close/>
                  <a:moveTo>
                    <a:pt x="120092" y="72390"/>
                  </a:moveTo>
                  <a:cubicBezTo>
                    <a:pt x="119995" y="72390"/>
                    <a:pt x="119899" y="72487"/>
                    <a:pt x="119899" y="72615"/>
                  </a:cubicBezTo>
                  <a:lnTo>
                    <a:pt x="119899" y="73869"/>
                  </a:lnTo>
                  <a:cubicBezTo>
                    <a:pt x="119899" y="73997"/>
                    <a:pt x="119995" y="74094"/>
                    <a:pt x="120092" y="74094"/>
                  </a:cubicBezTo>
                  <a:cubicBezTo>
                    <a:pt x="120220" y="74094"/>
                    <a:pt x="120317" y="73997"/>
                    <a:pt x="120317" y="73869"/>
                  </a:cubicBezTo>
                  <a:lnTo>
                    <a:pt x="120317" y="72615"/>
                  </a:lnTo>
                  <a:cubicBezTo>
                    <a:pt x="120317" y="72487"/>
                    <a:pt x="120220" y="72390"/>
                    <a:pt x="120092" y="72390"/>
                  </a:cubicBezTo>
                  <a:close/>
                  <a:moveTo>
                    <a:pt x="120092" y="74930"/>
                  </a:moveTo>
                  <a:cubicBezTo>
                    <a:pt x="119995" y="74930"/>
                    <a:pt x="119899" y="75026"/>
                    <a:pt x="119899" y="75155"/>
                  </a:cubicBezTo>
                  <a:lnTo>
                    <a:pt x="119899" y="76408"/>
                  </a:lnTo>
                  <a:cubicBezTo>
                    <a:pt x="119899" y="76537"/>
                    <a:pt x="119995" y="76633"/>
                    <a:pt x="120092" y="76633"/>
                  </a:cubicBezTo>
                  <a:cubicBezTo>
                    <a:pt x="120220" y="76633"/>
                    <a:pt x="120317" y="76537"/>
                    <a:pt x="120317" y="76408"/>
                  </a:cubicBezTo>
                  <a:lnTo>
                    <a:pt x="120317" y="75155"/>
                  </a:lnTo>
                  <a:cubicBezTo>
                    <a:pt x="120317" y="75026"/>
                    <a:pt x="120220" y="74930"/>
                    <a:pt x="120092" y="7493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3" name="Google Shape;2323;g312bfb4b743_5_798"/>
            <p:cNvSpPr/>
            <p:nvPr/>
          </p:nvSpPr>
          <p:spPr>
            <a:xfrm>
              <a:off x="4008475" y="962975"/>
              <a:ext cx="286100" cy="383350"/>
            </a:xfrm>
            <a:custGeom>
              <a:avLst/>
              <a:gdLst/>
              <a:ahLst/>
              <a:cxnLst/>
              <a:rect l="l" t="t" r="r" b="b"/>
              <a:pathLst>
                <a:path w="11444" h="15334" extrusionOk="0">
                  <a:moveTo>
                    <a:pt x="0" y="0"/>
                  </a:moveTo>
                  <a:lnTo>
                    <a:pt x="7683" y="15333"/>
                  </a:lnTo>
                  <a:lnTo>
                    <a:pt x="114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4" name="Google Shape;2324;g312bfb4b743_5_798"/>
            <p:cNvSpPr/>
            <p:nvPr/>
          </p:nvSpPr>
          <p:spPr>
            <a:xfrm>
              <a:off x="4002850" y="957350"/>
              <a:ext cx="297350" cy="394000"/>
            </a:xfrm>
            <a:custGeom>
              <a:avLst/>
              <a:gdLst/>
              <a:ahLst/>
              <a:cxnLst/>
              <a:rect l="l" t="t" r="r" b="b"/>
              <a:pathLst>
                <a:path w="11894" h="15760" extrusionOk="0">
                  <a:moveTo>
                    <a:pt x="11379" y="450"/>
                  </a:moveTo>
                  <a:lnTo>
                    <a:pt x="7815" y="14954"/>
                  </a:lnTo>
                  <a:lnTo>
                    <a:pt x="579" y="450"/>
                  </a:lnTo>
                  <a:close/>
                  <a:moveTo>
                    <a:pt x="225" y="0"/>
                  </a:moveTo>
                  <a:cubicBezTo>
                    <a:pt x="161" y="0"/>
                    <a:pt x="97" y="32"/>
                    <a:pt x="64" y="97"/>
                  </a:cubicBezTo>
                  <a:cubicBezTo>
                    <a:pt x="0" y="161"/>
                    <a:pt x="0" y="257"/>
                    <a:pt x="32" y="322"/>
                  </a:cubicBezTo>
                  <a:lnTo>
                    <a:pt x="7715" y="15655"/>
                  </a:lnTo>
                  <a:cubicBezTo>
                    <a:pt x="7741" y="15707"/>
                    <a:pt x="7810" y="15760"/>
                    <a:pt x="7870" y="15760"/>
                  </a:cubicBezTo>
                  <a:cubicBezTo>
                    <a:pt x="7883" y="15760"/>
                    <a:pt x="7896" y="15757"/>
                    <a:pt x="7908" y="15751"/>
                  </a:cubicBezTo>
                  <a:cubicBezTo>
                    <a:pt x="8004" y="15751"/>
                    <a:pt x="8068" y="15687"/>
                    <a:pt x="8101" y="15590"/>
                  </a:cubicBezTo>
                  <a:lnTo>
                    <a:pt x="11861" y="257"/>
                  </a:lnTo>
                  <a:cubicBezTo>
                    <a:pt x="11894" y="225"/>
                    <a:pt x="11861" y="129"/>
                    <a:pt x="11829" y="97"/>
                  </a:cubicBezTo>
                  <a:cubicBezTo>
                    <a:pt x="11797" y="32"/>
                    <a:pt x="11733" y="0"/>
                    <a:pt x="116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5" name="Google Shape;2325;g312bfb4b743_5_798"/>
            <p:cNvSpPr/>
            <p:nvPr/>
          </p:nvSpPr>
          <p:spPr>
            <a:xfrm>
              <a:off x="4039000" y="977425"/>
              <a:ext cx="182450" cy="368900"/>
            </a:xfrm>
            <a:custGeom>
              <a:avLst/>
              <a:gdLst/>
              <a:ahLst/>
              <a:cxnLst/>
              <a:rect l="l" t="t" r="r" b="b"/>
              <a:pathLst>
                <a:path w="7298" h="14756" extrusionOk="0">
                  <a:moveTo>
                    <a:pt x="1" y="1"/>
                  </a:moveTo>
                  <a:lnTo>
                    <a:pt x="6462" y="14755"/>
                  </a:lnTo>
                  <a:lnTo>
                    <a:pt x="729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6" name="Google Shape;2326;g312bfb4b743_5_798"/>
            <p:cNvSpPr/>
            <p:nvPr/>
          </p:nvSpPr>
          <p:spPr>
            <a:xfrm>
              <a:off x="4033375" y="971800"/>
              <a:ext cx="192900" cy="379550"/>
            </a:xfrm>
            <a:custGeom>
              <a:avLst/>
              <a:gdLst/>
              <a:ahLst/>
              <a:cxnLst/>
              <a:rect l="l" t="t" r="r" b="b"/>
              <a:pathLst>
                <a:path w="7716" h="15182" extrusionOk="0">
                  <a:moveTo>
                    <a:pt x="7297" y="451"/>
                  </a:moveTo>
                  <a:lnTo>
                    <a:pt x="6513" y="14049"/>
                  </a:lnTo>
                  <a:lnTo>
                    <a:pt x="547" y="451"/>
                  </a:lnTo>
                  <a:close/>
                  <a:moveTo>
                    <a:pt x="226" y="1"/>
                  </a:moveTo>
                  <a:cubicBezTo>
                    <a:pt x="161" y="1"/>
                    <a:pt x="97" y="65"/>
                    <a:pt x="65" y="97"/>
                  </a:cubicBezTo>
                  <a:cubicBezTo>
                    <a:pt x="33" y="162"/>
                    <a:pt x="1" y="258"/>
                    <a:pt x="33" y="322"/>
                  </a:cubicBezTo>
                  <a:lnTo>
                    <a:pt x="6494" y="15045"/>
                  </a:lnTo>
                  <a:cubicBezTo>
                    <a:pt x="6520" y="15124"/>
                    <a:pt x="6590" y="15181"/>
                    <a:pt x="6668" y="15181"/>
                  </a:cubicBezTo>
                  <a:cubicBezTo>
                    <a:pt x="6685" y="15181"/>
                    <a:pt x="6702" y="15179"/>
                    <a:pt x="6719" y="15173"/>
                  </a:cubicBezTo>
                  <a:cubicBezTo>
                    <a:pt x="6815" y="15173"/>
                    <a:pt x="6880" y="15077"/>
                    <a:pt x="6880" y="14980"/>
                  </a:cubicBezTo>
                  <a:lnTo>
                    <a:pt x="7715" y="226"/>
                  </a:lnTo>
                  <a:cubicBezTo>
                    <a:pt x="7715" y="194"/>
                    <a:pt x="7715" y="130"/>
                    <a:pt x="7651" y="65"/>
                  </a:cubicBezTo>
                  <a:cubicBezTo>
                    <a:pt x="7619" y="33"/>
                    <a:pt x="7555" y="1"/>
                    <a:pt x="75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7" name="Google Shape;2327;g312bfb4b743_5_798"/>
            <p:cNvSpPr/>
            <p:nvPr/>
          </p:nvSpPr>
          <p:spPr>
            <a:xfrm>
              <a:off x="3998825" y="948500"/>
              <a:ext cx="201725" cy="397825"/>
            </a:xfrm>
            <a:custGeom>
              <a:avLst/>
              <a:gdLst/>
              <a:ahLst/>
              <a:cxnLst/>
              <a:rect l="l" t="t" r="r" b="b"/>
              <a:pathLst>
                <a:path w="8069" h="15913" extrusionOk="0">
                  <a:moveTo>
                    <a:pt x="0" y="1"/>
                  </a:moveTo>
                  <a:lnTo>
                    <a:pt x="8069" y="15912"/>
                  </a:lnTo>
                  <a:lnTo>
                    <a:pt x="726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8" name="Google Shape;2328;g312bfb4b743_5_798"/>
            <p:cNvSpPr/>
            <p:nvPr/>
          </p:nvSpPr>
          <p:spPr>
            <a:xfrm>
              <a:off x="3993200" y="943675"/>
              <a:ext cx="212175" cy="407675"/>
            </a:xfrm>
            <a:custGeom>
              <a:avLst/>
              <a:gdLst/>
              <a:ahLst/>
              <a:cxnLst/>
              <a:rect l="l" t="t" r="r" b="b"/>
              <a:pathLst>
                <a:path w="8487" h="16307" extrusionOk="0">
                  <a:moveTo>
                    <a:pt x="7297" y="419"/>
                  </a:moveTo>
                  <a:lnTo>
                    <a:pt x="8022" y="15152"/>
                  </a:lnTo>
                  <a:lnTo>
                    <a:pt x="579" y="419"/>
                  </a:lnTo>
                  <a:close/>
                  <a:moveTo>
                    <a:pt x="225" y="1"/>
                  </a:moveTo>
                  <a:cubicBezTo>
                    <a:pt x="161" y="1"/>
                    <a:pt x="97" y="33"/>
                    <a:pt x="33" y="97"/>
                  </a:cubicBezTo>
                  <a:cubicBezTo>
                    <a:pt x="0" y="162"/>
                    <a:pt x="0" y="226"/>
                    <a:pt x="33" y="290"/>
                  </a:cubicBezTo>
                  <a:lnTo>
                    <a:pt x="8101" y="16202"/>
                  </a:lnTo>
                  <a:cubicBezTo>
                    <a:pt x="8127" y="16254"/>
                    <a:pt x="8196" y="16307"/>
                    <a:pt x="8273" y="16307"/>
                  </a:cubicBezTo>
                  <a:cubicBezTo>
                    <a:pt x="8290" y="16307"/>
                    <a:pt x="8308" y="16304"/>
                    <a:pt x="8326" y="16298"/>
                  </a:cubicBezTo>
                  <a:cubicBezTo>
                    <a:pt x="8422" y="16266"/>
                    <a:pt x="8487" y="16170"/>
                    <a:pt x="8487" y="16073"/>
                  </a:cubicBezTo>
                  <a:lnTo>
                    <a:pt x="7715" y="194"/>
                  </a:lnTo>
                  <a:cubicBezTo>
                    <a:pt x="7715" y="65"/>
                    <a:pt x="7619" y="1"/>
                    <a:pt x="74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9" name="Google Shape;2329;g312bfb4b743_5_798"/>
            <p:cNvSpPr/>
            <p:nvPr/>
          </p:nvSpPr>
          <p:spPr>
            <a:xfrm>
              <a:off x="3567275" y="876975"/>
              <a:ext cx="633275" cy="469350"/>
            </a:xfrm>
            <a:custGeom>
              <a:avLst/>
              <a:gdLst/>
              <a:ahLst/>
              <a:cxnLst/>
              <a:rect l="l" t="t" r="r" b="b"/>
              <a:pathLst>
                <a:path w="25331" h="18774" extrusionOk="0">
                  <a:moveTo>
                    <a:pt x="1" y="1"/>
                  </a:moveTo>
                  <a:lnTo>
                    <a:pt x="4630" y="18773"/>
                  </a:lnTo>
                  <a:lnTo>
                    <a:pt x="25331" y="18773"/>
                  </a:lnTo>
                  <a:lnTo>
                    <a:pt x="22052" y="2155"/>
                  </a:lnTo>
                  <a:lnTo>
                    <a:pt x="11734" y="2155"/>
                  </a:lnTo>
                  <a:lnTo>
                    <a:pt x="986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0" name="Google Shape;2330;g312bfb4b743_5_798"/>
            <p:cNvSpPr/>
            <p:nvPr/>
          </p:nvSpPr>
          <p:spPr>
            <a:xfrm>
              <a:off x="3561650" y="872175"/>
              <a:ext cx="643725" cy="478975"/>
            </a:xfrm>
            <a:custGeom>
              <a:avLst/>
              <a:gdLst/>
              <a:ahLst/>
              <a:cxnLst/>
              <a:rect l="l" t="t" r="r" b="b"/>
              <a:pathLst>
                <a:path w="25749" h="19159" extrusionOk="0">
                  <a:moveTo>
                    <a:pt x="9998" y="418"/>
                  </a:moveTo>
                  <a:lnTo>
                    <a:pt x="11798" y="2475"/>
                  </a:lnTo>
                  <a:cubicBezTo>
                    <a:pt x="11830" y="2507"/>
                    <a:pt x="11894" y="2539"/>
                    <a:pt x="11959" y="2539"/>
                  </a:cubicBezTo>
                  <a:lnTo>
                    <a:pt x="22084" y="2539"/>
                  </a:lnTo>
                  <a:lnTo>
                    <a:pt x="25299" y="18740"/>
                  </a:lnTo>
                  <a:lnTo>
                    <a:pt x="5015" y="18740"/>
                  </a:lnTo>
                  <a:lnTo>
                    <a:pt x="483" y="418"/>
                  </a:lnTo>
                  <a:close/>
                  <a:moveTo>
                    <a:pt x="226" y="0"/>
                  </a:moveTo>
                  <a:cubicBezTo>
                    <a:pt x="162" y="0"/>
                    <a:pt x="97" y="32"/>
                    <a:pt x="33" y="64"/>
                  </a:cubicBezTo>
                  <a:cubicBezTo>
                    <a:pt x="1" y="129"/>
                    <a:pt x="1" y="193"/>
                    <a:pt x="1" y="257"/>
                  </a:cubicBezTo>
                  <a:lnTo>
                    <a:pt x="4630" y="18997"/>
                  </a:lnTo>
                  <a:cubicBezTo>
                    <a:pt x="4662" y="19094"/>
                    <a:pt x="4758" y="19158"/>
                    <a:pt x="4855" y="19158"/>
                  </a:cubicBezTo>
                  <a:lnTo>
                    <a:pt x="25556" y="19158"/>
                  </a:lnTo>
                  <a:cubicBezTo>
                    <a:pt x="25620" y="19158"/>
                    <a:pt x="25652" y="19126"/>
                    <a:pt x="25716" y="19094"/>
                  </a:cubicBezTo>
                  <a:cubicBezTo>
                    <a:pt x="25749" y="19030"/>
                    <a:pt x="25749" y="18965"/>
                    <a:pt x="25749" y="18901"/>
                  </a:cubicBezTo>
                  <a:lnTo>
                    <a:pt x="22470" y="2282"/>
                  </a:lnTo>
                  <a:cubicBezTo>
                    <a:pt x="22438" y="2186"/>
                    <a:pt x="22373" y="2122"/>
                    <a:pt x="22277" y="2122"/>
                  </a:cubicBezTo>
                  <a:lnTo>
                    <a:pt x="12063" y="2122"/>
                  </a:lnTo>
                  <a:lnTo>
                    <a:pt x="10255" y="64"/>
                  </a:lnTo>
                  <a:cubicBezTo>
                    <a:pt x="10191" y="32"/>
                    <a:pt x="10159" y="0"/>
                    <a:pt x="100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1" name="Google Shape;2331;g312bfb4b743_5_798"/>
            <p:cNvSpPr/>
            <p:nvPr/>
          </p:nvSpPr>
          <p:spPr>
            <a:xfrm>
              <a:off x="4486625" y="1409775"/>
              <a:ext cx="694325" cy="411475"/>
            </a:xfrm>
            <a:custGeom>
              <a:avLst/>
              <a:gdLst/>
              <a:ahLst/>
              <a:cxnLst/>
              <a:rect l="l" t="t" r="r" b="b"/>
              <a:pathLst>
                <a:path w="27773" h="16459" extrusionOk="0">
                  <a:moveTo>
                    <a:pt x="1961" y="1"/>
                  </a:moveTo>
                  <a:cubicBezTo>
                    <a:pt x="868" y="1"/>
                    <a:pt x="0" y="901"/>
                    <a:pt x="0" y="1994"/>
                  </a:cubicBezTo>
                  <a:lnTo>
                    <a:pt x="0" y="14498"/>
                  </a:lnTo>
                  <a:cubicBezTo>
                    <a:pt x="0" y="15591"/>
                    <a:pt x="868" y="16459"/>
                    <a:pt x="1961" y="16459"/>
                  </a:cubicBezTo>
                  <a:lnTo>
                    <a:pt x="25812" y="16459"/>
                  </a:lnTo>
                  <a:cubicBezTo>
                    <a:pt x="26873" y="16459"/>
                    <a:pt x="27773" y="15591"/>
                    <a:pt x="27773" y="14498"/>
                  </a:cubicBezTo>
                  <a:lnTo>
                    <a:pt x="27773" y="1994"/>
                  </a:lnTo>
                  <a:cubicBezTo>
                    <a:pt x="27773" y="901"/>
                    <a:pt x="26873" y="1"/>
                    <a:pt x="258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2" name="Google Shape;2332;g312bfb4b743_5_798"/>
            <p:cNvSpPr/>
            <p:nvPr/>
          </p:nvSpPr>
          <p:spPr>
            <a:xfrm>
              <a:off x="4481000" y="1404950"/>
              <a:ext cx="704775" cy="421125"/>
            </a:xfrm>
            <a:custGeom>
              <a:avLst/>
              <a:gdLst/>
              <a:ahLst/>
              <a:cxnLst/>
              <a:rect l="l" t="t" r="r" b="b"/>
              <a:pathLst>
                <a:path w="28191" h="16845" extrusionOk="0">
                  <a:moveTo>
                    <a:pt x="26037" y="419"/>
                  </a:moveTo>
                  <a:cubicBezTo>
                    <a:pt x="27001" y="419"/>
                    <a:pt x="27773" y="1190"/>
                    <a:pt x="27773" y="2187"/>
                  </a:cubicBezTo>
                  <a:lnTo>
                    <a:pt x="27773" y="14691"/>
                  </a:lnTo>
                  <a:cubicBezTo>
                    <a:pt x="27773" y="15655"/>
                    <a:pt x="27001" y="16427"/>
                    <a:pt x="26037" y="16427"/>
                  </a:cubicBezTo>
                  <a:lnTo>
                    <a:pt x="2186" y="16427"/>
                  </a:lnTo>
                  <a:cubicBezTo>
                    <a:pt x="1222" y="16427"/>
                    <a:pt x="418" y="15655"/>
                    <a:pt x="418" y="14691"/>
                  </a:cubicBezTo>
                  <a:lnTo>
                    <a:pt x="418" y="2187"/>
                  </a:lnTo>
                  <a:cubicBezTo>
                    <a:pt x="418" y="1190"/>
                    <a:pt x="1222" y="419"/>
                    <a:pt x="2186" y="419"/>
                  </a:cubicBezTo>
                  <a:close/>
                  <a:moveTo>
                    <a:pt x="2186" y="1"/>
                  </a:moveTo>
                  <a:cubicBezTo>
                    <a:pt x="964" y="1"/>
                    <a:pt x="0" y="965"/>
                    <a:pt x="0" y="2187"/>
                  </a:cubicBezTo>
                  <a:lnTo>
                    <a:pt x="0" y="14691"/>
                  </a:lnTo>
                  <a:cubicBezTo>
                    <a:pt x="0" y="15880"/>
                    <a:pt x="964" y="16845"/>
                    <a:pt x="2186" y="16845"/>
                  </a:cubicBezTo>
                  <a:lnTo>
                    <a:pt x="26037" y="16845"/>
                  </a:lnTo>
                  <a:cubicBezTo>
                    <a:pt x="27226" y="16845"/>
                    <a:pt x="28191" y="15880"/>
                    <a:pt x="28191" y="14691"/>
                  </a:cubicBezTo>
                  <a:lnTo>
                    <a:pt x="28191" y="2187"/>
                  </a:lnTo>
                  <a:cubicBezTo>
                    <a:pt x="28191" y="965"/>
                    <a:pt x="27226" y="1"/>
                    <a:pt x="260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3" name="Google Shape;2333;g312bfb4b743_5_798"/>
            <p:cNvSpPr/>
            <p:nvPr/>
          </p:nvSpPr>
          <p:spPr>
            <a:xfrm>
              <a:off x="4486625" y="1487725"/>
              <a:ext cx="694325" cy="149500"/>
            </a:xfrm>
            <a:custGeom>
              <a:avLst/>
              <a:gdLst/>
              <a:ahLst/>
              <a:cxnLst/>
              <a:rect l="l" t="t" r="r" b="b"/>
              <a:pathLst>
                <a:path w="27773" h="5980" extrusionOk="0">
                  <a:moveTo>
                    <a:pt x="0" y="1"/>
                  </a:moveTo>
                  <a:lnTo>
                    <a:pt x="0" y="5980"/>
                  </a:lnTo>
                  <a:lnTo>
                    <a:pt x="27773" y="5980"/>
                  </a:lnTo>
                  <a:lnTo>
                    <a:pt x="27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4" name="Google Shape;2334;g312bfb4b743_5_798"/>
            <p:cNvSpPr/>
            <p:nvPr/>
          </p:nvSpPr>
          <p:spPr>
            <a:xfrm>
              <a:off x="4481000" y="1482900"/>
              <a:ext cx="704775" cy="159150"/>
            </a:xfrm>
            <a:custGeom>
              <a:avLst/>
              <a:gdLst/>
              <a:ahLst/>
              <a:cxnLst/>
              <a:rect l="l" t="t" r="r" b="b"/>
              <a:pathLst>
                <a:path w="28191" h="6366" extrusionOk="0">
                  <a:moveTo>
                    <a:pt x="27773" y="419"/>
                  </a:moveTo>
                  <a:lnTo>
                    <a:pt x="27773" y="5948"/>
                  </a:lnTo>
                  <a:lnTo>
                    <a:pt x="418" y="5948"/>
                  </a:lnTo>
                  <a:lnTo>
                    <a:pt x="418" y="419"/>
                  </a:lnTo>
                  <a:close/>
                  <a:moveTo>
                    <a:pt x="225" y="1"/>
                  </a:moveTo>
                  <a:cubicBezTo>
                    <a:pt x="161" y="1"/>
                    <a:pt x="96" y="33"/>
                    <a:pt x="64" y="65"/>
                  </a:cubicBezTo>
                  <a:cubicBezTo>
                    <a:pt x="32" y="97"/>
                    <a:pt x="0" y="162"/>
                    <a:pt x="0" y="194"/>
                  </a:cubicBezTo>
                  <a:lnTo>
                    <a:pt x="0" y="6173"/>
                  </a:lnTo>
                  <a:cubicBezTo>
                    <a:pt x="0" y="6205"/>
                    <a:pt x="32" y="6269"/>
                    <a:pt x="64" y="6301"/>
                  </a:cubicBezTo>
                  <a:cubicBezTo>
                    <a:pt x="96" y="6365"/>
                    <a:pt x="161" y="6365"/>
                    <a:pt x="225" y="6365"/>
                  </a:cubicBezTo>
                  <a:lnTo>
                    <a:pt x="27998" y="6365"/>
                  </a:lnTo>
                  <a:cubicBezTo>
                    <a:pt x="28030" y="6365"/>
                    <a:pt x="28094" y="6365"/>
                    <a:pt x="28126" y="6301"/>
                  </a:cubicBezTo>
                  <a:cubicBezTo>
                    <a:pt x="28191" y="6269"/>
                    <a:pt x="28191" y="6205"/>
                    <a:pt x="28191" y="6173"/>
                  </a:cubicBezTo>
                  <a:lnTo>
                    <a:pt x="28191" y="194"/>
                  </a:lnTo>
                  <a:cubicBezTo>
                    <a:pt x="28191" y="162"/>
                    <a:pt x="28191" y="97"/>
                    <a:pt x="28126" y="65"/>
                  </a:cubicBezTo>
                  <a:cubicBezTo>
                    <a:pt x="28094" y="33"/>
                    <a:pt x="28030" y="1"/>
                    <a:pt x="2799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5" name="Google Shape;2335;g312bfb4b743_5_798"/>
            <p:cNvSpPr/>
            <p:nvPr/>
          </p:nvSpPr>
          <p:spPr>
            <a:xfrm>
              <a:off x="4976025" y="1726400"/>
              <a:ext cx="57875" cy="57900"/>
            </a:xfrm>
            <a:custGeom>
              <a:avLst/>
              <a:gdLst/>
              <a:ahLst/>
              <a:cxnLst/>
              <a:rect l="l" t="t" r="r" b="b"/>
              <a:pathLst>
                <a:path w="2315" h="2316" extrusionOk="0">
                  <a:moveTo>
                    <a:pt x="1157" y="1"/>
                  </a:moveTo>
                  <a:cubicBezTo>
                    <a:pt x="514" y="1"/>
                    <a:pt x="0" y="515"/>
                    <a:pt x="0" y="1158"/>
                  </a:cubicBezTo>
                  <a:cubicBezTo>
                    <a:pt x="0" y="1801"/>
                    <a:pt x="514" y="2315"/>
                    <a:pt x="1157" y="2315"/>
                  </a:cubicBezTo>
                  <a:cubicBezTo>
                    <a:pt x="1800" y="2315"/>
                    <a:pt x="2314" y="1801"/>
                    <a:pt x="2314" y="1158"/>
                  </a:cubicBezTo>
                  <a:cubicBezTo>
                    <a:pt x="2314" y="515"/>
                    <a:pt x="1800" y="1"/>
                    <a:pt x="115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6" name="Google Shape;2336;g312bfb4b743_5_798"/>
            <p:cNvSpPr/>
            <p:nvPr/>
          </p:nvSpPr>
          <p:spPr>
            <a:xfrm>
              <a:off x="4970375" y="1720775"/>
              <a:ext cx="69150" cy="69150"/>
            </a:xfrm>
            <a:custGeom>
              <a:avLst/>
              <a:gdLst/>
              <a:ahLst/>
              <a:cxnLst/>
              <a:rect l="l" t="t" r="r" b="b"/>
              <a:pathLst>
                <a:path w="2766" h="2766" extrusionOk="0">
                  <a:moveTo>
                    <a:pt x="1383" y="451"/>
                  </a:moveTo>
                  <a:cubicBezTo>
                    <a:pt x="1898" y="451"/>
                    <a:pt x="2348" y="869"/>
                    <a:pt x="2348" y="1383"/>
                  </a:cubicBezTo>
                  <a:cubicBezTo>
                    <a:pt x="2348" y="1929"/>
                    <a:pt x="1898" y="2347"/>
                    <a:pt x="1383" y="2347"/>
                  </a:cubicBezTo>
                  <a:cubicBezTo>
                    <a:pt x="869" y="2347"/>
                    <a:pt x="451" y="1929"/>
                    <a:pt x="451" y="1383"/>
                  </a:cubicBezTo>
                  <a:cubicBezTo>
                    <a:pt x="451" y="869"/>
                    <a:pt x="869" y="451"/>
                    <a:pt x="1383" y="451"/>
                  </a:cubicBezTo>
                  <a:close/>
                  <a:moveTo>
                    <a:pt x="1383" y="1"/>
                  </a:moveTo>
                  <a:cubicBezTo>
                    <a:pt x="644" y="1"/>
                    <a:pt x="1" y="643"/>
                    <a:pt x="1" y="1383"/>
                  </a:cubicBezTo>
                  <a:cubicBezTo>
                    <a:pt x="1" y="2154"/>
                    <a:pt x="644" y="2765"/>
                    <a:pt x="1383" y="2765"/>
                  </a:cubicBezTo>
                  <a:cubicBezTo>
                    <a:pt x="2155" y="2765"/>
                    <a:pt x="2765" y="2154"/>
                    <a:pt x="2765" y="1383"/>
                  </a:cubicBezTo>
                  <a:cubicBezTo>
                    <a:pt x="2765" y="643"/>
                    <a:pt x="2155"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7" name="Google Shape;2337;g312bfb4b743_5_798"/>
            <p:cNvSpPr/>
            <p:nvPr/>
          </p:nvSpPr>
          <p:spPr>
            <a:xfrm>
              <a:off x="5056375" y="1726400"/>
              <a:ext cx="58675" cy="57900"/>
            </a:xfrm>
            <a:custGeom>
              <a:avLst/>
              <a:gdLst/>
              <a:ahLst/>
              <a:cxnLst/>
              <a:rect l="l" t="t" r="r" b="b"/>
              <a:pathLst>
                <a:path w="2347" h="2316" extrusionOk="0">
                  <a:moveTo>
                    <a:pt x="1190" y="1"/>
                  </a:moveTo>
                  <a:cubicBezTo>
                    <a:pt x="547" y="1"/>
                    <a:pt x="0" y="515"/>
                    <a:pt x="0" y="1158"/>
                  </a:cubicBezTo>
                  <a:cubicBezTo>
                    <a:pt x="0" y="1801"/>
                    <a:pt x="547" y="2315"/>
                    <a:pt x="1190" y="2315"/>
                  </a:cubicBezTo>
                  <a:cubicBezTo>
                    <a:pt x="1801" y="2315"/>
                    <a:pt x="2347" y="1801"/>
                    <a:pt x="2347" y="1158"/>
                  </a:cubicBezTo>
                  <a:cubicBezTo>
                    <a:pt x="2347" y="515"/>
                    <a:pt x="1801" y="1"/>
                    <a:pt x="119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8" name="Google Shape;2338;g312bfb4b743_5_798"/>
            <p:cNvSpPr/>
            <p:nvPr/>
          </p:nvSpPr>
          <p:spPr>
            <a:xfrm>
              <a:off x="5051550" y="1720775"/>
              <a:ext cx="68325" cy="69150"/>
            </a:xfrm>
            <a:custGeom>
              <a:avLst/>
              <a:gdLst/>
              <a:ahLst/>
              <a:cxnLst/>
              <a:rect l="l" t="t" r="r" b="b"/>
              <a:pathLst>
                <a:path w="2733" h="2766" extrusionOk="0">
                  <a:moveTo>
                    <a:pt x="1383" y="451"/>
                  </a:moveTo>
                  <a:cubicBezTo>
                    <a:pt x="1897" y="451"/>
                    <a:pt x="2315" y="869"/>
                    <a:pt x="2315" y="1383"/>
                  </a:cubicBezTo>
                  <a:cubicBezTo>
                    <a:pt x="2315" y="1929"/>
                    <a:pt x="1897" y="2347"/>
                    <a:pt x="1383" y="2347"/>
                  </a:cubicBezTo>
                  <a:cubicBezTo>
                    <a:pt x="836" y="2347"/>
                    <a:pt x="418" y="1929"/>
                    <a:pt x="418" y="1383"/>
                  </a:cubicBezTo>
                  <a:cubicBezTo>
                    <a:pt x="418" y="869"/>
                    <a:pt x="836" y="451"/>
                    <a:pt x="1383" y="451"/>
                  </a:cubicBezTo>
                  <a:close/>
                  <a:moveTo>
                    <a:pt x="1383" y="1"/>
                  </a:moveTo>
                  <a:cubicBezTo>
                    <a:pt x="611" y="1"/>
                    <a:pt x="1" y="643"/>
                    <a:pt x="1" y="1383"/>
                  </a:cubicBezTo>
                  <a:cubicBezTo>
                    <a:pt x="1" y="2154"/>
                    <a:pt x="611" y="2765"/>
                    <a:pt x="1383" y="2765"/>
                  </a:cubicBezTo>
                  <a:cubicBezTo>
                    <a:pt x="2122" y="2765"/>
                    <a:pt x="2733" y="2154"/>
                    <a:pt x="2733" y="1383"/>
                  </a:cubicBezTo>
                  <a:cubicBezTo>
                    <a:pt x="2733" y="643"/>
                    <a:pt x="2122"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9" name="Google Shape;2339;g312bfb4b743_5_798"/>
            <p:cNvSpPr/>
            <p:nvPr/>
          </p:nvSpPr>
          <p:spPr>
            <a:xfrm>
              <a:off x="2203550" y="1434700"/>
              <a:ext cx="830975" cy="432350"/>
            </a:xfrm>
            <a:custGeom>
              <a:avLst/>
              <a:gdLst/>
              <a:ahLst/>
              <a:cxnLst/>
              <a:rect l="l" t="t" r="r" b="b"/>
              <a:pathLst>
                <a:path w="33239" h="17294" extrusionOk="0">
                  <a:moveTo>
                    <a:pt x="1" y="0"/>
                  </a:moveTo>
                  <a:lnTo>
                    <a:pt x="1" y="17294"/>
                  </a:lnTo>
                  <a:lnTo>
                    <a:pt x="33238" y="17294"/>
                  </a:lnTo>
                  <a:lnTo>
                    <a:pt x="3323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0" name="Google Shape;2340;g312bfb4b743_5_798"/>
            <p:cNvSpPr/>
            <p:nvPr/>
          </p:nvSpPr>
          <p:spPr>
            <a:xfrm>
              <a:off x="2198750" y="1429075"/>
              <a:ext cx="841400" cy="443600"/>
            </a:xfrm>
            <a:custGeom>
              <a:avLst/>
              <a:gdLst/>
              <a:ahLst/>
              <a:cxnLst/>
              <a:rect l="l" t="t" r="r" b="b"/>
              <a:pathLst>
                <a:path w="33656" h="17744" extrusionOk="0">
                  <a:moveTo>
                    <a:pt x="33205" y="418"/>
                  </a:moveTo>
                  <a:lnTo>
                    <a:pt x="33205" y="17326"/>
                  </a:lnTo>
                  <a:lnTo>
                    <a:pt x="418" y="17326"/>
                  </a:lnTo>
                  <a:lnTo>
                    <a:pt x="418" y="418"/>
                  </a:lnTo>
                  <a:close/>
                  <a:moveTo>
                    <a:pt x="193" y="0"/>
                  </a:moveTo>
                  <a:cubicBezTo>
                    <a:pt x="161" y="0"/>
                    <a:pt x="96" y="32"/>
                    <a:pt x="64" y="64"/>
                  </a:cubicBezTo>
                  <a:cubicBezTo>
                    <a:pt x="0" y="97"/>
                    <a:pt x="0" y="161"/>
                    <a:pt x="0" y="225"/>
                  </a:cubicBezTo>
                  <a:lnTo>
                    <a:pt x="0" y="17519"/>
                  </a:lnTo>
                  <a:cubicBezTo>
                    <a:pt x="0" y="17583"/>
                    <a:pt x="0" y="17647"/>
                    <a:pt x="64" y="17680"/>
                  </a:cubicBezTo>
                  <a:cubicBezTo>
                    <a:pt x="96" y="17712"/>
                    <a:pt x="161" y="17744"/>
                    <a:pt x="193" y="17744"/>
                  </a:cubicBezTo>
                  <a:lnTo>
                    <a:pt x="33430" y="17744"/>
                  </a:lnTo>
                  <a:cubicBezTo>
                    <a:pt x="33494" y="17744"/>
                    <a:pt x="33527" y="17712"/>
                    <a:pt x="33591" y="17680"/>
                  </a:cubicBezTo>
                  <a:cubicBezTo>
                    <a:pt x="33623" y="17647"/>
                    <a:pt x="33655" y="17583"/>
                    <a:pt x="33655" y="1751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1" name="Google Shape;2341;g312bfb4b743_5_798"/>
            <p:cNvSpPr/>
            <p:nvPr/>
          </p:nvSpPr>
          <p:spPr>
            <a:xfrm>
              <a:off x="2203550" y="1434700"/>
              <a:ext cx="830975" cy="76350"/>
            </a:xfrm>
            <a:custGeom>
              <a:avLst/>
              <a:gdLst/>
              <a:ahLst/>
              <a:cxnLst/>
              <a:rect l="l" t="t" r="r" b="b"/>
              <a:pathLst>
                <a:path w="33239" h="3054" extrusionOk="0">
                  <a:moveTo>
                    <a:pt x="1" y="0"/>
                  </a:moveTo>
                  <a:lnTo>
                    <a:pt x="1" y="3054"/>
                  </a:lnTo>
                  <a:lnTo>
                    <a:pt x="33238" y="3054"/>
                  </a:lnTo>
                  <a:lnTo>
                    <a:pt x="332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2" name="Google Shape;2342;g312bfb4b743_5_798"/>
            <p:cNvSpPr/>
            <p:nvPr/>
          </p:nvSpPr>
          <p:spPr>
            <a:xfrm>
              <a:off x="2198750" y="1429075"/>
              <a:ext cx="841400" cy="87600"/>
            </a:xfrm>
            <a:custGeom>
              <a:avLst/>
              <a:gdLst/>
              <a:ahLst/>
              <a:cxnLst/>
              <a:rect l="l" t="t" r="r" b="b"/>
              <a:pathLst>
                <a:path w="33656" h="3504" extrusionOk="0">
                  <a:moveTo>
                    <a:pt x="33205" y="418"/>
                  </a:moveTo>
                  <a:lnTo>
                    <a:pt x="33205" y="3054"/>
                  </a:lnTo>
                  <a:lnTo>
                    <a:pt x="418" y="3054"/>
                  </a:lnTo>
                  <a:lnTo>
                    <a:pt x="418" y="418"/>
                  </a:lnTo>
                  <a:close/>
                  <a:moveTo>
                    <a:pt x="193" y="0"/>
                  </a:moveTo>
                  <a:cubicBezTo>
                    <a:pt x="161" y="0"/>
                    <a:pt x="96" y="32"/>
                    <a:pt x="64" y="64"/>
                  </a:cubicBezTo>
                  <a:cubicBezTo>
                    <a:pt x="0" y="97"/>
                    <a:pt x="0" y="161"/>
                    <a:pt x="0" y="225"/>
                  </a:cubicBezTo>
                  <a:lnTo>
                    <a:pt x="0" y="3279"/>
                  </a:lnTo>
                  <a:cubicBezTo>
                    <a:pt x="0" y="3343"/>
                    <a:pt x="0" y="3407"/>
                    <a:pt x="64" y="3440"/>
                  </a:cubicBezTo>
                  <a:cubicBezTo>
                    <a:pt x="96" y="3472"/>
                    <a:pt x="161" y="3504"/>
                    <a:pt x="193" y="3504"/>
                  </a:cubicBezTo>
                  <a:lnTo>
                    <a:pt x="33430" y="3504"/>
                  </a:lnTo>
                  <a:cubicBezTo>
                    <a:pt x="33494" y="3504"/>
                    <a:pt x="33527" y="3472"/>
                    <a:pt x="33591" y="3440"/>
                  </a:cubicBezTo>
                  <a:cubicBezTo>
                    <a:pt x="33623" y="3407"/>
                    <a:pt x="33655" y="3343"/>
                    <a:pt x="33655" y="327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3" name="Google Shape;2343;g312bfb4b743_5_798"/>
            <p:cNvSpPr/>
            <p:nvPr/>
          </p:nvSpPr>
          <p:spPr>
            <a:xfrm>
              <a:off x="2328925" y="1603450"/>
              <a:ext cx="580225" cy="123775"/>
            </a:xfrm>
            <a:custGeom>
              <a:avLst/>
              <a:gdLst/>
              <a:ahLst/>
              <a:cxnLst/>
              <a:rect l="l" t="t" r="r" b="b"/>
              <a:pathLst>
                <a:path w="23209" h="4951" extrusionOk="0">
                  <a:moveTo>
                    <a:pt x="0" y="1"/>
                  </a:moveTo>
                  <a:lnTo>
                    <a:pt x="0" y="4951"/>
                  </a:lnTo>
                  <a:lnTo>
                    <a:pt x="23209" y="4951"/>
                  </a:lnTo>
                  <a:lnTo>
                    <a:pt x="2320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4" name="Google Shape;2344;g312bfb4b743_5_798"/>
            <p:cNvSpPr/>
            <p:nvPr/>
          </p:nvSpPr>
          <p:spPr>
            <a:xfrm>
              <a:off x="2323300" y="1597825"/>
              <a:ext cx="591475" cy="135025"/>
            </a:xfrm>
            <a:custGeom>
              <a:avLst/>
              <a:gdLst/>
              <a:ahLst/>
              <a:cxnLst/>
              <a:rect l="l" t="t" r="r" b="b"/>
              <a:pathLst>
                <a:path w="23659" h="5401" extrusionOk="0">
                  <a:moveTo>
                    <a:pt x="23241" y="418"/>
                  </a:moveTo>
                  <a:lnTo>
                    <a:pt x="23241" y="4983"/>
                  </a:lnTo>
                  <a:lnTo>
                    <a:pt x="418" y="4983"/>
                  </a:lnTo>
                  <a:lnTo>
                    <a:pt x="418" y="418"/>
                  </a:lnTo>
                  <a:close/>
                  <a:moveTo>
                    <a:pt x="225" y="0"/>
                  </a:moveTo>
                  <a:cubicBezTo>
                    <a:pt x="161" y="0"/>
                    <a:pt x="97" y="33"/>
                    <a:pt x="65" y="65"/>
                  </a:cubicBezTo>
                  <a:cubicBezTo>
                    <a:pt x="33" y="97"/>
                    <a:pt x="0" y="161"/>
                    <a:pt x="0" y="226"/>
                  </a:cubicBezTo>
                  <a:lnTo>
                    <a:pt x="0" y="5176"/>
                  </a:lnTo>
                  <a:cubicBezTo>
                    <a:pt x="0" y="5240"/>
                    <a:pt x="33" y="5304"/>
                    <a:pt x="65" y="5336"/>
                  </a:cubicBezTo>
                  <a:cubicBezTo>
                    <a:pt x="97" y="5369"/>
                    <a:pt x="161" y="5401"/>
                    <a:pt x="225" y="5401"/>
                  </a:cubicBezTo>
                  <a:lnTo>
                    <a:pt x="23434" y="5401"/>
                  </a:lnTo>
                  <a:cubicBezTo>
                    <a:pt x="23498" y="5401"/>
                    <a:pt x="23562" y="5369"/>
                    <a:pt x="23594" y="5336"/>
                  </a:cubicBezTo>
                  <a:cubicBezTo>
                    <a:pt x="23627" y="5304"/>
                    <a:pt x="23659" y="5240"/>
                    <a:pt x="23659" y="5176"/>
                  </a:cubicBezTo>
                  <a:lnTo>
                    <a:pt x="23659" y="226"/>
                  </a:lnTo>
                  <a:cubicBezTo>
                    <a:pt x="23659" y="161"/>
                    <a:pt x="23627" y="97"/>
                    <a:pt x="23594" y="65"/>
                  </a:cubicBezTo>
                  <a:cubicBezTo>
                    <a:pt x="23562" y="33"/>
                    <a:pt x="23498" y="0"/>
                    <a:pt x="234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5" name="Google Shape;2345;g312bfb4b743_5_798"/>
            <p:cNvSpPr/>
            <p:nvPr/>
          </p:nvSpPr>
          <p:spPr>
            <a:xfrm>
              <a:off x="2357050" y="1644425"/>
              <a:ext cx="45825" cy="46650"/>
            </a:xfrm>
            <a:custGeom>
              <a:avLst/>
              <a:gdLst/>
              <a:ahLst/>
              <a:cxnLst/>
              <a:rect l="l" t="t" r="r" b="b"/>
              <a:pathLst>
                <a:path w="1833" h="1866" extrusionOk="0">
                  <a:moveTo>
                    <a:pt x="708" y="1"/>
                  </a:moveTo>
                  <a:lnTo>
                    <a:pt x="804" y="708"/>
                  </a:lnTo>
                  <a:lnTo>
                    <a:pt x="225" y="290"/>
                  </a:lnTo>
                  <a:lnTo>
                    <a:pt x="0" y="612"/>
                  </a:lnTo>
                  <a:lnTo>
                    <a:pt x="643" y="933"/>
                  </a:lnTo>
                  <a:lnTo>
                    <a:pt x="33" y="1222"/>
                  </a:lnTo>
                  <a:lnTo>
                    <a:pt x="225" y="1576"/>
                  </a:lnTo>
                  <a:lnTo>
                    <a:pt x="804" y="1158"/>
                  </a:lnTo>
                  <a:lnTo>
                    <a:pt x="708" y="1865"/>
                  </a:lnTo>
                  <a:lnTo>
                    <a:pt x="1126" y="1865"/>
                  </a:lnTo>
                  <a:lnTo>
                    <a:pt x="1061" y="1158"/>
                  </a:lnTo>
                  <a:lnTo>
                    <a:pt x="1608" y="1608"/>
                  </a:lnTo>
                  <a:lnTo>
                    <a:pt x="1833" y="1255"/>
                  </a:lnTo>
                  <a:lnTo>
                    <a:pt x="1190" y="933"/>
                  </a:lnTo>
                  <a:lnTo>
                    <a:pt x="1833" y="612"/>
                  </a:lnTo>
                  <a:lnTo>
                    <a:pt x="1608" y="258"/>
                  </a:lnTo>
                  <a:lnTo>
                    <a:pt x="1061"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6" name="Google Shape;2346;g312bfb4b743_5_798"/>
            <p:cNvSpPr/>
            <p:nvPr/>
          </p:nvSpPr>
          <p:spPr>
            <a:xfrm>
              <a:off x="2417325" y="1644425"/>
              <a:ext cx="45025" cy="46650"/>
            </a:xfrm>
            <a:custGeom>
              <a:avLst/>
              <a:gdLst/>
              <a:ahLst/>
              <a:cxnLst/>
              <a:rect l="l" t="t" r="r" b="b"/>
              <a:pathLst>
                <a:path w="1801" h="1866" extrusionOk="0">
                  <a:moveTo>
                    <a:pt x="707" y="1"/>
                  </a:moveTo>
                  <a:lnTo>
                    <a:pt x="772" y="708"/>
                  </a:lnTo>
                  <a:lnTo>
                    <a:pt x="772" y="708"/>
                  </a:lnTo>
                  <a:lnTo>
                    <a:pt x="193" y="290"/>
                  </a:lnTo>
                  <a:lnTo>
                    <a:pt x="0" y="612"/>
                  </a:lnTo>
                  <a:lnTo>
                    <a:pt x="643" y="933"/>
                  </a:lnTo>
                  <a:lnTo>
                    <a:pt x="0" y="1222"/>
                  </a:lnTo>
                  <a:lnTo>
                    <a:pt x="193" y="1576"/>
                  </a:lnTo>
                  <a:lnTo>
                    <a:pt x="772" y="1158"/>
                  </a:lnTo>
                  <a:lnTo>
                    <a:pt x="707" y="1865"/>
                  </a:lnTo>
                  <a:lnTo>
                    <a:pt x="1093" y="1865"/>
                  </a:lnTo>
                  <a:lnTo>
                    <a:pt x="1029" y="1158"/>
                  </a:lnTo>
                  <a:lnTo>
                    <a:pt x="1608" y="1608"/>
                  </a:lnTo>
                  <a:lnTo>
                    <a:pt x="1800" y="1255"/>
                  </a:lnTo>
                  <a:lnTo>
                    <a:pt x="1157" y="933"/>
                  </a:lnTo>
                  <a:lnTo>
                    <a:pt x="1800" y="612"/>
                  </a:lnTo>
                  <a:lnTo>
                    <a:pt x="1608"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7" name="Google Shape;2347;g312bfb4b743_5_798"/>
            <p:cNvSpPr/>
            <p:nvPr/>
          </p:nvSpPr>
          <p:spPr>
            <a:xfrm>
              <a:off x="2476775" y="1644425"/>
              <a:ext cx="45050" cy="46650"/>
            </a:xfrm>
            <a:custGeom>
              <a:avLst/>
              <a:gdLst/>
              <a:ahLst/>
              <a:cxnLst/>
              <a:rect l="l" t="t" r="r" b="b"/>
              <a:pathLst>
                <a:path w="1802" h="1866" extrusionOk="0">
                  <a:moveTo>
                    <a:pt x="708" y="1"/>
                  </a:moveTo>
                  <a:lnTo>
                    <a:pt x="772" y="708"/>
                  </a:lnTo>
                  <a:lnTo>
                    <a:pt x="772" y="708"/>
                  </a:lnTo>
                  <a:lnTo>
                    <a:pt x="194" y="290"/>
                  </a:lnTo>
                  <a:lnTo>
                    <a:pt x="1" y="612"/>
                  </a:lnTo>
                  <a:lnTo>
                    <a:pt x="644" y="933"/>
                  </a:lnTo>
                  <a:lnTo>
                    <a:pt x="33" y="1222"/>
                  </a:lnTo>
                  <a:lnTo>
                    <a:pt x="226" y="1576"/>
                  </a:lnTo>
                  <a:lnTo>
                    <a:pt x="772" y="1158"/>
                  </a:lnTo>
                  <a:lnTo>
                    <a:pt x="708" y="1865"/>
                  </a:lnTo>
                  <a:lnTo>
                    <a:pt x="1126" y="1865"/>
                  </a:lnTo>
                  <a:lnTo>
                    <a:pt x="1062" y="1158"/>
                  </a:lnTo>
                  <a:lnTo>
                    <a:pt x="1608" y="1608"/>
                  </a:lnTo>
                  <a:lnTo>
                    <a:pt x="1801" y="1255"/>
                  </a:lnTo>
                  <a:lnTo>
                    <a:pt x="1190" y="933"/>
                  </a:lnTo>
                  <a:lnTo>
                    <a:pt x="1801" y="612"/>
                  </a:lnTo>
                  <a:lnTo>
                    <a:pt x="1608" y="258"/>
                  </a:lnTo>
                  <a:lnTo>
                    <a:pt x="1062"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8" name="Google Shape;2348;g312bfb4b743_5_798"/>
            <p:cNvSpPr/>
            <p:nvPr/>
          </p:nvSpPr>
          <p:spPr>
            <a:xfrm>
              <a:off x="2537050" y="1644425"/>
              <a:ext cx="45025" cy="46650"/>
            </a:xfrm>
            <a:custGeom>
              <a:avLst/>
              <a:gdLst/>
              <a:ahLst/>
              <a:cxnLst/>
              <a:rect l="l" t="t" r="r" b="b"/>
              <a:pathLst>
                <a:path w="1801" h="1866" extrusionOk="0">
                  <a:moveTo>
                    <a:pt x="708" y="1"/>
                  </a:moveTo>
                  <a:lnTo>
                    <a:pt x="772" y="708"/>
                  </a:lnTo>
                  <a:lnTo>
                    <a:pt x="194" y="290"/>
                  </a:lnTo>
                  <a:lnTo>
                    <a:pt x="1" y="612"/>
                  </a:lnTo>
                  <a:lnTo>
                    <a:pt x="612" y="933"/>
                  </a:lnTo>
                  <a:lnTo>
                    <a:pt x="1" y="1222"/>
                  </a:lnTo>
                  <a:lnTo>
                    <a:pt x="194" y="1576"/>
                  </a:lnTo>
                  <a:lnTo>
                    <a:pt x="772" y="1158"/>
                  </a:lnTo>
                  <a:lnTo>
                    <a:pt x="708" y="1865"/>
                  </a:lnTo>
                  <a:lnTo>
                    <a:pt x="1094" y="1865"/>
                  </a:lnTo>
                  <a:lnTo>
                    <a:pt x="1029" y="1158"/>
                  </a:lnTo>
                  <a:lnTo>
                    <a:pt x="1608" y="1608"/>
                  </a:lnTo>
                  <a:lnTo>
                    <a:pt x="1801" y="1255"/>
                  </a:lnTo>
                  <a:lnTo>
                    <a:pt x="1158" y="933"/>
                  </a:lnTo>
                  <a:lnTo>
                    <a:pt x="1801" y="612"/>
                  </a:lnTo>
                  <a:lnTo>
                    <a:pt x="1608" y="258"/>
                  </a:lnTo>
                  <a:lnTo>
                    <a:pt x="1029" y="676"/>
                  </a:lnTo>
                  <a:lnTo>
                    <a:pt x="1029" y="676"/>
                  </a:lnTo>
                  <a:lnTo>
                    <a:pt x="109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9" name="Google Shape;2349;g312bfb4b743_5_798"/>
            <p:cNvSpPr/>
            <p:nvPr/>
          </p:nvSpPr>
          <p:spPr>
            <a:xfrm>
              <a:off x="2596525" y="1644425"/>
              <a:ext cx="45025" cy="46650"/>
            </a:xfrm>
            <a:custGeom>
              <a:avLst/>
              <a:gdLst/>
              <a:ahLst/>
              <a:cxnLst/>
              <a:rect l="l" t="t" r="r" b="b"/>
              <a:pathLst>
                <a:path w="1801" h="1866" extrusionOk="0">
                  <a:moveTo>
                    <a:pt x="708" y="1"/>
                  </a:moveTo>
                  <a:lnTo>
                    <a:pt x="772" y="708"/>
                  </a:lnTo>
                  <a:lnTo>
                    <a:pt x="772" y="708"/>
                  </a:lnTo>
                  <a:lnTo>
                    <a:pt x="193" y="290"/>
                  </a:lnTo>
                  <a:lnTo>
                    <a:pt x="0" y="612"/>
                  </a:lnTo>
                  <a:lnTo>
                    <a:pt x="643" y="933"/>
                  </a:lnTo>
                  <a:lnTo>
                    <a:pt x="0" y="1222"/>
                  </a:lnTo>
                  <a:lnTo>
                    <a:pt x="226" y="1576"/>
                  </a:lnTo>
                  <a:lnTo>
                    <a:pt x="772" y="1158"/>
                  </a:lnTo>
                  <a:lnTo>
                    <a:pt x="708" y="1865"/>
                  </a:lnTo>
                  <a:lnTo>
                    <a:pt x="1093" y="1865"/>
                  </a:lnTo>
                  <a:lnTo>
                    <a:pt x="1029" y="1158"/>
                  </a:lnTo>
                  <a:lnTo>
                    <a:pt x="1608" y="1608"/>
                  </a:lnTo>
                  <a:lnTo>
                    <a:pt x="1801" y="1255"/>
                  </a:lnTo>
                  <a:lnTo>
                    <a:pt x="1158" y="933"/>
                  </a:lnTo>
                  <a:lnTo>
                    <a:pt x="1801" y="612"/>
                  </a:lnTo>
                  <a:lnTo>
                    <a:pt x="1608"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0" name="Google Shape;2350;g312bfb4b743_5_798"/>
            <p:cNvSpPr/>
            <p:nvPr/>
          </p:nvSpPr>
          <p:spPr>
            <a:xfrm>
              <a:off x="2656000" y="1644425"/>
              <a:ext cx="45825" cy="46650"/>
            </a:xfrm>
            <a:custGeom>
              <a:avLst/>
              <a:gdLst/>
              <a:ahLst/>
              <a:cxnLst/>
              <a:rect l="l" t="t" r="r" b="b"/>
              <a:pathLst>
                <a:path w="1833" h="1866" extrusionOk="0">
                  <a:moveTo>
                    <a:pt x="707" y="1"/>
                  </a:moveTo>
                  <a:lnTo>
                    <a:pt x="804" y="708"/>
                  </a:lnTo>
                  <a:lnTo>
                    <a:pt x="225" y="290"/>
                  </a:lnTo>
                  <a:lnTo>
                    <a:pt x="0" y="612"/>
                  </a:lnTo>
                  <a:lnTo>
                    <a:pt x="643" y="933"/>
                  </a:lnTo>
                  <a:lnTo>
                    <a:pt x="32" y="1222"/>
                  </a:lnTo>
                  <a:lnTo>
                    <a:pt x="225" y="1576"/>
                  </a:lnTo>
                  <a:lnTo>
                    <a:pt x="804" y="1158"/>
                  </a:lnTo>
                  <a:lnTo>
                    <a:pt x="707" y="1865"/>
                  </a:lnTo>
                  <a:lnTo>
                    <a:pt x="1125" y="1865"/>
                  </a:lnTo>
                  <a:lnTo>
                    <a:pt x="1061" y="1158"/>
                  </a:lnTo>
                  <a:lnTo>
                    <a:pt x="1607" y="1608"/>
                  </a:lnTo>
                  <a:lnTo>
                    <a:pt x="1832" y="1255"/>
                  </a:lnTo>
                  <a:lnTo>
                    <a:pt x="1190" y="933"/>
                  </a:lnTo>
                  <a:lnTo>
                    <a:pt x="1832" y="612"/>
                  </a:lnTo>
                  <a:lnTo>
                    <a:pt x="1607" y="258"/>
                  </a:lnTo>
                  <a:lnTo>
                    <a:pt x="1061" y="676"/>
                  </a:lnTo>
                  <a:lnTo>
                    <a:pt x="11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1" name="Google Shape;2351;g312bfb4b743_5_798"/>
            <p:cNvSpPr/>
            <p:nvPr/>
          </p:nvSpPr>
          <p:spPr>
            <a:xfrm>
              <a:off x="2716275" y="1644425"/>
              <a:ext cx="45025" cy="46650"/>
            </a:xfrm>
            <a:custGeom>
              <a:avLst/>
              <a:gdLst/>
              <a:ahLst/>
              <a:cxnLst/>
              <a:rect l="l" t="t" r="r" b="b"/>
              <a:pathLst>
                <a:path w="1801" h="1866" extrusionOk="0">
                  <a:moveTo>
                    <a:pt x="707" y="1"/>
                  </a:moveTo>
                  <a:lnTo>
                    <a:pt x="771" y="708"/>
                  </a:lnTo>
                  <a:lnTo>
                    <a:pt x="193" y="290"/>
                  </a:lnTo>
                  <a:lnTo>
                    <a:pt x="0" y="612"/>
                  </a:lnTo>
                  <a:lnTo>
                    <a:pt x="643" y="933"/>
                  </a:lnTo>
                  <a:lnTo>
                    <a:pt x="0" y="1222"/>
                  </a:lnTo>
                  <a:lnTo>
                    <a:pt x="193" y="1576"/>
                  </a:lnTo>
                  <a:lnTo>
                    <a:pt x="771" y="1158"/>
                  </a:lnTo>
                  <a:lnTo>
                    <a:pt x="707" y="1865"/>
                  </a:lnTo>
                  <a:lnTo>
                    <a:pt x="1093" y="1865"/>
                  </a:lnTo>
                  <a:lnTo>
                    <a:pt x="1029" y="1158"/>
                  </a:lnTo>
                  <a:lnTo>
                    <a:pt x="1607" y="1608"/>
                  </a:lnTo>
                  <a:lnTo>
                    <a:pt x="1800" y="1255"/>
                  </a:lnTo>
                  <a:lnTo>
                    <a:pt x="1157" y="933"/>
                  </a:lnTo>
                  <a:lnTo>
                    <a:pt x="1800" y="612"/>
                  </a:lnTo>
                  <a:lnTo>
                    <a:pt x="1607"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2" name="Google Shape;2352;g312bfb4b743_5_798"/>
            <p:cNvSpPr/>
            <p:nvPr/>
          </p:nvSpPr>
          <p:spPr>
            <a:xfrm>
              <a:off x="2775725" y="1644425"/>
              <a:ext cx="45025" cy="46650"/>
            </a:xfrm>
            <a:custGeom>
              <a:avLst/>
              <a:gdLst/>
              <a:ahLst/>
              <a:cxnLst/>
              <a:rect l="l" t="t" r="r" b="b"/>
              <a:pathLst>
                <a:path w="1801" h="1866" extrusionOk="0">
                  <a:moveTo>
                    <a:pt x="708" y="1"/>
                  </a:moveTo>
                  <a:lnTo>
                    <a:pt x="772" y="708"/>
                  </a:lnTo>
                  <a:lnTo>
                    <a:pt x="194" y="290"/>
                  </a:lnTo>
                  <a:lnTo>
                    <a:pt x="1" y="612"/>
                  </a:lnTo>
                  <a:lnTo>
                    <a:pt x="644" y="933"/>
                  </a:lnTo>
                  <a:lnTo>
                    <a:pt x="33" y="1222"/>
                  </a:lnTo>
                  <a:lnTo>
                    <a:pt x="226" y="1576"/>
                  </a:lnTo>
                  <a:lnTo>
                    <a:pt x="772" y="1158"/>
                  </a:lnTo>
                  <a:lnTo>
                    <a:pt x="708" y="1865"/>
                  </a:lnTo>
                  <a:lnTo>
                    <a:pt x="1126" y="1865"/>
                  </a:lnTo>
                  <a:lnTo>
                    <a:pt x="1061" y="1158"/>
                  </a:lnTo>
                  <a:lnTo>
                    <a:pt x="1608" y="1608"/>
                  </a:lnTo>
                  <a:lnTo>
                    <a:pt x="1801" y="1255"/>
                  </a:lnTo>
                  <a:lnTo>
                    <a:pt x="1190" y="933"/>
                  </a:lnTo>
                  <a:lnTo>
                    <a:pt x="1801" y="612"/>
                  </a:lnTo>
                  <a:lnTo>
                    <a:pt x="1608" y="258"/>
                  </a:lnTo>
                  <a:lnTo>
                    <a:pt x="1061"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3" name="Google Shape;2353;g312bfb4b743_5_798"/>
            <p:cNvSpPr/>
            <p:nvPr/>
          </p:nvSpPr>
          <p:spPr>
            <a:xfrm>
              <a:off x="2836000" y="1644425"/>
              <a:ext cx="45025" cy="46650"/>
            </a:xfrm>
            <a:custGeom>
              <a:avLst/>
              <a:gdLst/>
              <a:ahLst/>
              <a:cxnLst/>
              <a:rect l="l" t="t" r="r" b="b"/>
              <a:pathLst>
                <a:path w="1801" h="1866" extrusionOk="0">
                  <a:moveTo>
                    <a:pt x="676" y="1"/>
                  </a:moveTo>
                  <a:lnTo>
                    <a:pt x="772" y="708"/>
                  </a:lnTo>
                  <a:lnTo>
                    <a:pt x="193" y="290"/>
                  </a:lnTo>
                  <a:lnTo>
                    <a:pt x="1" y="612"/>
                  </a:lnTo>
                  <a:lnTo>
                    <a:pt x="611" y="933"/>
                  </a:lnTo>
                  <a:lnTo>
                    <a:pt x="1" y="1222"/>
                  </a:lnTo>
                  <a:lnTo>
                    <a:pt x="193" y="1576"/>
                  </a:lnTo>
                  <a:lnTo>
                    <a:pt x="772" y="1158"/>
                  </a:lnTo>
                  <a:lnTo>
                    <a:pt x="676" y="1865"/>
                  </a:lnTo>
                  <a:lnTo>
                    <a:pt x="1093" y="1865"/>
                  </a:lnTo>
                  <a:lnTo>
                    <a:pt x="1029" y="1158"/>
                  </a:lnTo>
                  <a:lnTo>
                    <a:pt x="1608" y="1608"/>
                  </a:lnTo>
                  <a:lnTo>
                    <a:pt x="1801" y="1255"/>
                  </a:lnTo>
                  <a:lnTo>
                    <a:pt x="1158" y="933"/>
                  </a:lnTo>
                  <a:lnTo>
                    <a:pt x="1801" y="612"/>
                  </a:lnTo>
                  <a:lnTo>
                    <a:pt x="1608" y="258"/>
                  </a:lnTo>
                  <a:lnTo>
                    <a:pt x="1029" y="676"/>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4" name="Google Shape;2354;g312bfb4b743_5_798"/>
            <p:cNvSpPr/>
            <p:nvPr/>
          </p:nvSpPr>
          <p:spPr>
            <a:xfrm>
              <a:off x="3166275" y="1069850"/>
              <a:ext cx="190500" cy="167175"/>
            </a:xfrm>
            <a:custGeom>
              <a:avLst/>
              <a:gdLst/>
              <a:ahLst/>
              <a:cxnLst/>
              <a:rect l="l" t="t" r="r" b="b"/>
              <a:pathLst>
                <a:path w="7620" h="6687" extrusionOk="0">
                  <a:moveTo>
                    <a:pt x="1" y="1"/>
                  </a:moveTo>
                  <a:lnTo>
                    <a:pt x="1" y="6687"/>
                  </a:lnTo>
                  <a:lnTo>
                    <a:pt x="7619" y="3344"/>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5" name="Google Shape;2355;g312bfb4b743_5_798"/>
            <p:cNvSpPr/>
            <p:nvPr/>
          </p:nvSpPr>
          <p:spPr>
            <a:xfrm>
              <a:off x="5470225" y="2407075"/>
              <a:ext cx="341575" cy="341550"/>
            </a:xfrm>
            <a:custGeom>
              <a:avLst/>
              <a:gdLst/>
              <a:ahLst/>
              <a:cxnLst/>
              <a:rect l="l" t="t" r="r" b="b"/>
              <a:pathLst>
                <a:path w="13663" h="13662" extrusionOk="0">
                  <a:moveTo>
                    <a:pt x="6815" y="0"/>
                  </a:moveTo>
                  <a:cubicBezTo>
                    <a:pt x="3055" y="0"/>
                    <a:pt x="1" y="3054"/>
                    <a:pt x="1" y="6815"/>
                  </a:cubicBezTo>
                  <a:cubicBezTo>
                    <a:pt x="1" y="10608"/>
                    <a:pt x="3055" y="13661"/>
                    <a:pt x="6815" y="13661"/>
                  </a:cubicBezTo>
                  <a:cubicBezTo>
                    <a:pt x="10608" y="13661"/>
                    <a:pt x="13662" y="10608"/>
                    <a:pt x="13662" y="6815"/>
                  </a:cubicBezTo>
                  <a:cubicBezTo>
                    <a:pt x="13662" y="3054"/>
                    <a:pt x="10608" y="0"/>
                    <a:pt x="68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6" name="Google Shape;2356;g312bfb4b743_5_798"/>
            <p:cNvSpPr/>
            <p:nvPr/>
          </p:nvSpPr>
          <p:spPr>
            <a:xfrm>
              <a:off x="5464600" y="2401425"/>
              <a:ext cx="352025" cy="352025"/>
            </a:xfrm>
            <a:custGeom>
              <a:avLst/>
              <a:gdLst/>
              <a:ahLst/>
              <a:cxnLst/>
              <a:rect l="l" t="t" r="r" b="b"/>
              <a:pathLst>
                <a:path w="14081" h="14081" extrusionOk="0">
                  <a:moveTo>
                    <a:pt x="7040" y="451"/>
                  </a:moveTo>
                  <a:cubicBezTo>
                    <a:pt x="8873" y="451"/>
                    <a:pt x="10544" y="1190"/>
                    <a:pt x="11733" y="2380"/>
                  </a:cubicBezTo>
                  <a:cubicBezTo>
                    <a:pt x="12923" y="3569"/>
                    <a:pt x="13662" y="5241"/>
                    <a:pt x="13662" y="7041"/>
                  </a:cubicBezTo>
                  <a:cubicBezTo>
                    <a:pt x="13662" y="8873"/>
                    <a:pt x="12923" y="10544"/>
                    <a:pt x="11733" y="11734"/>
                  </a:cubicBezTo>
                  <a:cubicBezTo>
                    <a:pt x="10544" y="12923"/>
                    <a:pt x="8873" y="13662"/>
                    <a:pt x="7040" y="13662"/>
                  </a:cubicBezTo>
                  <a:cubicBezTo>
                    <a:pt x="5240" y="13662"/>
                    <a:pt x="3569" y="12923"/>
                    <a:pt x="2379" y="11734"/>
                  </a:cubicBezTo>
                  <a:cubicBezTo>
                    <a:pt x="1190" y="10544"/>
                    <a:pt x="451" y="8873"/>
                    <a:pt x="451" y="7041"/>
                  </a:cubicBezTo>
                  <a:cubicBezTo>
                    <a:pt x="451" y="5241"/>
                    <a:pt x="1190" y="3569"/>
                    <a:pt x="2379" y="2380"/>
                  </a:cubicBezTo>
                  <a:cubicBezTo>
                    <a:pt x="3569" y="1190"/>
                    <a:pt x="5240" y="451"/>
                    <a:pt x="7040" y="451"/>
                  </a:cubicBezTo>
                  <a:close/>
                  <a:moveTo>
                    <a:pt x="7040" y="1"/>
                  </a:moveTo>
                  <a:cubicBezTo>
                    <a:pt x="3183" y="1"/>
                    <a:pt x="1" y="3151"/>
                    <a:pt x="1" y="7041"/>
                  </a:cubicBezTo>
                  <a:cubicBezTo>
                    <a:pt x="1" y="10930"/>
                    <a:pt x="3183" y="14080"/>
                    <a:pt x="7040" y="14080"/>
                  </a:cubicBezTo>
                  <a:cubicBezTo>
                    <a:pt x="10930" y="14080"/>
                    <a:pt x="14080" y="10930"/>
                    <a:pt x="14080" y="7041"/>
                  </a:cubicBezTo>
                  <a:cubicBezTo>
                    <a:pt x="14080" y="3151"/>
                    <a:pt x="10930" y="1"/>
                    <a:pt x="70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7" name="Google Shape;2357;g312bfb4b743_5_798"/>
            <p:cNvSpPr/>
            <p:nvPr/>
          </p:nvSpPr>
          <p:spPr>
            <a:xfrm>
              <a:off x="5514425" y="2451250"/>
              <a:ext cx="253175" cy="253175"/>
            </a:xfrm>
            <a:custGeom>
              <a:avLst/>
              <a:gdLst/>
              <a:ahLst/>
              <a:cxnLst/>
              <a:rect l="l" t="t" r="r" b="b"/>
              <a:pathLst>
                <a:path w="10127" h="10127" extrusionOk="0">
                  <a:moveTo>
                    <a:pt x="5047" y="1"/>
                  </a:moveTo>
                  <a:cubicBezTo>
                    <a:pt x="2251" y="1"/>
                    <a:pt x="1" y="2251"/>
                    <a:pt x="1" y="5048"/>
                  </a:cubicBezTo>
                  <a:cubicBezTo>
                    <a:pt x="1" y="7876"/>
                    <a:pt x="2251" y="10126"/>
                    <a:pt x="5047" y="10126"/>
                  </a:cubicBezTo>
                  <a:cubicBezTo>
                    <a:pt x="7876" y="10126"/>
                    <a:pt x="10126" y="7876"/>
                    <a:pt x="10126" y="5048"/>
                  </a:cubicBezTo>
                  <a:cubicBezTo>
                    <a:pt x="10126" y="2251"/>
                    <a:pt x="7876" y="1"/>
                    <a:pt x="504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8" name="Google Shape;2358;g312bfb4b743_5_798"/>
            <p:cNvSpPr/>
            <p:nvPr/>
          </p:nvSpPr>
          <p:spPr>
            <a:xfrm>
              <a:off x="5508800" y="2445625"/>
              <a:ext cx="264425" cy="264425"/>
            </a:xfrm>
            <a:custGeom>
              <a:avLst/>
              <a:gdLst/>
              <a:ahLst/>
              <a:cxnLst/>
              <a:rect l="l" t="t" r="r" b="b"/>
              <a:pathLst>
                <a:path w="10577" h="10577" extrusionOk="0">
                  <a:moveTo>
                    <a:pt x="5272" y="419"/>
                  </a:moveTo>
                  <a:cubicBezTo>
                    <a:pt x="6622" y="419"/>
                    <a:pt x="7844" y="965"/>
                    <a:pt x="8712" y="1865"/>
                  </a:cubicBezTo>
                  <a:cubicBezTo>
                    <a:pt x="9612" y="2733"/>
                    <a:pt x="10158" y="3955"/>
                    <a:pt x="10158" y="5273"/>
                  </a:cubicBezTo>
                  <a:cubicBezTo>
                    <a:pt x="10158" y="6623"/>
                    <a:pt x="9612" y="7844"/>
                    <a:pt x="8712" y="8712"/>
                  </a:cubicBezTo>
                  <a:cubicBezTo>
                    <a:pt x="7844" y="9612"/>
                    <a:pt x="6622" y="10159"/>
                    <a:pt x="5272" y="10159"/>
                  </a:cubicBezTo>
                  <a:cubicBezTo>
                    <a:pt x="3954" y="10159"/>
                    <a:pt x="2733" y="9612"/>
                    <a:pt x="1865" y="8712"/>
                  </a:cubicBezTo>
                  <a:cubicBezTo>
                    <a:pt x="965" y="7844"/>
                    <a:pt x="419" y="6623"/>
                    <a:pt x="419" y="5273"/>
                  </a:cubicBezTo>
                  <a:cubicBezTo>
                    <a:pt x="419" y="3955"/>
                    <a:pt x="965" y="2733"/>
                    <a:pt x="1865" y="1865"/>
                  </a:cubicBezTo>
                  <a:cubicBezTo>
                    <a:pt x="2733" y="965"/>
                    <a:pt x="3954" y="419"/>
                    <a:pt x="5272" y="419"/>
                  </a:cubicBezTo>
                  <a:close/>
                  <a:moveTo>
                    <a:pt x="5272" y="1"/>
                  </a:moveTo>
                  <a:cubicBezTo>
                    <a:pt x="2379" y="1"/>
                    <a:pt x="1" y="2380"/>
                    <a:pt x="1" y="5273"/>
                  </a:cubicBezTo>
                  <a:cubicBezTo>
                    <a:pt x="1" y="8198"/>
                    <a:pt x="2379" y="10576"/>
                    <a:pt x="5272" y="10576"/>
                  </a:cubicBezTo>
                  <a:cubicBezTo>
                    <a:pt x="8198" y="10576"/>
                    <a:pt x="10576" y="8198"/>
                    <a:pt x="10576" y="5273"/>
                  </a:cubicBezTo>
                  <a:cubicBezTo>
                    <a:pt x="10576" y="2380"/>
                    <a:pt x="8198" y="1"/>
                    <a:pt x="52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9" name="Google Shape;2359;g312bfb4b743_5_798"/>
            <p:cNvSpPr/>
            <p:nvPr/>
          </p:nvSpPr>
          <p:spPr>
            <a:xfrm>
              <a:off x="5589175" y="2480200"/>
              <a:ext cx="103675" cy="189475"/>
            </a:xfrm>
            <a:custGeom>
              <a:avLst/>
              <a:gdLst/>
              <a:ahLst/>
              <a:cxnLst/>
              <a:rect l="l" t="t" r="r" b="b"/>
              <a:pathLst>
                <a:path w="4147" h="7579" extrusionOk="0">
                  <a:moveTo>
                    <a:pt x="2057" y="0"/>
                  </a:moveTo>
                  <a:cubicBezTo>
                    <a:pt x="1993" y="0"/>
                    <a:pt x="1897" y="32"/>
                    <a:pt x="1832" y="97"/>
                  </a:cubicBezTo>
                  <a:cubicBezTo>
                    <a:pt x="1768" y="161"/>
                    <a:pt x="1736" y="225"/>
                    <a:pt x="1736" y="354"/>
                  </a:cubicBezTo>
                  <a:lnTo>
                    <a:pt x="1736" y="1351"/>
                  </a:lnTo>
                  <a:lnTo>
                    <a:pt x="1736" y="1351"/>
                  </a:lnTo>
                  <a:cubicBezTo>
                    <a:pt x="1278" y="1376"/>
                    <a:pt x="892" y="1479"/>
                    <a:pt x="579" y="1672"/>
                  </a:cubicBezTo>
                  <a:cubicBezTo>
                    <a:pt x="193" y="1929"/>
                    <a:pt x="0" y="2282"/>
                    <a:pt x="0" y="2765"/>
                  </a:cubicBezTo>
                  <a:cubicBezTo>
                    <a:pt x="0" y="2957"/>
                    <a:pt x="0" y="3118"/>
                    <a:pt x="64" y="3247"/>
                  </a:cubicBezTo>
                  <a:cubicBezTo>
                    <a:pt x="97" y="3407"/>
                    <a:pt x="161" y="3504"/>
                    <a:pt x="257" y="3600"/>
                  </a:cubicBezTo>
                  <a:cubicBezTo>
                    <a:pt x="322" y="3697"/>
                    <a:pt x="450" y="3793"/>
                    <a:pt x="611" y="3890"/>
                  </a:cubicBezTo>
                  <a:cubicBezTo>
                    <a:pt x="772" y="3954"/>
                    <a:pt x="900" y="4018"/>
                    <a:pt x="1061" y="4083"/>
                  </a:cubicBezTo>
                  <a:cubicBezTo>
                    <a:pt x="1222" y="4147"/>
                    <a:pt x="1415" y="4211"/>
                    <a:pt x="1672" y="4275"/>
                  </a:cubicBezTo>
                  <a:lnTo>
                    <a:pt x="2315" y="4436"/>
                  </a:lnTo>
                  <a:cubicBezTo>
                    <a:pt x="2507" y="4500"/>
                    <a:pt x="2636" y="4565"/>
                    <a:pt x="2732" y="4629"/>
                  </a:cubicBezTo>
                  <a:cubicBezTo>
                    <a:pt x="2861" y="4693"/>
                    <a:pt x="2893" y="4790"/>
                    <a:pt x="2893" y="4886"/>
                  </a:cubicBezTo>
                  <a:cubicBezTo>
                    <a:pt x="2893" y="4983"/>
                    <a:pt x="2861" y="5079"/>
                    <a:pt x="2797" y="5143"/>
                  </a:cubicBezTo>
                  <a:cubicBezTo>
                    <a:pt x="2732" y="5208"/>
                    <a:pt x="2636" y="5240"/>
                    <a:pt x="2540" y="5272"/>
                  </a:cubicBezTo>
                  <a:cubicBezTo>
                    <a:pt x="2443" y="5304"/>
                    <a:pt x="2347" y="5304"/>
                    <a:pt x="2218" y="5336"/>
                  </a:cubicBezTo>
                  <a:lnTo>
                    <a:pt x="1897" y="5336"/>
                  </a:lnTo>
                  <a:cubicBezTo>
                    <a:pt x="1768" y="5336"/>
                    <a:pt x="1607" y="5304"/>
                    <a:pt x="1479" y="5272"/>
                  </a:cubicBezTo>
                  <a:cubicBezTo>
                    <a:pt x="1350" y="5240"/>
                    <a:pt x="1254" y="5208"/>
                    <a:pt x="1190" y="5175"/>
                  </a:cubicBezTo>
                  <a:cubicBezTo>
                    <a:pt x="1093" y="5143"/>
                    <a:pt x="1029" y="5079"/>
                    <a:pt x="932" y="5047"/>
                  </a:cubicBezTo>
                  <a:cubicBezTo>
                    <a:pt x="836" y="4983"/>
                    <a:pt x="772" y="4950"/>
                    <a:pt x="739" y="4950"/>
                  </a:cubicBezTo>
                  <a:cubicBezTo>
                    <a:pt x="611" y="4886"/>
                    <a:pt x="514" y="4854"/>
                    <a:pt x="418" y="4854"/>
                  </a:cubicBezTo>
                  <a:cubicBezTo>
                    <a:pt x="322" y="4886"/>
                    <a:pt x="225" y="4918"/>
                    <a:pt x="161" y="4983"/>
                  </a:cubicBezTo>
                  <a:cubicBezTo>
                    <a:pt x="97" y="5047"/>
                    <a:pt x="64" y="5143"/>
                    <a:pt x="32" y="5240"/>
                  </a:cubicBezTo>
                  <a:cubicBezTo>
                    <a:pt x="0" y="5304"/>
                    <a:pt x="0" y="5400"/>
                    <a:pt x="32" y="5497"/>
                  </a:cubicBezTo>
                  <a:cubicBezTo>
                    <a:pt x="64" y="5593"/>
                    <a:pt x="97" y="5690"/>
                    <a:pt x="193" y="5754"/>
                  </a:cubicBezTo>
                  <a:cubicBezTo>
                    <a:pt x="660" y="6075"/>
                    <a:pt x="1206" y="6264"/>
                    <a:pt x="1832" y="6320"/>
                  </a:cubicBezTo>
                  <a:lnTo>
                    <a:pt x="1832" y="6320"/>
                  </a:lnTo>
                  <a:lnTo>
                    <a:pt x="1832" y="7233"/>
                  </a:lnTo>
                  <a:cubicBezTo>
                    <a:pt x="1832" y="7393"/>
                    <a:pt x="1865" y="7490"/>
                    <a:pt x="1993" y="7554"/>
                  </a:cubicBezTo>
                  <a:cubicBezTo>
                    <a:pt x="2041" y="7570"/>
                    <a:pt x="2098" y="7578"/>
                    <a:pt x="2154" y="7578"/>
                  </a:cubicBezTo>
                  <a:cubicBezTo>
                    <a:pt x="2210" y="7578"/>
                    <a:pt x="2266" y="7570"/>
                    <a:pt x="2315" y="7554"/>
                  </a:cubicBezTo>
                  <a:cubicBezTo>
                    <a:pt x="2443" y="7490"/>
                    <a:pt x="2475" y="7393"/>
                    <a:pt x="2475" y="7233"/>
                  </a:cubicBezTo>
                  <a:lnTo>
                    <a:pt x="2475" y="6315"/>
                  </a:lnTo>
                  <a:lnTo>
                    <a:pt x="2475" y="6315"/>
                  </a:lnTo>
                  <a:cubicBezTo>
                    <a:pt x="2707" y="6294"/>
                    <a:pt x="2919" y="6252"/>
                    <a:pt x="3118" y="6172"/>
                  </a:cubicBezTo>
                  <a:cubicBezTo>
                    <a:pt x="3440" y="6075"/>
                    <a:pt x="3697" y="5883"/>
                    <a:pt x="3890" y="5625"/>
                  </a:cubicBezTo>
                  <a:cubicBezTo>
                    <a:pt x="4083" y="5400"/>
                    <a:pt x="4147" y="5079"/>
                    <a:pt x="4147" y="4725"/>
                  </a:cubicBezTo>
                  <a:cubicBezTo>
                    <a:pt x="4147" y="4500"/>
                    <a:pt x="4115" y="4308"/>
                    <a:pt x="4050" y="4147"/>
                  </a:cubicBezTo>
                  <a:cubicBezTo>
                    <a:pt x="3954" y="3986"/>
                    <a:pt x="3857" y="3858"/>
                    <a:pt x="3697" y="3761"/>
                  </a:cubicBezTo>
                  <a:cubicBezTo>
                    <a:pt x="3568" y="3632"/>
                    <a:pt x="3407" y="3536"/>
                    <a:pt x="3215" y="3472"/>
                  </a:cubicBezTo>
                  <a:cubicBezTo>
                    <a:pt x="3022" y="3407"/>
                    <a:pt x="2797" y="3343"/>
                    <a:pt x="2540" y="3247"/>
                  </a:cubicBezTo>
                  <a:lnTo>
                    <a:pt x="1897" y="3086"/>
                  </a:lnTo>
                  <a:cubicBezTo>
                    <a:pt x="1704" y="3054"/>
                    <a:pt x="1543" y="2990"/>
                    <a:pt x="1479" y="2925"/>
                  </a:cubicBezTo>
                  <a:cubicBezTo>
                    <a:pt x="1382" y="2861"/>
                    <a:pt x="1350" y="2765"/>
                    <a:pt x="1350" y="2668"/>
                  </a:cubicBezTo>
                  <a:cubicBezTo>
                    <a:pt x="1350" y="2572"/>
                    <a:pt x="1382" y="2507"/>
                    <a:pt x="1511" y="2443"/>
                  </a:cubicBezTo>
                  <a:cubicBezTo>
                    <a:pt x="1607" y="2379"/>
                    <a:pt x="1704" y="2347"/>
                    <a:pt x="1832" y="2347"/>
                  </a:cubicBezTo>
                  <a:lnTo>
                    <a:pt x="2218" y="2347"/>
                  </a:lnTo>
                  <a:cubicBezTo>
                    <a:pt x="2540" y="2379"/>
                    <a:pt x="2893" y="2443"/>
                    <a:pt x="3182" y="2572"/>
                  </a:cubicBezTo>
                  <a:cubicBezTo>
                    <a:pt x="3273" y="2594"/>
                    <a:pt x="3364" y="2617"/>
                    <a:pt x="3444" y="2617"/>
                  </a:cubicBezTo>
                  <a:cubicBezTo>
                    <a:pt x="3477" y="2617"/>
                    <a:pt x="3508" y="2613"/>
                    <a:pt x="3536" y="2604"/>
                  </a:cubicBezTo>
                  <a:cubicBezTo>
                    <a:pt x="3632" y="2572"/>
                    <a:pt x="3697" y="2540"/>
                    <a:pt x="3761" y="2443"/>
                  </a:cubicBezTo>
                  <a:cubicBezTo>
                    <a:pt x="3793" y="2379"/>
                    <a:pt x="3825" y="2282"/>
                    <a:pt x="3857" y="2186"/>
                  </a:cubicBezTo>
                  <a:cubicBezTo>
                    <a:pt x="3857" y="2090"/>
                    <a:pt x="3825" y="1993"/>
                    <a:pt x="3761" y="1897"/>
                  </a:cubicBezTo>
                  <a:cubicBezTo>
                    <a:pt x="3729" y="1800"/>
                    <a:pt x="3632" y="1736"/>
                    <a:pt x="3536" y="1672"/>
                  </a:cubicBezTo>
                  <a:cubicBezTo>
                    <a:pt x="3375" y="1607"/>
                    <a:pt x="3247" y="1575"/>
                    <a:pt x="3150" y="1543"/>
                  </a:cubicBezTo>
                  <a:cubicBezTo>
                    <a:pt x="3086" y="1511"/>
                    <a:pt x="2925" y="1447"/>
                    <a:pt x="2765" y="1415"/>
                  </a:cubicBezTo>
                  <a:cubicBezTo>
                    <a:pt x="2649" y="1391"/>
                    <a:pt x="2516" y="1368"/>
                    <a:pt x="2379" y="1357"/>
                  </a:cubicBezTo>
                  <a:lnTo>
                    <a:pt x="2379" y="1357"/>
                  </a:lnTo>
                  <a:lnTo>
                    <a:pt x="2379" y="354"/>
                  </a:lnTo>
                  <a:cubicBezTo>
                    <a:pt x="2379" y="225"/>
                    <a:pt x="2347" y="161"/>
                    <a:pt x="2282" y="97"/>
                  </a:cubicBezTo>
                  <a:cubicBezTo>
                    <a:pt x="2218" y="32"/>
                    <a:pt x="2154" y="0"/>
                    <a:pt x="20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0" name="Google Shape;2360;g312bfb4b743_5_798"/>
            <p:cNvSpPr/>
            <p:nvPr/>
          </p:nvSpPr>
          <p:spPr>
            <a:xfrm>
              <a:off x="5470225" y="2280900"/>
              <a:ext cx="341575" cy="340750"/>
            </a:xfrm>
            <a:custGeom>
              <a:avLst/>
              <a:gdLst/>
              <a:ahLst/>
              <a:cxnLst/>
              <a:rect l="l" t="t" r="r" b="b"/>
              <a:pathLst>
                <a:path w="13663" h="13630" extrusionOk="0">
                  <a:moveTo>
                    <a:pt x="6815" y="0"/>
                  </a:moveTo>
                  <a:cubicBezTo>
                    <a:pt x="3055" y="0"/>
                    <a:pt x="1" y="3054"/>
                    <a:pt x="1" y="6815"/>
                  </a:cubicBezTo>
                  <a:cubicBezTo>
                    <a:pt x="1" y="10576"/>
                    <a:pt x="3055" y="13630"/>
                    <a:pt x="6815" y="13630"/>
                  </a:cubicBezTo>
                  <a:cubicBezTo>
                    <a:pt x="10608" y="13630"/>
                    <a:pt x="13662" y="10576"/>
                    <a:pt x="13662" y="6815"/>
                  </a:cubicBezTo>
                  <a:cubicBezTo>
                    <a:pt x="13662" y="3054"/>
                    <a:pt x="10608" y="0"/>
                    <a:pt x="68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1" name="Google Shape;2361;g312bfb4b743_5_798"/>
            <p:cNvSpPr/>
            <p:nvPr/>
          </p:nvSpPr>
          <p:spPr>
            <a:xfrm>
              <a:off x="5464600" y="2275275"/>
              <a:ext cx="352025" cy="352000"/>
            </a:xfrm>
            <a:custGeom>
              <a:avLst/>
              <a:gdLst/>
              <a:ahLst/>
              <a:cxnLst/>
              <a:rect l="l" t="t" r="r" b="b"/>
              <a:pathLst>
                <a:path w="14081" h="14080" extrusionOk="0">
                  <a:moveTo>
                    <a:pt x="7040" y="418"/>
                  </a:moveTo>
                  <a:cubicBezTo>
                    <a:pt x="8873" y="418"/>
                    <a:pt x="10544" y="1158"/>
                    <a:pt x="11733" y="2379"/>
                  </a:cubicBezTo>
                  <a:cubicBezTo>
                    <a:pt x="12923" y="3568"/>
                    <a:pt x="13662" y="5208"/>
                    <a:pt x="13662" y="7040"/>
                  </a:cubicBezTo>
                  <a:cubicBezTo>
                    <a:pt x="13662" y="8872"/>
                    <a:pt x="12923" y="10512"/>
                    <a:pt x="11733" y="11733"/>
                  </a:cubicBezTo>
                  <a:cubicBezTo>
                    <a:pt x="10544" y="12922"/>
                    <a:pt x="8873" y="13662"/>
                    <a:pt x="7040" y="13662"/>
                  </a:cubicBezTo>
                  <a:cubicBezTo>
                    <a:pt x="5240" y="13662"/>
                    <a:pt x="3569" y="12922"/>
                    <a:pt x="2379" y="11733"/>
                  </a:cubicBezTo>
                  <a:cubicBezTo>
                    <a:pt x="1190" y="10512"/>
                    <a:pt x="451" y="8872"/>
                    <a:pt x="451" y="7040"/>
                  </a:cubicBezTo>
                  <a:cubicBezTo>
                    <a:pt x="451" y="5208"/>
                    <a:pt x="1190" y="3568"/>
                    <a:pt x="2379" y="2379"/>
                  </a:cubicBezTo>
                  <a:cubicBezTo>
                    <a:pt x="3569" y="1158"/>
                    <a:pt x="5240" y="418"/>
                    <a:pt x="7040" y="418"/>
                  </a:cubicBezTo>
                  <a:close/>
                  <a:moveTo>
                    <a:pt x="7040" y="0"/>
                  </a:moveTo>
                  <a:cubicBezTo>
                    <a:pt x="3183" y="0"/>
                    <a:pt x="1" y="3150"/>
                    <a:pt x="1" y="7040"/>
                  </a:cubicBezTo>
                  <a:cubicBezTo>
                    <a:pt x="1" y="10929"/>
                    <a:pt x="3183" y="14080"/>
                    <a:pt x="7040" y="14080"/>
                  </a:cubicBezTo>
                  <a:cubicBezTo>
                    <a:pt x="10930" y="14080"/>
                    <a:pt x="14080" y="10929"/>
                    <a:pt x="14080" y="7040"/>
                  </a:cubicBezTo>
                  <a:cubicBezTo>
                    <a:pt x="14080" y="3150"/>
                    <a:pt x="10930" y="0"/>
                    <a:pt x="70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2" name="Google Shape;2362;g312bfb4b743_5_798"/>
            <p:cNvSpPr/>
            <p:nvPr/>
          </p:nvSpPr>
          <p:spPr>
            <a:xfrm>
              <a:off x="5514425" y="2324300"/>
              <a:ext cx="253175" cy="253950"/>
            </a:xfrm>
            <a:custGeom>
              <a:avLst/>
              <a:gdLst/>
              <a:ahLst/>
              <a:cxnLst/>
              <a:rect l="l" t="t" r="r" b="b"/>
              <a:pathLst>
                <a:path w="10127" h="10158" extrusionOk="0">
                  <a:moveTo>
                    <a:pt x="5047" y="0"/>
                  </a:moveTo>
                  <a:cubicBezTo>
                    <a:pt x="2251" y="0"/>
                    <a:pt x="1" y="2282"/>
                    <a:pt x="1" y="5079"/>
                  </a:cubicBezTo>
                  <a:cubicBezTo>
                    <a:pt x="1" y="7876"/>
                    <a:pt x="2251" y="10158"/>
                    <a:pt x="5047" y="10158"/>
                  </a:cubicBezTo>
                  <a:cubicBezTo>
                    <a:pt x="7876" y="10158"/>
                    <a:pt x="10126" y="7876"/>
                    <a:pt x="10126" y="5079"/>
                  </a:cubicBezTo>
                  <a:cubicBezTo>
                    <a:pt x="10126" y="2282"/>
                    <a:pt x="7876" y="0"/>
                    <a:pt x="504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3" name="Google Shape;2363;g312bfb4b743_5_798"/>
            <p:cNvSpPr/>
            <p:nvPr/>
          </p:nvSpPr>
          <p:spPr>
            <a:xfrm>
              <a:off x="5508800" y="2319475"/>
              <a:ext cx="264425" cy="263600"/>
            </a:xfrm>
            <a:custGeom>
              <a:avLst/>
              <a:gdLst/>
              <a:ahLst/>
              <a:cxnLst/>
              <a:rect l="l" t="t" r="r" b="b"/>
              <a:pathLst>
                <a:path w="10577" h="10544" extrusionOk="0">
                  <a:moveTo>
                    <a:pt x="5272" y="418"/>
                  </a:moveTo>
                  <a:cubicBezTo>
                    <a:pt x="6622" y="418"/>
                    <a:pt x="7844" y="965"/>
                    <a:pt x="8712" y="1832"/>
                  </a:cubicBezTo>
                  <a:cubicBezTo>
                    <a:pt x="9612" y="2733"/>
                    <a:pt x="10158" y="3922"/>
                    <a:pt x="10158" y="5272"/>
                  </a:cubicBezTo>
                  <a:cubicBezTo>
                    <a:pt x="10158" y="6622"/>
                    <a:pt x="9612" y="7844"/>
                    <a:pt x="8712" y="8711"/>
                  </a:cubicBezTo>
                  <a:cubicBezTo>
                    <a:pt x="7844" y="9579"/>
                    <a:pt x="6622" y="10126"/>
                    <a:pt x="5272" y="10126"/>
                  </a:cubicBezTo>
                  <a:cubicBezTo>
                    <a:pt x="3954" y="10126"/>
                    <a:pt x="2733" y="9579"/>
                    <a:pt x="1865" y="8711"/>
                  </a:cubicBezTo>
                  <a:cubicBezTo>
                    <a:pt x="965" y="7844"/>
                    <a:pt x="419" y="6622"/>
                    <a:pt x="419" y="5272"/>
                  </a:cubicBezTo>
                  <a:cubicBezTo>
                    <a:pt x="419" y="3922"/>
                    <a:pt x="965" y="2733"/>
                    <a:pt x="1865" y="1832"/>
                  </a:cubicBezTo>
                  <a:cubicBezTo>
                    <a:pt x="2733" y="965"/>
                    <a:pt x="3954" y="418"/>
                    <a:pt x="5272" y="418"/>
                  </a:cubicBezTo>
                  <a:close/>
                  <a:moveTo>
                    <a:pt x="5272" y="0"/>
                  </a:moveTo>
                  <a:cubicBezTo>
                    <a:pt x="2379" y="0"/>
                    <a:pt x="1" y="2347"/>
                    <a:pt x="1" y="5272"/>
                  </a:cubicBezTo>
                  <a:cubicBezTo>
                    <a:pt x="1" y="8197"/>
                    <a:pt x="2379" y="10544"/>
                    <a:pt x="5272" y="10544"/>
                  </a:cubicBezTo>
                  <a:cubicBezTo>
                    <a:pt x="8198" y="10544"/>
                    <a:pt x="10576" y="8197"/>
                    <a:pt x="10576" y="5272"/>
                  </a:cubicBezTo>
                  <a:cubicBezTo>
                    <a:pt x="10576" y="2347"/>
                    <a:pt x="8198" y="0"/>
                    <a:pt x="52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4" name="Google Shape;2364;g312bfb4b743_5_798"/>
            <p:cNvSpPr/>
            <p:nvPr/>
          </p:nvSpPr>
          <p:spPr>
            <a:xfrm>
              <a:off x="5589175" y="2354025"/>
              <a:ext cx="103675" cy="189275"/>
            </a:xfrm>
            <a:custGeom>
              <a:avLst/>
              <a:gdLst/>
              <a:ahLst/>
              <a:cxnLst/>
              <a:rect l="l" t="t" r="r" b="b"/>
              <a:pathLst>
                <a:path w="4147" h="7571" extrusionOk="0">
                  <a:moveTo>
                    <a:pt x="2057" y="0"/>
                  </a:moveTo>
                  <a:cubicBezTo>
                    <a:pt x="1993" y="0"/>
                    <a:pt x="1897" y="33"/>
                    <a:pt x="1832" y="97"/>
                  </a:cubicBezTo>
                  <a:cubicBezTo>
                    <a:pt x="1768" y="129"/>
                    <a:pt x="1736" y="225"/>
                    <a:pt x="1736" y="322"/>
                  </a:cubicBezTo>
                  <a:lnTo>
                    <a:pt x="1736" y="1337"/>
                  </a:lnTo>
                  <a:lnTo>
                    <a:pt x="1736" y="1337"/>
                  </a:lnTo>
                  <a:cubicBezTo>
                    <a:pt x="1278" y="1359"/>
                    <a:pt x="892" y="1479"/>
                    <a:pt x="579" y="1672"/>
                  </a:cubicBezTo>
                  <a:cubicBezTo>
                    <a:pt x="193" y="1929"/>
                    <a:pt x="0" y="2283"/>
                    <a:pt x="0" y="2733"/>
                  </a:cubicBezTo>
                  <a:cubicBezTo>
                    <a:pt x="0" y="2926"/>
                    <a:pt x="0" y="3086"/>
                    <a:pt x="64" y="3247"/>
                  </a:cubicBezTo>
                  <a:cubicBezTo>
                    <a:pt x="97" y="3376"/>
                    <a:pt x="161" y="3504"/>
                    <a:pt x="257" y="3601"/>
                  </a:cubicBezTo>
                  <a:cubicBezTo>
                    <a:pt x="322" y="3697"/>
                    <a:pt x="450" y="3794"/>
                    <a:pt x="611" y="3858"/>
                  </a:cubicBezTo>
                  <a:cubicBezTo>
                    <a:pt x="772" y="3954"/>
                    <a:pt x="900" y="4019"/>
                    <a:pt x="1061" y="4083"/>
                  </a:cubicBezTo>
                  <a:cubicBezTo>
                    <a:pt x="1222" y="4115"/>
                    <a:pt x="1415" y="4179"/>
                    <a:pt x="1672" y="4276"/>
                  </a:cubicBezTo>
                  <a:lnTo>
                    <a:pt x="2315" y="4436"/>
                  </a:lnTo>
                  <a:cubicBezTo>
                    <a:pt x="2507" y="4469"/>
                    <a:pt x="2636" y="4533"/>
                    <a:pt x="2732" y="4629"/>
                  </a:cubicBezTo>
                  <a:cubicBezTo>
                    <a:pt x="2861" y="4694"/>
                    <a:pt x="2893" y="4790"/>
                    <a:pt x="2893" y="4854"/>
                  </a:cubicBezTo>
                  <a:cubicBezTo>
                    <a:pt x="2893" y="4983"/>
                    <a:pt x="2861" y="5047"/>
                    <a:pt x="2797" y="5111"/>
                  </a:cubicBezTo>
                  <a:cubicBezTo>
                    <a:pt x="2732" y="5208"/>
                    <a:pt x="2636" y="5240"/>
                    <a:pt x="2540" y="5272"/>
                  </a:cubicBezTo>
                  <a:cubicBezTo>
                    <a:pt x="2443" y="5304"/>
                    <a:pt x="2347" y="5304"/>
                    <a:pt x="2218" y="5336"/>
                  </a:cubicBezTo>
                  <a:cubicBezTo>
                    <a:pt x="2122" y="5336"/>
                    <a:pt x="1993" y="5336"/>
                    <a:pt x="1897" y="5304"/>
                  </a:cubicBezTo>
                  <a:cubicBezTo>
                    <a:pt x="1768" y="5304"/>
                    <a:pt x="1607" y="5304"/>
                    <a:pt x="1479" y="5272"/>
                  </a:cubicBezTo>
                  <a:cubicBezTo>
                    <a:pt x="1350" y="5208"/>
                    <a:pt x="1254" y="5176"/>
                    <a:pt x="1190" y="5144"/>
                  </a:cubicBezTo>
                  <a:cubicBezTo>
                    <a:pt x="1093" y="5111"/>
                    <a:pt x="1029" y="5079"/>
                    <a:pt x="932" y="5015"/>
                  </a:cubicBezTo>
                  <a:cubicBezTo>
                    <a:pt x="836" y="4983"/>
                    <a:pt x="772" y="4951"/>
                    <a:pt x="739" y="4919"/>
                  </a:cubicBezTo>
                  <a:cubicBezTo>
                    <a:pt x="611" y="4886"/>
                    <a:pt x="514" y="4854"/>
                    <a:pt x="418" y="4854"/>
                  </a:cubicBezTo>
                  <a:cubicBezTo>
                    <a:pt x="322" y="4854"/>
                    <a:pt x="225" y="4919"/>
                    <a:pt x="161" y="4983"/>
                  </a:cubicBezTo>
                  <a:cubicBezTo>
                    <a:pt x="97" y="5047"/>
                    <a:pt x="64" y="5144"/>
                    <a:pt x="32" y="5208"/>
                  </a:cubicBezTo>
                  <a:cubicBezTo>
                    <a:pt x="0" y="5304"/>
                    <a:pt x="0" y="5401"/>
                    <a:pt x="32" y="5497"/>
                  </a:cubicBezTo>
                  <a:cubicBezTo>
                    <a:pt x="64" y="5594"/>
                    <a:pt x="97" y="5658"/>
                    <a:pt x="193" y="5722"/>
                  </a:cubicBezTo>
                  <a:cubicBezTo>
                    <a:pt x="660" y="6072"/>
                    <a:pt x="1206" y="6264"/>
                    <a:pt x="1832" y="6296"/>
                  </a:cubicBezTo>
                  <a:lnTo>
                    <a:pt x="1832" y="6296"/>
                  </a:lnTo>
                  <a:lnTo>
                    <a:pt x="1832" y="7233"/>
                  </a:lnTo>
                  <a:cubicBezTo>
                    <a:pt x="1832" y="7394"/>
                    <a:pt x="1865" y="7490"/>
                    <a:pt x="1993" y="7522"/>
                  </a:cubicBezTo>
                  <a:cubicBezTo>
                    <a:pt x="2041" y="7554"/>
                    <a:pt x="2098" y="7571"/>
                    <a:pt x="2154" y="7571"/>
                  </a:cubicBezTo>
                  <a:cubicBezTo>
                    <a:pt x="2210" y="7571"/>
                    <a:pt x="2266" y="7554"/>
                    <a:pt x="2315" y="7522"/>
                  </a:cubicBezTo>
                  <a:cubicBezTo>
                    <a:pt x="2443" y="7458"/>
                    <a:pt x="2475" y="7362"/>
                    <a:pt x="2475" y="7233"/>
                  </a:cubicBezTo>
                  <a:lnTo>
                    <a:pt x="2475" y="6308"/>
                  </a:lnTo>
                  <a:lnTo>
                    <a:pt x="2475" y="6308"/>
                  </a:lnTo>
                  <a:cubicBezTo>
                    <a:pt x="2707" y="6295"/>
                    <a:pt x="2919" y="6252"/>
                    <a:pt x="3118" y="6172"/>
                  </a:cubicBezTo>
                  <a:cubicBezTo>
                    <a:pt x="3440" y="6076"/>
                    <a:pt x="3697" y="5883"/>
                    <a:pt x="3890" y="5626"/>
                  </a:cubicBezTo>
                  <a:cubicBezTo>
                    <a:pt x="4083" y="5369"/>
                    <a:pt x="4147" y="5079"/>
                    <a:pt x="4147" y="4726"/>
                  </a:cubicBezTo>
                  <a:cubicBezTo>
                    <a:pt x="4147" y="4501"/>
                    <a:pt x="4115" y="4308"/>
                    <a:pt x="4050" y="4147"/>
                  </a:cubicBezTo>
                  <a:cubicBezTo>
                    <a:pt x="3954" y="3986"/>
                    <a:pt x="3857" y="3858"/>
                    <a:pt x="3697" y="3729"/>
                  </a:cubicBezTo>
                  <a:cubicBezTo>
                    <a:pt x="3568" y="3633"/>
                    <a:pt x="3407" y="3536"/>
                    <a:pt x="3215" y="3472"/>
                  </a:cubicBezTo>
                  <a:cubicBezTo>
                    <a:pt x="3022" y="3408"/>
                    <a:pt x="2797" y="3311"/>
                    <a:pt x="2540" y="3247"/>
                  </a:cubicBezTo>
                  <a:lnTo>
                    <a:pt x="1897" y="3086"/>
                  </a:lnTo>
                  <a:cubicBezTo>
                    <a:pt x="1704" y="3054"/>
                    <a:pt x="1543" y="2990"/>
                    <a:pt x="1479" y="2926"/>
                  </a:cubicBezTo>
                  <a:cubicBezTo>
                    <a:pt x="1382" y="2861"/>
                    <a:pt x="1350" y="2765"/>
                    <a:pt x="1350" y="2668"/>
                  </a:cubicBezTo>
                  <a:cubicBezTo>
                    <a:pt x="1350" y="2572"/>
                    <a:pt x="1382" y="2476"/>
                    <a:pt x="1511" y="2411"/>
                  </a:cubicBezTo>
                  <a:cubicBezTo>
                    <a:pt x="1607" y="2379"/>
                    <a:pt x="1704" y="2347"/>
                    <a:pt x="1832" y="2347"/>
                  </a:cubicBezTo>
                  <a:cubicBezTo>
                    <a:pt x="1913" y="2331"/>
                    <a:pt x="1977" y="2323"/>
                    <a:pt x="2037" y="2323"/>
                  </a:cubicBezTo>
                  <a:cubicBezTo>
                    <a:pt x="2098" y="2323"/>
                    <a:pt x="2154" y="2331"/>
                    <a:pt x="2218" y="2347"/>
                  </a:cubicBezTo>
                  <a:cubicBezTo>
                    <a:pt x="2540" y="2379"/>
                    <a:pt x="2893" y="2443"/>
                    <a:pt x="3182" y="2572"/>
                  </a:cubicBezTo>
                  <a:cubicBezTo>
                    <a:pt x="3311" y="2604"/>
                    <a:pt x="3440" y="2604"/>
                    <a:pt x="3536" y="2604"/>
                  </a:cubicBezTo>
                  <a:cubicBezTo>
                    <a:pt x="3632" y="2572"/>
                    <a:pt x="3697" y="2508"/>
                    <a:pt x="3761" y="2443"/>
                  </a:cubicBezTo>
                  <a:cubicBezTo>
                    <a:pt x="3793" y="2347"/>
                    <a:pt x="3825" y="2283"/>
                    <a:pt x="3857" y="2186"/>
                  </a:cubicBezTo>
                  <a:cubicBezTo>
                    <a:pt x="3857" y="2090"/>
                    <a:pt x="3825" y="1993"/>
                    <a:pt x="3761" y="1897"/>
                  </a:cubicBezTo>
                  <a:cubicBezTo>
                    <a:pt x="3729" y="1801"/>
                    <a:pt x="3632" y="1736"/>
                    <a:pt x="3536" y="1672"/>
                  </a:cubicBezTo>
                  <a:cubicBezTo>
                    <a:pt x="3375" y="1608"/>
                    <a:pt x="3247" y="1543"/>
                    <a:pt x="3150" y="1511"/>
                  </a:cubicBezTo>
                  <a:cubicBezTo>
                    <a:pt x="3086" y="1479"/>
                    <a:pt x="2925" y="1447"/>
                    <a:pt x="2765" y="1415"/>
                  </a:cubicBezTo>
                  <a:cubicBezTo>
                    <a:pt x="2649" y="1392"/>
                    <a:pt x="2516" y="1368"/>
                    <a:pt x="2379" y="1357"/>
                  </a:cubicBezTo>
                  <a:lnTo>
                    <a:pt x="2379" y="1357"/>
                  </a:lnTo>
                  <a:lnTo>
                    <a:pt x="2379" y="322"/>
                  </a:lnTo>
                  <a:cubicBezTo>
                    <a:pt x="2379" y="225"/>
                    <a:pt x="2347" y="161"/>
                    <a:pt x="2282" y="97"/>
                  </a:cubicBezTo>
                  <a:cubicBezTo>
                    <a:pt x="2218" y="33"/>
                    <a:pt x="2154" y="0"/>
                    <a:pt x="20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5" name="Google Shape;2365;g312bfb4b743_5_798"/>
            <p:cNvSpPr/>
            <p:nvPr/>
          </p:nvSpPr>
          <p:spPr>
            <a:xfrm>
              <a:off x="5470225" y="2054275"/>
              <a:ext cx="341575" cy="341550"/>
            </a:xfrm>
            <a:custGeom>
              <a:avLst/>
              <a:gdLst/>
              <a:ahLst/>
              <a:cxnLst/>
              <a:rect l="l" t="t" r="r" b="b"/>
              <a:pathLst>
                <a:path w="13663" h="13662" extrusionOk="0">
                  <a:moveTo>
                    <a:pt x="6815" y="1"/>
                  </a:moveTo>
                  <a:cubicBezTo>
                    <a:pt x="3055" y="1"/>
                    <a:pt x="1" y="3054"/>
                    <a:pt x="1" y="6815"/>
                  </a:cubicBezTo>
                  <a:cubicBezTo>
                    <a:pt x="1" y="10608"/>
                    <a:pt x="3055" y="13662"/>
                    <a:pt x="6815" y="13662"/>
                  </a:cubicBezTo>
                  <a:cubicBezTo>
                    <a:pt x="10608" y="13662"/>
                    <a:pt x="13662" y="10608"/>
                    <a:pt x="13662" y="6815"/>
                  </a:cubicBezTo>
                  <a:cubicBezTo>
                    <a:pt x="13662" y="3054"/>
                    <a:pt x="10608" y="1"/>
                    <a:pt x="681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6" name="Google Shape;2366;g312bfb4b743_5_798"/>
            <p:cNvSpPr/>
            <p:nvPr/>
          </p:nvSpPr>
          <p:spPr>
            <a:xfrm>
              <a:off x="5464600" y="2049450"/>
              <a:ext cx="352025" cy="351200"/>
            </a:xfrm>
            <a:custGeom>
              <a:avLst/>
              <a:gdLst/>
              <a:ahLst/>
              <a:cxnLst/>
              <a:rect l="l" t="t" r="r" b="b"/>
              <a:pathLst>
                <a:path w="14081" h="14048" extrusionOk="0">
                  <a:moveTo>
                    <a:pt x="7040" y="419"/>
                  </a:moveTo>
                  <a:cubicBezTo>
                    <a:pt x="8873" y="419"/>
                    <a:pt x="10544" y="1158"/>
                    <a:pt x="11733" y="2347"/>
                  </a:cubicBezTo>
                  <a:cubicBezTo>
                    <a:pt x="12923" y="3537"/>
                    <a:pt x="13662" y="5208"/>
                    <a:pt x="13662" y="7008"/>
                  </a:cubicBezTo>
                  <a:cubicBezTo>
                    <a:pt x="13662" y="8840"/>
                    <a:pt x="12923" y="10512"/>
                    <a:pt x="11733" y="11701"/>
                  </a:cubicBezTo>
                  <a:cubicBezTo>
                    <a:pt x="10544" y="12891"/>
                    <a:pt x="8873" y="13630"/>
                    <a:pt x="7040" y="13630"/>
                  </a:cubicBezTo>
                  <a:cubicBezTo>
                    <a:pt x="5240" y="13630"/>
                    <a:pt x="3569" y="12891"/>
                    <a:pt x="2379" y="11701"/>
                  </a:cubicBezTo>
                  <a:cubicBezTo>
                    <a:pt x="1190" y="10512"/>
                    <a:pt x="451" y="8840"/>
                    <a:pt x="451" y="7008"/>
                  </a:cubicBezTo>
                  <a:cubicBezTo>
                    <a:pt x="451" y="5208"/>
                    <a:pt x="1190" y="3537"/>
                    <a:pt x="2379" y="2347"/>
                  </a:cubicBezTo>
                  <a:cubicBezTo>
                    <a:pt x="3569" y="1158"/>
                    <a:pt x="5240" y="419"/>
                    <a:pt x="7040" y="419"/>
                  </a:cubicBezTo>
                  <a:close/>
                  <a:moveTo>
                    <a:pt x="7040" y="1"/>
                  </a:moveTo>
                  <a:cubicBezTo>
                    <a:pt x="3183" y="1"/>
                    <a:pt x="1" y="3151"/>
                    <a:pt x="1" y="7008"/>
                  </a:cubicBezTo>
                  <a:cubicBezTo>
                    <a:pt x="1" y="10898"/>
                    <a:pt x="3183" y="14048"/>
                    <a:pt x="7040" y="14048"/>
                  </a:cubicBezTo>
                  <a:cubicBezTo>
                    <a:pt x="10930" y="14048"/>
                    <a:pt x="14080" y="10898"/>
                    <a:pt x="14080" y="7008"/>
                  </a:cubicBezTo>
                  <a:cubicBezTo>
                    <a:pt x="14080" y="3151"/>
                    <a:pt x="10930" y="1"/>
                    <a:pt x="70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7" name="Google Shape;2367;g312bfb4b743_5_798"/>
            <p:cNvSpPr/>
            <p:nvPr/>
          </p:nvSpPr>
          <p:spPr>
            <a:xfrm>
              <a:off x="5514425" y="2098475"/>
              <a:ext cx="253175" cy="253175"/>
            </a:xfrm>
            <a:custGeom>
              <a:avLst/>
              <a:gdLst/>
              <a:ahLst/>
              <a:cxnLst/>
              <a:rect l="l" t="t" r="r" b="b"/>
              <a:pathLst>
                <a:path w="10127" h="10127" extrusionOk="0">
                  <a:moveTo>
                    <a:pt x="5047" y="1"/>
                  </a:moveTo>
                  <a:cubicBezTo>
                    <a:pt x="2251" y="1"/>
                    <a:pt x="1" y="2251"/>
                    <a:pt x="1" y="5047"/>
                  </a:cubicBezTo>
                  <a:cubicBezTo>
                    <a:pt x="1" y="7876"/>
                    <a:pt x="2251" y="10126"/>
                    <a:pt x="5047" y="10126"/>
                  </a:cubicBezTo>
                  <a:cubicBezTo>
                    <a:pt x="7876" y="10126"/>
                    <a:pt x="10126" y="7876"/>
                    <a:pt x="10126" y="5047"/>
                  </a:cubicBezTo>
                  <a:cubicBezTo>
                    <a:pt x="10126" y="2251"/>
                    <a:pt x="7876" y="1"/>
                    <a:pt x="504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8" name="Google Shape;2368;g312bfb4b743_5_798"/>
            <p:cNvSpPr/>
            <p:nvPr/>
          </p:nvSpPr>
          <p:spPr>
            <a:xfrm>
              <a:off x="5508800" y="2092850"/>
              <a:ext cx="264425" cy="264425"/>
            </a:xfrm>
            <a:custGeom>
              <a:avLst/>
              <a:gdLst/>
              <a:ahLst/>
              <a:cxnLst/>
              <a:rect l="l" t="t" r="r" b="b"/>
              <a:pathLst>
                <a:path w="10577" h="10577" extrusionOk="0">
                  <a:moveTo>
                    <a:pt x="5272" y="418"/>
                  </a:moveTo>
                  <a:cubicBezTo>
                    <a:pt x="6622" y="418"/>
                    <a:pt x="7844" y="965"/>
                    <a:pt x="8712" y="1865"/>
                  </a:cubicBezTo>
                  <a:cubicBezTo>
                    <a:pt x="9612" y="2733"/>
                    <a:pt x="10158" y="3954"/>
                    <a:pt x="10158" y="5272"/>
                  </a:cubicBezTo>
                  <a:cubicBezTo>
                    <a:pt x="10158" y="6622"/>
                    <a:pt x="9612" y="7844"/>
                    <a:pt x="8712" y="8712"/>
                  </a:cubicBezTo>
                  <a:cubicBezTo>
                    <a:pt x="7844" y="9612"/>
                    <a:pt x="6622" y="10158"/>
                    <a:pt x="5272" y="10158"/>
                  </a:cubicBezTo>
                  <a:cubicBezTo>
                    <a:pt x="3954" y="10158"/>
                    <a:pt x="2733" y="9612"/>
                    <a:pt x="1865" y="8712"/>
                  </a:cubicBezTo>
                  <a:cubicBezTo>
                    <a:pt x="965" y="7844"/>
                    <a:pt x="419" y="6622"/>
                    <a:pt x="419" y="5272"/>
                  </a:cubicBezTo>
                  <a:cubicBezTo>
                    <a:pt x="419" y="3954"/>
                    <a:pt x="965" y="2733"/>
                    <a:pt x="1865" y="1865"/>
                  </a:cubicBezTo>
                  <a:cubicBezTo>
                    <a:pt x="2733" y="965"/>
                    <a:pt x="3954" y="418"/>
                    <a:pt x="5272" y="418"/>
                  </a:cubicBezTo>
                  <a:close/>
                  <a:moveTo>
                    <a:pt x="5272" y="1"/>
                  </a:moveTo>
                  <a:cubicBezTo>
                    <a:pt x="2379" y="1"/>
                    <a:pt x="1" y="2379"/>
                    <a:pt x="1" y="5272"/>
                  </a:cubicBezTo>
                  <a:cubicBezTo>
                    <a:pt x="1" y="8197"/>
                    <a:pt x="2379" y="10576"/>
                    <a:pt x="5272" y="10576"/>
                  </a:cubicBezTo>
                  <a:cubicBezTo>
                    <a:pt x="8198" y="10576"/>
                    <a:pt x="10576" y="8197"/>
                    <a:pt x="10576" y="5272"/>
                  </a:cubicBezTo>
                  <a:cubicBezTo>
                    <a:pt x="10576" y="2379"/>
                    <a:pt x="8198" y="1"/>
                    <a:pt x="52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9" name="Google Shape;2369;g312bfb4b743_5_798"/>
            <p:cNvSpPr/>
            <p:nvPr/>
          </p:nvSpPr>
          <p:spPr>
            <a:xfrm>
              <a:off x="5589175" y="2127400"/>
              <a:ext cx="103675" cy="189475"/>
            </a:xfrm>
            <a:custGeom>
              <a:avLst/>
              <a:gdLst/>
              <a:ahLst/>
              <a:cxnLst/>
              <a:rect l="l" t="t" r="r" b="b"/>
              <a:pathLst>
                <a:path w="4147" h="7579" extrusionOk="0">
                  <a:moveTo>
                    <a:pt x="2057" y="1"/>
                  </a:moveTo>
                  <a:cubicBezTo>
                    <a:pt x="1993" y="1"/>
                    <a:pt x="1897" y="33"/>
                    <a:pt x="1832" y="97"/>
                  </a:cubicBezTo>
                  <a:cubicBezTo>
                    <a:pt x="1768" y="161"/>
                    <a:pt x="1736" y="226"/>
                    <a:pt x="1736" y="354"/>
                  </a:cubicBezTo>
                  <a:lnTo>
                    <a:pt x="1736" y="1351"/>
                  </a:lnTo>
                  <a:lnTo>
                    <a:pt x="1736" y="1351"/>
                  </a:lnTo>
                  <a:cubicBezTo>
                    <a:pt x="1278" y="1377"/>
                    <a:pt x="892" y="1479"/>
                    <a:pt x="579" y="1672"/>
                  </a:cubicBezTo>
                  <a:cubicBezTo>
                    <a:pt x="193" y="1929"/>
                    <a:pt x="0" y="2283"/>
                    <a:pt x="0" y="2765"/>
                  </a:cubicBezTo>
                  <a:cubicBezTo>
                    <a:pt x="0" y="2958"/>
                    <a:pt x="0" y="3119"/>
                    <a:pt x="64" y="3247"/>
                  </a:cubicBezTo>
                  <a:cubicBezTo>
                    <a:pt x="97" y="3408"/>
                    <a:pt x="161" y="3504"/>
                    <a:pt x="257" y="3601"/>
                  </a:cubicBezTo>
                  <a:cubicBezTo>
                    <a:pt x="322" y="3697"/>
                    <a:pt x="450" y="3794"/>
                    <a:pt x="611" y="3890"/>
                  </a:cubicBezTo>
                  <a:cubicBezTo>
                    <a:pt x="772" y="3954"/>
                    <a:pt x="900" y="4019"/>
                    <a:pt x="1061" y="4083"/>
                  </a:cubicBezTo>
                  <a:cubicBezTo>
                    <a:pt x="1222" y="4147"/>
                    <a:pt x="1415" y="4212"/>
                    <a:pt x="1672" y="4276"/>
                  </a:cubicBezTo>
                  <a:lnTo>
                    <a:pt x="2315" y="4437"/>
                  </a:lnTo>
                  <a:cubicBezTo>
                    <a:pt x="2507" y="4501"/>
                    <a:pt x="2636" y="4565"/>
                    <a:pt x="2732" y="4630"/>
                  </a:cubicBezTo>
                  <a:cubicBezTo>
                    <a:pt x="2861" y="4726"/>
                    <a:pt x="2893" y="4790"/>
                    <a:pt x="2893" y="4887"/>
                  </a:cubicBezTo>
                  <a:cubicBezTo>
                    <a:pt x="2893" y="4983"/>
                    <a:pt x="2861" y="5080"/>
                    <a:pt x="2797" y="5144"/>
                  </a:cubicBezTo>
                  <a:cubicBezTo>
                    <a:pt x="2732" y="5208"/>
                    <a:pt x="2636" y="5240"/>
                    <a:pt x="2540" y="5272"/>
                  </a:cubicBezTo>
                  <a:cubicBezTo>
                    <a:pt x="2443" y="5305"/>
                    <a:pt x="2347" y="5337"/>
                    <a:pt x="2218" y="5337"/>
                  </a:cubicBezTo>
                  <a:lnTo>
                    <a:pt x="1897" y="5337"/>
                  </a:lnTo>
                  <a:cubicBezTo>
                    <a:pt x="1768" y="5337"/>
                    <a:pt x="1607" y="5305"/>
                    <a:pt x="1479" y="5272"/>
                  </a:cubicBezTo>
                  <a:cubicBezTo>
                    <a:pt x="1350" y="5240"/>
                    <a:pt x="1254" y="5208"/>
                    <a:pt x="1190" y="5176"/>
                  </a:cubicBezTo>
                  <a:cubicBezTo>
                    <a:pt x="1093" y="5144"/>
                    <a:pt x="1029" y="5080"/>
                    <a:pt x="932" y="5047"/>
                  </a:cubicBezTo>
                  <a:cubicBezTo>
                    <a:pt x="836" y="4983"/>
                    <a:pt x="772" y="4951"/>
                    <a:pt x="739" y="4951"/>
                  </a:cubicBezTo>
                  <a:cubicBezTo>
                    <a:pt x="611" y="4887"/>
                    <a:pt x="514" y="4855"/>
                    <a:pt x="418" y="4855"/>
                  </a:cubicBezTo>
                  <a:cubicBezTo>
                    <a:pt x="322" y="4887"/>
                    <a:pt x="225" y="4919"/>
                    <a:pt x="161" y="4983"/>
                  </a:cubicBezTo>
                  <a:cubicBezTo>
                    <a:pt x="97" y="5047"/>
                    <a:pt x="64" y="5144"/>
                    <a:pt x="32" y="5240"/>
                  </a:cubicBezTo>
                  <a:cubicBezTo>
                    <a:pt x="0" y="5305"/>
                    <a:pt x="0" y="5401"/>
                    <a:pt x="32" y="5497"/>
                  </a:cubicBezTo>
                  <a:cubicBezTo>
                    <a:pt x="64" y="5594"/>
                    <a:pt x="97" y="5690"/>
                    <a:pt x="193" y="5755"/>
                  </a:cubicBezTo>
                  <a:cubicBezTo>
                    <a:pt x="660" y="6076"/>
                    <a:pt x="1206" y="6264"/>
                    <a:pt x="1832" y="6320"/>
                  </a:cubicBezTo>
                  <a:lnTo>
                    <a:pt x="1832" y="6320"/>
                  </a:lnTo>
                  <a:lnTo>
                    <a:pt x="1832" y="7233"/>
                  </a:lnTo>
                  <a:cubicBezTo>
                    <a:pt x="1832" y="7394"/>
                    <a:pt x="1865" y="7490"/>
                    <a:pt x="1993" y="7555"/>
                  </a:cubicBezTo>
                  <a:cubicBezTo>
                    <a:pt x="2041" y="7571"/>
                    <a:pt x="2098" y="7579"/>
                    <a:pt x="2154" y="7579"/>
                  </a:cubicBezTo>
                  <a:cubicBezTo>
                    <a:pt x="2210" y="7579"/>
                    <a:pt x="2266" y="7571"/>
                    <a:pt x="2315" y="7555"/>
                  </a:cubicBezTo>
                  <a:cubicBezTo>
                    <a:pt x="2443" y="7490"/>
                    <a:pt x="2475" y="7394"/>
                    <a:pt x="2475" y="7233"/>
                  </a:cubicBezTo>
                  <a:lnTo>
                    <a:pt x="2475" y="6316"/>
                  </a:lnTo>
                  <a:lnTo>
                    <a:pt x="2475" y="6316"/>
                  </a:lnTo>
                  <a:cubicBezTo>
                    <a:pt x="2707" y="6295"/>
                    <a:pt x="2919" y="6252"/>
                    <a:pt x="3118" y="6172"/>
                  </a:cubicBezTo>
                  <a:cubicBezTo>
                    <a:pt x="3440" y="6076"/>
                    <a:pt x="3697" y="5883"/>
                    <a:pt x="3890" y="5658"/>
                  </a:cubicBezTo>
                  <a:cubicBezTo>
                    <a:pt x="4083" y="5401"/>
                    <a:pt x="4147" y="5080"/>
                    <a:pt x="4147" y="4726"/>
                  </a:cubicBezTo>
                  <a:cubicBezTo>
                    <a:pt x="4147" y="4501"/>
                    <a:pt x="4115" y="4308"/>
                    <a:pt x="4050" y="4147"/>
                  </a:cubicBezTo>
                  <a:cubicBezTo>
                    <a:pt x="3954" y="3987"/>
                    <a:pt x="3857" y="3858"/>
                    <a:pt x="3697" y="3762"/>
                  </a:cubicBezTo>
                  <a:cubicBezTo>
                    <a:pt x="3568" y="3633"/>
                    <a:pt x="3407" y="3537"/>
                    <a:pt x="3215" y="3472"/>
                  </a:cubicBezTo>
                  <a:cubicBezTo>
                    <a:pt x="3022" y="3408"/>
                    <a:pt x="2797" y="3344"/>
                    <a:pt x="2540" y="3247"/>
                  </a:cubicBezTo>
                  <a:lnTo>
                    <a:pt x="1897" y="3087"/>
                  </a:lnTo>
                  <a:cubicBezTo>
                    <a:pt x="1704" y="3054"/>
                    <a:pt x="1543" y="2990"/>
                    <a:pt x="1479" y="2926"/>
                  </a:cubicBezTo>
                  <a:cubicBezTo>
                    <a:pt x="1382" y="2862"/>
                    <a:pt x="1350" y="2797"/>
                    <a:pt x="1350" y="2669"/>
                  </a:cubicBezTo>
                  <a:cubicBezTo>
                    <a:pt x="1350" y="2572"/>
                    <a:pt x="1382" y="2508"/>
                    <a:pt x="1511" y="2444"/>
                  </a:cubicBezTo>
                  <a:cubicBezTo>
                    <a:pt x="1607" y="2379"/>
                    <a:pt x="1704" y="2347"/>
                    <a:pt x="1832" y="2347"/>
                  </a:cubicBezTo>
                  <a:lnTo>
                    <a:pt x="2218" y="2347"/>
                  </a:lnTo>
                  <a:cubicBezTo>
                    <a:pt x="2540" y="2379"/>
                    <a:pt x="2893" y="2476"/>
                    <a:pt x="3182" y="2572"/>
                  </a:cubicBezTo>
                  <a:cubicBezTo>
                    <a:pt x="3273" y="2595"/>
                    <a:pt x="3364" y="2618"/>
                    <a:pt x="3444" y="2618"/>
                  </a:cubicBezTo>
                  <a:cubicBezTo>
                    <a:pt x="3477" y="2618"/>
                    <a:pt x="3508" y="2614"/>
                    <a:pt x="3536" y="2604"/>
                  </a:cubicBezTo>
                  <a:cubicBezTo>
                    <a:pt x="3632" y="2572"/>
                    <a:pt x="3697" y="2540"/>
                    <a:pt x="3761" y="2444"/>
                  </a:cubicBezTo>
                  <a:cubicBezTo>
                    <a:pt x="3793" y="2379"/>
                    <a:pt x="3825" y="2283"/>
                    <a:pt x="3857" y="2187"/>
                  </a:cubicBezTo>
                  <a:cubicBezTo>
                    <a:pt x="3857" y="2090"/>
                    <a:pt x="3825" y="1994"/>
                    <a:pt x="3761" y="1897"/>
                  </a:cubicBezTo>
                  <a:cubicBezTo>
                    <a:pt x="3729" y="1801"/>
                    <a:pt x="3632" y="1737"/>
                    <a:pt x="3536" y="1672"/>
                  </a:cubicBezTo>
                  <a:cubicBezTo>
                    <a:pt x="3375" y="1608"/>
                    <a:pt x="3247" y="1576"/>
                    <a:pt x="3150" y="1544"/>
                  </a:cubicBezTo>
                  <a:cubicBezTo>
                    <a:pt x="3086" y="1512"/>
                    <a:pt x="2925" y="1447"/>
                    <a:pt x="2765" y="1415"/>
                  </a:cubicBezTo>
                  <a:cubicBezTo>
                    <a:pt x="2649" y="1392"/>
                    <a:pt x="2516" y="1369"/>
                    <a:pt x="2379" y="1358"/>
                  </a:cubicBezTo>
                  <a:lnTo>
                    <a:pt x="2379" y="1358"/>
                  </a:lnTo>
                  <a:lnTo>
                    <a:pt x="2379" y="354"/>
                  </a:lnTo>
                  <a:cubicBezTo>
                    <a:pt x="2379" y="226"/>
                    <a:pt x="2347" y="161"/>
                    <a:pt x="2282" y="97"/>
                  </a:cubicBezTo>
                  <a:cubicBezTo>
                    <a:pt x="2218" y="33"/>
                    <a:pt x="2154" y="1"/>
                    <a:pt x="20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0" name="Google Shape;2370;g312bfb4b743_5_798"/>
            <p:cNvSpPr/>
            <p:nvPr/>
          </p:nvSpPr>
          <p:spPr>
            <a:xfrm>
              <a:off x="5070850" y="2818525"/>
              <a:ext cx="197700" cy="144500"/>
            </a:xfrm>
            <a:custGeom>
              <a:avLst/>
              <a:gdLst/>
              <a:ahLst/>
              <a:cxnLst/>
              <a:rect l="l" t="t" r="r" b="b"/>
              <a:pathLst>
                <a:path w="7908" h="5780" extrusionOk="0">
                  <a:moveTo>
                    <a:pt x="7467" y="0"/>
                  </a:moveTo>
                  <a:cubicBezTo>
                    <a:pt x="5221" y="0"/>
                    <a:pt x="0" y="3825"/>
                    <a:pt x="0" y="3825"/>
                  </a:cubicBezTo>
                  <a:cubicBezTo>
                    <a:pt x="0" y="3825"/>
                    <a:pt x="579" y="4597"/>
                    <a:pt x="1286" y="5143"/>
                  </a:cubicBezTo>
                  <a:cubicBezTo>
                    <a:pt x="1752" y="5468"/>
                    <a:pt x="2475" y="5780"/>
                    <a:pt x="3187" y="5780"/>
                  </a:cubicBezTo>
                  <a:cubicBezTo>
                    <a:pt x="3603" y="5780"/>
                    <a:pt x="4016" y="5673"/>
                    <a:pt x="4372" y="5400"/>
                  </a:cubicBezTo>
                  <a:cubicBezTo>
                    <a:pt x="5336" y="4693"/>
                    <a:pt x="5818" y="3054"/>
                    <a:pt x="5818" y="3054"/>
                  </a:cubicBezTo>
                  <a:cubicBezTo>
                    <a:pt x="5818" y="3054"/>
                    <a:pt x="6911" y="3054"/>
                    <a:pt x="7200" y="3022"/>
                  </a:cubicBezTo>
                  <a:cubicBezTo>
                    <a:pt x="7490" y="3022"/>
                    <a:pt x="7908" y="64"/>
                    <a:pt x="7908" y="64"/>
                  </a:cubicBezTo>
                  <a:cubicBezTo>
                    <a:pt x="7779" y="21"/>
                    <a:pt x="7630" y="0"/>
                    <a:pt x="746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1" name="Google Shape;2371;g312bfb4b743_5_798"/>
            <p:cNvSpPr/>
            <p:nvPr/>
          </p:nvSpPr>
          <p:spPr>
            <a:xfrm>
              <a:off x="5063600" y="2813700"/>
              <a:ext cx="210575" cy="154300"/>
            </a:xfrm>
            <a:custGeom>
              <a:avLst/>
              <a:gdLst/>
              <a:ahLst/>
              <a:cxnLst/>
              <a:rect l="l" t="t" r="r" b="b"/>
              <a:pathLst>
                <a:path w="8423" h="6172" extrusionOk="0">
                  <a:moveTo>
                    <a:pt x="7748" y="418"/>
                  </a:moveTo>
                  <a:cubicBezTo>
                    <a:pt x="7828" y="418"/>
                    <a:pt x="7901" y="426"/>
                    <a:pt x="7965" y="438"/>
                  </a:cubicBezTo>
                  <a:lnTo>
                    <a:pt x="7965" y="438"/>
                  </a:lnTo>
                  <a:cubicBezTo>
                    <a:pt x="7950" y="513"/>
                    <a:pt x="7931" y="604"/>
                    <a:pt x="7908" y="707"/>
                  </a:cubicBezTo>
                  <a:cubicBezTo>
                    <a:pt x="7844" y="1125"/>
                    <a:pt x="7748" y="1736"/>
                    <a:pt x="7619" y="2250"/>
                  </a:cubicBezTo>
                  <a:cubicBezTo>
                    <a:pt x="7587" y="2507"/>
                    <a:pt x="7523" y="2732"/>
                    <a:pt x="7458" y="2893"/>
                  </a:cubicBezTo>
                  <a:cubicBezTo>
                    <a:pt x="7435" y="2940"/>
                    <a:pt x="7428" y="2988"/>
                    <a:pt x="7414" y="3022"/>
                  </a:cubicBezTo>
                  <a:lnTo>
                    <a:pt x="7414" y="3022"/>
                  </a:lnTo>
                  <a:cubicBezTo>
                    <a:pt x="7042" y="3026"/>
                    <a:pt x="6076" y="3054"/>
                    <a:pt x="6076" y="3054"/>
                  </a:cubicBezTo>
                  <a:lnTo>
                    <a:pt x="5947" y="3054"/>
                  </a:lnTo>
                  <a:lnTo>
                    <a:pt x="5883" y="3215"/>
                  </a:lnTo>
                  <a:lnTo>
                    <a:pt x="5883" y="3279"/>
                  </a:lnTo>
                  <a:cubicBezTo>
                    <a:pt x="5787" y="3568"/>
                    <a:pt x="5305" y="4854"/>
                    <a:pt x="4533" y="5433"/>
                  </a:cubicBezTo>
                  <a:cubicBezTo>
                    <a:pt x="4244" y="5658"/>
                    <a:pt x="3858" y="5754"/>
                    <a:pt x="3472" y="5754"/>
                  </a:cubicBezTo>
                  <a:cubicBezTo>
                    <a:pt x="2829" y="5754"/>
                    <a:pt x="2122" y="5465"/>
                    <a:pt x="1704" y="5143"/>
                  </a:cubicBezTo>
                  <a:cubicBezTo>
                    <a:pt x="1383" y="4886"/>
                    <a:pt x="1062" y="4565"/>
                    <a:pt x="836" y="4307"/>
                  </a:cubicBezTo>
                  <a:cubicBezTo>
                    <a:pt x="727" y="4226"/>
                    <a:pt x="665" y="4121"/>
                    <a:pt x="609" y="4051"/>
                  </a:cubicBezTo>
                  <a:lnTo>
                    <a:pt x="609" y="4051"/>
                  </a:lnTo>
                  <a:cubicBezTo>
                    <a:pt x="620" y="4041"/>
                    <a:pt x="632" y="4030"/>
                    <a:pt x="644" y="4018"/>
                  </a:cubicBezTo>
                  <a:cubicBezTo>
                    <a:pt x="1158" y="3665"/>
                    <a:pt x="2476" y="2765"/>
                    <a:pt x="3890" y="1929"/>
                  </a:cubicBezTo>
                  <a:cubicBezTo>
                    <a:pt x="4597" y="1543"/>
                    <a:pt x="5337" y="1157"/>
                    <a:pt x="6012" y="868"/>
                  </a:cubicBezTo>
                  <a:cubicBezTo>
                    <a:pt x="6687" y="579"/>
                    <a:pt x="7298" y="418"/>
                    <a:pt x="7748" y="418"/>
                  </a:cubicBezTo>
                  <a:close/>
                  <a:moveTo>
                    <a:pt x="7748" y="0"/>
                  </a:moveTo>
                  <a:cubicBezTo>
                    <a:pt x="7137" y="0"/>
                    <a:pt x="6365" y="257"/>
                    <a:pt x="5530" y="611"/>
                  </a:cubicBezTo>
                  <a:cubicBezTo>
                    <a:pt x="3087" y="1704"/>
                    <a:pt x="194" y="3857"/>
                    <a:pt x="161" y="3857"/>
                  </a:cubicBezTo>
                  <a:lnTo>
                    <a:pt x="1" y="3986"/>
                  </a:lnTo>
                  <a:lnTo>
                    <a:pt x="129" y="4147"/>
                  </a:lnTo>
                  <a:cubicBezTo>
                    <a:pt x="129" y="4147"/>
                    <a:pt x="708" y="4918"/>
                    <a:pt x="1447" y="5497"/>
                  </a:cubicBezTo>
                  <a:cubicBezTo>
                    <a:pt x="1962" y="5850"/>
                    <a:pt x="2701" y="6172"/>
                    <a:pt x="3472" y="6172"/>
                  </a:cubicBezTo>
                  <a:cubicBezTo>
                    <a:pt x="3954" y="6172"/>
                    <a:pt x="4405" y="6075"/>
                    <a:pt x="4790" y="5786"/>
                  </a:cubicBezTo>
                  <a:cubicBezTo>
                    <a:pt x="5337" y="5368"/>
                    <a:pt x="5690" y="4758"/>
                    <a:pt x="5947" y="4243"/>
                  </a:cubicBezTo>
                  <a:cubicBezTo>
                    <a:pt x="6089" y="3920"/>
                    <a:pt x="6192" y="3635"/>
                    <a:pt x="6249" y="3468"/>
                  </a:cubicBezTo>
                  <a:lnTo>
                    <a:pt x="6249" y="3468"/>
                  </a:lnTo>
                  <a:cubicBezTo>
                    <a:pt x="6560" y="3459"/>
                    <a:pt x="7290" y="3440"/>
                    <a:pt x="7490" y="3440"/>
                  </a:cubicBezTo>
                  <a:cubicBezTo>
                    <a:pt x="7619" y="3440"/>
                    <a:pt x="7683" y="3375"/>
                    <a:pt x="7715" y="3343"/>
                  </a:cubicBezTo>
                  <a:cubicBezTo>
                    <a:pt x="7780" y="3247"/>
                    <a:pt x="7812" y="3150"/>
                    <a:pt x="7844" y="3054"/>
                  </a:cubicBezTo>
                  <a:cubicBezTo>
                    <a:pt x="8005" y="2668"/>
                    <a:pt x="8133" y="1993"/>
                    <a:pt x="8230" y="1382"/>
                  </a:cubicBezTo>
                  <a:cubicBezTo>
                    <a:pt x="8326" y="804"/>
                    <a:pt x="8423" y="289"/>
                    <a:pt x="8423" y="289"/>
                  </a:cubicBezTo>
                  <a:lnTo>
                    <a:pt x="8423" y="129"/>
                  </a:lnTo>
                  <a:lnTo>
                    <a:pt x="8262" y="64"/>
                  </a:lnTo>
                  <a:cubicBezTo>
                    <a:pt x="8101" y="0"/>
                    <a:pt x="7940" y="0"/>
                    <a:pt x="77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2" name="Google Shape;2372;g312bfb4b743_5_798"/>
            <p:cNvSpPr/>
            <p:nvPr/>
          </p:nvSpPr>
          <p:spPr>
            <a:xfrm>
              <a:off x="5134325" y="3466225"/>
              <a:ext cx="366475" cy="166375"/>
            </a:xfrm>
            <a:custGeom>
              <a:avLst/>
              <a:gdLst/>
              <a:ahLst/>
              <a:cxnLst/>
              <a:rect l="l" t="t" r="r" b="b"/>
              <a:pathLst>
                <a:path w="14659" h="6655" extrusionOk="0">
                  <a:moveTo>
                    <a:pt x="0" y="0"/>
                  </a:moveTo>
                  <a:lnTo>
                    <a:pt x="193" y="5465"/>
                  </a:lnTo>
                  <a:cubicBezTo>
                    <a:pt x="193" y="5465"/>
                    <a:pt x="7991" y="6655"/>
                    <a:pt x="8719" y="6655"/>
                  </a:cubicBezTo>
                  <a:cubicBezTo>
                    <a:pt x="8728" y="6655"/>
                    <a:pt x="8737" y="6655"/>
                    <a:pt x="8744" y="6654"/>
                  </a:cubicBezTo>
                  <a:cubicBezTo>
                    <a:pt x="9322" y="6654"/>
                    <a:pt x="11669" y="5690"/>
                    <a:pt x="12376" y="5529"/>
                  </a:cubicBezTo>
                  <a:cubicBezTo>
                    <a:pt x="13083" y="5369"/>
                    <a:pt x="14658" y="4083"/>
                    <a:pt x="14658" y="4083"/>
                  </a:cubicBezTo>
                  <a:lnTo>
                    <a:pt x="14658" y="4083"/>
                  </a:lnTo>
                  <a:lnTo>
                    <a:pt x="7715" y="4179"/>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3" name="Google Shape;2373;g312bfb4b743_5_798"/>
            <p:cNvSpPr/>
            <p:nvPr/>
          </p:nvSpPr>
          <p:spPr>
            <a:xfrm>
              <a:off x="5128700" y="3457375"/>
              <a:ext cx="387375" cy="180850"/>
            </a:xfrm>
            <a:custGeom>
              <a:avLst/>
              <a:gdLst/>
              <a:ahLst/>
              <a:cxnLst/>
              <a:rect l="l" t="t" r="r" b="b"/>
              <a:pathLst>
                <a:path w="15495" h="7234" extrusionOk="0">
                  <a:moveTo>
                    <a:pt x="450" y="708"/>
                  </a:moveTo>
                  <a:lnTo>
                    <a:pt x="7908" y="4726"/>
                  </a:lnTo>
                  <a:lnTo>
                    <a:pt x="14229" y="4668"/>
                  </a:lnTo>
                  <a:lnTo>
                    <a:pt x="14229" y="4668"/>
                  </a:lnTo>
                  <a:cubicBezTo>
                    <a:pt x="14015" y="4823"/>
                    <a:pt x="13766" y="5000"/>
                    <a:pt x="13501" y="5176"/>
                  </a:cubicBezTo>
                  <a:cubicBezTo>
                    <a:pt x="13147" y="5433"/>
                    <a:pt x="12762" y="5626"/>
                    <a:pt x="12569" y="5690"/>
                  </a:cubicBezTo>
                  <a:cubicBezTo>
                    <a:pt x="12183" y="5755"/>
                    <a:pt x="11412" y="6044"/>
                    <a:pt x="10672" y="6301"/>
                  </a:cubicBezTo>
                  <a:cubicBezTo>
                    <a:pt x="10287" y="6430"/>
                    <a:pt x="9933" y="6558"/>
                    <a:pt x="9612" y="6655"/>
                  </a:cubicBezTo>
                  <a:cubicBezTo>
                    <a:pt x="9322" y="6751"/>
                    <a:pt x="9065" y="6816"/>
                    <a:pt x="8969" y="6816"/>
                  </a:cubicBezTo>
                  <a:cubicBezTo>
                    <a:pt x="8937" y="6816"/>
                    <a:pt x="8744" y="6783"/>
                    <a:pt x="8454" y="6751"/>
                  </a:cubicBezTo>
                  <a:cubicBezTo>
                    <a:pt x="7490" y="6655"/>
                    <a:pt x="5497" y="6333"/>
                    <a:pt x="3729" y="6076"/>
                  </a:cubicBezTo>
                  <a:cubicBezTo>
                    <a:pt x="2829" y="5948"/>
                    <a:pt x="2026" y="5851"/>
                    <a:pt x="1415" y="5755"/>
                  </a:cubicBezTo>
                  <a:cubicBezTo>
                    <a:pt x="1055" y="5695"/>
                    <a:pt x="770" y="5647"/>
                    <a:pt x="606" y="5620"/>
                  </a:cubicBezTo>
                  <a:lnTo>
                    <a:pt x="606" y="5620"/>
                  </a:lnTo>
                  <a:lnTo>
                    <a:pt x="450" y="708"/>
                  </a:lnTo>
                  <a:close/>
                  <a:moveTo>
                    <a:pt x="0" y="1"/>
                  </a:moveTo>
                  <a:lnTo>
                    <a:pt x="193" y="5980"/>
                  </a:lnTo>
                  <a:lnTo>
                    <a:pt x="386" y="6012"/>
                  </a:lnTo>
                  <a:cubicBezTo>
                    <a:pt x="386" y="6012"/>
                    <a:pt x="2347" y="6333"/>
                    <a:pt x="4436" y="6623"/>
                  </a:cubicBezTo>
                  <a:cubicBezTo>
                    <a:pt x="5465" y="6783"/>
                    <a:pt x="6494" y="6912"/>
                    <a:pt x="7329" y="7041"/>
                  </a:cubicBezTo>
                  <a:cubicBezTo>
                    <a:pt x="7747" y="7105"/>
                    <a:pt x="8133" y="7137"/>
                    <a:pt x="8390" y="7169"/>
                  </a:cubicBezTo>
                  <a:cubicBezTo>
                    <a:pt x="8679" y="7201"/>
                    <a:pt x="8872" y="7233"/>
                    <a:pt x="8969" y="7233"/>
                  </a:cubicBezTo>
                  <a:lnTo>
                    <a:pt x="9001" y="7233"/>
                  </a:lnTo>
                  <a:cubicBezTo>
                    <a:pt x="9162" y="7233"/>
                    <a:pt x="9419" y="7169"/>
                    <a:pt x="9740" y="7073"/>
                  </a:cubicBezTo>
                  <a:cubicBezTo>
                    <a:pt x="10222" y="6912"/>
                    <a:pt x="10833" y="6687"/>
                    <a:pt x="11380" y="6494"/>
                  </a:cubicBezTo>
                  <a:cubicBezTo>
                    <a:pt x="11926" y="6301"/>
                    <a:pt x="12408" y="6140"/>
                    <a:pt x="12633" y="6108"/>
                  </a:cubicBezTo>
                  <a:cubicBezTo>
                    <a:pt x="12858" y="6044"/>
                    <a:pt x="13115" y="5915"/>
                    <a:pt x="13340" y="5787"/>
                  </a:cubicBezTo>
                  <a:cubicBezTo>
                    <a:pt x="14112" y="5337"/>
                    <a:pt x="15012" y="4598"/>
                    <a:pt x="15012" y="4598"/>
                  </a:cubicBezTo>
                  <a:lnTo>
                    <a:pt x="15494" y="4212"/>
                  </a:lnTo>
                  <a:lnTo>
                    <a:pt x="8004" y="430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4" name="Google Shape;2374;g312bfb4b743_5_798"/>
            <p:cNvSpPr/>
            <p:nvPr/>
          </p:nvSpPr>
          <p:spPr>
            <a:xfrm>
              <a:off x="5301475" y="3568275"/>
              <a:ext cx="199325" cy="64325"/>
            </a:xfrm>
            <a:custGeom>
              <a:avLst/>
              <a:gdLst/>
              <a:ahLst/>
              <a:cxnLst/>
              <a:rect l="l" t="t" r="r" b="b"/>
              <a:pathLst>
                <a:path w="7973" h="2573" extrusionOk="0">
                  <a:moveTo>
                    <a:pt x="7972" y="1"/>
                  </a:moveTo>
                  <a:lnTo>
                    <a:pt x="1029" y="97"/>
                  </a:lnTo>
                  <a:cubicBezTo>
                    <a:pt x="1029" y="97"/>
                    <a:pt x="0" y="451"/>
                    <a:pt x="97" y="1512"/>
                  </a:cubicBezTo>
                  <a:cubicBezTo>
                    <a:pt x="129" y="1865"/>
                    <a:pt x="386" y="2187"/>
                    <a:pt x="708" y="2412"/>
                  </a:cubicBezTo>
                  <a:cubicBezTo>
                    <a:pt x="1415" y="2508"/>
                    <a:pt x="1929" y="2572"/>
                    <a:pt x="2058" y="2572"/>
                  </a:cubicBezTo>
                  <a:cubicBezTo>
                    <a:pt x="2636" y="2572"/>
                    <a:pt x="4983" y="1608"/>
                    <a:pt x="5690" y="1447"/>
                  </a:cubicBezTo>
                  <a:cubicBezTo>
                    <a:pt x="6397" y="1287"/>
                    <a:pt x="7972" y="1"/>
                    <a:pt x="797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5" name="Google Shape;2375;g312bfb4b743_5_798"/>
            <p:cNvSpPr/>
            <p:nvPr/>
          </p:nvSpPr>
          <p:spPr>
            <a:xfrm>
              <a:off x="5298250" y="3562650"/>
              <a:ext cx="217825" cy="75575"/>
            </a:xfrm>
            <a:custGeom>
              <a:avLst/>
              <a:gdLst/>
              <a:ahLst/>
              <a:cxnLst/>
              <a:rect l="l" t="t" r="r" b="b"/>
              <a:pathLst>
                <a:path w="8713" h="3023" extrusionOk="0">
                  <a:moveTo>
                    <a:pt x="7446" y="457"/>
                  </a:moveTo>
                  <a:cubicBezTo>
                    <a:pt x="7233" y="612"/>
                    <a:pt x="6984" y="789"/>
                    <a:pt x="6719" y="965"/>
                  </a:cubicBezTo>
                  <a:cubicBezTo>
                    <a:pt x="6365" y="1222"/>
                    <a:pt x="5980" y="1415"/>
                    <a:pt x="5787" y="1479"/>
                  </a:cubicBezTo>
                  <a:cubicBezTo>
                    <a:pt x="5401" y="1544"/>
                    <a:pt x="4630" y="1833"/>
                    <a:pt x="3890" y="2090"/>
                  </a:cubicBezTo>
                  <a:cubicBezTo>
                    <a:pt x="3505" y="2219"/>
                    <a:pt x="3151" y="2347"/>
                    <a:pt x="2830" y="2444"/>
                  </a:cubicBezTo>
                  <a:cubicBezTo>
                    <a:pt x="2540" y="2540"/>
                    <a:pt x="2283" y="2605"/>
                    <a:pt x="2187" y="2605"/>
                  </a:cubicBezTo>
                  <a:cubicBezTo>
                    <a:pt x="2155" y="2605"/>
                    <a:pt x="1994" y="2572"/>
                    <a:pt x="1737" y="2540"/>
                  </a:cubicBezTo>
                  <a:cubicBezTo>
                    <a:pt x="1525" y="2540"/>
                    <a:pt x="1257" y="2483"/>
                    <a:pt x="932" y="2450"/>
                  </a:cubicBezTo>
                  <a:lnTo>
                    <a:pt x="932" y="2450"/>
                  </a:lnTo>
                  <a:cubicBezTo>
                    <a:pt x="659" y="2231"/>
                    <a:pt x="450" y="1983"/>
                    <a:pt x="419" y="1704"/>
                  </a:cubicBezTo>
                  <a:lnTo>
                    <a:pt x="419" y="1608"/>
                  </a:lnTo>
                  <a:cubicBezTo>
                    <a:pt x="419" y="1190"/>
                    <a:pt x="612" y="933"/>
                    <a:pt x="837" y="772"/>
                  </a:cubicBezTo>
                  <a:cubicBezTo>
                    <a:pt x="933" y="676"/>
                    <a:pt x="1030" y="612"/>
                    <a:pt x="1126" y="579"/>
                  </a:cubicBezTo>
                  <a:lnTo>
                    <a:pt x="1222" y="515"/>
                  </a:lnTo>
                  <a:lnTo>
                    <a:pt x="1222" y="515"/>
                  </a:lnTo>
                  <a:lnTo>
                    <a:pt x="1222" y="515"/>
                  </a:lnTo>
                  <a:lnTo>
                    <a:pt x="7446" y="457"/>
                  </a:lnTo>
                  <a:close/>
                  <a:moveTo>
                    <a:pt x="8712" y="1"/>
                  </a:moveTo>
                  <a:lnTo>
                    <a:pt x="1126" y="97"/>
                  </a:lnTo>
                  <a:lnTo>
                    <a:pt x="1094" y="97"/>
                  </a:lnTo>
                  <a:cubicBezTo>
                    <a:pt x="1094" y="97"/>
                    <a:pt x="805" y="194"/>
                    <a:pt x="547" y="451"/>
                  </a:cubicBezTo>
                  <a:cubicBezTo>
                    <a:pt x="290" y="676"/>
                    <a:pt x="1" y="1062"/>
                    <a:pt x="1" y="1608"/>
                  </a:cubicBezTo>
                  <a:cubicBezTo>
                    <a:pt x="1" y="1640"/>
                    <a:pt x="1" y="1704"/>
                    <a:pt x="1" y="1737"/>
                  </a:cubicBezTo>
                  <a:cubicBezTo>
                    <a:pt x="33" y="2219"/>
                    <a:pt x="354" y="2572"/>
                    <a:pt x="708" y="2830"/>
                  </a:cubicBezTo>
                  <a:lnTo>
                    <a:pt x="772" y="2862"/>
                  </a:lnTo>
                  <a:lnTo>
                    <a:pt x="805" y="2862"/>
                  </a:lnTo>
                  <a:cubicBezTo>
                    <a:pt x="1158" y="2894"/>
                    <a:pt x="1480" y="2958"/>
                    <a:pt x="1705" y="2990"/>
                  </a:cubicBezTo>
                  <a:cubicBezTo>
                    <a:pt x="1930" y="2990"/>
                    <a:pt x="2090" y="3022"/>
                    <a:pt x="2187" y="3022"/>
                  </a:cubicBezTo>
                  <a:lnTo>
                    <a:pt x="2219" y="3022"/>
                  </a:lnTo>
                  <a:cubicBezTo>
                    <a:pt x="2380" y="3022"/>
                    <a:pt x="2637" y="2958"/>
                    <a:pt x="2958" y="2862"/>
                  </a:cubicBezTo>
                  <a:cubicBezTo>
                    <a:pt x="3440" y="2701"/>
                    <a:pt x="4051" y="2476"/>
                    <a:pt x="4598" y="2283"/>
                  </a:cubicBezTo>
                  <a:cubicBezTo>
                    <a:pt x="5144" y="2090"/>
                    <a:pt x="5626" y="1929"/>
                    <a:pt x="5851" y="1897"/>
                  </a:cubicBezTo>
                  <a:cubicBezTo>
                    <a:pt x="6076" y="1833"/>
                    <a:pt x="6333" y="1704"/>
                    <a:pt x="6558" y="1576"/>
                  </a:cubicBezTo>
                  <a:cubicBezTo>
                    <a:pt x="7330" y="1126"/>
                    <a:pt x="8230" y="387"/>
                    <a:pt x="8230" y="387"/>
                  </a:cubicBezTo>
                  <a:lnTo>
                    <a:pt x="871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6" name="Google Shape;2376;g312bfb4b743_5_798"/>
            <p:cNvSpPr/>
            <p:nvPr/>
          </p:nvSpPr>
          <p:spPr>
            <a:xfrm>
              <a:off x="4830550" y="3803825"/>
              <a:ext cx="219425" cy="1071950"/>
            </a:xfrm>
            <a:custGeom>
              <a:avLst/>
              <a:gdLst/>
              <a:ahLst/>
              <a:cxnLst/>
              <a:rect l="l" t="t" r="r" b="b"/>
              <a:pathLst>
                <a:path w="8777" h="42878" extrusionOk="0">
                  <a:moveTo>
                    <a:pt x="3190" y="0"/>
                  </a:moveTo>
                  <a:cubicBezTo>
                    <a:pt x="3112" y="0"/>
                    <a:pt x="3034" y="10"/>
                    <a:pt x="2958" y="29"/>
                  </a:cubicBezTo>
                  <a:cubicBezTo>
                    <a:pt x="1544" y="383"/>
                    <a:pt x="1930" y="2215"/>
                    <a:pt x="1930" y="2215"/>
                  </a:cubicBezTo>
                  <a:cubicBezTo>
                    <a:pt x="1930" y="2215"/>
                    <a:pt x="2476" y="16873"/>
                    <a:pt x="2508" y="19220"/>
                  </a:cubicBezTo>
                  <a:cubicBezTo>
                    <a:pt x="2572" y="21598"/>
                    <a:pt x="1" y="26934"/>
                    <a:pt x="290" y="30727"/>
                  </a:cubicBezTo>
                  <a:cubicBezTo>
                    <a:pt x="579" y="34488"/>
                    <a:pt x="997" y="42878"/>
                    <a:pt x="997" y="42878"/>
                  </a:cubicBezTo>
                  <a:lnTo>
                    <a:pt x="3890" y="42814"/>
                  </a:lnTo>
                  <a:cubicBezTo>
                    <a:pt x="3890" y="42814"/>
                    <a:pt x="4276" y="40660"/>
                    <a:pt x="5080" y="38056"/>
                  </a:cubicBezTo>
                  <a:cubicBezTo>
                    <a:pt x="5883" y="35453"/>
                    <a:pt x="6880" y="31306"/>
                    <a:pt x="7137" y="27770"/>
                  </a:cubicBezTo>
                  <a:cubicBezTo>
                    <a:pt x="7362" y="24202"/>
                    <a:pt x="8776" y="14141"/>
                    <a:pt x="7458" y="8323"/>
                  </a:cubicBezTo>
                  <a:cubicBezTo>
                    <a:pt x="6213" y="2856"/>
                    <a:pt x="4537" y="0"/>
                    <a:pt x="31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7" name="Google Shape;2377;g312bfb4b743_5_798"/>
            <p:cNvSpPr/>
            <p:nvPr/>
          </p:nvSpPr>
          <p:spPr>
            <a:xfrm>
              <a:off x="4832175" y="3798125"/>
              <a:ext cx="204125" cy="1083275"/>
            </a:xfrm>
            <a:custGeom>
              <a:avLst/>
              <a:gdLst/>
              <a:ahLst/>
              <a:cxnLst/>
              <a:rect l="l" t="t" r="r" b="b"/>
              <a:pathLst>
                <a:path w="8165" h="43331" extrusionOk="0">
                  <a:moveTo>
                    <a:pt x="3118" y="418"/>
                  </a:moveTo>
                  <a:cubicBezTo>
                    <a:pt x="3375" y="418"/>
                    <a:pt x="3697" y="579"/>
                    <a:pt x="4050" y="900"/>
                  </a:cubicBezTo>
                  <a:cubicBezTo>
                    <a:pt x="4565" y="1415"/>
                    <a:pt x="5111" y="2315"/>
                    <a:pt x="5658" y="3600"/>
                  </a:cubicBezTo>
                  <a:cubicBezTo>
                    <a:pt x="6204" y="4886"/>
                    <a:pt x="6718" y="6558"/>
                    <a:pt x="7168" y="8615"/>
                  </a:cubicBezTo>
                  <a:cubicBezTo>
                    <a:pt x="7586" y="10383"/>
                    <a:pt x="7715" y="12601"/>
                    <a:pt x="7715" y="14915"/>
                  </a:cubicBezTo>
                  <a:cubicBezTo>
                    <a:pt x="7715" y="19994"/>
                    <a:pt x="7008" y="25491"/>
                    <a:pt x="6847" y="27966"/>
                  </a:cubicBezTo>
                  <a:cubicBezTo>
                    <a:pt x="6622" y="31502"/>
                    <a:pt x="5625" y="35616"/>
                    <a:pt x="4822" y="38220"/>
                  </a:cubicBezTo>
                  <a:cubicBezTo>
                    <a:pt x="4145" y="40412"/>
                    <a:pt x="3765" y="42308"/>
                    <a:pt x="3662" y="42852"/>
                  </a:cubicBezTo>
                  <a:lnTo>
                    <a:pt x="3662" y="42852"/>
                  </a:lnTo>
                  <a:lnTo>
                    <a:pt x="1147" y="42908"/>
                  </a:lnTo>
                  <a:lnTo>
                    <a:pt x="1147" y="42908"/>
                  </a:lnTo>
                  <a:cubicBezTo>
                    <a:pt x="1083" y="41618"/>
                    <a:pt x="713" y="34343"/>
                    <a:pt x="450" y="30923"/>
                  </a:cubicBezTo>
                  <a:cubicBezTo>
                    <a:pt x="418" y="30730"/>
                    <a:pt x="418" y="30505"/>
                    <a:pt x="418" y="30312"/>
                  </a:cubicBezTo>
                  <a:cubicBezTo>
                    <a:pt x="418" y="28512"/>
                    <a:pt x="964" y="26391"/>
                    <a:pt x="1543" y="24462"/>
                  </a:cubicBezTo>
                  <a:cubicBezTo>
                    <a:pt x="2090" y="22501"/>
                    <a:pt x="2668" y="20733"/>
                    <a:pt x="2668" y="19544"/>
                  </a:cubicBezTo>
                  <a:lnTo>
                    <a:pt x="2668" y="19448"/>
                  </a:lnTo>
                  <a:cubicBezTo>
                    <a:pt x="2604" y="17069"/>
                    <a:pt x="2057" y="2411"/>
                    <a:pt x="2057" y="2411"/>
                  </a:cubicBezTo>
                  <a:lnTo>
                    <a:pt x="2057" y="2379"/>
                  </a:lnTo>
                  <a:lnTo>
                    <a:pt x="2057" y="2347"/>
                  </a:lnTo>
                  <a:cubicBezTo>
                    <a:pt x="2057" y="2282"/>
                    <a:pt x="2025" y="2122"/>
                    <a:pt x="2025" y="1929"/>
                  </a:cubicBezTo>
                  <a:cubicBezTo>
                    <a:pt x="2025" y="1640"/>
                    <a:pt x="2057" y="1318"/>
                    <a:pt x="2186" y="1061"/>
                  </a:cubicBezTo>
                  <a:cubicBezTo>
                    <a:pt x="2347" y="772"/>
                    <a:pt x="2540" y="547"/>
                    <a:pt x="2925" y="450"/>
                  </a:cubicBezTo>
                  <a:cubicBezTo>
                    <a:pt x="2990" y="450"/>
                    <a:pt x="3054" y="418"/>
                    <a:pt x="3118" y="418"/>
                  </a:cubicBezTo>
                  <a:close/>
                  <a:moveTo>
                    <a:pt x="3118" y="0"/>
                  </a:moveTo>
                  <a:cubicBezTo>
                    <a:pt x="3022" y="0"/>
                    <a:pt x="2925" y="32"/>
                    <a:pt x="2829" y="32"/>
                  </a:cubicBezTo>
                  <a:cubicBezTo>
                    <a:pt x="2315" y="161"/>
                    <a:pt x="1993" y="514"/>
                    <a:pt x="1800" y="868"/>
                  </a:cubicBezTo>
                  <a:cubicBezTo>
                    <a:pt x="1640" y="1222"/>
                    <a:pt x="1607" y="1607"/>
                    <a:pt x="1607" y="1929"/>
                  </a:cubicBezTo>
                  <a:cubicBezTo>
                    <a:pt x="1607" y="2250"/>
                    <a:pt x="1640" y="2475"/>
                    <a:pt x="1640" y="2475"/>
                  </a:cubicBezTo>
                  <a:lnTo>
                    <a:pt x="1641" y="2475"/>
                  </a:lnTo>
                  <a:lnTo>
                    <a:pt x="1641" y="2475"/>
                  </a:lnTo>
                  <a:cubicBezTo>
                    <a:pt x="1647" y="2647"/>
                    <a:pt x="1679" y="3498"/>
                    <a:pt x="1736" y="4758"/>
                  </a:cubicBezTo>
                  <a:cubicBezTo>
                    <a:pt x="1897" y="9001"/>
                    <a:pt x="2186" y="17680"/>
                    <a:pt x="2250" y="19448"/>
                  </a:cubicBezTo>
                  <a:lnTo>
                    <a:pt x="2250" y="19544"/>
                  </a:lnTo>
                  <a:cubicBezTo>
                    <a:pt x="2250" y="20605"/>
                    <a:pt x="1704" y="22373"/>
                    <a:pt x="1125" y="24334"/>
                  </a:cubicBezTo>
                  <a:cubicBezTo>
                    <a:pt x="547" y="26294"/>
                    <a:pt x="0" y="28416"/>
                    <a:pt x="0" y="30312"/>
                  </a:cubicBezTo>
                  <a:cubicBezTo>
                    <a:pt x="0" y="30537"/>
                    <a:pt x="0" y="30730"/>
                    <a:pt x="0" y="30955"/>
                  </a:cubicBezTo>
                  <a:cubicBezTo>
                    <a:pt x="161" y="32852"/>
                    <a:pt x="354" y="35873"/>
                    <a:pt x="482" y="38445"/>
                  </a:cubicBezTo>
                  <a:cubicBezTo>
                    <a:pt x="547" y="39731"/>
                    <a:pt x="611" y="40920"/>
                    <a:pt x="643" y="41756"/>
                  </a:cubicBezTo>
                  <a:cubicBezTo>
                    <a:pt x="707" y="42592"/>
                    <a:pt x="707" y="43138"/>
                    <a:pt x="707" y="43138"/>
                  </a:cubicBezTo>
                  <a:lnTo>
                    <a:pt x="739" y="43331"/>
                  </a:lnTo>
                  <a:lnTo>
                    <a:pt x="4018" y="43267"/>
                  </a:lnTo>
                  <a:lnTo>
                    <a:pt x="4050" y="43074"/>
                  </a:lnTo>
                  <a:cubicBezTo>
                    <a:pt x="4050" y="43074"/>
                    <a:pt x="4082" y="42945"/>
                    <a:pt x="4115" y="42720"/>
                  </a:cubicBezTo>
                  <a:cubicBezTo>
                    <a:pt x="4275" y="41981"/>
                    <a:pt x="4629" y="40277"/>
                    <a:pt x="5240" y="38349"/>
                  </a:cubicBezTo>
                  <a:cubicBezTo>
                    <a:pt x="6043" y="35713"/>
                    <a:pt x="7040" y="31598"/>
                    <a:pt x="7265" y="27998"/>
                  </a:cubicBezTo>
                  <a:cubicBezTo>
                    <a:pt x="7458" y="25555"/>
                    <a:pt x="8165" y="20026"/>
                    <a:pt x="8165" y="14915"/>
                  </a:cubicBezTo>
                  <a:cubicBezTo>
                    <a:pt x="8165" y="12601"/>
                    <a:pt x="8004" y="10351"/>
                    <a:pt x="7586" y="8518"/>
                  </a:cubicBezTo>
                  <a:cubicBezTo>
                    <a:pt x="6975" y="5754"/>
                    <a:pt x="6236" y="3665"/>
                    <a:pt x="5497" y="2250"/>
                  </a:cubicBezTo>
                  <a:cubicBezTo>
                    <a:pt x="5111" y="1511"/>
                    <a:pt x="4725" y="964"/>
                    <a:pt x="4340" y="611"/>
                  </a:cubicBezTo>
                  <a:cubicBezTo>
                    <a:pt x="3954" y="225"/>
                    <a:pt x="3536" y="0"/>
                    <a:pt x="31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8" name="Google Shape;2378;g312bfb4b743_5_798"/>
            <p:cNvSpPr/>
            <p:nvPr/>
          </p:nvSpPr>
          <p:spPr>
            <a:xfrm>
              <a:off x="4814475" y="3655075"/>
              <a:ext cx="331925" cy="1231150"/>
            </a:xfrm>
            <a:custGeom>
              <a:avLst/>
              <a:gdLst/>
              <a:ahLst/>
              <a:cxnLst/>
              <a:rect l="l" t="t" r="r" b="b"/>
              <a:pathLst>
                <a:path w="13277" h="49246" extrusionOk="0">
                  <a:moveTo>
                    <a:pt x="772" y="0"/>
                  </a:moveTo>
                  <a:cubicBezTo>
                    <a:pt x="772" y="1"/>
                    <a:pt x="1" y="4340"/>
                    <a:pt x="1030" y="6558"/>
                  </a:cubicBezTo>
                  <a:cubicBezTo>
                    <a:pt x="2026" y="8808"/>
                    <a:pt x="3665" y="14690"/>
                    <a:pt x="4630" y="18130"/>
                  </a:cubicBezTo>
                  <a:cubicBezTo>
                    <a:pt x="5562" y="21569"/>
                    <a:pt x="5755" y="25234"/>
                    <a:pt x="4855" y="28384"/>
                  </a:cubicBezTo>
                  <a:cubicBezTo>
                    <a:pt x="3955" y="31534"/>
                    <a:pt x="4565" y="35617"/>
                    <a:pt x="5305" y="38927"/>
                  </a:cubicBezTo>
                  <a:cubicBezTo>
                    <a:pt x="6012" y="42270"/>
                    <a:pt x="7137" y="49246"/>
                    <a:pt x="7137" y="49246"/>
                  </a:cubicBezTo>
                  <a:lnTo>
                    <a:pt x="9837" y="49182"/>
                  </a:lnTo>
                  <a:cubicBezTo>
                    <a:pt x="9837" y="49182"/>
                    <a:pt x="11059" y="35584"/>
                    <a:pt x="11734" y="32338"/>
                  </a:cubicBezTo>
                  <a:cubicBezTo>
                    <a:pt x="12409" y="29059"/>
                    <a:pt x="13052" y="23980"/>
                    <a:pt x="13180" y="19448"/>
                  </a:cubicBezTo>
                  <a:cubicBezTo>
                    <a:pt x="13277" y="14915"/>
                    <a:pt x="12955" y="4565"/>
                    <a:pt x="12955" y="4565"/>
                  </a:cubicBezTo>
                  <a:lnTo>
                    <a:pt x="13084" y="1029"/>
                  </a:lnTo>
                  <a:lnTo>
                    <a:pt x="7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9" name="Google Shape;2379;g312bfb4b743_5_798"/>
            <p:cNvSpPr/>
            <p:nvPr/>
          </p:nvSpPr>
          <p:spPr>
            <a:xfrm>
              <a:off x="4821725" y="3649450"/>
              <a:ext cx="327900" cy="1242400"/>
            </a:xfrm>
            <a:custGeom>
              <a:avLst/>
              <a:gdLst/>
              <a:ahLst/>
              <a:cxnLst/>
              <a:rect l="l" t="t" r="r" b="b"/>
              <a:pathLst>
                <a:path w="13116" h="49696" extrusionOk="0">
                  <a:moveTo>
                    <a:pt x="657" y="436"/>
                  </a:moveTo>
                  <a:lnTo>
                    <a:pt x="12569" y="1447"/>
                  </a:lnTo>
                  <a:lnTo>
                    <a:pt x="12440" y="4790"/>
                  </a:lnTo>
                  <a:lnTo>
                    <a:pt x="12440" y="4822"/>
                  </a:lnTo>
                  <a:cubicBezTo>
                    <a:pt x="12440" y="4822"/>
                    <a:pt x="12472" y="5272"/>
                    <a:pt x="12472" y="6076"/>
                  </a:cubicBezTo>
                  <a:cubicBezTo>
                    <a:pt x="12569" y="8422"/>
                    <a:pt x="12697" y="13630"/>
                    <a:pt x="12697" y="17391"/>
                  </a:cubicBezTo>
                  <a:cubicBezTo>
                    <a:pt x="12697" y="18258"/>
                    <a:pt x="12697" y="19030"/>
                    <a:pt x="12665" y="19673"/>
                  </a:cubicBezTo>
                  <a:cubicBezTo>
                    <a:pt x="12569" y="24205"/>
                    <a:pt x="11926" y="29284"/>
                    <a:pt x="11219" y="32499"/>
                  </a:cubicBezTo>
                  <a:cubicBezTo>
                    <a:pt x="10897" y="34170"/>
                    <a:pt x="10415" y="38349"/>
                    <a:pt x="10029" y="42174"/>
                  </a:cubicBezTo>
                  <a:cubicBezTo>
                    <a:pt x="9697" y="45469"/>
                    <a:pt x="9436" y="48453"/>
                    <a:pt x="9370" y="49218"/>
                  </a:cubicBezTo>
                  <a:lnTo>
                    <a:pt x="9370" y="49218"/>
                  </a:lnTo>
                  <a:lnTo>
                    <a:pt x="7045" y="49273"/>
                  </a:lnTo>
                  <a:lnTo>
                    <a:pt x="7045" y="49273"/>
                  </a:lnTo>
                  <a:cubicBezTo>
                    <a:pt x="6870" y="48199"/>
                    <a:pt x="5880" y="42159"/>
                    <a:pt x="5208" y="39120"/>
                  </a:cubicBezTo>
                  <a:cubicBezTo>
                    <a:pt x="4758" y="36967"/>
                    <a:pt x="4340" y="34524"/>
                    <a:pt x="4340" y="32209"/>
                  </a:cubicBezTo>
                  <a:cubicBezTo>
                    <a:pt x="4340" y="30956"/>
                    <a:pt x="4468" y="29734"/>
                    <a:pt x="4758" y="28673"/>
                  </a:cubicBezTo>
                  <a:cubicBezTo>
                    <a:pt x="5176" y="27227"/>
                    <a:pt x="5368" y="25716"/>
                    <a:pt x="5368" y="24173"/>
                  </a:cubicBezTo>
                  <a:cubicBezTo>
                    <a:pt x="5368" y="22244"/>
                    <a:pt x="5047" y="20219"/>
                    <a:pt x="4533" y="18291"/>
                  </a:cubicBezTo>
                  <a:cubicBezTo>
                    <a:pt x="4050" y="16587"/>
                    <a:pt x="3408" y="14273"/>
                    <a:pt x="2765" y="12055"/>
                  </a:cubicBezTo>
                  <a:cubicBezTo>
                    <a:pt x="2122" y="9869"/>
                    <a:pt x="1447" y="7844"/>
                    <a:pt x="932" y="6719"/>
                  </a:cubicBezTo>
                  <a:cubicBezTo>
                    <a:pt x="547" y="5851"/>
                    <a:pt x="418" y="4661"/>
                    <a:pt x="418" y="3504"/>
                  </a:cubicBezTo>
                  <a:cubicBezTo>
                    <a:pt x="418" y="2668"/>
                    <a:pt x="482" y="1833"/>
                    <a:pt x="547" y="1254"/>
                  </a:cubicBezTo>
                  <a:cubicBezTo>
                    <a:pt x="579" y="933"/>
                    <a:pt x="611" y="708"/>
                    <a:pt x="643" y="515"/>
                  </a:cubicBezTo>
                  <a:cubicBezTo>
                    <a:pt x="649" y="486"/>
                    <a:pt x="654" y="460"/>
                    <a:pt x="657" y="436"/>
                  </a:cubicBezTo>
                  <a:close/>
                  <a:moveTo>
                    <a:pt x="290" y="0"/>
                  </a:moveTo>
                  <a:lnTo>
                    <a:pt x="257" y="193"/>
                  </a:lnTo>
                  <a:cubicBezTo>
                    <a:pt x="257" y="193"/>
                    <a:pt x="0" y="1768"/>
                    <a:pt x="0" y="3504"/>
                  </a:cubicBezTo>
                  <a:cubicBezTo>
                    <a:pt x="0" y="4694"/>
                    <a:pt x="97" y="5947"/>
                    <a:pt x="547" y="6879"/>
                  </a:cubicBezTo>
                  <a:cubicBezTo>
                    <a:pt x="1029" y="7972"/>
                    <a:pt x="1704" y="10029"/>
                    <a:pt x="2347" y="12183"/>
                  </a:cubicBezTo>
                  <a:cubicBezTo>
                    <a:pt x="3022" y="14369"/>
                    <a:pt x="3665" y="16716"/>
                    <a:pt x="4115" y="18419"/>
                  </a:cubicBezTo>
                  <a:cubicBezTo>
                    <a:pt x="4629" y="20316"/>
                    <a:pt x="4918" y="22277"/>
                    <a:pt x="4918" y="24173"/>
                  </a:cubicBezTo>
                  <a:cubicBezTo>
                    <a:pt x="4918" y="25684"/>
                    <a:pt x="4758" y="27163"/>
                    <a:pt x="4340" y="28545"/>
                  </a:cubicBezTo>
                  <a:cubicBezTo>
                    <a:pt x="4018" y="29670"/>
                    <a:pt x="3890" y="30923"/>
                    <a:pt x="3890" y="32209"/>
                  </a:cubicBezTo>
                  <a:cubicBezTo>
                    <a:pt x="3890" y="34556"/>
                    <a:pt x="4340" y="37031"/>
                    <a:pt x="4790" y="39217"/>
                  </a:cubicBezTo>
                  <a:cubicBezTo>
                    <a:pt x="5176" y="40856"/>
                    <a:pt x="5626" y="43428"/>
                    <a:pt x="6011" y="45613"/>
                  </a:cubicBezTo>
                  <a:cubicBezTo>
                    <a:pt x="6172" y="46674"/>
                    <a:pt x="6333" y="47671"/>
                    <a:pt x="6461" y="48378"/>
                  </a:cubicBezTo>
                  <a:cubicBezTo>
                    <a:pt x="6590" y="49085"/>
                    <a:pt x="6654" y="49503"/>
                    <a:pt x="6654" y="49503"/>
                  </a:cubicBezTo>
                  <a:lnTo>
                    <a:pt x="6686" y="49696"/>
                  </a:lnTo>
                  <a:lnTo>
                    <a:pt x="9740" y="49632"/>
                  </a:lnTo>
                  <a:lnTo>
                    <a:pt x="9772" y="49439"/>
                  </a:lnTo>
                  <a:cubicBezTo>
                    <a:pt x="9772" y="49439"/>
                    <a:pt x="9836" y="48571"/>
                    <a:pt x="9965" y="47253"/>
                  </a:cubicBezTo>
                  <a:cubicBezTo>
                    <a:pt x="10158" y="45260"/>
                    <a:pt x="10447" y="42206"/>
                    <a:pt x="10769" y="39345"/>
                  </a:cubicBezTo>
                  <a:cubicBezTo>
                    <a:pt x="11058" y="36484"/>
                    <a:pt x="11412" y="33784"/>
                    <a:pt x="11637" y="32595"/>
                  </a:cubicBezTo>
                  <a:cubicBezTo>
                    <a:pt x="12344" y="29316"/>
                    <a:pt x="12987" y="24237"/>
                    <a:pt x="13083" y="19673"/>
                  </a:cubicBezTo>
                  <a:cubicBezTo>
                    <a:pt x="13115" y="19030"/>
                    <a:pt x="13115" y="18258"/>
                    <a:pt x="13115" y="17391"/>
                  </a:cubicBezTo>
                  <a:cubicBezTo>
                    <a:pt x="13115" y="12518"/>
                    <a:pt x="12872" y="5216"/>
                    <a:pt x="12859" y="4808"/>
                  </a:cubicBezTo>
                  <a:lnTo>
                    <a:pt x="12859" y="4808"/>
                  </a:lnTo>
                  <a:lnTo>
                    <a:pt x="13019" y="1029"/>
                  </a:lnTo>
                  <a:lnTo>
                    <a:pt x="29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0" name="Google Shape;2380;g312bfb4b743_5_798"/>
            <p:cNvSpPr/>
            <p:nvPr/>
          </p:nvSpPr>
          <p:spPr>
            <a:xfrm>
              <a:off x="4835375" y="4872550"/>
              <a:ext cx="217000" cy="65925"/>
            </a:xfrm>
            <a:custGeom>
              <a:avLst/>
              <a:gdLst/>
              <a:ahLst/>
              <a:cxnLst/>
              <a:rect l="l" t="t" r="r" b="b"/>
              <a:pathLst>
                <a:path w="8680" h="2637" extrusionOk="0">
                  <a:moveTo>
                    <a:pt x="804" y="0"/>
                  </a:moveTo>
                  <a:lnTo>
                    <a:pt x="772" y="65"/>
                  </a:lnTo>
                  <a:cubicBezTo>
                    <a:pt x="1" y="965"/>
                    <a:pt x="258" y="2636"/>
                    <a:pt x="258" y="2636"/>
                  </a:cubicBezTo>
                  <a:lnTo>
                    <a:pt x="8680" y="2636"/>
                  </a:lnTo>
                  <a:lnTo>
                    <a:pt x="8680" y="2379"/>
                  </a:lnTo>
                  <a:cubicBezTo>
                    <a:pt x="8680" y="2379"/>
                    <a:pt x="8390" y="2025"/>
                    <a:pt x="8230" y="1929"/>
                  </a:cubicBezTo>
                  <a:cubicBezTo>
                    <a:pt x="8069" y="1833"/>
                    <a:pt x="5594" y="1415"/>
                    <a:pt x="5047" y="997"/>
                  </a:cubicBezTo>
                  <a:cubicBezTo>
                    <a:pt x="4469" y="579"/>
                    <a:pt x="3729" y="0"/>
                    <a:pt x="372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1" name="Google Shape;2381;g312bfb4b743_5_798"/>
            <p:cNvSpPr/>
            <p:nvPr/>
          </p:nvSpPr>
          <p:spPr>
            <a:xfrm>
              <a:off x="4835375" y="4867725"/>
              <a:ext cx="222625" cy="76375"/>
            </a:xfrm>
            <a:custGeom>
              <a:avLst/>
              <a:gdLst/>
              <a:ahLst/>
              <a:cxnLst/>
              <a:rect l="l" t="t" r="r" b="b"/>
              <a:pathLst>
                <a:path w="8905" h="3055" extrusionOk="0">
                  <a:moveTo>
                    <a:pt x="3644" y="418"/>
                  </a:moveTo>
                  <a:cubicBezTo>
                    <a:pt x="3811" y="541"/>
                    <a:pt x="4424" y="993"/>
                    <a:pt x="4919" y="1351"/>
                  </a:cubicBezTo>
                  <a:cubicBezTo>
                    <a:pt x="5112" y="1479"/>
                    <a:pt x="5369" y="1608"/>
                    <a:pt x="5690" y="1704"/>
                  </a:cubicBezTo>
                  <a:cubicBezTo>
                    <a:pt x="6172" y="1833"/>
                    <a:pt x="6751" y="1993"/>
                    <a:pt x="7265" y="2090"/>
                  </a:cubicBezTo>
                  <a:cubicBezTo>
                    <a:pt x="7490" y="2154"/>
                    <a:pt x="7715" y="2186"/>
                    <a:pt x="7876" y="2218"/>
                  </a:cubicBezTo>
                  <a:cubicBezTo>
                    <a:pt x="7940" y="2251"/>
                    <a:pt x="8037" y="2283"/>
                    <a:pt x="8069" y="2283"/>
                  </a:cubicBezTo>
                  <a:lnTo>
                    <a:pt x="8101" y="2283"/>
                  </a:lnTo>
                  <a:cubicBezTo>
                    <a:pt x="8101" y="2283"/>
                    <a:pt x="8101" y="2283"/>
                    <a:pt x="8101" y="2283"/>
                  </a:cubicBezTo>
                  <a:lnTo>
                    <a:pt x="8101" y="2283"/>
                  </a:lnTo>
                  <a:lnTo>
                    <a:pt x="8133" y="2315"/>
                  </a:lnTo>
                  <a:lnTo>
                    <a:pt x="8135" y="2306"/>
                  </a:lnTo>
                  <a:lnTo>
                    <a:pt x="8135" y="2306"/>
                  </a:lnTo>
                  <a:cubicBezTo>
                    <a:pt x="8197" y="2357"/>
                    <a:pt x="8278" y="2459"/>
                    <a:pt x="8358" y="2540"/>
                  </a:cubicBezTo>
                  <a:cubicBezTo>
                    <a:pt x="8382" y="2563"/>
                    <a:pt x="8403" y="2585"/>
                    <a:pt x="8423" y="2604"/>
                  </a:cubicBezTo>
                  <a:lnTo>
                    <a:pt x="440" y="2604"/>
                  </a:lnTo>
                  <a:cubicBezTo>
                    <a:pt x="431" y="2489"/>
                    <a:pt x="419" y="2334"/>
                    <a:pt x="419" y="2154"/>
                  </a:cubicBezTo>
                  <a:cubicBezTo>
                    <a:pt x="419" y="1608"/>
                    <a:pt x="515" y="836"/>
                    <a:pt x="933" y="418"/>
                  </a:cubicBezTo>
                  <a:close/>
                  <a:moveTo>
                    <a:pt x="708" y="0"/>
                  </a:moveTo>
                  <a:lnTo>
                    <a:pt x="611" y="129"/>
                  </a:lnTo>
                  <a:cubicBezTo>
                    <a:pt x="97" y="708"/>
                    <a:pt x="1" y="1543"/>
                    <a:pt x="1" y="2154"/>
                  </a:cubicBezTo>
                  <a:cubicBezTo>
                    <a:pt x="1" y="2572"/>
                    <a:pt x="65" y="2861"/>
                    <a:pt x="65" y="2861"/>
                  </a:cubicBezTo>
                  <a:lnTo>
                    <a:pt x="65" y="3054"/>
                  </a:lnTo>
                  <a:lnTo>
                    <a:pt x="8905" y="3054"/>
                  </a:lnTo>
                  <a:lnTo>
                    <a:pt x="8905" y="2572"/>
                  </a:lnTo>
                  <a:lnTo>
                    <a:pt x="8905" y="2508"/>
                  </a:lnTo>
                  <a:lnTo>
                    <a:pt x="8840" y="2443"/>
                  </a:lnTo>
                  <a:cubicBezTo>
                    <a:pt x="8840" y="2443"/>
                    <a:pt x="8776" y="2347"/>
                    <a:pt x="8680" y="2251"/>
                  </a:cubicBezTo>
                  <a:cubicBezTo>
                    <a:pt x="8583" y="2122"/>
                    <a:pt x="8455" y="2026"/>
                    <a:pt x="8358" y="1929"/>
                  </a:cubicBezTo>
                  <a:lnTo>
                    <a:pt x="8230" y="1897"/>
                  </a:lnTo>
                  <a:cubicBezTo>
                    <a:pt x="8133" y="1865"/>
                    <a:pt x="7908" y="1801"/>
                    <a:pt x="7651" y="1736"/>
                  </a:cubicBezTo>
                  <a:cubicBezTo>
                    <a:pt x="7233" y="1640"/>
                    <a:pt x="6687" y="1543"/>
                    <a:pt x="6205" y="1415"/>
                  </a:cubicBezTo>
                  <a:cubicBezTo>
                    <a:pt x="5980" y="1351"/>
                    <a:pt x="5755" y="1286"/>
                    <a:pt x="5562" y="1190"/>
                  </a:cubicBezTo>
                  <a:cubicBezTo>
                    <a:pt x="5369" y="1126"/>
                    <a:pt x="5240" y="1061"/>
                    <a:pt x="5176" y="1029"/>
                  </a:cubicBezTo>
                  <a:cubicBezTo>
                    <a:pt x="4597" y="611"/>
                    <a:pt x="3858" y="33"/>
                    <a:pt x="3858" y="33"/>
                  </a:cubicBezTo>
                  <a:lnTo>
                    <a:pt x="37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2" name="Google Shape;2382;g312bfb4b743_5_798"/>
            <p:cNvSpPr/>
            <p:nvPr/>
          </p:nvSpPr>
          <p:spPr>
            <a:xfrm>
              <a:off x="4841000" y="4927200"/>
              <a:ext cx="211375" cy="11275"/>
            </a:xfrm>
            <a:custGeom>
              <a:avLst/>
              <a:gdLst/>
              <a:ahLst/>
              <a:cxnLst/>
              <a:rect l="l" t="t" r="r" b="b"/>
              <a:pathLst>
                <a:path w="8455" h="451" extrusionOk="0">
                  <a:moveTo>
                    <a:pt x="1" y="0"/>
                  </a:moveTo>
                  <a:cubicBezTo>
                    <a:pt x="1" y="289"/>
                    <a:pt x="33" y="450"/>
                    <a:pt x="33" y="450"/>
                  </a:cubicBezTo>
                  <a:lnTo>
                    <a:pt x="8455" y="450"/>
                  </a:lnTo>
                  <a:lnTo>
                    <a:pt x="8455" y="193"/>
                  </a:lnTo>
                  <a:cubicBezTo>
                    <a:pt x="8455" y="193"/>
                    <a:pt x="8390" y="97"/>
                    <a:pt x="829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3" name="Google Shape;2383;g312bfb4b743_5_798"/>
            <p:cNvSpPr/>
            <p:nvPr/>
          </p:nvSpPr>
          <p:spPr>
            <a:xfrm>
              <a:off x="4835375" y="4921575"/>
              <a:ext cx="222625" cy="22525"/>
            </a:xfrm>
            <a:custGeom>
              <a:avLst/>
              <a:gdLst/>
              <a:ahLst/>
              <a:cxnLst/>
              <a:rect l="l" t="t" r="r" b="b"/>
              <a:pathLst>
                <a:path w="8905" h="901" extrusionOk="0">
                  <a:moveTo>
                    <a:pt x="1" y="0"/>
                  </a:moveTo>
                  <a:lnTo>
                    <a:pt x="1" y="225"/>
                  </a:lnTo>
                  <a:cubicBezTo>
                    <a:pt x="33" y="514"/>
                    <a:pt x="65" y="707"/>
                    <a:pt x="65" y="707"/>
                  </a:cubicBezTo>
                  <a:lnTo>
                    <a:pt x="65" y="900"/>
                  </a:lnTo>
                  <a:lnTo>
                    <a:pt x="8905" y="900"/>
                  </a:lnTo>
                  <a:lnTo>
                    <a:pt x="8905" y="418"/>
                  </a:lnTo>
                  <a:lnTo>
                    <a:pt x="8905" y="354"/>
                  </a:lnTo>
                  <a:lnTo>
                    <a:pt x="8840" y="289"/>
                  </a:lnTo>
                  <a:cubicBezTo>
                    <a:pt x="8840" y="289"/>
                    <a:pt x="8776" y="193"/>
                    <a:pt x="8680" y="97"/>
                  </a:cubicBezTo>
                  <a:lnTo>
                    <a:pt x="86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4" name="Google Shape;2384;g312bfb4b743_5_798"/>
            <p:cNvSpPr/>
            <p:nvPr/>
          </p:nvSpPr>
          <p:spPr>
            <a:xfrm>
              <a:off x="4983250" y="4884600"/>
              <a:ext cx="230400" cy="70475"/>
            </a:xfrm>
            <a:custGeom>
              <a:avLst/>
              <a:gdLst/>
              <a:ahLst/>
              <a:cxnLst/>
              <a:rect l="l" t="t" r="r" b="b"/>
              <a:pathLst>
                <a:path w="9216" h="2819" extrusionOk="0">
                  <a:moveTo>
                    <a:pt x="3086" y="1"/>
                  </a:moveTo>
                  <a:lnTo>
                    <a:pt x="386" y="65"/>
                  </a:lnTo>
                  <a:cubicBezTo>
                    <a:pt x="386" y="65"/>
                    <a:pt x="0" y="676"/>
                    <a:pt x="0" y="1704"/>
                  </a:cubicBezTo>
                  <a:cubicBezTo>
                    <a:pt x="0" y="2733"/>
                    <a:pt x="322" y="2733"/>
                    <a:pt x="322" y="2733"/>
                  </a:cubicBezTo>
                  <a:cubicBezTo>
                    <a:pt x="322" y="2733"/>
                    <a:pt x="4293" y="2819"/>
                    <a:pt x="6922" y="2819"/>
                  </a:cubicBezTo>
                  <a:cubicBezTo>
                    <a:pt x="8236" y="2819"/>
                    <a:pt x="9215" y="2797"/>
                    <a:pt x="9194" y="2733"/>
                  </a:cubicBezTo>
                  <a:cubicBezTo>
                    <a:pt x="9161" y="2508"/>
                    <a:pt x="8165" y="2058"/>
                    <a:pt x="6847" y="1801"/>
                  </a:cubicBezTo>
                  <a:cubicBezTo>
                    <a:pt x="5497" y="1543"/>
                    <a:pt x="3086" y="1"/>
                    <a:pt x="308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5" name="Google Shape;2385;g312bfb4b743_5_798"/>
            <p:cNvSpPr/>
            <p:nvPr/>
          </p:nvSpPr>
          <p:spPr>
            <a:xfrm>
              <a:off x="4977625" y="4879775"/>
              <a:ext cx="241100" cy="80400"/>
            </a:xfrm>
            <a:custGeom>
              <a:avLst/>
              <a:gdLst/>
              <a:ahLst/>
              <a:cxnLst/>
              <a:rect l="l" t="t" r="r" b="b"/>
              <a:pathLst>
                <a:path w="9644" h="3216" extrusionOk="0">
                  <a:moveTo>
                    <a:pt x="3268" y="420"/>
                  </a:moveTo>
                  <a:cubicBezTo>
                    <a:pt x="3432" y="522"/>
                    <a:pt x="3960" y="845"/>
                    <a:pt x="4597" y="1190"/>
                  </a:cubicBezTo>
                  <a:cubicBezTo>
                    <a:pt x="5368" y="1608"/>
                    <a:pt x="6301" y="2058"/>
                    <a:pt x="7008" y="2186"/>
                  </a:cubicBezTo>
                  <a:cubicBezTo>
                    <a:pt x="7683" y="2315"/>
                    <a:pt x="8229" y="2508"/>
                    <a:pt x="8647" y="2669"/>
                  </a:cubicBezTo>
                  <a:cubicBezTo>
                    <a:pt x="8731" y="2710"/>
                    <a:pt x="8808" y="2746"/>
                    <a:pt x="8877" y="2779"/>
                  </a:cubicBezTo>
                  <a:lnTo>
                    <a:pt x="8877" y="2779"/>
                  </a:lnTo>
                  <a:cubicBezTo>
                    <a:pt x="8470" y="2797"/>
                    <a:pt x="7859" y="2797"/>
                    <a:pt x="7136" y="2797"/>
                  </a:cubicBezTo>
                  <a:cubicBezTo>
                    <a:pt x="5818" y="2797"/>
                    <a:pt x="4179" y="2765"/>
                    <a:pt x="2861" y="2765"/>
                  </a:cubicBezTo>
                  <a:cubicBezTo>
                    <a:pt x="1681" y="2736"/>
                    <a:pt x="759" y="2708"/>
                    <a:pt x="579" y="2702"/>
                  </a:cubicBezTo>
                  <a:lnTo>
                    <a:pt x="579" y="2702"/>
                  </a:lnTo>
                  <a:lnTo>
                    <a:pt x="579" y="2701"/>
                  </a:lnTo>
                  <a:cubicBezTo>
                    <a:pt x="579" y="2701"/>
                    <a:pt x="450" y="2540"/>
                    <a:pt x="450" y="1897"/>
                  </a:cubicBezTo>
                  <a:cubicBezTo>
                    <a:pt x="450" y="1415"/>
                    <a:pt x="547" y="1029"/>
                    <a:pt x="611" y="772"/>
                  </a:cubicBezTo>
                  <a:cubicBezTo>
                    <a:pt x="675" y="644"/>
                    <a:pt x="707" y="547"/>
                    <a:pt x="740" y="483"/>
                  </a:cubicBezTo>
                  <a:lnTo>
                    <a:pt x="741" y="480"/>
                  </a:lnTo>
                  <a:lnTo>
                    <a:pt x="741" y="480"/>
                  </a:lnTo>
                  <a:lnTo>
                    <a:pt x="3268" y="420"/>
                  </a:lnTo>
                  <a:close/>
                  <a:moveTo>
                    <a:pt x="3311" y="1"/>
                  </a:moveTo>
                  <a:lnTo>
                    <a:pt x="515" y="65"/>
                  </a:lnTo>
                  <a:lnTo>
                    <a:pt x="450" y="161"/>
                  </a:lnTo>
                  <a:cubicBezTo>
                    <a:pt x="418" y="161"/>
                    <a:pt x="0" y="804"/>
                    <a:pt x="0" y="1897"/>
                  </a:cubicBezTo>
                  <a:cubicBezTo>
                    <a:pt x="0" y="2411"/>
                    <a:pt x="97" y="2701"/>
                    <a:pt x="193" y="2894"/>
                  </a:cubicBezTo>
                  <a:cubicBezTo>
                    <a:pt x="274" y="3055"/>
                    <a:pt x="422" y="3127"/>
                    <a:pt x="506" y="3127"/>
                  </a:cubicBezTo>
                  <a:cubicBezTo>
                    <a:pt x="522" y="3127"/>
                    <a:pt x="535" y="3124"/>
                    <a:pt x="545" y="3119"/>
                  </a:cubicBezTo>
                  <a:lnTo>
                    <a:pt x="545" y="3119"/>
                  </a:lnTo>
                  <a:cubicBezTo>
                    <a:pt x="919" y="3128"/>
                    <a:pt x="4635" y="3215"/>
                    <a:pt x="7136" y="3215"/>
                  </a:cubicBezTo>
                  <a:lnTo>
                    <a:pt x="8776" y="3215"/>
                  </a:lnTo>
                  <a:cubicBezTo>
                    <a:pt x="9001" y="3183"/>
                    <a:pt x="9161" y="3183"/>
                    <a:pt x="9258" y="3183"/>
                  </a:cubicBezTo>
                  <a:cubicBezTo>
                    <a:pt x="9322" y="3151"/>
                    <a:pt x="9386" y="3151"/>
                    <a:pt x="9419" y="3151"/>
                  </a:cubicBezTo>
                  <a:lnTo>
                    <a:pt x="9515" y="3119"/>
                  </a:lnTo>
                  <a:lnTo>
                    <a:pt x="9579" y="3054"/>
                  </a:lnTo>
                  <a:cubicBezTo>
                    <a:pt x="9611" y="3054"/>
                    <a:pt x="9644" y="2990"/>
                    <a:pt x="9644" y="2926"/>
                  </a:cubicBezTo>
                  <a:lnTo>
                    <a:pt x="9644" y="2894"/>
                  </a:lnTo>
                  <a:lnTo>
                    <a:pt x="9644" y="2862"/>
                  </a:lnTo>
                  <a:cubicBezTo>
                    <a:pt x="9611" y="2765"/>
                    <a:pt x="9547" y="2733"/>
                    <a:pt x="9515" y="2669"/>
                  </a:cubicBezTo>
                  <a:cubicBezTo>
                    <a:pt x="9354" y="2508"/>
                    <a:pt x="9065" y="2379"/>
                    <a:pt x="8647" y="2219"/>
                  </a:cubicBezTo>
                  <a:cubicBezTo>
                    <a:pt x="8229" y="2058"/>
                    <a:pt x="7683" y="1897"/>
                    <a:pt x="7104" y="1769"/>
                  </a:cubicBezTo>
                  <a:cubicBezTo>
                    <a:pt x="6493" y="1672"/>
                    <a:pt x="5561" y="1222"/>
                    <a:pt x="4790" y="804"/>
                  </a:cubicBezTo>
                  <a:cubicBezTo>
                    <a:pt x="4404" y="611"/>
                    <a:pt x="4083" y="419"/>
                    <a:pt x="3825" y="258"/>
                  </a:cubicBezTo>
                  <a:cubicBezTo>
                    <a:pt x="3568" y="129"/>
                    <a:pt x="3440" y="33"/>
                    <a:pt x="3440" y="33"/>
                  </a:cubicBezTo>
                  <a:lnTo>
                    <a:pt x="337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6" name="Google Shape;2386;g312bfb4b743_5_798"/>
            <p:cNvSpPr/>
            <p:nvPr/>
          </p:nvSpPr>
          <p:spPr>
            <a:xfrm>
              <a:off x="4984050" y="4940850"/>
              <a:ext cx="229600" cy="14225"/>
            </a:xfrm>
            <a:custGeom>
              <a:avLst/>
              <a:gdLst/>
              <a:ahLst/>
              <a:cxnLst/>
              <a:rect l="l" t="t" r="r" b="b"/>
              <a:pathLst>
                <a:path w="9184" h="569" extrusionOk="0">
                  <a:moveTo>
                    <a:pt x="0" y="1"/>
                  </a:moveTo>
                  <a:cubicBezTo>
                    <a:pt x="97" y="483"/>
                    <a:pt x="290" y="483"/>
                    <a:pt x="290" y="483"/>
                  </a:cubicBezTo>
                  <a:cubicBezTo>
                    <a:pt x="290" y="483"/>
                    <a:pt x="4261" y="569"/>
                    <a:pt x="6890" y="569"/>
                  </a:cubicBezTo>
                  <a:cubicBezTo>
                    <a:pt x="8204" y="569"/>
                    <a:pt x="9183" y="547"/>
                    <a:pt x="9162" y="483"/>
                  </a:cubicBezTo>
                  <a:cubicBezTo>
                    <a:pt x="9129" y="354"/>
                    <a:pt x="8840" y="193"/>
                    <a:pt x="835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7" name="Google Shape;2387;g312bfb4b743_5_798"/>
            <p:cNvSpPr/>
            <p:nvPr/>
          </p:nvSpPr>
          <p:spPr>
            <a:xfrm>
              <a:off x="4977625" y="4935225"/>
              <a:ext cx="241100" cy="24950"/>
            </a:xfrm>
            <a:custGeom>
              <a:avLst/>
              <a:gdLst/>
              <a:ahLst/>
              <a:cxnLst/>
              <a:rect l="l" t="t" r="r" b="b"/>
              <a:pathLst>
                <a:path w="9644" h="998" extrusionOk="0">
                  <a:moveTo>
                    <a:pt x="8551" y="418"/>
                  </a:moveTo>
                  <a:cubicBezTo>
                    <a:pt x="8676" y="472"/>
                    <a:pt x="8791" y="516"/>
                    <a:pt x="8885" y="560"/>
                  </a:cubicBezTo>
                  <a:lnTo>
                    <a:pt x="8885" y="560"/>
                  </a:lnTo>
                  <a:cubicBezTo>
                    <a:pt x="8478" y="579"/>
                    <a:pt x="7863" y="579"/>
                    <a:pt x="7136" y="579"/>
                  </a:cubicBezTo>
                  <a:cubicBezTo>
                    <a:pt x="5818" y="579"/>
                    <a:pt x="4179" y="547"/>
                    <a:pt x="2861" y="547"/>
                  </a:cubicBezTo>
                  <a:cubicBezTo>
                    <a:pt x="1681" y="518"/>
                    <a:pt x="759" y="490"/>
                    <a:pt x="579" y="484"/>
                  </a:cubicBezTo>
                  <a:lnTo>
                    <a:pt x="579" y="484"/>
                  </a:lnTo>
                  <a:lnTo>
                    <a:pt x="579" y="483"/>
                  </a:lnTo>
                  <a:cubicBezTo>
                    <a:pt x="579" y="483"/>
                    <a:pt x="565" y="461"/>
                    <a:pt x="546" y="418"/>
                  </a:cubicBezTo>
                  <a:close/>
                  <a:moveTo>
                    <a:pt x="0" y="1"/>
                  </a:moveTo>
                  <a:lnTo>
                    <a:pt x="65" y="258"/>
                  </a:lnTo>
                  <a:cubicBezTo>
                    <a:pt x="97" y="515"/>
                    <a:pt x="193" y="676"/>
                    <a:pt x="290" y="772"/>
                  </a:cubicBezTo>
                  <a:cubicBezTo>
                    <a:pt x="354" y="869"/>
                    <a:pt x="482" y="901"/>
                    <a:pt x="515" y="901"/>
                  </a:cubicBezTo>
                  <a:cubicBezTo>
                    <a:pt x="515" y="901"/>
                    <a:pt x="4501" y="997"/>
                    <a:pt x="7136" y="997"/>
                  </a:cubicBezTo>
                  <a:lnTo>
                    <a:pt x="8776" y="997"/>
                  </a:lnTo>
                  <a:cubicBezTo>
                    <a:pt x="9001" y="965"/>
                    <a:pt x="9161" y="965"/>
                    <a:pt x="9258" y="965"/>
                  </a:cubicBezTo>
                  <a:cubicBezTo>
                    <a:pt x="9322" y="933"/>
                    <a:pt x="9386" y="933"/>
                    <a:pt x="9419" y="933"/>
                  </a:cubicBezTo>
                  <a:lnTo>
                    <a:pt x="9515" y="901"/>
                  </a:lnTo>
                  <a:lnTo>
                    <a:pt x="9579" y="836"/>
                  </a:lnTo>
                  <a:cubicBezTo>
                    <a:pt x="9611" y="836"/>
                    <a:pt x="9644" y="772"/>
                    <a:pt x="9644" y="708"/>
                  </a:cubicBezTo>
                  <a:lnTo>
                    <a:pt x="9644" y="676"/>
                  </a:lnTo>
                  <a:lnTo>
                    <a:pt x="9644" y="644"/>
                  </a:lnTo>
                  <a:cubicBezTo>
                    <a:pt x="9611" y="547"/>
                    <a:pt x="9547" y="483"/>
                    <a:pt x="9483" y="451"/>
                  </a:cubicBezTo>
                  <a:cubicBezTo>
                    <a:pt x="9322" y="290"/>
                    <a:pt x="9065" y="161"/>
                    <a:pt x="8711" y="33"/>
                  </a:cubicBezTo>
                  <a:lnTo>
                    <a:pt x="864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8" name="Google Shape;2388;g312bfb4b743_5_798"/>
            <p:cNvSpPr/>
            <p:nvPr/>
          </p:nvSpPr>
          <p:spPr>
            <a:xfrm>
              <a:off x="4779925" y="2559250"/>
              <a:ext cx="598725" cy="1158975"/>
            </a:xfrm>
            <a:custGeom>
              <a:avLst/>
              <a:gdLst/>
              <a:ahLst/>
              <a:cxnLst/>
              <a:rect l="l" t="t" r="r" b="b"/>
              <a:pathLst>
                <a:path w="23949" h="46359" extrusionOk="0">
                  <a:moveTo>
                    <a:pt x="12715" y="0"/>
                  </a:moveTo>
                  <a:cubicBezTo>
                    <a:pt x="12193" y="0"/>
                    <a:pt x="11622" y="44"/>
                    <a:pt x="10994" y="149"/>
                  </a:cubicBezTo>
                  <a:cubicBezTo>
                    <a:pt x="8069" y="631"/>
                    <a:pt x="6044" y="4039"/>
                    <a:pt x="5594" y="7607"/>
                  </a:cubicBezTo>
                  <a:cubicBezTo>
                    <a:pt x="5144" y="11175"/>
                    <a:pt x="5562" y="15128"/>
                    <a:pt x="5562" y="15128"/>
                  </a:cubicBezTo>
                  <a:cubicBezTo>
                    <a:pt x="5626" y="15675"/>
                    <a:pt x="4437" y="17025"/>
                    <a:pt x="4115" y="17411"/>
                  </a:cubicBezTo>
                  <a:cubicBezTo>
                    <a:pt x="3440" y="18311"/>
                    <a:pt x="2604" y="19018"/>
                    <a:pt x="1994" y="19982"/>
                  </a:cubicBezTo>
                  <a:cubicBezTo>
                    <a:pt x="740" y="21911"/>
                    <a:pt x="1" y="24354"/>
                    <a:pt x="258" y="26668"/>
                  </a:cubicBezTo>
                  <a:cubicBezTo>
                    <a:pt x="515" y="29079"/>
                    <a:pt x="1704" y="39815"/>
                    <a:pt x="1737" y="40780"/>
                  </a:cubicBezTo>
                  <a:cubicBezTo>
                    <a:pt x="1737" y="41712"/>
                    <a:pt x="1062" y="43191"/>
                    <a:pt x="1190" y="44348"/>
                  </a:cubicBezTo>
                  <a:cubicBezTo>
                    <a:pt x="1319" y="45473"/>
                    <a:pt x="1704" y="44958"/>
                    <a:pt x="4147" y="45312"/>
                  </a:cubicBezTo>
                  <a:cubicBezTo>
                    <a:pt x="6129" y="45629"/>
                    <a:pt x="11150" y="46359"/>
                    <a:pt x="13340" y="46359"/>
                  </a:cubicBezTo>
                  <a:cubicBezTo>
                    <a:pt x="13815" y="46359"/>
                    <a:pt x="14156" y="46324"/>
                    <a:pt x="14305" y="46244"/>
                  </a:cubicBezTo>
                  <a:cubicBezTo>
                    <a:pt x="15141" y="45794"/>
                    <a:pt x="15752" y="44541"/>
                    <a:pt x="15719" y="43898"/>
                  </a:cubicBezTo>
                  <a:cubicBezTo>
                    <a:pt x="15719" y="43287"/>
                    <a:pt x="15623" y="38690"/>
                    <a:pt x="15141" y="36279"/>
                  </a:cubicBezTo>
                  <a:cubicBezTo>
                    <a:pt x="14659" y="33869"/>
                    <a:pt x="15076" y="28951"/>
                    <a:pt x="14916" y="26443"/>
                  </a:cubicBezTo>
                  <a:cubicBezTo>
                    <a:pt x="14755" y="23936"/>
                    <a:pt x="13823" y="19886"/>
                    <a:pt x="12955" y="18536"/>
                  </a:cubicBezTo>
                  <a:cubicBezTo>
                    <a:pt x="12087" y="17186"/>
                    <a:pt x="11123" y="16157"/>
                    <a:pt x="11444" y="15643"/>
                  </a:cubicBezTo>
                  <a:cubicBezTo>
                    <a:pt x="11733" y="15096"/>
                    <a:pt x="15462" y="12814"/>
                    <a:pt x="17327" y="12043"/>
                  </a:cubicBezTo>
                  <a:cubicBezTo>
                    <a:pt x="19191" y="11271"/>
                    <a:pt x="23948" y="9278"/>
                    <a:pt x="23209" y="8571"/>
                  </a:cubicBezTo>
                  <a:cubicBezTo>
                    <a:pt x="22470" y="7864"/>
                    <a:pt x="19641" y="3621"/>
                    <a:pt x="19641" y="3621"/>
                  </a:cubicBezTo>
                  <a:cubicBezTo>
                    <a:pt x="19641" y="3621"/>
                    <a:pt x="17905" y="1467"/>
                    <a:pt x="16748" y="953"/>
                  </a:cubicBezTo>
                  <a:cubicBezTo>
                    <a:pt x="15842" y="575"/>
                    <a:pt x="14600" y="0"/>
                    <a:pt x="1271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9" name="Google Shape;2389;g312bfb4b743_5_798"/>
            <p:cNvSpPr/>
            <p:nvPr/>
          </p:nvSpPr>
          <p:spPr>
            <a:xfrm>
              <a:off x="4779925" y="2554125"/>
              <a:ext cx="587475" cy="1169275"/>
            </a:xfrm>
            <a:custGeom>
              <a:avLst/>
              <a:gdLst/>
              <a:ahLst/>
              <a:cxnLst/>
              <a:rect l="l" t="t" r="r" b="b"/>
              <a:pathLst>
                <a:path w="23499" h="46771" extrusionOk="0">
                  <a:moveTo>
                    <a:pt x="12730" y="418"/>
                  </a:moveTo>
                  <a:cubicBezTo>
                    <a:pt x="14562" y="418"/>
                    <a:pt x="15752" y="965"/>
                    <a:pt x="16684" y="1351"/>
                  </a:cubicBezTo>
                  <a:cubicBezTo>
                    <a:pt x="17198" y="1576"/>
                    <a:pt x="17905" y="2218"/>
                    <a:pt x="18484" y="2829"/>
                  </a:cubicBezTo>
                  <a:cubicBezTo>
                    <a:pt x="18773" y="3118"/>
                    <a:pt x="19030" y="3408"/>
                    <a:pt x="19191" y="3633"/>
                  </a:cubicBezTo>
                  <a:cubicBezTo>
                    <a:pt x="19384" y="3826"/>
                    <a:pt x="19480" y="3954"/>
                    <a:pt x="19480" y="3954"/>
                  </a:cubicBezTo>
                  <a:cubicBezTo>
                    <a:pt x="19480" y="3954"/>
                    <a:pt x="20155" y="5015"/>
                    <a:pt x="20959" y="6140"/>
                  </a:cubicBezTo>
                  <a:cubicBezTo>
                    <a:pt x="21377" y="6719"/>
                    <a:pt x="21795" y="7329"/>
                    <a:pt x="22180" y="7812"/>
                  </a:cubicBezTo>
                  <a:cubicBezTo>
                    <a:pt x="22534" y="8326"/>
                    <a:pt x="22855" y="8712"/>
                    <a:pt x="23048" y="8937"/>
                  </a:cubicBezTo>
                  <a:lnTo>
                    <a:pt x="23080" y="8937"/>
                  </a:lnTo>
                  <a:cubicBezTo>
                    <a:pt x="23080" y="8937"/>
                    <a:pt x="23048" y="9033"/>
                    <a:pt x="22952" y="9162"/>
                  </a:cubicBezTo>
                  <a:cubicBezTo>
                    <a:pt x="22759" y="9355"/>
                    <a:pt x="22405" y="9612"/>
                    <a:pt x="21955" y="9869"/>
                  </a:cubicBezTo>
                  <a:cubicBezTo>
                    <a:pt x="20573" y="10672"/>
                    <a:pt x="18387" y="11572"/>
                    <a:pt x="17230" y="12055"/>
                  </a:cubicBezTo>
                  <a:cubicBezTo>
                    <a:pt x="16298" y="12440"/>
                    <a:pt x="14884" y="13212"/>
                    <a:pt x="13662" y="13951"/>
                  </a:cubicBezTo>
                  <a:cubicBezTo>
                    <a:pt x="13084" y="14337"/>
                    <a:pt x="12505" y="14690"/>
                    <a:pt x="12087" y="14980"/>
                  </a:cubicBezTo>
                  <a:cubicBezTo>
                    <a:pt x="11894" y="15141"/>
                    <a:pt x="11701" y="15269"/>
                    <a:pt x="11541" y="15398"/>
                  </a:cubicBezTo>
                  <a:cubicBezTo>
                    <a:pt x="11412" y="15526"/>
                    <a:pt x="11316" y="15623"/>
                    <a:pt x="11251" y="15719"/>
                  </a:cubicBezTo>
                  <a:cubicBezTo>
                    <a:pt x="11187" y="15848"/>
                    <a:pt x="11155" y="15944"/>
                    <a:pt x="11155" y="16073"/>
                  </a:cubicBezTo>
                  <a:cubicBezTo>
                    <a:pt x="11155" y="16266"/>
                    <a:pt x="11219" y="16458"/>
                    <a:pt x="11316" y="16651"/>
                  </a:cubicBezTo>
                  <a:cubicBezTo>
                    <a:pt x="11605" y="17262"/>
                    <a:pt x="12216" y="17969"/>
                    <a:pt x="12794" y="18837"/>
                  </a:cubicBezTo>
                  <a:cubicBezTo>
                    <a:pt x="13180" y="19480"/>
                    <a:pt x="13630" y="20830"/>
                    <a:pt x="13984" y="22309"/>
                  </a:cubicBezTo>
                  <a:cubicBezTo>
                    <a:pt x="14369" y="23787"/>
                    <a:pt x="14626" y="25427"/>
                    <a:pt x="14691" y="26648"/>
                  </a:cubicBezTo>
                  <a:cubicBezTo>
                    <a:pt x="14723" y="27098"/>
                    <a:pt x="14755" y="27645"/>
                    <a:pt x="14755" y="28223"/>
                  </a:cubicBezTo>
                  <a:cubicBezTo>
                    <a:pt x="14755" y="29573"/>
                    <a:pt x="14691" y="31213"/>
                    <a:pt x="14691" y="32756"/>
                  </a:cubicBezTo>
                  <a:cubicBezTo>
                    <a:pt x="14691" y="34202"/>
                    <a:pt x="14723" y="35552"/>
                    <a:pt x="14916" y="36517"/>
                  </a:cubicBezTo>
                  <a:cubicBezTo>
                    <a:pt x="15398" y="38895"/>
                    <a:pt x="15494" y="43492"/>
                    <a:pt x="15527" y="44135"/>
                  </a:cubicBezTo>
                  <a:cubicBezTo>
                    <a:pt x="15527" y="44392"/>
                    <a:pt x="15366" y="44842"/>
                    <a:pt x="15141" y="45260"/>
                  </a:cubicBezTo>
                  <a:cubicBezTo>
                    <a:pt x="14916" y="45678"/>
                    <a:pt x="14562" y="46064"/>
                    <a:pt x="14209" y="46256"/>
                  </a:cubicBezTo>
                  <a:cubicBezTo>
                    <a:pt x="14176" y="46289"/>
                    <a:pt x="14080" y="46321"/>
                    <a:pt x="13951" y="46321"/>
                  </a:cubicBezTo>
                  <a:cubicBezTo>
                    <a:pt x="13791" y="46353"/>
                    <a:pt x="13598" y="46353"/>
                    <a:pt x="13373" y="46353"/>
                  </a:cubicBezTo>
                  <a:cubicBezTo>
                    <a:pt x="11251" y="46353"/>
                    <a:pt x="6140" y="45614"/>
                    <a:pt x="4180" y="45324"/>
                  </a:cubicBezTo>
                  <a:cubicBezTo>
                    <a:pt x="2958" y="45131"/>
                    <a:pt x="2219" y="45163"/>
                    <a:pt x="1833" y="45131"/>
                  </a:cubicBezTo>
                  <a:cubicBezTo>
                    <a:pt x="1737" y="45099"/>
                    <a:pt x="1672" y="45099"/>
                    <a:pt x="1608" y="45067"/>
                  </a:cubicBezTo>
                  <a:cubicBezTo>
                    <a:pt x="1544" y="45035"/>
                    <a:pt x="1544" y="45003"/>
                    <a:pt x="1479" y="44938"/>
                  </a:cubicBezTo>
                  <a:cubicBezTo>
                    <a:pt x="1447" y="44874"/>
                    <a:pt x="1415" y="44713"/>
                    <a:pt x="1383" y="44521"/>
                  </a:cubicBezTo>
                  <a:cubicBezTo>
                    <a:pt x="1383" y="44424"/>
                    <a:pt x="1383" y="44328"/>
                    <a:pt x="1383" y="44231"/>
                  </a:cubicBezTo>
                  <a:cubicBezTo>
                    <a:pt x="1383" y="43749"/>
                    <a:pt x="1512" y="43171"/>
                    <a:pt x="1640" y="42592"/>
                  </a:cubicBezTo>
                  <a:cubicBezTo>
                    <a:pt x="1801" y="42045"/>
                    <a:pt x="1929" y="41499"/>
                    <a:pt x="1929" y="41017"/>
                  </a:cubicBezTo>
                  <a:lnTo>
                    <a:pt x="1929" y="40985"/>
                  </a:lnTo>
                  <a:lnTo>
                    <a:pt x="1929" y="40953"/>
                  </a:lnTo>
                  <a:cubicBezTo>
                    <a:pt x="1929" y="40695"/>
                    <a:pt x="1865" y="39860"/>
                    <a:pt x="1737" y="38702"/>
                  </a:cubicBezTo>
                  <a:cubicBezTo>
                    <a:pt x="1383" y="35167"/>
                    <a:pt x="676" y="28641"/>
                    <a:pt x="483" y="26841"/>
                  </a:cubicBezTo>
                  <a:cubicBezTo>
                    <a:pt x="451" y="26552"/>
                    <a:pt x="419" y="26230"/>
                    <a:pt x="419" y="25941"/>
                  </a:cubicBezTo>
                  <a:cubicBezTo>
                    <a:pt x="419" y="23948"/>
                    <a:pt x="1094" y="21955"/>
                    <a:pt x="2154" y="20284"/>
                  </a:cubicBezTo>
                  <a:cubicBezTo>
                    <a:pt x="2765" y="19384"/>
                    <a:pt x="3601" y="18676"/>
                    <a:pt x="4276" y="17744"/>
                  </a:cubicBezTo>
                  <a:cubicBezTo>
                    <a:pt x="4437" y="17551"/>
                    <a:pt x="4790" y="17133"/>
                    <a:pt x="5112" y="16683"/>
                  </a:cubicBezTo>
                  <a:cubicBezTo>
                    <a:pt x="5272" y="16458"/>
                    <a:pt x="5433" y="16233"/>
                    <a:pt x="5562" y="16008"/>
                  </a:cubicBezTo>
                  <a:cubicBezTo>
                    <a:pt x="5690" y="15783"/>
                    <a:pt x="5755" y="15591"/>
                    <a:pt x="5755" y="15366"/>
                  </a:cubicBezTo>
                  <a:lnTo>
                    <a:pt x="5755" y="15333"/>
                  </a:lnTo>
                  <a:cubicBezTo>
                    <a:pt x="5755" y="15333"/>
                    <a:pt x="5755" y="15205"/>
                    <a:pt x="5755" y="15044"/>
                  </a:cubicBezTo>
                  <a:cubicBezTo>
                    <a:pt x="5690" y="14465"/>
                    <a:pt x="5594" y="13148"/>
                    <a:pt x="5594" y="11572"/>
                  </a:cubicBezTo>
                  <a:cubicBezTo>
                    <a:pt x="5594" y="10383"/>
                    <a:pt x="5658" y="9097"/>
                    <a:pt x="5819" y="7844"/>
                  </a:cubicBezTo>
                  <a:cubicBezTo>
                    <a:pt x="6012" y="6076"/>
                    <a:pt x="6623" y="4372"/>
                    <a:pt x="7523" y="3054"/>
                  </a:cubicBezTo>
                  <a:cubicBezTo>
                    <a:pt x="8455" y="1704"/>
                    <a:pt x="9644" y="804"/>
                    <a:pt x="11026" y="547"/>
                  </a:cubicBezTo>
                  <a:cubicBezTo>
                    <a:pt x="11637" y="450"/>
                    <a:pt x="12216" y="418"/>
                    <a:pt x="12730" y="418"/>
                  </a:cubicBezTo>
                  <a:close/>
                  <a:moveTo>
                    <a:pt x="12730" y="0"/>
                  </a:moveTo>
                  <a:cubicBezTo>
                    <a:pt x="12183" y="0"/>
                    <a:pt x="11605" y="33"/>
                    <a:pt x="10930" y="129"/>
                  </a:cubicBezTo>
                  <a:cubicBezTo>
                    <a:pt x="9419" y="386"/>
                    <a:pt x="8133" y="1415"/>
                    <a:pt x="7169" y="2797"/>
                  </a:cubicBezTo>
                  <a:cubicBezTo>
                    <a:pt x="6237" y="4179"/>
                    <a:pt x="5626" y="5947"/>
                    <a:pt x="5401" y="7779"/>
                  </a:cubicBezTo>
                  <a:cubicBezTo>
                    <a:pt x="5240" y="9065"/>
                    <a:pt x="5176" y="10383"/>
                    <a:pt x="5176" y="11572"/>
                  </a:cubicBezTo>
                  <a:cubicBezTo>
                    <a:pt x="5176" y="13694"/>
                    <a:pt x="5337" y="15366"/>
                    <a:pt x="5337" y="15366"/>
                  </a:cubicBezTo>
                  <a:cubicBezTo>
                    <a:pt x="5337" y="15462"/>
                    <a:pt x="5305" y="15623"/>
                    <a:pt x="5176" y="15816"/>
                  </a:cubicBezTo>
                  <a:cubicBezTo>
                    <a:pt x="5047" y="16105"/>
                    <a:pt x="4790" y="16458"/>
                    <a:pt x="4533" y="16748"/>
                  </a:cubicBezTo>
                  <a:cubicBezTo>
                    <a:pt x="4308" y="17069"/>
                    <a:pt x="4083" y="17326"/>
                    <a:pt x="3955" y="17487"/>
                  </a:cubicBezTo>
                  <a:cubicBezTo>
                    <a:pt x="3312" y="18355"/>
                    <a:pt x="2444" y="19062"/>
                    <a:pt x="1801" y="20059"/>
                  </a:cubicBezTo>
                  <a:cubicBezTo>
                    <a:pt x="708" y="21762"/>
                    <a:pt x="1" y="23852"/>
                    <a:pt x="1" y="25941"/>
                  </a:cubicBezTo>
                  <a:cubicBezTo>
                    <a:pt x="1" y="26263"/>
                    <a:pt x="33" y="26584"/>
                    <a:pt x="65" y="26905"/>
                  </a:cubicBezTo>
                  <a:cubicBezTo>
                    <a:pt x="194" y="28095"/>
                    <a:pt x="547" y="31373"/>
                    <a:pt x="869" y="34492"/>
                  </a:cubicBezTo>
                  <a:cubicBezTo>
                    <a:pt x="1029" y="36034"/>
                    <a:pt x="1190" y="37545"/>
                    <a:pt x="1319" y="38735"/>
                  </a:cubicBezTo>
                  <a:cubicBezTo>
                    <a:pt x="1447" y="39892"/>
                    <a:pt x="1512" y="40760"/>
                    <a:pt x="1512" y="40985"/>
                  </a:cubicBezTo>
                  <a:lnTo>
                    <a:pt x="1512" y="41017"/>
                  </a:lnTo>
                  <a:cubicBezTo>
                    <a:pt x="1512" y="41403"/>
                    <a:pt x="1383" y="41917"/>
                    <a:pt x="1254" y="42495"/>
                  </a:cubicBezTo>
                  <a:cubicBezTo>
                    <a:pt x="1094" y="43074"/>
                    <a:pt x="965" y="43653"/>
                    <a:pt x="965" y="44231"/>
                  </a:cubicBezTo>
                  <a:cubicBezTo>
                    <a:pt x="965" y="44360"/>
                    <a:pt x="965" y="44456"/>
                    <a:pt x="965" y="44585"/>
                  </a:cubicBezTo>
                  <a:cubicBezTo>
                    <a:pt x="997" y="44874"/>
                    <a:pt x="1062" y="45099"/>
                    <a:pt x="1190" y="45260"/>
                  </a:cubicBezTo>
                  <a:cubicBezTo>
                    <a:pt x="1287" y="45388"/>
                    <a:pt x="1447" y="45485"/>
                    <a:pt x="1608" y="45517"/>
                  </a:cubicBezTo>
                  <a:cubicBezTo>
                    <a:pt x="1833" y="45581"/>
                    <a:pt x="2122" y="45581"/>
                    <a:pt x="2540" y="45581"/>
                  </a:cubicBezTo>
                  <a:cubicBezTo>
                    <a:pt x="2926" y="45614"/>
                    <a:pt x="3440" y="45646"/>
                    <a:pt x="4115" y="45742"/>
                  </a:cubicBezTo>
                  <a:cubicBezTo>
                    <a:pt x="6108" y="46031"/>
                    <a:pt x="11155" y="46771"/>
                    <a:pt x="13373" y="46771"/>
                  </a:cubicBezTo>
                  <a:cubicBezTo>
                    <a:pt x="13630" y="46771"/>
                    <a:pt x="13823" y="46771"/>
                    <a:pt x="13984" y="46739"/>
                  </a:cubicBezTo>
                  <a:cubicBezTo>
                    <a:pt x="14144" y="46739"/>
                    <a:pt x="14305" y="46706"/>
                    <a:pt x="14401" y="46642"/>
                  </a:cubicBezTo>
                  <a:cubicBezTo>
                    <a:pt x="14884" y="46385"/>
                    <a:pt x="15237" y="45935"/>
                    <a:pt x="15527" y="45485"/>
                  </a:cubicBezTo>
                  <a:cubicBezTo>
                    <a:pt x="15784" y="45003"/>
                    <a:pt x="15944" y="44521"/>
                    <a:pt x="15944" y="44135"/>
                  </a:cubicBezTo>
                  <a:lnTo>
                    <a:pt x="15944" y="44103"/>
                  </a:lnTo>
                  <a:cubicBezTo>
                    <a:pt x="15912" y="43492"/>
                    <a:pt x="15816" y="38863"/>
                    <a:pt x="15334" y="36452"/>
                  </a:cubicBezTo>
                  <a:cubicBezTo>
                    <a:pt x="15173" y="35520"/>
                    <a:pt x="15109" y="34170"/>
                    <a:pt x="15109" y="32756"/>
                  </a:cubicBezTo>
                  <a:cubicBezTo>
                    <a:pt x="15109" y="31245"/>
                    <a:pt x="15173" y="29606"/>
                    <a:pt x="15173" y="28223"/>
                  </a:cubicBezTo>
                  <a:cubicBezTo>
                    <a:pt x="15173" y="27645"/>
                    <a:pt x="15173" y="27098"/>
                    <a:pt x="15141" y="26648"/>
                  </a:cubicBezTo>
                  <a:cubicBezTo>
                    <a:pt x="15044" y="25362"/>
                    <a:pt x="14787" y="23723"/>
                    <a:pt x="14401" y="22212"/>
                  </a:cubicBezTo>
                  <a:cubicBezTo>
                    <a:pt x="14048" y="20702"/>
                    <a:pt x="13598" y="19351"/>
                    <a:pt x="13148" y="18612"/>
                  </a:cubicBezTo>
                  <a:cubicBezTo>
                    <a:pt x="12762" y="18034"/>
                    <a:pt x="12344" y="17487"/>
                    <a:pt x="12055" y="17069"/>
                  </a:cubicBezTo>
                  <a:cubicBezTo>
                    <a:pt x="11926" y="16844"/>
                    <a:pt x="11798" y="16651"/>
                    <a:pt x="11701" y="16458"/>
                  </a:cubicBezTo>
                  <a:cubicBezTo>
                    <a:pt x="11637" y="16298"/>
                    <a:pt x="11573" y="16169"/>
                    <a:pt x="11573" y="16073"/>
                  </a:cubicBezTo>
                  <a:cubicBezTo>
                    <a:pt x="11573" y="16008"/>
                    <a:pt x="11605" y="15976"/>
                    <a:pt x="11605" y="15944"/>
                  </a:cubicBezTo>
                  <a:cubicBezTo>
                    <a:pt x="11637" y="15912"/>
                    <a:pt x="11701" y="15816"/>
                    <a:pt x="11830" y="15719"/>
                  </a:cubicBezTo>
                  <a:cubicBezTo>
                    <a:pt x="12280" y="15333"/>
                    <a:pt x="13276" y="14690"/>
                    <a:pt x="14369" y="14048"/>
                  </a:cubicBezTo>
                  <a:cubicBezTo>
                    <a:pt x="15430" y="13405"/>
                    <a:pt x="16587" y="12794"/>
                    <a:pt x="17391" y="12440"/>
                  </a:cubicBezTo>
                  <a:cubicBezTo>
                    <a:pt x="18259" y="12087"/>
                    <a:pt x="19770" y="11476"/>
                    <a:pt x="21055" y="10833"/>
                  </a:cubicBezTo>
                  <a:cubicBezTo>
                    <a:pt x="21698" y="10512"/>
                    <a:pt x="22277" y="10190"/>
                    <a:pt x="22727" y="9869"/>
                  </a:cubicBezTo>
                  <a:cubicBezTo>
                    <a:pt x="22952" y="9740"/>
                    <a:pt x="23113" y="9580"/>
                    <a:pt x="23241" y="9451"/>
                  </a:cubicBezTo>
                  <a:cubicBezTo>
                    <a:pt x="23402" y="9290"/>
                    <a:pt x="23498" y="9129"/>
                    <a:pt x="23498" y="8937"/>
                  </a:cubicBezTo>
                  <a:cubicBezTo>
                    <a:pt x="23498" y="8808"/>
                    <a:pt x="23434" y="8712"/>
                    <a:pt x="23370" y="8615"/>
                  </a:cubicBezTo>
                  <a:cubicBezTo>
                    <a:pt x="23177" y="8454"/>
                    <a:pt x="22855" y="8069"/>
                    <a:pt x="22502" y="7554"/>
                  </a:cubicBezTo>
                  <a:cubicBezTo>
                    <a:pt x="21955" y="6815"/>
                    <a:pt x="21280" y="5851"/>
                    <a:pt x="20734" y="5079"/>
                  </a:cubicBezTo>
                  <a:cubicBezTo>
                    <a:pt x="20220" y="4308"/>
                    <a:pt x="19834" y="3697"/>
                    <a:pt x="19834" y="3697"/>
                  </a:cubicBezTo>
                  <a:lnTo>
                    <a:pt x="19802" y="3697"/>
                  </a:lnTo>
                  <a:cubicBezTo>
                    <a:pt x="19802" y="3697"/>
                    <a:pt x="19384" y="3151"/>
                    <a:pt x="18805" y="2540"/>
                  </a:cubicBezTo>
                  <a:cubicBezTo>
                    <a:pt x="18194" y="1929"/>
                    <a:pt x="17487" y="1254"/>
                    <a:pt x="16844" y="965"/>
                  </a:cubicBezTo>
                  <a:cubicBezTo>
                    <a:pt x="15944" y="579"/>
                    <a:pt x="14659" y="0"/>
                    <a:pt x="127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0" name="Google Shape;2390;g312bfb4b743_5_798"/>
            <p:cNvSpPr/>
            <p:nvPr/>
          </p:nvSpPr>
          <p:spPr>
            <a:xfrm>
              <a:off x="4852250" y="3131925"/>
              <a:ext cx="629250" cy="449325"/>
            </a:xfrm>
            <a:custGeom>
              <a:avLst/>
              <a:gdLst/>
              <a:ahLst/>
              <a:cxnLst/>
              <a:rect l="l" t="t" r="r" b="b"/>
              <a:pathLst>
                <a:path w="25170" h="17973" extrusionOk="0">
                  <a:moveTo>
                    <a:pt x="1737" y="0"/>
                  </a:moveTo>
                  <a:cubicBezTo>
                    <a:pt x="1737" y="0"/>
                    <a:pt x="1" y="1286"/>
                    <a:pt x="65" y="3311"/>
                  </a:cubicBezTo>
                  <a:cubicBezTo>
                    <a:pt x="97" y="5336"/>
                    <a:pt x="2508" y="15655"/>
                    <a:pt x="2862" y="16715"/>
                  </a:cubicBezTo>
                  <a:cubicBezTo>
                    <a:pt x="3247" y="17744"/>
                    <a:pt x="4855" y="17841"/>
                    <a:pt x="5208" y="17969"/>
                  </a:cubicBezTo>
                  <a:cubicBezTo>
                    <a:pt x="5213" y="17972"/>
                    <a:pt x="5222" y="17973"/>
                    <a:pt x="5233" y="17973"/>
                  </a:cubicBezTo>
                  <a:cubicBezTo>
                    <a:pt x="5966" y="17973"/>
                    <a:pt x="19384" y="12762"/>
                    <a:pt x="19384" y="12762"/>
                  </a:cubicBezTo>
                  <a:cubicBezTo>
                    <a:pt x="19384" y="12762"/>
                    <a:pt x="21023" y="13919"/>
                    <a:pt x="21666" y="13919"/>
                  </a:cubicBezTo>
                  <a:cubicBezTo>
                    <a:pt x="22277" y="13887"/>
                    <a:pt x="24045" y="13855"/>
                    <a:pt x="24045" y="13855"/>
                  </a:cubicBezTo>
                  <a:cubicBezTo>
                    <a:pt x="24045" y="13855"/>
                    <a:pt x="24752" y="15012"/>
                    <a:pt x="24977" y="15012"/>
                  </a:cubicBezTo>
                  <a:cubicBezTo>
                    <a:pt x="25170" y="15012"/>
                    <a:pt x="25106" y="14465"/>
                    <a:pt x="25009" y="14048"/>
                  </a:cubicBezTo>
                  <a:cubicBezTo>
                    <a:pt x="24945" y="13630"/>
                    <a:pt x="24559" y="12569"/>
                    <a:pt x="24559" y="12569"/>
                  </a:cubicBezTo>
                  <a:cubicBezTo>
                    <a:pt x="24559" y="12569"/>
                    <a:pt x="22663" y="11444"/>
                    <a:pt x="21730" y="11251"/>
                  </a:cubicBezTo>
                  <a:cubicBezTo>
                    <a:pt x="20974" y="11089"/>
                    <a:pt x="20149" y="10836"/>
                    <a:pt x="19580" y="10836"/>
                  </a:cubicBezTo>
                  <a:cubicBezTo>
                    <a:pt x="19473" y="10836"/>
                    <a:pt x="19374" y="10845"/>
                    <a:pt x="19287" y="10865"/>
                  </a:cubicBezTo>
                  <a:cubicBezTo>
                    <a:pt x="18709" y="11026"/>
                    <a:pt x="7555" y="12826"/>
                    <a:pt x="7555" y="12826"/>
                  </a:cubicBezTo>
                  <a:cubicBezTo>
                    <a:pt x="7555" y="12826"/>
                    <a:pt x="7812" y="5304"/>
                    <a:pt x="7619" y="3697"/>
                  </a:cubicBezTo>
                  <a:cubicBezTo>
                    <a:pt x="7458" y="2090"/>
                    <a:pt x="6783" y="450"/>
                    <a:pt x="5530" y="193"/>
                  </a:cubicBezTo>
                  <a:lnTo>
                    <a:pt x="173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1" name="Google Shape;2391;g312bfb4b743_5_798"/>
            <p:cNvSpPr/>
            <p:nvPr/>
          </p:nvSpPr>
          <p:spPr>
            <a:xfrm>
              <a:off x="4848250" y="3127100"/>
              <a:ext cx="637275" cy="459700"/>
            </a:xfrm>
            <a:custGeom>
              <a:avLst/>
              <a:gdLst/>
              <a:ahLst/>
              <a:cxnLst/>
              <a:rect l="l" t="t" r="r" b="b"/>
              <a:pathLst>
                <a:path w="25491" h="18388" extrusionOk="0">
                  <a:moveTo>
                    <a:pt x="1768" y="0"/>
                  </a:moveTo>
                  <a:cubicBezTo>
                    <a:pt x="1768" y="33"/>
                    <a:pt x="1318" y="354"/>
                    <a:pt x="868" y="933"/>
                  </a:cubicBezTo>
                  <a:cubicBezTo>
                    <a:pt x="450" y="1511"/>
                    <a:pt x="0" y="2379"/>
                    <a:pt x="0" y="3440"/>
                  </a:cubicBezTo>
                  <a:lnTo>
                    <a:pt x="0" y="3536"/>
                  </a:lnTo>
                  <a:lnTo>
                    <a:pt x="2" y="3536"/>
                  </a:lnTo>
                  <a:lnTo>
                    <a:pt x="2" y="3536"/>
                  </a:lnTo>
                  <a:cubicBezTo>
                    <a:pt x="37" y="4090"/>
                    <a:pt x="166" y="5104"/>
                    <a:pt x="418" y="6365"/>
                  </a:cubicBezTo>
                  <a:cubicBezTo>
                    <a:pt x="772" y="8262"/>
                    <a:pt x="1318" y="10705"/>
                    <a:pt x="1800" y="12794"/>
                  </a:cubicBezTo>
                  <a:cubicBezTo>
                    <a:pt x="2025" y="13823"/>
                    <a:pt x="2250" y="14755"/>
                    <a:pt x="2443" y="15494"/>
                  </a:cubicBezTo>
                  <a:cubicBezTo>
                    <a:pt x="2636" y="16233"/>
                    <a:pt x="2764" y="16748"/>
                    <a:pt x="2829" y="16973"/>
                  </a:cubicBezTo>
                  <a:cubicBezTo>
                    <a:pt x="2957" y="17262"/>
                    <a:pt x="3150" y="17519"/>
                    <a:pt x="3375" y="17680"/>
                  </a:cubicBezTo>
                  <a:cubicBezTo>
                    <a:pt x="3729" y="17969"/>
                    <a:pt x="4147" y="18098"/>
                    <a:pt x="4532" y="18194"/>
                  </a:cubicBezTo>
                  <a:cubicBezTo>
                    <a:pt x="4725" y="18259"/>
                    <a:pt x="4886" y="18291"/>
                    <a:pt x="5015" y="18323"/>
                  </a:cubicBezTo>
                  <a:cubicBezTo>
                    <a:pt x="5143" y="18323"/>
                    <a:pt x="5272" y="18355"/>
                    <a:pt x="5304" y="18387"/>
                  </a:cubicBezTo>
                  <a:lnTo>
                    <a:pt x="5529" y="18387"/>
                  </a:lnTo>
                  <a:cubicBezTo>
                    <a:pt x="5722" y="18323"/>
                    <a:pt x="6075" y="18226"/>
                    <a:pt x="6557" y="18066"/>
                  </a:cubicBezTo>
                  <a:cubicBezTo>
                    <a:pt x="9694" y="16990"/>
                    <a:pt x="18272" y="13666"/>
                    <a:pt x="19495" y="13202"/>
                  </a:cubicBezTo>
                  <a:lnTo>
                    <a:pt x="19495" y="13202"/>
                  </a:lnTo>
                  <a:cubicBezTo>
                    <a:pt x="19638" y="13299"/>
                    <a:pt x="19959" y="13512"/>
                    <a:pt x="20315" y="13726"/>
                  </a:cubicBezTo>
                  <a:cubicBezTo>
                    <a:pt x="20572" y="13855"/>
                    <a:pt x="20830" y="14015"/>
                    <a:pt x="21087" y="14112"/>
                  </a:cubicBezTo>
                  <a:cubicBezTo>
                    <a:pt x="21344" y="14241"/>
                    <a:pt x="21601" y="14305"/>
                    <a:pt x="21826" y="14305"/>
                  </a:cubicBezTo>
                  <a:cubicBezTo>
                    <a:pt x="22344" y="14305"/>
                    <a:pt x="23692" y="14282"/>
                    <a:pt x="24091" y="14275"/>
                  </a:cubicBezTo>
                  <a:lnTo>
                    <a:pt x="24091" y="14275"/>
                  </a:lnTo>
                  <a:cubicBezTo>
                    <a:pt x="24166" y="14395"/>
                    <a:pt x="24282" y="14581"/>
                    <a:pt x="24398" y="14755"/>
                  </a:cubicBezTo>
                  <a:cubicBezTo>
                    <a:pt x="24526" y="14916"/>
                    <a:pt x="24623" y="15044"/>
                    <a:pt x="24751" y="15173"/>
                  </a:cubicBezTo>
                  <a:cubicBezTo>
                    <a:pt x="24783" y="15237"/>
                    <a:pt x="24848" y="15301"/>
                    <a:pt x="24912" y="15333"/>
                  </a:cubicBezTo>
                  <a:cubicBezTo>
                    <a:pt x="24944" y="15366"/>
                    <a:pt x="25008" y="15430"/>
                    <a:pt x="25137" y="15430"/>
                  </a:cubicBezTo>
                  <a:cubicBezTo>
                    <a:pt x="25201" y="15430"/>
                    <a:pt x="25266" y="15398"/>
                    <a:pt x="25330" y="15366"/>
                  </a:cubicBezTo>
                  <a:cubicBezTo>
                    <a:pt x="25426" y="15269"/>
                    <a:pt x="25426" y="15205"/>
                    <a:pt x="25458" y="15141"/>
                  </a:cubicBezTo>
                  <a:cubicBezTo>
                    <a:pt x="25458" y="15076"/>
                    <a:pt x="25491" y="14980"/>
                    <a:pt x="25491" y="14916"/>
                  </a:cubicBezTo>
                  <a:cubicBezTo>
                    <a:pt x="25491" y="14691"/>
                    <a:pt x="25426" y="14433"/>
                    <a:pt x="25394" y="14208"/>
                  </a:cubicBezTo>
                  <a:cubicBezTo>
                    <a:pt x="25330" y="13951"/>
                    <a:pt x="25233" y="13598"/>
                    <a:pt x="25137" y="13276"/>
                  </a:cubicBezTo>
                  <a:cubicBezTo>
                    <a:pt x="25008" y="12955"/>
                    <a:pt x="24912" y="12698"/>
                    <a:pt x="24912" y="12698"/>
                  </a:cubicBezTo>
                  <a:lnTo>
                    <a:pt x="24912" y="12633"/>
                  </a:lnTo>
                  <a:lnTo>
                    <a:pt x="24848" y="12601"/>
                  </a:lnTo>
                  <a:cubicBezTo>
                    <a:pt x="24848" y="12601"/>
                    <a:pt x="24365" y="12312"/>
                    <a:pt x="23755" y="11990"/>
                  </a:cubicBezTo>
                  <a:cubicBezTo>
                    <a:pt x="23144" y="11669"/>
                    <a:pt x="22437" y="11347"/>
                    <a:pt x="21923" y="11219"/>
                  </a:cubicBezTo>
                  <a:cubicBezTo>
                    <a:pt x="21183" y="11090"/>
                    <a:pt x="20412" y="10833"/>
                    <a:pt x="19769" y="10833"/>
                  </a:cubicBezTo>
                  <a:cubicBezTo>
                    <a:pt x="19640" y="10833"/>
                    <a:pt x="19512" y="10833"/>
                    <a:pt x="19383" y="10865"/>
                  </a:cubicBezTo>
                  <a:cubicBezTo>
                    <a:pt x="19319" y="10865"/>
                    <a:pt x="19094" y="10930"/>
                    <a:pt x="18740" y="10994"/>
                  </a:cubicBezTo>
                  <a:cubicBezTo>
                    <a:pt x="17487" y="11219"/>
                    <a:pt x="14722" y="11669"/>
                    <a:pt x="12279" y="12055"/>
                  </a:cubicBezTo>
                  <a:cubicBezTo>
                    <a:pt x="11026" y="12248"/>
                    <a:pt x="9901" y="12440"/>
                    <a:pt x="9065" y="12569"/>
                  </a:cubicBezTo>
                  <a:cubicBezTo>
                    <a:pt x="8565" y="12662"/>
                    <a:pt x="8182" y="12722"/>
                    <a:pt x="7948" y="12757"/>
                  </a:cubicBezTo>
                  <a:lnTo>
                    <a:pt x="7948" y="12757"/>
                  </a:lnTo>
                  <a:cubicBezTo>
                    <a:pt x="7976" y="11808"/>
                    <a:pt x="8068" y="8483"/>
                    <a:pt x="8068" y="6108"/>
                  </a:cubicBezTo>
                  <a:cubicBezTo>
                    <a:pt x="8068" y="5111"/>
                    <a:pt x="8036" y="4308"/>
                    <a:pt x="8004" y="3890"/>
                  </a:cubicBezTo>
                  <a:cubicBezTo>
                    <a:pt x="7908" y="3054"/>
                    <a:pt x="7683" y="2218"/>
                    <a:pt x="7329" y="1543"/>
                  </a:cubicBezTo>
                  <a:cubicBezTo>
                    <a:pt x="6975" y="868"/>
                    <a:pt x="6429" y="322"/>
                    <a:pt x="5722" y="161"/>
                  </a:cubicBezTo>
                  <a:lnTo>
                    <a:pt x="5625" y="579"/>
                  </a:lnTo>
                  <a:cubicBezTo>
                    <a:pt x="6172" y="708"/>
                    <a:pt x="6622" y="1126"/>
                    <a:pt x="6943" y="1736"/>
                  </a:cubicBezTo>
                  <a:cubicBezTo>
                    <a:pt x="7297" y="2347"/>
                    <a:pt x="7490" y="3151"/>
                    <a:pt x="7586" y="3922"/>
                  </a:cubicBezTo>
                  <a:cubicBezTo>
                    <a:pt x="7618" y="4308"/>
                    <a:pt x="7650" y="5144"/>
                    <a:pt x="7650" y="6108"/>
                  </a:cubicBezTo>
                  <a:cubicBezTo>
                    <a:pt x="7650" y="7490"/>
                    <a:pt x="7618" y="9226"/>
                    <a:pt x="7554" y="10608"/>
                  </a:cubicBezTo>
                  <a:cubicBezTo>
                    <a:pt x="7522" y="11958"/>
                    <a:pt x="7490" y="12987"/>
                    <a:pt x="7490" y="13019"/>
                  </a:cubicBezTo>
                  <a:lnTo>
                    <a:pt x="7490" y="13276"/>
                  </a:lnTo>
                  <a:lnTo>
                    <a:pt x="7747" y="13212"/>
                  </a:lnTo>
                  <a:cubicBezTo>
                    <a:pt x="7747" y="13212"/>
                    <a:pt x="10543" y="12762"/>
                    <a:pt x="13404" y="12312"/>
                  </a:cubicBezTo>
                  <a:cubicBezTo>
                    <a:pt x="14819" y="12087"/>
                    <a:pt x="16265" y="11830"/>
                    <a:pt x="17390" y="11637"/>
                  </a:cubicBezTo>
                  <a:cubicBezTo>
                    <a:pt x="17969" y="11540"/>
                    <a:pt x="18451" y="11476"/>
                    <a:pt x="18805" y="11412"/>
                  </a:cubicBezTo>
                  <a:cubicBezTo>
                    <a:pt x="19158" y="11347"/>
                    <a:pt x="19383" y="11315"/>
                    <a:pt x="19480" y="11283"/>
                  </a:cubicBezTo>
                  <a:cubicBezTo>
                    <a:pt x="19576" y="11251"/>
                    <a:pt x="19672" y="11251"/>
                    <a:pt x="19769" y="11251"/>
                  </a:cubicBezTo>
                  <a:cubicBezTo>
                    <a:pt x="20283" y="11251"/>
                    <a:pt x="21087" y="11476"/>
                    <a:pt x="21858" y="11637"/>
                  </a:cubicBezTo>
                  <a:cubicBezTo>
                    <a:pt x="22276" y="11733"/>
                    <a:pt x="22983" y="12055"/>
                    <a:pt x="23562" y="12376"/>
                  </a:cubicBezTo>
                  <a:cubicBezTo>
                    <a:pt x="23851" y="12505"/>
                    <a:pt x="24108" y="12665"/>
                    <a:pt x="24301" y="12762"/>
                  </a:cubicBezTo>
                  <a:cubicBezTo>
                    <a:pt x="24405" y="12831"/>
                    <a:pt x="24490" y="12882"/>
                    <a:pt x="24547" y="12914"/>
                  </a:cubicBezTo>
                  <a:lnTo>
                    <a:pt x="24547" y="12914"/>
                  </a:lnTo>
                  <a:cubicBezTo>
                    <a:pt x="24580" y="13004"/>
                    <a:pt x="24650" y="13196"/>
                    <a:pt x="24719" y="13405"/>
                  </a:cubicBezTo>
                  <a:cubicBezTo>
                    <a:pt x="24816" y="13726"/>
                    <a:pt x="24944" y="14080"/>
                    <a:pt x="24976" y="14273"/>
                  </a:cubicBezTo>
                  <a:cubicBezTo>
                    <a:pt x="25006" y="14479"/>
                    <a:pt x="25035" y="14712"/>
                    <a:pt x="25040" y="14873"/>
                  </a:cubicBezTo>
                  <a:lnTo>
                    <a:pt x="25040" y="14873"/>
                  </a:lnTo>
                  <a:cubicBezTo>
                    <a:pt x="25010" y="14838"/>
                    <a:pt x="24977" y="14799"/>
                    <a:pt x="24944" y="14755"/>
                  </a:cubicBezTo>
                  <a:cubicBezTo>
                    <a:pt x="24816" y="14594"/>
                    <a:pt x="24687" y="14401"/>
                    <a:pt x="24558" y="14241"/>
                  </a:cubicBezTo>
                  <a:cubicBezTo>
                    <a:pt x="24462" y="14048"/>
                    <a:pt x="24365" y="13919"/>
                    <a:pt x="24365" y="13919"/>
                  </a:cubicBezTo>
                  <a:lnTo>
                    <a:pt x="24301" y="13823"/>
                  </a:lnTo>
                  <a:lnTo>
                    <a:pt x="24205" y="13823"/>
                  </a:lnTo>
                  <a:cubicBezTo>
                    <a:pt x="24205" y="13823"/>
                    <a:pt x="22485" y="13885"/>
                    <a:pt x="21821" y="13887"/>
                  </a:cubicBezTo>
                  <a:lnTo>
                    <a:pt x="21821" y="13887"/>
                  </a:lnTo>
                  <a:cubicBezTo>
                    <a:pt x="21692" y="13885"/>
                    <a:pt x="21502" y="13821"/>
                    <a:pt x="21280" y="13726"/>
                  </a:cubicBezTo>
                  <a:cubicBezTo>
                    <a:pt x="20926" y="13565"/>
                    <a:pt x="20508" y="13340"/>
                    <a:pt x="20219" y="13148"/>
                  </a:cubicBezTo>
                  <a:cubicBezTo>
                    <a:pt x="20058" y="13051"/>
                    <a:pt x="19930" y="12955"/>
                    <a:pt x="19833" y="12890"/>
                  </a:cubicBezTo>
                  <a:cubicBezTo>
                    <a:pt x="19737" y="12826"/>
                    <a:pt x="19672" y="12794"/>
                    <a:pt x="19672" y="12794"/>
                  </a:cubicBezTo>
                  <a:lnTo>
                    <a:pt x="19576" y="12730"/>
                  </a:lnTo>
                  <a:lnTo>
                    <a:pt x="19480" y="12762"/>
                  </a:lnTo>
                  <a:cubicBezTo>
                    <a:pt x="19480" y="12762"/>
                    <a:pt x="18644" y="13083"/>
                    <a:pt x="17358" y="13565"/>
                  </a:cubicBezTo>
                  <a:cubicBezTo>
                    <a:pt x="15429" y="14305"/>
                    <a:pt x="12568" y="15398"/>
                    <a:pt x="10093" y="16330"/>
                  </a:cubicBezTo>
                  <a:cubicBezTo>
                    <a:pt x="8872" y="16780"/>
                    <a:pt x="7715" y="17198"/>
                    <a:pt x="6879" y="17487"/>
                  </a:cubicBezTo>
                  <a:cubicBezTo>
                    <a:pt x="6461" y="17648"/>
                    <a:pt x="6107" y="17776"/>
                    <a:pt x="5850" y="17841"/>
                  </a:cubicBezTo>
                  <a:cubicBezTo>
                    <a:pt x="5690" y="17873"/>
                    <a:pt x="5593" y="17905"/>
                    <a:pt x="5529" y="17937"/>
                  </a:cubicBezTo>
                  <a:lnTo>
                    <a:pt x="5446" y="17965"/>
                  </a:lnTo>
                  <a:lnTo>
                    <a:pt x="5446" y="17965"/>
                  </a:lnTo>
                  <a:cubicBezTo>
                    <a:pt x="5321" y="17934"/>
                    <a:pt x="5165" y="17903"/>
                    <a:pt x="4950" y="17873"/>
                  </a:cubicBezTo>
                  <a:cubicBezTo>
                    <a:pt x="4661" y="17809"/>
                    <a:pt x="4275" y="17712"/>
                    <a:pt x="3954" y="17551"/>
                  </a:cubicBezTo>
                  <a:cubicBezTo>
                    <a:pt x="3600" y="17359"/>
                    <a:pt x="3343" y="17134"/>
                    <a:pt x="3247" y="16812"/>
                  </a:cubicBezTo>
                  <a:cubicBezTo>
                    <a:pt x="3150" y="16587"/>
                    <a:pt x="2925" y="15751"/>
                    <a:pt x="2636" y="14594"/>
                  </a:cubicBezTo>
                  <a:cubicBezTo>
                    <a:pt x="2218" y="12890"/>
                    <a:pt x="1672" y="10480"/>
                    <a:pt x="1254" y="8326"/>
                  </a:cubicBezTo>
                  <a:cubicBezTo>
                    <a:pt x="804" y="6172"/>
                    <a:pt x="450" y="4244"/>
                    <a:pt x="418" y="3504"/>
                  </a:cubicBezTo>
                  <a:lnTo>
                    <a:pt x="418" y="3440"/>
                  </a:lnTo>
                  <a:cubicBezTo>
                    <a:pt x="418" y="2508"/>
                    <a:pt x="836" y="1736"/>
                    <a:pt x="1222" y="1190"/>
                  </a:cubicBezTo>
                  <a:cubicBezTo>
                    <a:pt x="1414" y="933"/>
                    <a:pt x="1639" y="708"/>
                    <a:pt x="1768" y="579"/>
                  </a:cubicBezTo>
                  <a:cubicBezTo>
                    <a:pt x="1864" y="483"/>
                    <a:pt x="1929" y="451"/>
                    <a:pt x="1961" y="418"/>
                  </a:cubicBezTo>
                  <a:lnTo>
                    <a:pt x="1993" y="354"/>
                  </a:lnTo>
                  <a:lnTo>
                    <a:pt x="2025" y="354"/>
                  </a:lnTo>
                  <a:lnTo>
                    <a:pt x="176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2" name="Google Shape;2392;g312bfb4b743_5_798"/>
            <p:cNvSpPr/>
            <p:nvPr/>
          </p:nvSpPr>
          <p:spPr>
            <a:xfrm>
              <a:off x="4853050" y="3111825"/>
              <a:ext cx="245950" cy="480600"/>
            </a:xfrm>
            <a:custGeom>
              <a:avLst/>
              <a:gdLst/>
              <a:ahLst/>
              <a:cxnLst/>
              <a:rect l="l" t="t" r="r" b="b"/>
              <a:pathLst>
                <a:path w="9838" h="19224" extrusionOk="0">
                  <a:moveTo>
                    <a:pt x="1962" y="1"/>
                  </a:moveTo>
                  <a:cubicBezTo>
                    <a:pt x="1962" y="1"/>
                    <a:pt x="1480" y="354"/>
                    <a:pt x="965" y="965"/>
                  </a:cubicBezTo>
                  <a:cubicBezTo>
                    <a:pt x="483" y="1576"/>
                    <a:pt x="1" y="2508"/>
                    <a:pt x="1" y="3633"/>
                  </a:cubicBezTo>
                  <a:cubicBezTo>
                    <a:pt x="1" y="4758"/>
                    <a:pt x="322" y="6944"/>
                    <a:pt x="644" y="9098"/>
                  </a:cubicBezTo>
                  <a:cubicBezTo>
                    <a:pt x="965" y="11251"/>
                    <a:pt x="1287" y="13405"/>
                    <a:pt x="1287" y="14369"/>
                  </a:cubicBezTo>
                  <a:cubicBezTo>
                    <a:pt x="1287" y="15430"/>
                    <a:pt x="1544" y="16587"/>
                    <a:pt x="1994" y="17552"/>
                  </a:cubicBezTo>
                  <a:cubicBezTo>
                    <a:pt x="2187" y="18002"/>
                    <a:pt x="2444" y="18420"/>
                    <a:pt x="2765" y="18709"/>
                  </a:cubicBezTo>
                  <a:cubicBezTo>
                    <a:pt x="3055" y="19030"/>
                    <a:pt x="3440" y="19223"/>
                    <a:pt x="3826" y="19223"/>
                  </a:cubicBezTo>
                  <a:cubicBezTo>
                    <a:pt x="4180" y="19223"/>
                    <a:pt x="4726" y="19127"/>
                    <a:pt x="5337" y="18966"/>
                  </a:cubicBezTo>
                  <a:cubicBezTo>
                    <a:pt x="7233" y="18516"/>
                    <a:pt x="9837" y="17616"/>
                    <a:pt x="9837" y="17616"/>
                  </a:cubicBezTo>
                  <a:lnTo>
                    <a:pt x="9709" y="17198"/>
                  </a:lnTo>
                  <a:cubicBezTo>
                    <a:pt x="9709" y="17198"/>
                    <a:pt x="9419" y="17294"/>
                    <a:pt x="8969" y="17455"/>
                  </a:cubicBezTo>
                  <a:cubicBezTo>
                    <a:pt x="8262" y="17680"/>
                    <a:pt x="7233" y="18002"/>
                    <a:pt x="6205" y="18291"/>
                  </a:cubicBezTo>
                  <a:cubicBezTo>
                    <a:pt x="5208" y="18580"/>
                    <a:pt x="4244" y="18805"/>
                    <a:pt x="3826" y="18805"/>
                  </a:cubicBezTo>
                  <a:cubicBezTo>
                    <a:pt x="3569" y="18805"/>
                    <a:pt x="3312" y="18677"/>
                    <a:pt x="3055" y="18420"/>
                  </a:cubicBezTo>
                  <a:cubicBezTo>
                    <a:pt x="2669" y="18034"/>
                    <a:pt x="2347" y="17391"/>
                    <a:pt x="2090" y="16652"/>
                  </a:cubicBezTo>
                  <a:cubicBezTo>
                    <a:pt x="1865" y="15912"/>
                    <a:pt x="1705" y="15109"/>
                    <a:pt x="1705" y="14369"/>
                  </a:cubicBezTo>
                  <a:cubicBezTo>
                    <a:pt x="1705" y="13309"/>
                    <a:pt x="1383" y="11187"/>
                    <a:pt x="1062" y="9033"/>
                  </a:cubicBezTo>
                  <a:cubicBezTo>
                    <a:pt x="740" y="6880"/>
                    <a:pt x="419" y="4694"/>
                    <a:pt x="419" y="3633"/>
                  </a:cubicBezTo>
                  <a:cubicBezTo>
                    <a:pt x="419" y="2637"/>
                    <a:pt x="869" y="1801"/>
                    <a:pt x="1319" y="1222"/>
                  </a:cubicBezTo>
                  <a:cubicBezTo>
                    <a:pt x="1544" y="933"/>
                    <a:pt x="1769" y="708"/>
                    <a:pt x="1930" y="579"/>
                  </a:cubicBezTo>
                  <a:cubicBezTo>
                    <a:pt x="2026" y="483"/>
                    <a:pt x="2090" y="419"/>
                    <a:pt x="2122" y="386"/>
                  </a:cubicBezTo>
                  <a:lnTo>
                    <a:pt x="2187" y="354"/>
                  </a:lnTo>
                  <a:lnTo>
                    <a:pt x="2219" y="354"/>
                  </a:lnTo>
                  <a:lnTo>
                    <a:pt x="196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3" name="Google Shape;2393;g312bfb4b743_5_798"/>
            <p:cNvSpPr/>
            <p:nvPr/>
          </p:nvSpPr>
          <p:spPr>
            <a:xfrm>
              <a:off x="5006550" y="3155225"/>
              <a:ext cx="124575" cy="303800"/>
            </a:xfrm>
            <a:custGeom>
              <a:avLst/>
              <a:gdLst/>
              <a:ahLst/>
              <a:cxnLst/>
              <a:rect l="l" t="t" r="r" b="b"/>
              <a:pathLst>
                <a:path w="4983" h="12152" extrusionOk="0">
                  <a:moveTo>
                    <a:pt x="290" y="1"/>
                  </a:moveTo>
                  <a:lnTo>
                    <a:pt x="0" y="322"/>
                  </a:lnTo>
                  <a:cubicBezTo>
                    <a:pt x="33" y="354"/>
                    <a:pt x="1126" y="1383"/>
                    <a:pt x="1126" y="3954"/>
                  </a:cubicBezTo>
                  <a:cubicBezTo>
                    <a:pt x="1126" y="4211"/>
                    <a:pt x="1126" y="4501"/>
                    <a:pt x="1093" y="4790"/>
                  </a:cubicBezTo>
                  <a:cubicBezTo>
                    <a:pt x="1061" y="5208"/>
                    <a:pt x="1061" y="5851"/>
                    <a:pt x="1061" y="6590"/>
                  </a:cubicBezTo>
                  <a:cubicBezTo>
                    <a:pt x="1061" y="8840"/>
                    <a:pt x="1158" y="11894"/>
                    <a:pt x="1158" y="11894"/>
                  </a:cubicBezTo>
                  <a:lnTo>
                    <a:pt x="1190" y="12151"/>
                  </a:lnTo>
                  <a:lnTo>
                    <a:pt x="4983" y="11251"/>
                  </a:lnTo>
                  <a:lnTo>
                    <a:pt x="4886" y="10833"/>
                  </a:lnTo>
                  <a:lnTo>
                    <a:pt x="1597" y="11604"/>
                  </a:lnTo>
                  <a:lnTo>
                    <a:pt x="1597" y="11604"/>
                  </a:lnTo>
                  <a:cubicBezTo>
                    <a:pt x="1585" y="11290"/>
                    <a:pt x="1564" y="10742"/>
                    <a:pt x="1543" y="10062"/>
                  </a:cubicBezTo>
                  <a:cubicBezTo>
                    <a:pt x="1511" y="9033"/>
                    <a:pt x="1479" y="7715"/>
                    <a:pt x="1479" y="6590"/>
                  </a:cubicBezTo>
                  <a:cubicBezTo>
                    <a:pt x="1479" y="5851"/>
                    <a:pt x="1479" y="5208"/>
                    <a:pt x="1511" y="4822"/>
                  </a:cubicBezTo>
                  <a:cubicBezTo>
                    <a:pt x="1543" y="4533"/>
                    <a:pt x="1543" y="4211"/>
                    <a:pt x="1543" y="3954"/>
                  </a:cubicBezTo>
                  <a:cubicBezTo>
                    <a:pt x="1543" y="1190"/>
                    <a:pt x="322" y="33"/>
                    <a:pt x="29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4" name="Google Shape;2394;g312bfb4b743_5_798"/>
            <p:cNvSpPr/>
            <p:nvPr/>
          </p:nvSpPr>
          <p:spPr>
            <a:xfrm>
              <a:off x="5276575" y="3402800"/>
              <a:ext cx="204925" cy="104425"/>
            </a:xfrm>
            <a:custGeom>
              <a:avLst/>
              <a:gdLst/>
              <a:ahLst/>
              <a:cxnLst/>
              <a:rect l="l" t="t" r="r" b="b"/>
              <a:pathLst>
                <a:path w="8197" h="4177" extrusionOk="0">
                  <a:moveTo>
                    <a:pt x="2607" y="1"/>
                  </a:moveTo>
                  <a:cubicBezTo>
                    <a:pt x="2500" y="1"/>
                    <a:pt x="2401" y="10"/>
                    <a:pt x="2314" y="30"/>
                  </a:cubicBezTo>
                  <a:cubicBezTo>
                    <a:pt x="2154" y="94"/>
                    <a:pt x="1254" y="255"/>
                    <a:pt x="0" y="448"/>
                  </a:cubicBezTo>
                  <a:lnTo>
                    <a:pt x="482" y="2666"/>
                  </a:lnTo>
                  <a:cubicBezTo>
                    <a:pt x="1672" y="2216"/>
                    <a:pt x="2411" y="1927"/>
                    <a:pt x="2411" y="1927"/>
                  </a:cubicBezTo>
                  <a:cubicBezTo>
                    <a:pt x="2411" y="1927"/>
                    <a:pt x="4050" y="3084"/>
                    <a:pt x="4693" y="3084"/>
                  </a:cubicBezTo>
                  <a:cubicBezTo>
                    <a:pt x="5304" y="3052"/>
                    <a:pt x="7072" y="3020"/>
                    <a:pt x="7072" y="3020"/>
                  </a:cubicBezTo>
                  <a:cubicBezTo>
                    <a:pt x="7072" y="3020"/>
                    <a:pt x="7779" y="4177"/>
                    <a:pt x="8004" y="4177"/>
                  </a:cubicBezTo>
                  <a:cubicBezTo>
                    <a:pt x="8197" y="4177"/>
                    <a:pt x="8133" y="3630"/>
                    <a:pt x="8036" y="3213"/>
                  </a:cubicBezTo>
                  <a:cubicBezTo>
                    <a:pt x="7972" y="2795"/>
                    <a:pt x="7586" y="1734"/>
                    <a:pt x="7586" y="1734"/>
                  </a:cubicBezTo>
                  <a:cubicBezTo>
                    <a:pt x="7586" y="1734"/>
                    <a:pt x="5690" y="609"/>
                    <a:pt x="4757" y="416"/>
                  </a:cubicBezTo>
                  <a:cubicBezTo>
                    <a:pt x="4001" y="254"/>
                    <a:pt x="3176" y="1"/>
                    <a:pt x="260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5" name="Google Shape;2395;g312bfb4b743_5_798"/>
            <p:cNvSpPr/>
            <p:nvPr/>
          </p:nvSpPr>
          <p:spPr>
            <a:xfrm>
              <a:off x="5270125" y="3397925"/>
              <a:ext cx="215400" cy="114925"/>
            </a:xfrm>
            <a:custGeom>
              <a:avLst/>
              <a:gdLst/>
              <a:ahLst/>
              <a:cxnLst/>
              <a:rect l="l" t="t" r="r" b="b"/>
              <a:pathLst>
                <a:path w="8616" h="4597" extrusionOk="0">
                  <a:moveTo>
                    <a:pt x="2894" y="418"/>
                  </a:moveTo>
                  <a:cubicBezTo>
                    <a:pt x="3408" y="418"/>
                    <a:pt x="4212" y="643"/>
                    <a:pt x="4983" y="804"/>
                  </a:cubicBezTo>
                  <a:cubicBezTo>
                    <a:pt x="5401" y="900"/>
                    <a:pt x="6108" y="1222"/>
                    <a:pt x="6687" y="1543"/>
                  </a:cubicBezTo>
                  <a:cubicBezTo>
                    <a:pt x="6976" y="1672"/>
                    <a:pt x="7233" y="1832"/>
                    <a:pt x="7426" y="1929"/>
                  </a:cubicBezTo>
                  <a:cubicBezTo>
                    <a:pt x="7530" y="1998"/>
                    <a:pt x="7615" y="2049"/>
                    <a:pt x="7672" y="2081"/>
                  </a:cubicBezTo>
                  <a:lnTo>
                    <a:pt x="7672" y="2081"/>
                  </a:lnTo>
                  <a:cubicBezTo>
                    <a:pt x="7705" y="2171"/>
                    <a:pt x="7775" y="2363"/>
                    <a:pt x="7844" y="2572"/>
                  </a:cubicBezTo>
                  <a:cubicBezTo>
                    <a:pt x="7941" y="2893"/>
                    <a:pt x="8069" y="3247"/>
                    <a:pt x="8101" y="3440"/>
                  </a:cubicBezTo>
                  <a:cubicBezTo>
                    <a:pt x="8131" y="3646"/>
                    <a:pt x="8160" y="3879"/>
                    <a:pt x="8165" y="4040"/>
                  </a:cubicBezTo>
                  <a:lnTo>
                    <a:pt x="8165" y="4040"/>
                  </a:lnTo>
                  <a:cubicBezTo>
                    <a:pt x="8135" y="4005"/>
                    <a:pt x="8102" y="3966"/>
                    <a:pt x="8069" y="3922"/>
                  </a:cubicBezTo>
                  <a:cubicBezTo>
                    <a:pt x="7941" y="3761"/>
                    <a:pt x="7812" y="3568"/>
                    <a:pt x="7683" y="3408"/>
                  </a:cubicBezTo>
                  <a:cubicBezTo>
                    <a:pt x="7587" y="3215"/>
                    <a:pt x="7490" y="3086"/>
                    <a:pt x="7490" y="3086"/>
                  </a:cubicBezTo>
                  <a:lnTo>
                    <a:pt x="7426" y="2990"/>
                  </a:lnTo>
                  <a:lnTo>
                    <a:pt x="7330" y="2990"/>
                  </a:lnTo>
                  <a:cubicBezTo>
                    <a:pt x="7330" y="2990"/>
                    <a:pt x="5610" y="3052"/>
                    <a:pt x="4946" y="3054"/>
                  </a:cubicBezTo>
                  <a:lnTo>
                    <a:pt x="4946" y="3054"/>
                  </a:lnTo>
                  <a:cubicBezTo>
                    <a:pt x="4817" y="3052"/>
                    <a:pt x="4627" y="2988"/>
                    <a:pt x="4405" y="2893"/>
                  </a:cubicBezTo>
                  <a:cubicBezTo>
                    <a:pt x="4051" y="2732"/>
                    <a:pt x="3633" y="2507"/>
                    <a:pt x="3344" y="2315"/>
                  </a:cubicBezTo>
                  <a:cubicBezTo>
                    <a:pt x="3183" y="2218"/>
                    <a:pt x="3055" y="2122"/>
                    <a:pt x="2958" y="2057"/>
                  </a:cubicBezTo>
                  <a:cubicBezTo>
                    <a:pt x="2862" y="1993"/>
                    <a:pt x="2797" y="1961"/>
                    <a:pt x="2797" y="1961"/>
                  </a:cubicBezTo>
                  <a:lnTo>
                    <a:pt x="2701" y="1897"/>
                  </a:lnTo>
                  <a:lnTo>
                    <a:pt x="2605" y="1929"/>
                  </a:lnTo>
                  <a:cubicBezTo>
                    <a:pt x="2605" y="1929"/>
                    <a:pt x="1936" y="2180"/>
                    <a:pt x="910" y="2577"/>
                  </a:cubicBezTo>
                  <a:lnTo>
                    <a:pt x="910" y="2577"/>
                  </a:lnTo>
                  <a:lnTo>
                    <a:pt x="529" y="821"/>
                  </a:lnTo>
                  <a:lnTo>
                    <a:pt x="529" y="821"/>
                  </a:lnTo>
                  <a:cubicBezTo>
                    <a:pt x="1062" y="716"/>
                    <a:pt x="1500" y="635"/>
                    <a:pt x="1865" y="579"/>
                  </a:cubicBezTo>
                  <a:cubicBezTo>
                    <a:pt x="2251" y="514"/>
                    <a:pt x="2508" y="482"/>
                    <a:pt x="2605" y="450"/>
                  </a:cubicBezTo>
                  <a:cubicBezTo>
                    <a:pt x="2701" y="418"/>
                    <a:pt x="2797" y="418"/>
                    <a:pt x="2894" y="418"/>
                  </a:cubicBezTo>
                  <a:close/>
                  <a:moveTo>
                    <a:pt x="2894" y="0"/>
                  </a:moveTo>
                  <a:cubicBezTo>
                    <a:pt x="2765" y="0"/>
                    <a:pt x="2637" y="0"/>
                    <a:pt x="2508" y="32"/>
                  </a:cubicBezTo>
                  <a:cubicBezTo>
                    <a:pt x="2444" y="32"/>
                    <a:pt x="2187" y="97"/>
                    <a:pt x="1801" y="161"/>
                  </a:cubicBezTo>
                  <a:cubicBezTo>
                    <a:pt x="1383" y="225"/>
                    <a:pt x="837" y="322"/>
                    <a:pt x="226" y="418"/>
                  </a:cubicBezTo>
                  <a:lnTo>
                    <a:pt x="1" y="482"/>
                  </a:lnTo>
                  <a:lnTo>
                    <a:pt x="612" y="3150"/>
                  </a:lnTo>
                  <a:lnTo>
                    <a:pt x="837" y="3054"/>
                  </a:lnTo>
                  <a:cubicBezTo>
                    <a:pt x="1707" y="2715"/>
                    <a:pt x="2341" y="2468"/>
                    <a:pt x="2615" y="2366"/>
                  </a:cubicBezTo>
                  <a:lnTo>
                    <a:pt x="2615" y="2366"/>
                  </a:lnTo>
                  <a:cubicBezTo>
                    <a:pt x="2757" y="2462"/>
                    <a:pt x="3081" y="2677"/>
                    <a:pt x="3440" y="2893"/>
                  </a:cubicBezTo>
                  <a:cubicBezTo>
                    <a:pt x="3697" y="3022"/>
                    <a:pt x="3955" y="3182"/>
                    <a:pt x="4212" y="3279"/>
                  </a:cubicBezTo>
                  <a:cubicBezTo>
                    <a:pt x="4469" y="3408"/>
                    <a:pt x="4726" y="3472"/>
                    <a:pt x="4951" y="3472"/>
                  </a:cubicBezTo>
                  <a:cubicBezTo>
                    <a:pt x="5469" y="3472"/>
                    <a:pt x="6817" y="3449"/>
                    <a:pt x="7216" y="3442"/>
                  </a:cubicBezTo>
                  <a:lnTo>
                    <a:pt x="7216" y="3442"/>
                  </a:lnTo>
                  <a:cubicBezTo>
                    <a:pt x="7291" y="3562"/>
                    <a:pt x="7407" y="3748"/>
                    <a:pt x="7523" y="3922"/>
                  </a:cubicBezTo>
                  <a:cubicBezTo>
                    <a:pt x="7651" y="4083"/>
                    <a:pt x="7748" y="4211"/>
                    <a:pt x="7876" y="4340"/>
                  </a:cubicBezTo>
                  <a:cubicBezTo>
                    <a:pt x="7908" y="4404"/>
                    <a:pt x="7973" y="4468"/>
                    <a:pt x="8037" y="4500"/>
                  </a:cubicBezTo>
                  <a:cubicBezTo>
                    <a:pt x="8069" y="4533"/>
                    <a:pt x="8133" y="4597"/>
                    <a:pt x="8262" y="4597"/>
                  </a:cubicBezTo>
                  <a:cubicBezTo>
                    <a:pt x="8326" y="4597"/>
                    <a:pt x="8391" y="4565"/>
                    <a:pt x="8455" y="4533"/>
                  </a:cubicBezTo>
                  <a:cubicBezTo>
                    <a:pt x="8551" y="4436"/>
                    <a:pt x="8551" y="4372"/>
                    <a:pt x="8583" y="4308"/>
                  </a:cubicBezTo>
                  <a:cubicBezTo>
                    <a:pt x="8583" y="4243"/>
                    <a:pt x="8616" y="4147"/>
                    <a:pt x="8616" y="4083"/>
                  </a:cubicBezTo>
                  <a:cubicBezTo>
                    <a:pt x="8616" y="3858"/>
                    <a:pt x="8551" y="3600"/>
                    <a:pt x="8519" y="3375"/>
                  </a:cubicBezTo>
                  <a:cubicBezTo>
                    <a:pt x="8455" y="3118"/>
                    <a:pt x="8358" y="2765"/>
                    <a:pt x="8262" y="2443"/>
                  </a:cubicBezTo>
                  <a:cubicBezTo>
                    <a:pt x="8133" y="2122"/>
                    <a:pt x="8037" y="1865"/>
                    <a:pt x="8037" y="1865"/>
                  </a:cubicBezTo>
                  <a:lnTo>
                    <a:pt x="8037" y="1800"/>
                  </a:lnTo>
                  <a:lnTo>
                    <a:pt x="7973" y="1768"/>
                  </a:lnTo>
                  <a:cubicBezTo>
                    <a:pt x="7973" y="1768"/>
                    <a:pt x="7490" y="1479"/>
                    <a:pt x="6880" y="1157"/>
                  </a:cubicBezTo>
                  <a:cubicBezTo>
                    <a:pt x="6269" y="836"/>
                    <a:pt x="5562" y="514"/>
                    <a:pt x="5048" y="386"/>
                  </a:cubicBezTo>
                  <a:cubicBezTo>
                    <a:pt x="4308" y="257"/>
                    <a:pt x="3537" y="0"/>
                    <a:pt x="28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6" name="Google Shape;2396;g312bfb4b743_5_798"/>
            <p:cNvSpPr/>
            <p:nvPr/>
          </p:nvSpPr>
          <p:spPr>
            <a:xfrm>
              <a:off x="5526475" y="3239600"/>
              <a:ext cx="90850" cy="322275"/>
            </a:xfrm>
            <a:custGeom>
              <a:avLst/>
              <a:gdLst/>
              <a:ahLst/>
              <a:cxnLst/>
              <a:rect l="l" t="t" r="r" b="b"/>
              <a:pathLst>
                <a:path w="3634" h="12891" extrusionOk="0">
                  <a:moveTo>
                    <a:pt x="2894" y="1"/>
                  </a:moveTo>
                  <a:lnTo>
                    <a:pt x="1" y="12698"/>
                  </a:lnTo>
                  <a:lnTo>
                    <a:pt x="740" y="12891"/>
                  </a:lnTo>
                  <a:lnTo>
                    <a:pt x="3633" y="194"/>
                  </a:lnTo>
                  <a:lnTo>
                    <a:pt x="289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7" name="Google Shape;2397;g312bfb4b743_5_798"/>
            <p:cNvSpPr/>
            <p:nvPr/>
          </p:nvSpPr>
          <p:spPr>
            <a:xfrm>
              <a:off x="5520050" y="3233175"/>
              <a:ext cx="103700" cy="335125"/>
            </a:xfrm>
            <a:custGeom>
              <a:avLst/>
              <a:gdLst/>
              <a:ahLst/>
              <a:cxnLst/>
              <a:rect l="l" t="t" r="r" b="b"/>
              <a:pathLst>
                <a:path w="4148" h="13405" extrusionOk="0">
                  <a:moveTo>
                    <a:pt x="3312" y="515"/>
                  </a:moveTo>
                  <a:lnTo>
                    <a:pt x="3633" y="611"/>
                  </a:lnTo>
                  <a:lnTo>
                    <a:pt x="852" y="12873"/>
                  </a:lnTo>
                  <a:lnTo>
                    <a:pt x="852" y="12873"/>
                  </a:lnTo>
                  <a:lnTo>
                    <a:pt x="515" y="12794"/>
                  </a:lnTo>
                  <a:lnTo>
                    <a:pt x="3312" y="515"/>
                  </a:lnTo>
                  <a:close/>
                  <a:moveTo>
                    <a:pt x="2990" y="1"/>
                  </a:moveTo>
                  <a:lnTo>
                    <a:pt x="1" y="13116"/>
                  </a:lnTo>
                  <a:lnTo>
                    <a:pt x="1158" y="13405"/>
                  </a:lnTo>
                  <a:lnTo>
                    <a:pt x="1222" y="13180"/>
                  </a:lnTo>
                  <a:lnTo>
                    <a:pt x="4147" y="290"/>
                  </a:lnTo>
                  <a:lnTo>
                    <a:pt x="299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8" name="Google Shape;2398;g312bfb4b743_5_798"/>
            <p:cNvSpPr/>
            <p:nvPr/>
          </p:nvSpPr>
          <p:spPr>
            <a:xfrm>
              <a:off x="5156825" y="3548200"/>
              <a:ext cx="391375" cy="27350"/>
            </a:xfrm>
            <a:custGeom>
              <a:avLst/>
              <a:gdLst/>
              <a:ahLst/>
              <a:cxnLst/>
              <a:rect l="l" t="t" r="r" b="b"/>
              <a:pathLst>
                <a:path w="15655" h="1094" extrusionOk="0">
                  <a:moveTo>
                    <a:pt x="15623" y="0"/>
                  </a:moveTo>
                  <a:lnTo>
                    <a:pt x="0" y="322"/>
                  </a:lnTo>
                  <a:lnTo>
                    <a:pt x="33" y="1093"/>
                  </a:lnTo>
                  <a:lnTo>
                    <a:pt x="15655" y="772"/>
                  </a:lnTo>
                  <a:lnTo>
                    <a:pt x="1562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9" name="Google Shape;2399;g312bfb4b743_5_798"/>
            <p:cNvSpPr/>
            <p:nvPr/>
          </p:nvSpPr>
          <p:spPr>
            <a:xfrm>
              <a:off x="5152000" y="3542575"/>
              <a:ext cx="401025" cy="38600"/>
            </a:xfrm>
            <a:custGeom>
              <a:avLst/>
              <a:gdLst/>
              <a:ahLst/>
              <a:cxnLst/>
              <a:rect l="l" t="t" r="r" b="b"/>
              <a:pathLst>
                <a:path w="16041" h="1544" extrusionOk="0">
                  <a:moveTo>
                    <a:pt x="15623" y="418"/>
                  </a:moveTo>
                  <a:lnTo>
                    <a:pt x="15623" y="776"/>
                  </a:lnTo>
                  <a:lnTo>
                    <a:pt x="15623" y="776"/>
                  </a:lnTo>
                  <a:lnTo>
                    <a:pt x="418" y="1125"/>
                  </a:lnTo>
                  <a:lnTo>
                    <a:pt x="418" y="772"/>
                  </a:lnTo>
                  <a:lnTo>
                    <a:pt x="15623" y="418"/>
                  </a:lnTo>
                  <a:close/>
                  <a:moveTo>
                    <a:pt x="16041" y="0"/>
                  </a:moveTo>
                  <a:lnTo>
                    <a:pt x="1" y="354"/>
                  </a:lnTo>
                  <a:lnTo>
                    <a:pt x="1" y="1543"/>
                  </a:lnTo>
                  <a:lnTo>
                    <a:pt x="16041" y="1190"/>
                  </a:lnTo>
                  <a:lnTo>
                    <a:pt x="16041" y="965"/>
                  </a:lnTo>
                  <a:lnTo>
                    <a:pt x="1604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0" name="Google Shape;2400;g312bfb4b743_5_798"/>
            <p:cNvSpPr/>
            <p:nvPr/>
          </p:nvSpPr>
          <p:spPr>
            <a:xfrm>
              <a:off x="5553000" y="2925400"/>
              <a:ext cx="167175" cy="190475"/>
            </a:xfrm>
            <a:custGeom>
              <a:avLst/>
              <a:gdLst/>
              <a:ahLst/>
              <a:cxnLst/>
              <a:rect l="l" t="t" r="r" b="b"/>
              <a:pathLst>
                <a:path w="6687" h="7619" extrusionOk="0">
                  <a:moveTo>
                    <a:pt x="1" y="0"/>
                  </a:moveTo>
                  <a:lnTo>
                    <a:pt x="3344" y="7618"/>
                  </a:lnTo>
                  <a:lnTo>
                    <a:pt x="668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1" name="Google Shape;2401;g312bfb4b743_5_798"/>
            <p:cNvSpPr/>
            <p:nvPr/>
          </p:nvSpPr>
          <p:spPr>
            <a:xfrm>
              <a:off x="2940475" y="4391175"/>
              <a:ext cx="989275" cy="520775"/>
            </a:xfrm>
            <a:custGeom>
              <a:avLst/>
              <a:gdLst/>
              <a:ahLst/>
              <a:cxnLst/>
              <a:rect l="l" t="t" r="r" b="b"/>
              <a:pathLst>
                <a:path w="39571" h="20831" extrusionOk="0">
                  <a:moveTo>
                    <a:pt x="4565" y="1"/>
                  </a:moveTo>
                  <a:lnTo>
                    <a:pt x="4565" y="10094"/>
                  </a:lnTo>
                  <a:cubicBezTo>
                    <a:pt x="4565" y="13405"/>
                    <a:pt x="3440" y="16619"/>
                    <a:pt x="1350" y="19191"/>
                  </a:cubicBezTo>
                  <a:lnTo>
                    <a:pt x="0" y="20830"/>
                  </a:lnTo>
                  <a:lnTo>
                    <a:pt x="39570" y="20830"/>
                  </a:lnTo>
                  <a:lnTo>
                    <a:pt x="38220" y="19191"/>
                  </a:lnTo>
                  <a:cubicBezTo>
                    <a:pt x="36131" y="16619"/>
                    <a:pt x="35006" y="13405"/>
                    <a:pt x="35006" y="10094"/>
                  </a:cubicBezTo>
                  <a:lnTo>
                    <a:pt x="3500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2" name="Google Shape;2402;g312bfb4b743_5_798"/>
            <p:cNvSpPr/>
            <p:nvPr/>
          </p:nvSpPr>
          <p:spPr>
            <a:xfrm>
              <a:off x="3007975" y="4124375"/>
              <a:ext cx="854250" cy="429975"/>
            </a:xfrm>
            <a:custGeom>
              <a:avLst/>
              <a:gdLst/>
              <a:ahLst/>
              <a:cxnLst/>
              <a:rect l="l" t="t" r="r" b="b"/>
              <a:pathLst>
                <a:path w="34170" h="17199" extrusionOk="0">
                  <a:moveTo>
                    <a:pt x="1865" y="1"/>
                  </a:moveTo>
                  <a:lnTo>
                    <a:pt x="1865" y="8294"/>
                  </a:lnTo>
                  <a:lnTo>
                    <a:pt x="1865" y="10126"/>
                  </a:lnTo>
                  <a:cubicBezTo>
                    <a:pt x="1865" y="12601"/>
                    <a:pt x="1222" y="15044"/>
                    <a:pt x="0" y="17198"/>
                  </a:cubicBezTo>
                  <a:lnTo>
                    <a:pt x="34170" y="17198"/>
                  </a:lnTo>
                  <a:cubicBezTo>
                    <a:pt x="32948" y="15044"/>
                    <a:pt x="32306" y="12601"/>
                    <a:pt x="32306" y="10126"/>
                  </a:cubicBezTo>
                  <a:lnTo>
                    <a:pt x="32306" y="8294"/>
                  </a:lnTo>
                  <a:lnTo>
                    <a:pt x="3230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3" name="Google Shape;2403;g312bfb4b743_5_798"/>
            <p:cNvSpPr/>
            <p:nvPr/>
          </p:nvSpPr>
          <p:spPr>
            <a:xfrm>
              <a:off x="2934850" y="4385550"/>
              <a:ext cx="1000525" cy="532025"/>
            </a:xfrm>
            <a:custGeom>
              <a:avLst/>
              <a:gdLst/>
              <a:ahLst/>
              <a:cxnLst/>
              <a:rect l="l" t="t" r="r" b="b"/>
              <a:pathLst>
                <a:path w="40021" h="21281" extrusionOk="0">
                  <a:moveTo>
                    <a:pt x="35006" y="419"/>
                  </a:moveTo>
                  <a:lnTo>
                    <a:pt x="35006" y="10319"/>
                  </a:lnTo>
                  <a:cubicBezTo>
                    <a:pt x="35006" y="13662"/>
                    <a:pt x="36163" y="16941"/>
                    <a:pt x="38284" y="19545"/>
                  </a:cubicBezTo>
                  <a:lnTo>
                    <a:pt x="39345" y="20863"/>
                  </a:lnTo>
                  <a:lnTo>
                    <a:pt x="675" y="20863"/>
                  </a:lnTo>
                  <a:lnTo>
                    <a:pt x="1736" y="19545"/>
                  </a:lnTo>
                  <a:cubicBezTo>
                    <a:pt x="3858" y="16941"/>
                    <a:pt x="5015" y="13662"/>
                    <a:pt x="5015" y="10319"/>
                  </a:cubicBezTo>
                  <a:lnTo>
                    <a:pt x="5015" y="419"/>
                  </a:lnTo>
                  <a:close/>
                  <a:moveTo>
                    <a:pt x="4790" y="1"/>
                  </a:moveTo>
                  <a:cubicBezTo>
                    <a:pt x="4725" y="1"/>
                    <a:pt x="4693" y="33"/>
                    <a:pt x="4661" y="65"/>
                  </a:cubicBezTo>
                  <a:cubicBezTo>
                    <a:pt x="4597" y="97"/>
                    <a:pt x="4597" y="161"/>
                    <a:pt x="4597" y="226"/>
                  </a:cubicBezTo>
                  <a:lnTo>
                    <a:pt x="4597" y="10319"/>
                  </a:lnTo>
                  <a:cubicBezTo>
                    <a:pt x="4597" y="13566"/>
                    <a:pt x="3472" y="16748"/>
                    <a:pt x="1415" y="19287"/>
                  </a:cubicBezTo>
                  <a:lnTo>
                    <a:pt x="65" y="20927"/>
                  </a:lnTo>
                  <a:cubicBezTo>
                    <a:pt x="0" y="20991"/>
                    <a:pt x="0" y="21088"/>
                    <a:pt x="32" y="21152"/>
                  </a:cubicBezTo>
                  <a:cubicBezTo>
                    <a:pt x="65" y="21216"/>
                    <a:pt x="161" y="21280"/>
                    <a:pt x="225" y="21280"/>
                  </a:cubicBezTo>
                  <a:lnTo>
                    <a:pt x="39795" y="21280"/>
                  </a:lnTo>
                  <a:cubicBezTo>
                    <a:pt x="39859" y="21280"/>
                    <a:pt x="39956" y="21216"/>
                    <a:pt x="39988" y="21152"/>
                  </a:cubicBezTo>
                  <a:cubicBezTo>
                    <a:pt x="40020" y="21088"/>
                    <a:pt x="39988" y="20991"/>
                    <a:pt x="39956" y="20927"/>
                  </a:cubicBezTo>
                  <a:lnTo>
                    <a:pt x="38606" y="19287"/>
                  </a:lnTo>
                  <a:cubicBezTo>
                    <a:pt x="36548" y="16748"/>
                    <a:pt x="35423" y="13566"/>
                    <a:pt x="35423" y="10319"/>
                  </a:cubicBezTo>
                  <a:lnTo>
                    <a:pt x="35423" y="226"/>
                  </a:lnTo>
                  <a:cubicBezTo>
                    <a:pt x="35423" y="161"/>
                    <a:pt x="35423" y="97"/>
                    <a:pt x="35359" y="65"/>
                  </a:cubicBezTo>
                  <a:cubicBezTo>
                    <a:pt x="35327" y="33"/>
                    <a:pt x="35263" y="1"/>
                    <a:pt x="352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4" name="Google Shape;2404;g312bfb4b743_5_798"/>
            <p:cNvSpPr/>
            <p:nvPr/>
          </p:nvSpPr>
          <p:spPr>
            <a:xfrm>
              <a:off x="1906225" y="2226250"/>
              <a:ext cx="3057750" cy="2244525"/>
            </a:xfrm>
            <a:custGeom>
              <a:avLst/>
              <a:gdLst/>
              <a:ahLst/>
              <a:cxnLst/>
              <a:rect l="l" t="t" r="r" b="b"/>
              <a:pathLst>
                <a:path w="122310" h="89781" extrusionOk="0">
                  <a:moveTo>
                    <a:pt x="4565" y="0"/>
                  </a:moveTo>
                  <a:cubicBezTo>
                    <a:pt x="2058" y="0"/>
                    <a:pt x="0" y="2026"/>
                    <a:pt x="0" y="4533"/>
                  </a:cubicBezTo>
                  <a:lnTo>
                    <a:pt x="0" y="85216"/>
                  </a:lnTo>
                  <a:cubicBezTo>
                    <a:pt x="0" y="87755"/>
                    <a:pt x="2058" y="89780"/>
                    <a:pt x="4565" y="89780"/>
                  </a:cubicBezTo>
                  <a:lnTo>
                    <a:pt x="117745" y="89780"/>
                  </a:lnTo>
                  <a:cubicBezTo>
                    <a:pt x="120253" y="89780"/>
                    <a:pt x="122310" y="87755"/>
                    <a:pt x="122310" y="85216"/>
                  </a:cubicBezTo>
                  <a:lnTo>
                    <a:pt x="122310" y="4533"/>
                  </a:lnTo>
                  <a:cubicBezTo>
                    <a:pt x="122310" y="2026"/>
                    <a:pt x="120253" y="0"/>
                    <a:pt x="11774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5" name="Google Shape;2405;g312bfb4b743_5_798"/>
            <p:cNvSpPr/>
            <p:nvPr/>
          </p:nvSpPr>
          <p:spPr>
            <a:xfrm>
              <a:off x="1901400" y="2220625"/>
              <a:ext cx="3067400" cy="2254950"/>
            </a:xfrm>
            <a:custGeom>
              <a:avLst/>
              <a:gdLst/>
              <a:ahLst/>
              <a:cxnLst/>
              <a:rect l="l" t="t" r="r" b="b"/>
              <a:pathLst>
                <a:path w="122696" h="90198" extrusionOk="0">
                  <a:moveTo>
                    <a:pt x="117938" y="418"/>
                  </a:moveTo>
                  <a:cubicBezTo>
                    <a:pt x="119128" y="418"/>
                    <a:pt x="120221" y="901"/>
                    <a:pt x="120992" y="1704"/>
                  </a:cubicBezTo>
                  <a:cubicBezTo>
                    <a:pt x="121796" y="2476"/>
                    <a:pt x="122278" y="3569"/>
                    <a:pt x="122278" y="4758"/>
                  </a:cubicBezTo>
                  <a:lnTo>
                    <a:pt x="122278" y="85441"/>
                  </a:lnTo>
                  <a:cubicBezTo>
                    <a:pt x="122278" y="86662"/>
                    <a:pt x="121796" y="87723"/>
                    <a:pt x="120992" y="88526"/>
                  </a:cubicBezTo>
                  <a:cubicBezTo>
                    <a:pt x="120221" y="89298"/>
                    <a:pt x="119128" y="89780"/>
                    <a:pt x="117938" y="89780"/>
                  </a:cubicBezTo>
                  <a:lnTo>
                    <a:pt x="4758" y="89780"/>
                  </a:lnTo>
                  <a:cubicBezTo>
                    <a:pt x="3569" y="89780"/>
                    <a:pt x="2476" y="89298"/>
                    <a:pt x="1672" y="88526"/>
                  </a:cubicBezTo>
                  <a:cubicBezTo>
                    <a:pt x="901" y="87723"/>
                    <a:pt x="418" y="86662"/>
                    <a:pt x="418" y="85441"/>
                  </a:cubicBezTo>
                  <a:lnTo>
                    <a:pt x="418" y="4758"/>
                  </a:lnTo>
                  <a:cubicBezTo>
                    <a:pt x="418" y="3569"/>
                    <a:pt x="901" y="2476"/>
                    <a:pt x="1672" y="1704"/>
                  </a:cubicBezTo>
                  <a:cubicBezTo>
                    <a:pt x="2476" y="901"/>
                    <a:pt x="3569" y="418"/>
                    <a:pt x="4758" y="418"/>
                  </a:cubicBezTo>
                  <a:close/>
                  <a:moveTo>
                    <a:pt x="4758" y="0"/>
                  </a:moveTo>
                  <a:cubicBezTo>
                    <a:pt x="2122" y="0"/>
                    <a:pt x="1" y="2122"/>
                    <a:pt x="1" y="4758"/>
                  </a:cubicBezTo>
                  <a:lnTo>
                    <a:pt x="1" y="85441"/>
                  </a:lnTo>
                  <a:cubicBezTo>
                    <a:pt x="1" y="88076"/>
                    <a:pt x="2122" y="90198"/>
                    <a:pt x="4758" y="90198"/>
                  </a:cubicBezTo>
                  <a:lnTo>
                    <a:pt x="117938" y="90198"/>
                  </a:lnTo>
                  <a:cubicBezTo>
                    <a:pt x="120574" y="90198"/>
                    <a:pt x="122696" y="88076"/>
                    <a:pt x="122696" y="85441"/>
                  </a:cubicBezTo>
                  <a:lnTo>
                    <a:pt x="122696" y="4758"/>
                  </a:lnTo>
                  <a:cubicBezTo>
                    <a:pt x="122696" y="2122"/>
                    <a:pt x="120574" y="0"/>
                    <a:pt x="1179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6" name="Google Shape;2406;g312bfb4b743_5_798"/>
            <p:cNvSpPr/>
            <p:nvPr/>
          </p:nvSpPr>
          <p:spPr>
            <a:xfrm>
              <a:off x="1906225" y="4121975"/>
              <a:ext cx="3057750" cy="348800"/>
            </a:xfrm>
            <a:custGeom>
              <a:avLst/>
              <a:gdLst/>
              <a:ahLst/>
              <a:cxnLst/>
              <a:rect l="l" t="t" r="r" b="b"/>
              <a:pathLst>
                <a:path w="122310" h="13952" extrusionOk="0">
                  <a:moveTo>
                    <a:pt x="0" y="0"/>
                  </a:moveTo>
                  <a:lnTo>
                    <a:pt x="0" y="9387"/>
                  </a:lnTo>
                  <a:cubicBezTo>
                    <a:pt x="0" y="11926"/>
                    <a:pt x="2058" y="13951"/>
                    <a:pt x="4565" y="13951"/>
                  </a:cubicBezTo>
                  <a:lnTo>
                    <a:pt x="117745" y="13951"/>
                  </a:lnTo>
                  <a:cubicBezTo>
                    <a:pt x="120253" y="13951"/>
                    <a:pt x="122310" y="11926"/>
                    <a:pt x="122310" y="9387"/>
                  </a:cubicBezTo>
                  <a:lnTo>
                    <a:pt x="12231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7" name="Google Shape;2407;g312bfb4b743_5_798"/>
            <p:cNvSpPr/>
            <p:nvPr/>
          </p:nvSpPr>
          <p:spPr>
            <a:xfrm>
              <a:off x="1901400" y="4116350"/>
              <a:ext cx="3067400" cy="359225"/>
            </a:xfrm>
            <a:custGeom>
              <a:avLst/>
              <a:gdLst/>
              <a:ahLst/>
              <a:cxnLst/>
              <a:rect l="l" t="t" r="r" b="b"/>
              <a:pathLst>
                <a:path w="122696" h="14369" extrusionOk="0">
                  <a:moveTo>
                    <a:pt x="122278" y="418"/>
                  </a:moveTo>
                  <a:lnTo>
                    <a:pt x="122278" y="9612"/>
                  </a:lnTo>
                  <a:cubicBezTo>
                    <a:pt x="122278" y="10833"/>
                    <a:pt x="121796" y="11894"/>
                    <a:pt x="120992" y="12697"/>
                  </a:cubicBezTo>
                  <a:cubicBezTo>
                    <a:pt x="120221" y="13469"/>
                    <a:pt x="119128" y="13951"/>
                    <a:pt x="117938" y="13951"/>
                  </a:cubicBezTo>
                  <a:lnTo>
                    <a:pt x="4758" y="13951"/>
                  </a:lnTo>
                  <a:cubicBezTo>
                    <a:pt x="3569" y="13951"/>
                    <a:pt x="2476" y="13469"/>
                    <a:pt x="1672" y="12697"/>
                  </a:cubicBezTo>
                  <a:cubicBezTo>
                    <a:pt x="901" y="11894"/>
                    <a:pt x="418" y="10833"/>
                    <a:pt x="418" y="9612"/>
                  </a:cubicBezTo>
                  <a:lnTo>
                    <a:pt x="418" y="418"/>
                  </a:lnTo>
                  <a:close/>
                  <a:moveTo>
                    <a:pt x="193" y="0"/>
                  </a:moveTo>
                  <a:cubicBezTo>
                    <a:pt x="161" y="0"/>
                    <a:pt x="97" y="33"/>
                    <a:pt x="65" y="65"/>
                  </a:cubicBezTo>
                  <a:cubicBezTo>
                    <a:pt x="1" y="97"/>
                    <a:pt x="1" y="161"/>
                    <a:pt x="1" y="225"/>
                  </a:cubicBezTo>
                  <a:lnTo>
                    <a:pt x="1" y="9612"/>
                  </a:lnTo>
                  <a:cubicBezTo>
                    <a:pt x="1" y="12247"/>
                    <a:pt x="2122" y="14369"/>
                    <a:pt x="4758" y="14369"/>
                  </a:cubicBezTo>
                  <a:lnTo>
                    <a:pt x="117938" y="14369"/>
                  </a:lnTo>
                  <a:cubicBezTo>
                    <a:pt x="120574" y="14369"/>
                    <a:pt x="122696" y="12247"/>
                    <a:pt x="122696" y="9612"/>
                  </a:cubicBezTo>
                  <a:lnTo>
                    <a:pt x="122696" y="225"/>
                  </a:lnTo>
                  <a:cubicBezTo>
                    <a:pt x="122696" y="161"/>
                    <a:pt x="122664" y="97"/>
                    <a:pt x="122631" y="65"/>
                  </a:cubicBezTo>
                  <a:cubicBezTo>
                    <a:pt x="122599" y="33"/>
                    <a:pt x="122535" y="0"/>
                    <a:pt x="1225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8" name="Google Shape;2408;g312bfb4b743_5_798"/>
            <p:cNvSpPr/>
            <p:nvPr/>
          </p:nvSpPr>
          <p:spPr>
            <a:xfrm>
              <a:off x="2060525" y="2365275"/>
              <a:ext cx="2749175" cy="1586350"/>
            </a:xfrm>
            <a:custGeom>
              <a:avLst/>
              <a:gdLst/>
              <a:ahLst/>
              <a:cxnLst/>
              <a:rect l="l" t="t" r="r" b="b"/>
              <a:pathLst>
                <a:path w="109967" h="63454" extrusionOk="0">
                  <a:moveTo>
                    <a:pt x="0" y="0"/>
                  </a:moveTo>
                  <a:lnTo>
                    <a:pt x="0" y="63454"/>
                  </a:lnTo>
                  <a:lnTo>
                    <a:pt x="109966" y="63454"/>
                  </a:lnTo>
                  <a:lnTo>
                    <a:pt x="10996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9" name="Google Shape;2409;g312bfb4b743_5_798"/>
            <p:cNvSpPr/>
            <p:nvPr/>
          </p:nvSpPr>
          <p:spPr>
            <a:xfrm>
              <a:off x="2054900" y="2360450"/>
              <a:ext cx="2760425" cy="1596000"/>
            </a:xfrm>
            <a:custGeom>
              <a:avLst/>
              <a:gdLst/>
              <a:ahLst/>
              <a:cxnLst/>
              <a:rect l="l" t="t" r="r" b="b"/>
              <a:pathLst>
                <a:path w="110417" h="63840" extrusionOk="0">
                  <a:moveTo>
                    <a:pt x="109998" y="419"/>
                  </a:moveTo>
                  <a:lnTo>
                    <a:pt x="109998" y="63422"/>
                  </a:lnTo>
                  <a:lnTo>
                    <a:pt x="418" y="63422"/>
                  </a:lnTo>
                  <a:lnTo>
                    <a:pt x="418" y="419"/>
                  </a:lnTo>
                  <a:close/>
                  <a:moveTo>
                    <a:pt x="225" y="1"/>
                  </a:moveTo>
                  <a:cubicBezTo>
                    <a:pt x="161" y="1"/>
                    <a:pt x="97" y="1"/>
                    <a:pt x="64" y="65"/>
                  </a:cubicBezTo>
                  <a:cubicBezTo>
                    <a:pt x="32" y="97"/>
                    <a:pt x="0" y="161"/>
                    <a:pt x="0" y="193"/>
                  </a:cubicBezTo>
                  <a:lnTo>
                    <a:pt x="0" y="63647"/>
                  </a:lnTo>
                  <a:cubicBezTo>
                    <a:pt x="0" y="63711"/>
                    <a:pt x="32" y="63743"/>
                    <a:pt x="64" y="63775"/>
                  </a:cubicBezTo>
                  <a:cubicBezTo>
                    <a:pt x="97" y="63840"/>
                    <a:pt x="161" y="63840"/>
                    <a:pt x="225" y="63840"/>
                  </a:cubicBezTo>
                  <a:lnTo>
                    <a:pt x="110191" y="63840"/>
                  </a:lnTo>
                  <a:cubicBezTo>
                    <a:pt x="110255" y="63840"/>
                    <a:pt x="110320" y="63840"/>
                    <a:pt x="110352" y="63775"/>
                  </a:cubicBezTo>
                  <a:cubicBezTo>
                    <a:pt x="110384" y="63743"/>
                    <a:pt x="110416" y="63711"/>
                    <a:pt x="110416" y="63647"/>
                  </a:cubicBezTo>
                  <a:lnTo>
                    <a:pt x="110416" y="193"/>
                  </a:lnTo>
                  <a:cubicBezTo>
                    <a:pt x="110416" y="161"/>
                    <a:pt x="110384" y="97"/>
                    <a:pt x="110352" y="65"/>
                  </a:cubicBezTo>
                  <a:cubicBezTo>
                    <a:pt x="110320" y="1"/>
                    <a:pt x="110255" y="1"/>
                    <a:pt x="11019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0" name="Google Shape;2410;g312bfb4b743_5_798"/>
            <p:cNvSpPr/>
            <p:nvPr/>
          </p:nvSpPr>
          <p:spPr>
            <a:xfrm>
              <a:off x="2940475" y="4911925"/>
              <a:ext cx="989275" cy="45025"/>
            </a:xfrm>
            <a:custGeom>
              <a:avLst/>
              <a:gdLst/>
              <a:ahLst/>
              <a:cxnLst/>
              <a:rect l="l" t="t" r="r" b="b"/>
              <a:pathLst>
                <a:path w="39571" h="1801" extrusionOk="0">
                  <a:moveTo>
                    <a:pt x="0" y="0"/>
                  </a:moveTo>
                  <a:lnTo>
                    <a:pt x="0" y="1801"/>
                  </a:lnTo>
                  <a:lnTo>
                    <a:pt x="39570" y="1801"/>
                  </a:lnTo>
                  <a:lnTo>
                    <a:pt x="3957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1" name="Google Shape;2411;g312bfb4b743_5_798"/>
            <p:cNvSpPr/>
            <p:nvPr/>
          </p:nvSpPr>
          <p:spPr>
            <a:xfrm>
              <a:off x="2935650" y="4907100"/>
              <a:ext cx="999725" cy="55475"/>
            </a:xfrm>
            <a:custGeom>
              <a:avLst/>
              <a:gdLst/>
              <a:ahLst/>
              <a:cxnLst/>
              <a:rect l="l" t="t" r="r" b="b"/>
              <a:pathLst>
                <a:path w="39989" h="2219" extrusionOk="0">
                  <a:moveTo>
                    <a:pt x="39538" y="418"/>
                  </a:moveTo>
                  <a:lnTo>
                    <a:pt x="39538" y="1801"/>
                  </a:lnTo>
                  <a:lnTo>
                    <a:pt x="418" y="1801"/>
                  </a:lnTo>
                  <a:lnTo>
                    <a:pt x="418" y="418"/>
                  </a:lnTo>
                  <a:close/>
                  <a:moveTo>
                    <a:pt x="193" y="1"/>
                  </a:moveTo>
                  <a:cubicBezTo>
                    <a:pt x="129" y="1"/>
                    <a:pt x="97" y="1"/>
                    <a:pt x="65" y="65"/>
                  </a:cubicBezTo>
                  <a:cubicBezTo>
                    <a:pt x="0" y="97"/>
                    <a:pt x="0" y="161"/>
                    <a:pt x="0" y="193"/>
                  </a:cubicBezTo>
                  <a:lnTo>
                    <a:pt x="0" y="1994"/>
                  </a:lnTo>
                  <a:cubicBezTo>
                    <a:pt x="0" y="2058"/>
                    <a:pt x="0" y="2122"/>
                    <a:pt x="65" y="2154"/>
                  </a:cubicBezTo>
                  <a:cubicBezTo>
                    <a:pt x="97" y="2186"/>
                    <a:pt x="129" y="2219"/>
                    <a:pt x="193" y="2219"/>
                  </a:cubicBezTo>
                  <a:lnTo>
                    <a:pt x="39763" y="2219"/>
                  </a:lnTo>
                  <a:cubicBezTo>
                    <a:pt x="39827" y="2219"/>
                    <a:pt x="39859" y="2186"/>
                    <a:pt x="39924" y="2154"/>
                  </a:cubicBezTo>
                  <a:cubicBezTo>
                    <a:pt x="39956" y="2122"/>
                    <a:pt x="39988" y="2058"/>
                    <a:pt x="39988" y="1994"/>
                  </a:cubicBezTo>
                  <a:lnTo>
                    <a:pt x="39988" y="193"/>
                  </a:lnTo>
                  <a:cubicBezTo>
                    <a:pt x="39988" y="161"/>
                    <a:pt x="39956" y="97"/>
                    <a:pt x="39924" y="65"/>
                  </a:cubicBezTo>
                  <a:cubicBezTo>
                    <a:pt x="39859" y="1"/>
                    <a:pt x="39827" y="1"/>
                    <a:pt x="397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2" name="Google Shape;2412;g312bfb4b743_5_798"/>
            <p:cNvSpPr/>
            <p:nvPr/>
          </p:nvSpPr>
          <p:spPr>
            <a:xfrm>
              <a:off x="2383575" y="2497075"/>
              <a:ext cx="147875" cy="199325"/>
            </a:xfrm>
            <a:custGeom>
              <a:avLst/>
              <a:gdLst/>
              <a:ahLst/>
              <a:cxnLst/>
              <a:rect l="l" t="t" r="r" b="b"/>
              <a:pathLst>
                <a:path w="5915" h="7973" extrusionOk="0">
                  <a:moveTo>
                    <a:pt x="0" y="0"/>
                  </a:moveTo>
                  <a:lnTo>
                    <a:pt x="3954" y="7972"/>
                  </a:lnTo>
                  <a:lnTo>
                    <a:pt x="591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3" name="Google Shape;2413;g312bfb4b743_5_798"/>
            <p:cNvSpPr/>
            <p:nvPr/>
          </p:nvSpPr>
          <p:spPr>
            <a:xfrm>
              <a:off x="2377950" y="2491450"/>
              <a:ext cx="159125" cy="209975"/>
            </a:xfrm>
            <a:custGeom>
              <a:avLst/>
              <a:gdLst/>
              <a:ahLst/>
              <a:cxnLst/>
              <a:rect l="l" t="t" r="r" b="b"/>
              <a:pathLst>
                <a:path w="6365" h="8399" extrusionOk="0">
                  <a:moveTo>
                    <a:pt x="5883" y="418"/>
                  </a:moveTo>
                  <a:lnTo>
                    <a:pt x="4119" y="7593"/>
                  </a:lnTo>
                  <a:lnTo>
                    <a:pt x="4119" y="7593"/>
                  </a:lnTo>
                  <a:lnTo>
                    <a:pt x="547" y="418"/>
                  </a:lnTo>
                  <a:close/>
                  <a:moveTo>
                    <a:pt x="225" y="0"/>
                  </a:moveTo>
                  <a:cubicBezTo>
                    <a:pt x="129" y="0"/>
                    <a:pt x="65" y="32"/>
                    <a:pt x="32" y="97"/>
                  </a:cubicBezTo>
                  <a:cubicBezTo>
                    <a:pt x="0" y="161"/>
                    <a:pt x="0" y="257"/>
                    <a:pt x="32" y="322"/>
                  </a:cubicBezTo>
                  <a:lnTo>
                    <a:pt x="4018" y="8293"/>
                  </a:lnTo>
                  <a:cubicBezTo>
                    <a:pt x="4045" y="8346"/>
                    <a:pt x="4092" y="8398"/>
                    <a:pt x="4161" y="8398"/>
                  </a:cubicBezTo>
                  <a:cubicBezTo>
                    <a:pt x="4177" y="8398"/>
                    <a:pt x="4193" y="8396"/>
                    <a:pt x="4211" y="8390"/>
                  </a:cubicBezTo>
                  <a:cubicBezTo>
                    <a:pt x="4308" y="8390"/>
                    <a:pt x="4372" y="8326"/>
                    <a:pt x="4404" y="8229"/>
                  </a:cubicBezTo>
                  <a:lnTo>
                    <a:pt x="6365" y="257"/>
                  </a:lnTo>
                  <a:cubicBezTo>
                    <a:pt x="6365" y="193"/>
                    <a:pt x="6365" y="129"/>
                    <a:pt x="6333" y="97"/>
                  </a:cubicBezTo>
                  <a:cubicBezTo>
                    <a:pt x="6268" y="32"/>
                    <a:pt x="6204" y="0"/>
                    <a:pt x="61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4" name="Google Shape;2414;g312bfb4b743_5_798"/>
            <p:cNvSpPr/>
            <p:nvPr/>
          </p:nvSpPr>
          <p:spPr>
            <a:xfrm>
              <a:off x="2398825" y="2504300"/>
              <a:ext cx="94875" cy="192100"/>
            </a:xfrm>
            <a:custGeom>
              <a:avLst/>
              <a:gdLst/>
              <a:ahLst/>
              <a:cxnLst/>
              <a:rect l="l" t="t" r="r" b="b"/>
              <a:pathLst>
                <a:path w="3795" h="7684" extrusionOk="0">
                  <a:moveTo>
                    <a:pt x="1" y="0"/>
                  </a:moveTo>
                  <a:lnTo>
                    <a:pt x="3344" y="7683"/>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5" name="Google Shape;2415;g312bfb4b743_5_798"/>
            <p:cNvSpPr/>
            <p:nvPr/>
          </p:nvSpPr>
          <p:spPr>
            <a:xfrm>
              <a:off x="2393200" y="2499475"/>
              <a:ext cx="106125" cy="201950"/>
            </a:xfrm>
            <a:custGeom>
              <a:avLst/>
              <a:gdLst/>
              <a:ahLst/>
              <a:cxnLst/>
              <a:rect l="l" t="t" r="r" b="b"/>
              <a:pathLst>
                <a:path w="4245" h="8078" extrusionOk="0">
                  <a:moveTo>
                    <a:pt x="3794" y="419"/>
                  </a:moveTo>
                  <a:lnTo>
                    <a:pt x="3427" y="6947"/>
                  </a:lnTo>
                  <a:lnTo>
                    <a:pt x="547" y="419"/>
                  </a:lnTo>
                  <a:close/>
                  <a:moveTo>
                    <a:pt x="226" y="1"/>
                  </a:moveTo>
                  <a:cubicBezTo>
                    <a:pt x="162" y="1"/>
                    <a:pt x="97" y="33"/>
                    <a:pt x="65" y="97"/>
                  </a:cubicBezTo>
                  <a:cubicBezTo>
                    <a:pt x="33" y="129"/>
                    <a:pt x="1" y="226"/>
                    <a:pt x="33" y="290"/>
                  </a:cubicBezTo>
                  <a:lnTo>
                    <a:pt x="3376" y="7940"/>
                  </a:lnTo>
                  <a:cubicBezTo>
                    <a:pt x="3429" y="8020"/>
                    <a:pt x="3504" y="8077"/>
                    <a:pt x="3582" y="8077"/>
                  </a:cubicBezTo>
                  <a:cubicBezTo>
                    <a:pt x="3599" y="8077"/>
                    <a:pt x="3616" y="8075"/>
                    <a:pt x="3633" y="8069"/>
                  </a:cubicBezTo>
                  <a:cubicBezTo>
                    <a:pt x="3730" y="8069"/>
                    <a:pt x="3794" y="7972"/>
                    <a:pt x="3794" y="7876"/>
                  </a:cubicBezTo>
                  <a:lnTo>
                    <a:pt x="4244" y="226"/>
                  </a:lnTo>
                  <a:cubicBezTo>
                    <a:pt x="4244" y="161"/>
                    <a:pt x="4212" y="97"/>
                    <a:pt x="4180" y="65"/>
                  </a:cubicBezTo>
                  <a:cubicBezTo>
                    <a:pt x="4148" y="1"/>
                    <a:pt x="4083" y="1"/>
                    <a:pt x="40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6" name="Google Shape;2416;g312bfb4b743_5_798"/>
            <p:cNvSpPr/>
            <p:nvPr/>
          </p:nvSpPr>
          <p:spPr>
            <a:xfrm>
              <a:off x="2377950" y="2489825"/>
              <a:ext cx="104475" cy="206575"/>
            </a:xfrm>
            <a:custGeom>
              <a:avLst/>
              <a:gdLst/>
              <a:ahLst/>
              <a:cxnLst/>
              <a:rect l="l" t="t" r="r" b="b"/>
              <a:pathLst>
                <a:path w="4179" h="8263" extrusionOk="0">
                  <a:moveTo>
                    <a:pt x="0" y="1"/>
                  </a:moveTo>
                  <a:lnTo>
                    <a:pt x="4179" y="8262"/>
                  </a:lnTo>
                  <a:lnTo>
                    <a:pt x="379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7" name="Google Shape;2417;g312bfb4b743_5_798"/>
            <p:cNvSpPr/>
            <p:nvPr/>
          </p:nvSpPr>
          <p:spPr>
            <a:xfrm>
              <a:off x="2372325" y="2484200"/>
              <a:ext cx="115725" cy="217225"/>
            </a:xfrm>
            <a:custGeom>
              <a:avLst/>
              <a:gdLst/>
              <a:ahLst/>
              <a:cxnLst/>
              <a:rect l="l" t="t" r="r" b="b"/>
              <a:pathLst>
                <a:path w="4629" h="8689" extrusionOk="0">
                  <a:moveTo>
                    <a:pt x="3825" y="419"/>
                  </a:moveTo>
                  <a:lnTo>
                    <a:pt x="4166" y="7535"/>
                  </a:lnTo>
                  <a:lnTo>
                    <a:pt x="579" y="419"/>
                  </a:lnTo>
                  <a:close/>
                  <a:moveTo>
                    <a:pt x="225" y="1"/>
                  </a:moveTo>
                  <a:cubicBezTo>
                    <a:pt x="161" y="1"/>
                    <a:pt x="97" y="33"/>
                    <a:pt x="64" y="97"/>
                  </a:cubicBezTo>
                  <a:cubicBezTo>
                    <a:pt x="0" y="162"/>
                    <a:pt x="0" y="258"/>
                    <a:pt x="32" y="322"/>
                  </a:cubicBezTo>
                  <a:lnTo>
                    <a:pt x="4243" y="8583"/>
                  </a:lnTo>
                  <a:cubicBezTo>
                    <a:pt x="4270" y="8636"/>
                    <a:pt x="4339" y="8688"/>
                    <a:pt x="4416" y="8688"/>
                  </a:cubicBezTo>
                  <a:cubicBezTo>
                    <a:pt x="4433" y="8688"/>
                    <a:pt x="4451" y="8686"/>
                    <a:pt x="4468" y="8680"/>
                  </a:cubicBezTo>
                  <a:cubicBezTo>
                    <a:pt x="4565" y="8648"/>
                    <a:pt x="4629" y="8551"/>
                    <a:pt x="4629" y="8455"/>
                  </a:cubicBezTo>
                  <a:lnTo>
                    <a:pt x="4211" y="194"/>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8" name="Google Shape;2418;g312bfb4b743_5_798"/>
            <p:cNvSpPr/>
            <p:nvPr/>
          </p:nvSpPr>
          <p:spPr>
            <a:xfrm>
              <a:off x="2153725" y="2452075"/>
              <a:ext cx="328700" cy="244325"/>
            </a:xfrm>
            <a:custGeom>
              <a:avLst/>
              <a:gdLst/>
              <a:ahLst/>
              <a:cxnLst/>
              <a:rect l="l" t="t" r="r" b="b"/>
              <a:pathLst>
                <a:path w="13148" h="9773" extrusionOk="0">
                  <a:moveTo>
                    <a:pt x="1" y="0"/>
                  </a:moveTo>
                  <a:lnTo>
                    <a:pt x="2412" y="9772"/>
                  </a:lnTo>
                  <a:lnTo>
                    <a:pt x="13148" y="9772"/>
                  </a:lnTo>
                  <a:lnTo>
                    <a:pt x="11444" y="1125"/>
                  </a:lnTo>
                  <a:lnTo>
                    <a:pt x="6108" y="1125"/>
                  </a:lnTo>
                  <a:lnTo>
                    <a:pt x="511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9" name="Google Shape;2419;g312bfb4b743_5_798"/>
            <p:cNvSpPr/>
            <p:nvPr/>
          </p:nvSpPr>
          <p:spPr>
            <a:xfrm>
              <a:off x="2148100" y="2447250"/>
              <a:ext cx="339950" cy="253950"/>
            </a:xfrm>
            <a:custGeom>
              <a:avLst/>
              <a:gdLst/>
              <a:ahLst/>
              <a:cxnLst/>
              <a:rect l="l" t="t" r="r" b="b"/>
              <a:pathLst>
                <a:path w="13598" h="10158" extrusionOk="0">
                  <a:moveTo>
                    <a:pt x="5240" y="418"/>
                  </a:moveTo>
                  <a:lnTo>
                    <a:pt x="6173" y="1447"/>
                  </a:lnTo>
                  <a:cubicBezTo>
                    <a:pt x="6205" y="1511"/>
                    <a:pt x="6269" y="1511"/>
                    <a:pt x="6333" y="1511"/>
                  </a:cubicBezTo>
                  <a:lnTo>
                    <a:pt x="11509" y="1511"/>
                  </a:lnTo>
                  <a:lnTo>
                    <a:pt x="13116" y="9740"/>
                  </a:lnTo>
                  <a:lnTo>
                    <a:pt x="2797" y="9740"/>
                  </a:lnTo>
                  <a:lnTo>
                    <a:pt x="483" y="418"/>
                  </a:lnTo>
                  <a:close/>
                  <a:moveTo>
                    <a:pt x="226" y="0"/>
                  </a:moveTo>
                  <a:cubicBezTo>
                    <a:pt x="162" y="0"/>
                    <a:pt x="97" y="32"/>
                    <a:pt x="65" y="65"/>
                  </a:cubicBezTo>
                  <a:cubicBezTo>
                    <a:pt x="1" y="129"/>
                    <a:pt x="1" y="193"/>
                    <a:pt x="1" y="257"/>
                  </a:cubicBezTo>
                  <a:lnTo>
                    <a:pt x="2412" y="9997"/>
                  </a:lnTo>
                  <a:cubicBezTo>
                    <a:pt x="2444" y="10094"/>
                    <a:pt x="2540" y="10158"/>
                    <a:pt x="2637" y="10158"/>
                  </a:cubicBezTo>
                  <a:lnTo>
                    <a:pt x="13373" y="10158"/>
                  </a:lnTo>
                  <a:cubicBezTo>
                    <a:pt x="13437" y="10158"/>
                    <a:pt x="13502" y="10126"/>
                    <a:pt x="13566" y="10094"/>
                  </a:cubicBezTo>
                  <a:cubicBezTo>
                    <a:pt x="13598" y="10029"/>
                    <a:pt x="13598" y="9965"/>
                    <a:pt x="13598" y="9901"/>
                  </a:cubicBezTo>
                  <a:lnTo>
                    <a:pt x="11894" y="1254"/>
                  </a:lnTo>
                  <a:cubicBezTo>
                    <a:pt x="11862" y="1157"/>
                    <a:pt x="11798" y="1093"/>
                    <a:pt x="11669" y="1093"/>
                  </a:cubicBezTo>
                  <a:lnTo>
                    <a:pt x="6435" y="1093"/>
                  </a:lnTo>
                  <a:lnTo>
                    <a:pt x="5498" y="65"/>
                  </a:lnTo>
                  <a:cubicBezTo>
                    <a:pt x="5465" y="32"/>
                    <a:pt x="5401" y="0"/>
                    <a:pt x="533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0" name="Google Shape;2420;g312bfb4b743_5_798"/>
            <p:cNvSpPr/>
            <p:nvPr/>
          </p:nvSpPr>
          <p:spPr>
            <a:xfrm>
              <a:off x="2383575" y="2857075"/>
              <a:ext cx="147875" cy="199325"/>
            </a:xfrm>
            <a:custGeom>
              <a:avLst/>
              <a:gdLst/>
              <a:ahLst/>
              <a:cxnLst/>
              <a:rect l="l" t="t" r="r" b="b"/>
              <a:pathLst>
                <a:path w="5915" h="7973" extrusionOk="0">
                  <a:moveTo>
                    <a:pt x="0" y="1"/>
                  </a:moveTo>
                  <a:lnTo>
                    <a:pt x="3954" y="7973"/>
                  </a:lnTo>
                  <a:lnTo>
                    <a:pt x="59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1" name="Google Shape;2421;g312bfb4b743_5_798"/>
            <p:cNvSpPr/>
            <p:nvPr/>
          </p:nvSpPr>
          <p:spPr>
            <a:xfrm>
              <a:off x="2377950" y="2852275"/>
              <a:ext cx="159125" cy="209750"/>
            </a:xfrm>
            <a:custGeom>
              <a:avLst/>
              <a:gdLst/>
              <a:ahLst/>
              <a:cxnLst/>
              <a:rect l="l" t="t" r="r" b="b"/>
              <a:pathLst>
                <a:path w="6365" h="8390" extrusionOk="0">
                  <a:moveTo>
                    <a:pt x="5883" y="418"/>
                  </a:moveTo>
                  <a:lnTo>
                    <a:pt x="4124" y="7572"/>
                  </a:lnTo>
                  <a:lnTo>
                    <a:pt x="547" y="418"/>
                  </a:lnTo>
                  <a:close/>
                  <a:moveTo>
                    <a:pt x="225" y="0"/>
                  </a:moveTo>
                  <a:cubicBezTo>
                    <a:pt x="129" y="0"/>
                    <a:pt x="65" y="32"/>
                    <a:pt x="32" y="96"/>
                  </a:cubicBezTo>
                  <a:cubicBezTo>
                    <a:pt x="0" y="161"/>
                    <a:pt x="0" y="225"/>
                    <a:pt x="32" y="289"/>
                  </a:cubicBezTo>
                  <a:lnTo>
                    <a:pt x="4018" y="8261"/>
                  </a:lnTo>
                  <a:cubicBezTo>
                    <a:pt x="4050" y="8358"/>
                    <a:pt x="4115" y="8390"/>
                    <a:pt x="4211" y="8390"/>
                  </a:cubicBezTo>
                  <a:cubicBezTo>
                    <a:pt x="4308" y="8358"/>
                    <a:pt x="4372" y="8293"/>
                    <a:pt x="4404" y="8229"/>
                  </a:cubicBezTo>
                  <a:lnTo>
                    <a:pt x="6365" y="257"/>
                  </a:lnTo>
                  <a:cubicBezTo>
                    <a:pt x="6365" y="193"/>
                    <a:pt x="6365" y="129"/>
                    <a:pt x="6333" y="64"/>
                  </a:cubicBezTo>
                  <a:cubicBezTo>
                    <a:pt x="6268" y="32"/>
                    <a:pt x="6204" y="0"/>
                    <a:pt x="61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2" name="Google Shape;2422;g312bfb4b743_5_798"/>
            <p:cNvSpPr/>
            <p:nvPr/>
          </p:nvSpPr>
          <p:spPr>
            <a:xfrm>
              <a:off x="2398825" y="2865125"/>
              <a:ext cx="94875" cy="191275"/>
            </a:xfrm>
            <a:custGeom>
              <a:avLst/>
              <a:gdLst/>
              <a:ahLst/>
              <a:cxnLst/>
              <a:rect l="l" t="t" r="r" b="b"/>
              <a:pathLst>
                <a:path w="3795" h="7651" extrusionOk="0">
                  <a:moveTo>
                    <a:pt x="1" y="0"/>
                  </a:moveTo>
                  <a:lnTo>
                    <a:pt x="3344" y="7651"/>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3" name="Google Shape;2423;g312bfb4b743_5_798"/>
            <p:cNvSpPr/>
            <p:nvPr/>
          </p:nvSpPr>
          <p:spPr>
            <a:xfrm>
              <a:off x="2393200" y="2859500"/>
              <a:ext cx="106125" cy="202525"/>
            </a:xfrm>
            <a:custGeom>
              <a:avLst/>
              <a:gdLst/>
              <a:ahLst/>
              <a:cxnLst/>
              <a:rect l="l" t="t" r="r" b="b"/>
              <a:pathLst>
                <a:path w="4245" h="8101" extrusionOk="0">
                  <a:moveTo>
                    <a:pt x="3794" y="418"/>
                  </a:moveTo>
                  <a:lnTo>
                    <a:pt x="3428" y="6950"/>
                  </a:lnTo>
                  <a:lnTo>
                    <a:pt x="3428" y="6950"/>
                  </a:lnTo>
                  <a:lnTo>
                    <a:pt x="547" y="418"/>
                  </a:lnTo>
                  <a:close/>
                  <a:moveTo>
                    <a:pt x="226" y="0"/>
                  </a:moveTo>
                  <a:cubicBezTo>
                    <a:pt x="162" y="0"/>
                    <a:pt x="97" y="33"/>
                    <a:pt x="65" y="97"/>
                  </a:cubicBezTo>
                  <a:cubicBezTo>
                    <a:pt x="33" y="161"/>
                    <a:pt x="1" y="225"/>
                    <a:pt x="33" y="290"/>
                  </a:cubicBezTo>
                  <a:lnTo>
                    <a:pt x="3376" y="7972"/>
                  </a:lnTo>
                  <a:cubicBezTo>
                    <a:pt x="3440" y="8069"/>
                    <a:pt x="3537" y="8101"/>
                    <a:pt x="3633" y="8101"/>
                  </a:cubicBezTo>
                  <a:cubicBezTo>
                    <a:pt x="3730" y="8069"/>
                    <a:pt x="3794" y="8004"/>
                    <a:pt x="3794" y="7876"/>
                  </a:cubicBezTo>
                  <a:lnTo>
                    <a:pt x="4244" y="225"/>
                  </a:lnTo>
                  <a:cubicBezTo>
                    <a:pt x="4244" y="161"/>
                    <a:pt x="4212" y="97"/>
                    <a:pt x="4180" y="65"/>
                  </a:cubicBezTo>
                  <a:cubicBezTo>
                    <a:pt x="4148" y="33"/>
                    <a:pt x="4083" y="0"/>
                    <a:pt x="40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4" name="Google Shape;2424;g312bfb4b743_5_798"/>
            <p:cNvSpPr/>
            <p:nvPr/>
          </p:nvSpPr>
          <p:spPr>
            <a:xfrm>
              <a:off x="2377950" y="2849850"/>
              <a:ext cx="104475" cy="206550"/>
            </a:xfrm>
            <a:custGeom>
              <a:avLst/>
              <a:gdLst/>
              <a:ahLst/>
              <a:cxnLst/>
              <a:rect l="l" t="t" r="r" b="b"/>
              <a:pathLst>
                <a:path w="4179" h="8262" extrusionOk="0">
                  <a:moveTo>
                    <a:pt x="0" y="1"/>
                  </a:moveTo>
                  <a:lnTo>
                    <a:pt x="4179" y="8262"/>
                  </a:lnTo>
                  <a:lnTo>
                    <a:pt x="379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5" name="Google Shape;2425;g312bfb4b743_5_798"/>
            <p:cNvSpPr/>
            <p:nvPr/>
          </p:nvSpPr>
          <p:spPr>
            <a:xfrm>
              <a:off x="2372325" y="2844225"/>
              <a:ext cx="115725" cy="217300"/>
            </a:xfrm>
            <a:custGeom>
              <a:avLst/>
              <a:gdLst/>
              <a:ahLst/>
              <a:cxnLst/>
              <a:rect l="l" t="t" r="r" b="b"/>
              <a:pathLst>
                <a:path w="4629" h="8692" extrusionOk="0">
                  <a:moveTo>
                    <a:pt x="3825" y="451"/>
                  </a:moveTo>
                  <a:lnTo>
                    <a:pt x="4166" y="7538"/>
                  </a:lnTo>
                  <a:lnTo>
                    <a:pt x="579" y="451"/>
                  </a:lnTo>
                  <a:close/>
                  <a:moveTo>
                    <a:pt x="225" y="1"/>
                  </a:moveTo>
                  <a:cubicBezTo>
                    <a:pt x="161" y="1"/>
                    <a:pt x="97" y="65"/>
                    <a:pt x="64" y="129"/>
                  </a:cubicBezTo>
                  <a:cubicBezTo>
                    <a:pt x="0" y="193"/>
                    <a:pt x="0" y="258"/>
                    <a:pt x="32" y="322"/>
                  </a:cubicBezTo>
                  <a:lnTo>
                    <a:pt x="4243" y="8583"/>
                  </a:lnTo>
                  <a:cubicBezTo>
                    <a:pt x="4267" y="8656"/>
                    <a:pt x="4328" y="8692"/>
                    <a:pt x="4397" y="8692"/>
                  </a:cubicBezTo>
                  <a:cubicBezTo>
                    <a:pt x="4420" y="8692"/>
                    <a:pt x="4444" y="8688"/>
                    <a:pt x="4468" y="8680"/>
                  </a:cubicBezTo>
                  <a:cubicBezTo>
                    <a:pt x="4565" y="8680"/>
                    <a:pt x="4629" y="8583"/>
                    <a:pt x="4629" y="8487"/>
                  </a:cubicBezTo>
                  <a:lnTo>
                    <a:pt x="4211" y="226"/>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6" name="Google Shape;2426;g312bfb4b743_5_798"/>
            <p:cNvSpPr/>
            <p:nvPr/>
          </p:nvSpPr>
          <p:spPr>
            <a:xfrm>
              <a:off x="2153725" y="2812875"/>
              <a:ext cx="328700" cy="243525"/>
            </a:xfrm>
            <a:custGeom>
              <a:avLst/>
              <a:gdLst/>
              <a:ahLst/>
              <a:cxnLst/>
              <a:rect l="l" t="t" r="r" b="b"/>
              <a:pathLst>
                <a:path w="13148" h="9741" extrusionOk="0">
                  <a:moveTo>
                    <a:pt x="1" y="1"/>
                  </a:moveTo>
                  <a:lnTo>
                    <a:pt x="2412" y="9741"/>
                  </a:lnTo>
                  <a:lnTo>
                    <a:pt x="13148" y="9741"/>
                  </a:lnTo>
                  <a:lnTo>
                    <a:pt x="11444" y="1094"/>
                  </a:lnTo>
                  <a:lnTo>
                    <a:pt x="6108" y="1094"/>
                  </a:lnTo>
                  <a:lnTo>
                    <a:pt x="511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7" name="Google Shape;2427;g312bfb4b743_5_798"/>
            <p:cNvSpPr/>
            <p:nvPr/>
          </p:nvSpPr>
          <p:spPr>
            <a:xfrm>
              <a:off x="2148100" y="2807250"/>
              <a:ext cx="339950" cy="254775"/>
            </a:xfrm>
            <a:custGeom>
              <a:avLst/>
              <a:gdLst/>
              <a:ahLst/>
              <a:cxnLst/>
              <a:rect l="l" t="t" r="r" b="b"/>
              <a:pathLst>
                <a:path w="13598" h="10191" extrusionOk="0">
                  <a:moveTo>
                    <a:pt x="5240" y="419"/>
                  </a:moveTo>
                  <a:lnTo>
                    <a:pt x="6173" y="1480"/>
                  </a:lnTo>
                  <a:cubicBezTo>
                    <a:pt x="6205" y="1512"/>
                    <a:pt x="6269" y="1544"/>
                    <a:pt x="6333" y="1544"/>
                  </a:cubicBezTo>
                  <a:lnTo>
                    <a:pt x="11509" y="1544"/>
                  </a:lnTo>
                  <a:lnTo>
                    <a:pt x="13116" y="9741"/>
                  </a:lnTo>
                  <a:lnTo>
                    <a:pt x="2797" y="9741"/>
                  </a:lnTo>
                  <a:lnTo>
                    <a:pt x="483" y="419"/>
                  </a:lnTo>
                  <a:close/>
                  <a:moveTo>
                    <a:pt x="226" y="1"/>
                  </a:moveTo>
                  <a:cubicBezTo>
                    <a:pt x="162" y="1"/>
                    <a:pt x="97" y="33"/>
                    <a:pt x="65" y="97"/>
                  </a:cubicBezTo>
                  <a:cubicBezTo>
                    <a:pt x="1" y="130"/>
                    <a:pt x="1" y="194"/>
                    <a:pt x="1" y="258"/>
                  </a:cubicBezTo>
                  <a:lnTo>
                    <a:pt x="2412" y="10030"/>
                  </a:lnTo>
                  <a:cubicBezTo>
                    <a:pt x="2444" y="10126"/>
                    <a:pt x="2540" y="10191"/>
                    <a:pt x="2637" y="10191"/>
                  </a:cubicBezTo>
                  <a:lnTo>
                    <a:pt x="13373" y="10191"/>
                  </a:lnTo>
                  <a:cubicBezTo>
                    <a:pt x="13437" y="10191"/>
                    <a:pt x="13502" y="10159"/>
                    <a:pt x="13566" y="10094"/>
                  </a:cubicBezTo>
                  <a:cubicBezTo>
                    <a:pt x="13598" y="10062"/>
                    <a:pt x="13598" y="9998"/>
                    <a:pt x="13598" y="9934"/>
                  </a:cubicBezTo>
                  <a:lnTo>
                    <a:pt x="11894" y="1287"/>
                  </a:lnTo>
                  <a:cubicBezTo>
                    <a:pt x="11862" y="1190"/>
                    <a:pt x="11798" y="1126"/>
                    <a:pt x="11669" y="1126"/>
                  </a:cubicBezTo>
                  <a:lnTo>
                    <a:pt x="6437" y="1126"/>
                  </a:lnTo>
                  <a:lnTo>
                    <a:pt x="5498" y="65"/>
                  </a:lnTo>
                  <a:cubicBezTo>
                    <a:pt x="5465" y="33"/>
                    <a:pt x="5401" y="1"/>
                    <a:pt x="5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8" name="Google Shape;2428;g312bfb4b743_5_798"/>
            <p:cNvSpPr/>
            <p:nvPr/>
          </p:nvSpPr>
          <p:spPr>
            <a:xfrm>
              <a:off x="2383575" y="3217900"/>
              <a:ext cx="147875" cy="199325"/>
            </a:xfrm>
            <a:custGeom>
              <a:avLst/>
              <a:gdLst/>
              <a:ahLst/>
              <a:cxnLst/>
              <a:rect l="l" t="t" r="r" b="b"/>
              <a:pathLst>
                <a:path w="5915" h="7973" extrusionOk="0">
                  <a:moveTo>
                    <a:pt x="0" y="1"/>
                  </a:moveTo>
                  <a:lnTo>
                    <a:pt x="3954" y="7973"/>
                  </a:lnTo>
                  <a:lnTo>
                    <a:pt x="59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9" name="Google Shape;2429;g312bfb4b743_5_798"/>
            <p:cNvSpPr/>
            <p:nvPr/>
          </p:nvSpPr>
          <p:spPr>
            <a:xfrm>
              <a:off x="2377950" y="3212275"/>
              <a:ext cx="159125" cy="209775"/>
            </a:xfrm>
            <a:custGeom>
              <a:avLst/>
              <a:gdLst/>
              <a:ahLst/>
              <a:cxnLst/>
              <a:rect l="l" t="t" r="r" b="b"/>
              <a:pathLst>
                <a:path w="6365" h="8391" extrusionOk="0">
                  <a:moveTo>
                    <a:pt x="5883" y="419"/>
                  </a:moveTo>
                  <a:lnTo>
                    <a:pt x="4119" y="7593"/>
                  </a:lnTo>
                  <a:lnTo>
                    <a:pt x="4119" y="7593"/>
                  </a:lnTo>
                  <a:lnTo>
                    <a:pt x="547" y="419"/>
                  </a:lnTo>
                  <a:close/>
                  <a:moveTo>
                    <a:pt x="225" y="1"/>
                  </a:moveTo>
                  <a:cubicBezTo>
                    <a:pt x="129" y="1"/>
                    <a:pt x="65" y="33"/>
                    <a:pt x="32" y="97"/>
                  </a:cubicBezTo>
                  <a:cubicBezTo>
                    <a:pt x="0" y="162"/>
                    <a:pt x="0" y="258"/>
                    <a:pt x="32" y="322"/>
                  </a:cubicBezTo>
                  <a:lnTo>
                    <a:pt x="4018" y="8294"/>
                  </a:lnTo>
                  <a:cubicBezTo>
                    <a:pt x="4050" y="8358"/>
                    <a:pt x="4115" y="8391"/>
                    <a:pt x="4211" y="8391"/>
                  </a:cubicBezTo>
                  <a:cubicBezTo>
                    <a:pt x="4308" y="8391"/>
                    <a:pt x="4372" y="8326"/>
                    <a:pt x="4404" y="8230"/>
                  </a:cubicBezTo>
                  <a:lnTo>
                    <a:pt x="6365" y="258"/>
                  </a:lnTo>
                  <a:cubicBezTo>
                    <a:pt x="6365" y="194"/>
                    <a:pt x="6365" y="129"/>
                    <a:pt x="6333" y="97"/>
                  </a:cubicBezTo>
                  <a:cubicBezTo>
                    <a:pt x="6268" y="33"/>
                    <a:pt x="6204" y="1"/>
                    <a:pt x="61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0" name="Google Shape;2430;g312bfb4b743_5_798"/>
            <p:cNvSpPr/>
            <p:nvPr/>
          </p:nvSpPr>
          <p:spPr>
            <a:xfrm>
              <a:off x="2398825" y="3225150"/>
              <a:ext cx="94875" cy="192075"/>
            </a:xfrm>
            <a:custGeom>
              <a:avLst/>
              <a:gdLst/>
              <a:ahLst/>
              <a:cxnLst/>
              <a:rect l="l" t="t" r="r" b="b"/>
              <a:pathLst>
                <a:path w="3795" h="7683" extrusionOk="0">
                  <a:moveTo>
                    <a:pt x="1" y="0"/>
                  </a:moveTo>
                  <a:lnTo>
                    <a:pt x="3344" y="7683"/>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1" name="Google Shape;2431;g312bfb4b743_5_798"/>
            <p:cNvSpPr/>
            <p:nvPr/>
          </p:nvSpPr>
          <p:spPr>
            <a:xfrm>
              <a:off x="2393200" y="3219525"/>
              <a:ext cx="106125" cy="202725"/>
            </a:xfrm>
            <a:custGeom>
              <a:avLst/>
              <a:gdLst/>
              <a:ahLst/>
              <a:cxnLst/>
              <a:rect l="l" t="t" r="r" b="b"/>
              <a:pathLst>
                <a:path w="4245" h="8109" extrusionOk="0">
                  <a:moveTo>
                    <a:pt x="3794" y="450"/>
                  </a:moveTo>
                  <a:lnTo>
                    <a:pt x="3427" y="6978"/>
                  </a:lnTo>
                  <a:lnTo>
                    <a:pt x="547" y="450"/>
                  </a:lnTo>
                  <a:close/>
                  <a:moveTo>
                    <a:pt x="226" y="0"/>
                  </a:moveTo>
                  <a:cubicBezTo>
                    <a:pt x="162" y="0"/>
                    <a:pt x="97" y="64"/>
                    <a:pt x="65" y="97"/>
                  </a:cubicBezTo>
                  <a:cubicBezTo>
                    <a:pt x="33" y="161"/>
                    <a:pt x="1" y="257"/>
                    <a:pt x="33" y="322"/>
                  </a:cubicBezTo>
                  <a:lnTo>
                    <a:pt x="3376" y="7972"/>
                  </a:lnTo>
                  <a:cubicBezTo>
                    <a:pt x="3429" y="8051"/>
                    <a:pt x="3504" y="8109"/>
                    <a:pt x="3582" y="8109"/>
                  </a:cubicBezTo>
                  <a:cubicBezTo>
                    <a:pt x="3599" y="8109"/>
                    <a:pt x="3616" y="8106"/>
                    <a:pt x="3633" y="8101"/>
                  </a:cubicBezTo>
                  <a:cubicBezTo>
                    <a:pt x="3730" y="8101"/>
                    <a:pt x="3794" y="8004"/>
                    <a:pt x="3794" y="7908"/>
                  </a:cubicBezTo>
                  <a:lnTo>
                    <a:pt x="4244" y="225"/>
                  </a:lnTo>
                  <a:cubicBezTo>
                    <a:pt x="4244" y="193"/>
                    <a:pt x="4212" y="129"/>
                    <a:pt x="4180" y="97"/>
                  </a:cubicBezTo>
                  <a:cubicBezTo>
                    <a:pt x="4148" y="32"/>
                    <a:pt x="4083" y="0"/>
                    <a:pt x="40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2" name="Google Shape;2432;g312bfb4b743_5_798"/>
            <p:cNvSpPr/>
            <p:nvPr/>
          </p:nvSpPr>
          <p:spPr>
            <a:xfrm>
              <a:off x="2377950" y="3209875"/>
              <a:ext cx="104475" cy="207350"/>
            </a:xfrm>
            <a:custGeom>
              <a:avLst/>
              <a:gdLst/>
              <a:ahLst/>
              <a:cxnLst/>
              <a:rect l="l" t="t" r="r" b="b"/>
              <a:pathLst>
                <a:path w="4179" h="8294" extrusionOk="0">
                  <a:moveTo>
                    <a:pt x="0" y="0"/>
                  </a:moveTo>
                  <a:lnTo>
                    <a:pt x="4179" y="8294"/>
                  </a:lnTo>
                  <a:lnTo>
                    <a:pt x="379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3" name="Google Shape;2433;g312bfb4b743_5_798"/>
            <p:cNvSpPr/>
            <p:nvPr/>
          </p:nvSpPr>
          <p:spPr>
            <a:xfrm>
              <a:off x="2372325" y="3205050"/>
              <a:ext cx="115725" cy="217225"/>
            </a:xfrm>
            <a:custGeom>
              <a:avLst/>
              <a:gdLst/>
              <a:ahLst/>
              <a:cxnLst/>
              <a:rect l="l" t="t" r="r" b="b"/>
              <a:pathLst>
                <a:path w="4629" h="8689" extrusionOk="0">
                  <a:moveTo>
                    <a:pt x="3825" y="418"/>
                  </a:moveTo>
                  <a:lnTo>
                    <a:pt x="4166" y="7535"/>
                  </a:lnTo>
                  <a:lnTo>
                    <a:pt x="4166" y="7535"/>
                  </a:lnTo>
                  <a:lnTo>
                    <a:pt x="579" y="418"/>
                  </a:lnTo>
                  <a:close/>
                  <a:moveTo>
                    <a:pt x="225" y="1"/>
                  </a:moveTo>
                  <a:cubicBezTo>
                    <a:pt x="161" y="1"/>
                    <a:pt x="97" y="33"/>
                    <a:pt x="64" y="97"/>
                  </a:cubicBezTo>
                  <a:cubicBezTo>
                    <a:pt x="0" y="161"/>
                    <a:pt x="0" y="226"/>
                    <a:pt x="32" y="290"/>
                  </a:cubicBezTo>
                  <a:lnTo>
                    <a:pt x="4243" y="8583"/>
                  </a:lnTo>
                  <a:cubicBezTo>
                    <a:pt x="4270" y="8636"/>
                    <a:pt x="4339" y="8688"/>
                    <a:pt x="4416" y="8688"/>
                  </a:cubicBezTo>
                  <a:cubicBezTo>
                    <a:pt x="4433" y="8688"/>
                    <a:pt x="4451" y="8685"/>
                    <a:pt x="4468" y="8680"/>
                  </a:cubicBezTo>
                  <a:cubicBezTo>
                    <a:pt x="4565" y="8647"/>
                    <a:pt x="4629" y="8551"/>
                    <a:pt x="4629" y="8455"/>
                  </a:cubicBezTo>
                  <a:lnTo>
                    <a:pt x="4211" y="193"/>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4" name="Google Shape;2434;g312bfb4b743_5_798"/>
            <p:cNvSpPr/>
            <p:nvPr/>
          </p:nvSpPr>
          <p:spPr>
            <a:xfrm>
              <a:off x="2153725" y="3172900"/>
              <a:ext cx="328700" cy="244325"/>
            </a:xfrm>
            <a:custGeom>
              <a:avLst/>
              <a:gdLst/>
              <a:ahLst/>
              <a:cxnLst/>
              <a:rect l="l" t="t" r="r" b="b"/>
              <a:pathLst>
                <a:path w="13148" h="9773" extrusionOk="0">
                  <a:moveTo>
                    <a:pt x="1" y="1"/>
                  </a:moveTo>
                  <a:lnTo>
                    <a:pt x="2412" y="9773"/>
                  </a:lnTo>
                  <a:lnTo>
                    <a:pt x="13148" y="9773"/>
                  </a:lnTo>
                  <a:lnTo>
                    <a:pt x="11444" y="1126"/>
                  </a:lnTo>
                  <a:lnTo>
                    <a:pt x="6108" y="1126"/>
                  </a:lnTo>
                  <a:lnTo>
                    <a:pt x="511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5" name="Google Shape;2435;g312bfb4b743_5_798"/>
            <p:cNvSpPr/>
            <p:nvPr/>
          </p:nvSpPr>
          <p:spPr>
            <a:xfrm>
              <a:off x="2148100" y="3168075"/>
              <a:ext cx="339950" cy="253975"/>
            </a:xfrm>
            <a:custGeom>
              <a:avLst/>
              <a:gdLst/>
              <a:ahLst/>
              <a:cxnLst/>
              <a:rect l="l" t="t" r="r" b="b"/>
              <a:pathLst>
                <a:path w="13598" h="10159" extrusionOk="0">
                  <a:moveTo>
                    <a:pt x="5240" y="419"/>
                  </a:moveTo>
                  <a:lnTo>
                    <a:pt x="6173" y="1447"/>
                  </a:lnTo>
                  <a:cubicBezTo>
                    <a:pt x="6205" y="1480"/>
                    <a:pt x="6269" y="1512"/>
                    <a:pt x="6333" y="1512"/>
                  </a:cubicBezTo>
                  <a:lnTo>
                    <a:pt x="11509" y="1512"/>
                  </a:lnTo>
                  <a:lnTo>
                    <a:pt x="13116" y="9741"/>
                  </a:lnTo>
                  <a:lnTo>
                    <a:pt x="2797" y="9741"/>
                  </a:lnTo>
                  <a:lnTo>
                    <a:pt x="483" y="419"/>
                  </a:lnTo>
                  <a:close/>
                  <a:moveTo>
                    <a:pt x="226" y="1"/>
                  </a:moveTo>
                  <a:cubicBezTo>
                    <a:pt x="162" y="1"/>
                    <a:pt x="97" y="33"/>
                    <a:pt x="65" y="65"/>
                  </a:cubicBezTo>
                  <a:cubicBezTo>
                    <a:pt x="1" y="129"/>
                    <a:pt x="1" y="194"/>
                    <a:pt x="1" y="258"/>
                  </a:cubicBezTo>
                  <a:lnTo>
                    <a:pt x="2412" y="9998"/>
                  </a:lnTo>
                  <a:cubicBezTo>
                    <a:pt x="2444" y="10094"/>
                    <a:pt x="2540" y="10159"/>
                    <a:pt x="2637" y="10159"/>
                  </a:cubicBezTo>
                  <a:lnTo>
                    <a:pt x="13373" y="10159"/>
                  </a:lnTo>
                  <a:cubicBezTo>
                    <a:pt x="13437" y="10159"/>
                    <a:pt x="13502" y="10126"/>
                    <a:pt x="13566" y="10094"/>
                  </a:cubicBezTo>
                  <a:cubicBezTo>
                    <a:pt x="13598" y="10030"/>
                    <a:pt x="13598" y="9966"/>
                    <a:pt x="13598" y="9901"/>
                  </a:cubicBezTo>
                  <a:lnTo>
                    <a:pt x="11894" y="1254"/>
                  </a:lnTo>
                  <a:cubicBezTo>
                    <a:pt x="11862" y="1158"/>
                    <a:pt x="11798" y="1094"/>
                    <a:pt x="11669" y="1094"/>
                  </a:cubicBezTo>
                  <a:lnTo>
                    <a:pt x="6435" y="1094"/>
                  </a:lnTo>
                  <a:lnTo>
                    <a:pt x="5498" y="65"/>
                  </a:lnTo>
                  <a:cubicBezTo>
                    <a:pt x="5465" y="1"/>
                    <a:pt x="5401" y="1"/>
                    <a:pt x="5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6" name="Google Shape;2436;g312bfb4b743_5_798"/>
            <p:cNvSpPr/>
            <p:nvPr/>
          </p:nvSpPr>
          <p:spPr>
            <a:xfrm>
              <a:off x="4591075" y="3348900"/>
              <a:ext cx="148700" cy="199325"/>
            </a:xfrm>
            <a:custGeom>
              <a:avLst/>
              <a:gdLst/>
              <a:ahLst/>
              <a:cxnLst/>
              <a:rect l="l" t="t" r="r" b="b"/>
              <a:pathLst>
                <a:path w="5948" h="7973" extrusionOk="0">
                  <a:moveTo>
                    <a:pt x="1" y="0"/>
                  </a:moveTo>
                  <a:lnTo>
                    <a:pt x="3987" y="7972"/>
                  </a:lnTo>
                  <a:lnTo>
                    <a:pt x="59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7" name="Google Shape;2437;g312bfb4b743_5_798"/>
            <p:cNvSpPr/>
            <p:nvPr/>
          </p:nvSpPr>
          <p:spPr>
            <a:xfrm>
              <a:off x="4585450" y="3344075"/>
              <a:ext cx="159950" cy="209775"/>
            </a:xfrm>
            <a:custGeom>
              <a:avLst/>
              <a:gdLst/>
              <a:ahLst/>
              <a:cxnLst/>
              <a:rect l="l" t="t" r="r" b="b"/>
              <a:pathLst>
                <a:path w="6398" h="8391" extrusionOk="0">
                  <a:moveTo>
                    <a:pt x="5883" y="418"/>
                  </a:moveTo>
                  <a:lnTo>
                    <a:pt x="4135" y="7530"/>
                  </a:lnTo>
                  <a:lnTo>
                    <a:pt x="4135" y="7530"/>
                  </a:lnTo>
                  <a:lnTo>
                    <a:pt x="579" y="418"/>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58"/>
                    <a:pt x="4405" y="8294"/>
                    <a:pt x="4405" y="8229"/>
                  </a:cubicBezTo>
                  <a:lnTo>
                    <a:pt x="6365" y="258"/>
                  </a:lnTo>
                  <a:cubicBezTo>
                    <a:pt x="6398" y="193"/>
                    <a:pt x="6365" y="129"/>
                    <a:pt x="6333" y="65"/>
                  </a:cubicBezTo>
                  <a:cubicBezTo>
                    <a:pt x="6301" y="33"/>
                    <a:pt x="6237" y="1"/>
                    <a:pt x="6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8" name="Google Shape;2438;g312bfb4b743_5_798"/>
            <p:cNvSpPr/>
            <p:nvPr/>
          </p:nvSpPr>
          <p:spPr>
            <a:xfrm>
              <a:off x="4607150" y="3356925"/>
              <a:ext cx="94050" cy="191300"/>
            </a:xfrm>
            <a:custGeom>
              <a:avLst/>
              <a:gdLst/>
              <a:ahLst/>
              <a:cxnLst/>
              <a:rect l="l" t="t" r="r" b="b"/>
              <a:pathLst>
                <a:path w="3762" h="7652" extrusionOk="0">
                  <a:moveTo>
                    <a:pt x="1" y="1"/>
                  </a:moveTo>
                  <a:lnTo>
                    <a:pt x="3344" y="7651"/>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9" name="Google Shape;2439;g312bfb4b743_5_798"/>
            <p:cNvSpPr/>
            <p:nvPr/>
          </p:nvSpPr>
          <p:spPr>
            <a:xfrm>
              <a:off x="4601525" y="3351300"/>
              <a:ext cx="105300" cy="202550"/>
            </a:xfrm>
            <a:custGeom>
              <a:avLst/>
              <a:gdLst/>
              <a:ahLst/>
              <a:cxnLst/>
              <a:rect l="l" t="t" r="r" b="b"/>
              <a:pathLst>
                <a:path w="4212" h="8102" extrusionOk="0">
                  <a:moveTo>
                    <a:pt x="3762" y="419"/>
                  </a:moveTo>
                  <a:lnTo>
                    <a:pt x="3395" y="6968"/>
                  </a:lnTo>
                  <a:lnTo>
                    <a:pt x="547" y="419"/>
                  </a:lnTo>
                  <a:close/>
                  <a:moveTo>
                    <a:pt x="226" y="1"/>
                  </a:moveTo>
                  <a:cubicBezTo>
                    <a:pt x="129" y="1"/>
                    <a:pt x="65" y="33"/>
                    <a:pt x="33" y="97"/>
                  </a:cubicBezTo>
                  <a:cubicBezTo>
                    <a:pt x="1" y="162"/>
                    <a:pt x="1" y="226"/>
                    <a:pt x="33" y="290"/>
                  </a:cubicBezTo>
                  <a:lnTo>
                    <a:pt x="3376" y="7973"/>
                  </a:lnTo>
                  <a:cubicBezTo>
                    <a:pt x="3408" y="8069"/>
                    <a:pt x="3504" y="8101"/>
                    <a:pt x="3601" y="8101"/>
                  </a:cubicBezTo>
                  <a:cubicBezTo>
                    <a:pt x="3697" y="8069"/>
                    <a:pt x="3762" y="8005"/>
                    <a:pt x="3762" y="7908"/>
                  </a:cubicBezTo>
                  <a:lnTo>
                    <a:pt x="4212" y="226"/>
                  </a:lnTo>
                  <a:cubicBezTo>
                    <a:pt x="4212" y="162"/>
                    <a:pt x="4179" y="97"/>
                    <a:pt x="4147" y="65"/>
                  </a:cubicBezTo>
                  <a:cubicBezTo>
                    <a:pt x="4115" y="33"/>
                    <a:pt x="4051"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0" name="Google Shape;2440;g312bfb4b743_5_798"/>
            <p:cNvSpPr/>
            <p:nvPr/>
          </p:nvSpPr>
          <p:spPr>
            <a:xfrm>
              <a:off x="4586250" y="334167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1" name="Google Shape;2441;g312bfb4b743_5_798"/>
            <p:cNvSpPr/>
            <p:nvPr/>
          </p:nvSpPr>
          <p:spPr>
            <a:xfrm>
              <a:off x="4580625" y="3336050"/>
              <a:ext cx="115750" cy="217800"/>
            </a:xfrm>
            <a:custGeom>
              <a:avLst/>
              <a:gdLst/>
              <a:ahLst/>
              <a:cxnLst/>
              <a:rect l="l" t="t" r="r" b="b"/>
              <a:pathLst>
                <a:path w="4630" h="8712" extrusionOk="0">
                  <a:moveTo>
                    <a:pt x="3794" y="450"/>
                  </a:moveTo>
                  <a:lnTo>
                    <a:pt x="4131" y="7475"/>
                  </a:lnTo>
                  <a:lnTo>
                    <a:pt x="547" y="450"/>
                  </a:lnTo>
                  <a:close/>
                  <a:moveTo>
                    <a:pt x="226" y="0"/>
                  </a:moveTo>
                  <a:cubicBezTo>
                    <a:pt x="130" y="0"/>
                    <a:pt x="65" y="64"/>
                    <a:pt x="33" y="129"/>
                  </a:cubicBezTo>
                  <a:cubicBezTo>
                    <a:pt x="1" y="193"/>
                    <a:pt x="1" y="257"/>
                    <a:pt x="33" y="322"/>
                  </a:cubicBezTo>
                  <a:lnTo>
                    <a:pt x="4212" y="8583"/>
                  </a:lnTo>
                  <a:cubicBezTo>
                    <a:pt x="4244" y="8679"/>
                    <a:pt x="4340" y="8711"/>
                    <a:pt x="4437" y="8711"/>
                  </a:cubicBezTo>
                  <a:cubicBezTo>
                    <a:pt x="4533" y="8679"/>
                    <a:pt x="4630" y="8583"/>
                    <a:pt x="4598" y="8486"/>
                  </a:cubicBezTo>
                  <a:lnTo>
                    <a:pt x="4593" y="8392"/>
                  </a:lnTo>
                  <a:lnTo>
                    <a:pt x="4593" y="8392"/>
                  </a:lnTo>
                  <a:lnTo>
                    <a:pt x="4598" y="8390"/>
                  </a:lnTo>
                  <a:lnTo>
                    <a:pt x="4593" y="8380"/>
                  </a:lnTo>
                  <a:lnTo>
                    <a:pt x="4212" y="225"/>
                  </a:lnTo>
                  <a:cubicBezTo>
                    <a:pt x="4212" y="96"/>
                    <a:pt x="4115"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2" name="Google Shape;2442;g312bfb4b743_5_798"/>
            <p:cNvSpPr/>
            <p:nvPr/>
          </p:nvSpPr>
          <p:spPr>
            <a:xfrm>
              <a:off x="4361250" y="3304700"/>
              <a:ext cx="329500" cy="243525"/>
            </a:xfrm>
            <a:custGeom>
              <a:avLst/>
              <a:gdLst/>
              <a:ahLst/>
              <a:cxnLst/>
              <a:rect l="l" t="t" r="r" b="b"/>
              <a:pathLst>
                <a:path w="13180" h="9741" extrusionOk="0">
                  <a:moveTo>
                    <a:pt x="1" y="0"/>
                  </a:moveTo>
                  <a:lnTo>
                    <a:pt x="2411" y="9740"/>
                  </a:lnTo>
                  <a:lnTo>
                    <a:pt x="13180" y="9740"/>
                  </a:lnTo>
                  <a:lnTo>
                    <a:pt x="11476" y="1093"/>
                  </a:lnTo>
                  <a:lnTo>
                    <a:pt x="6108" y="1093"/>
                  </a:lnTo>
                  <a:lnTo>
                    <a:pt x="51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3" name="Google Shape;2443;g312bfb4b743_5_798"/>
            <p:cNvSpPr/>
            <p:nvPr/>
          </p:nvSpPr>
          <p:spPr>
            <a:xfrm>
              <a:off x="4355625" y="3299075"/>
              <a:ext cx="340750" cy="254775"/>
            </a:xfrm>
            <a:custGeom>
              <a:avLst/>
              <a:gdLst/>
              <a:ahLst/>
              <a:cxnLst/>
              <a:rect l="l" t="t" r="r" b="b"/>
              <a:pathLst>
                <a:path w="13630" h="10191" extrusionOk="0">
                  <a:moveTo>
                    <a:pt x="5272" y="418"/>
                  </a:moveTo>
                  <a:lnTo>
                    <a:pt x="6172" y="1479"/>
                  </a:lnTo>
                  <a:cubicBezTo>
                    <a:pt x="6204" y="1511"/>
                    <a:pt x="6269" y="1543"/>
                    <a:pt x="6333" y="1543"/>
                  </a:cubicBezTo>
                  <a:lnTo>
                    <a:pt x="11508" y="1543"/>
                  </a:lnTo>
                  <a:lnTo>
                    <a:pt x="13148" y="9772"/>
                  </a:lnTo>
                  <a:lnTo>
                    <a:pt x="2797" y="9772"/>
                  </a:lnTo>
                  <a:lnTo>
                    <a:pt x="515" y="418"/>
                  </a:lnTo>
                  <a:close/>
                  <a:moveTo>
                    <a:pt x="226" y="0"/>
                  </a:moveTo>
                  <a:cubicBezTo>
                    <a:pt x="161" y="0"/>
                    <a:pt x="97" y="33"/>
                    <a:pt x="65" y="97"/>
                  </a:cubicBezTo>
                  <a:cubicBezTo>
                    <a:pt x="33" y="129"/>
                    <a:pt x="1" y="193"/>
                    <a:pt x="33" y="258"/>
                  </a:cubicBezTo>
                  <a:lnTo>
                    <a:pt x="2444" y="10029"/>
                  </a:lnTo>
                  <a:cubicBezTo>
                    <a:pt x="2444" y="10126"/>
                    <a:pt x="2540" y="10190"/>
                    <a:pt x="2636" y="10190"/>
                  </a:cubicBezTo>
                  <a:lnTo>
                    <a:pt x="13405" y="10190"/>
                  </a:lnTo>
                  <a:cubicBezTo>
                    <a:pt x="13469" y="10190"/>
                    <a:pt x="13533" y="10158"/>
                    <a:pt x="13565" y="10094"/>
                  </a:cubicBezTo>
                  <a:cubicBezTo>
                    <a:pt x="13598" y="10062"/>
                    <a:pt x="13630" y="9997"/>
                    <a:pt x="13598" y="9933"/>
                  </a:cubicBezTo>
                  <a:lnTo>
                    <a:pt x="11894" y="1286"/>
                  </a:lnTo>
                  <a:cubicBezTo>
                    <a:pt x="11894" y="1190"/>
                    <a:pt x="11798" y="1125"/>
                    <a:pt x="11701" y="1125"/>
                  </a:cubicBezTo>
                  <a:lnTo>
                    <a:pt x="6439" y="1125"/>
                  </a:lnTo>
                  <a:lnTo>
                    <a:pt x="5529" y="65"/>
                  </a:lnTo>
                  <a:cubicBezTo>
                    <a:pt x="5465" y="33"/>
                    <a:pt x="5433" y="0"/>
                    <a:pt x="53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4" name="Google Shape;2444;g312bfb4b743_5_798"/>
            <p:cNvSpPr/>
            <p:nvPr/>
          </p:nvSpPr>
          <p:spPr>
            <a:xfrm>
              <a:off x="4591075" y="2493850"/>
              <a:ext cx="148700" cy="199325"/>
            </a:xfrm>
            <a:custGeom>
              <a:avLst/>
              <a:gdLst/>
              <a:ahLst/>
              <a:cxnLst/>
              <a:rect l="l" t="t" r="r" b="b"/>
              <a:pathLst>
                <a:path w="5948" h="7973" extrusionOk="0">
                  <a:moveTo>
                    <a:pt x="1" y="1"/>
                  </a:moveTo>
                  <a:lnTo>
                    <a:pt x="3987" y="7972"/>
                  </a:lnTo>
                  <a:lnTo>
                    <a:pt x="59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5" name="Google Shape;2445;g312bfb4b743_5_798"/>
            <p:cNvSpPr/>
            <p:nvPr/>
          </p:nvSpPr>
          <p:spPr>
            <a:xfrm>
              <a:off x="4585450" y="2489025"/>
              <a:ext cx="159950" cy="209775"/>
            </a:xfrm>
            <a:custGeom>
              <a:avLst/>
              <a:gdLst/>
              <a:ahLst/>
              <a:cxnLst/>
              <a:rect l="l" t="t" r="r" b="b"/>
              <a:pathLst>
                <a:path w="6398" h="8391" extrusionOk="0">
                  <a:moveTo>
                    <a:pt x="5883" y="419"/>
                  </a:moveTo>
                  <a:lnTo>
                    <a:pt x="4135" y="7530"/>
                  </a:lnTo>
                  <a:lnTo>
                    <a:pt x="579" y="419"/>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90"/>
                    <a:pt x="4405" y="8326"/>
                    <a:pt x="4405" y="8230"/>
                  </a:cubicBezTo>
                  <a:lnTo>
                    <a:pt x="6365" y="258"/>
                  </a:lnTo>
                  <a:cubicBezTo>
                    <a:pt x="6398" y="194"/>
                    <a:pt x="6365" y="129"/>
                    <a:pt x="6333" y="65"/>
                  </a:cubicBezTo>
                  <a:cubicBezTo>
                    <a:pt x="6301" y="33"/>
                    <a:pt x="6237" y="1"/>
                    <a:pt x="6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6" name="Google Shape;2446;g312bfb4b743_5_798"/>
            <p:cNvSpPr/>
            <p:nvPr/>
          </p:nvSpPr>
          <p:spPr>
            <a:xfrm>
              <a:off x="4607150" y="2501900"/>
              <a:ext cx="94050" cy="191275"/>
            </a:xfrm>
            <a:custGeom>
              <a:avLst/>
              <a:gdLst/>
              <a:ahLst/>
              <a:cxnLst/>
              <a:rect l="l" t="t" r="r" b="b"/>
              <a:pathLst>
                <a:path w="3762" h="7651" extrusionOk="0">
                  <a:moveTo>
                    <a:pt x="1" y="0"/>
                  </a:moveTo>
                  <a:lnTo>
                    <a:pt x="3344" y="7650"/>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7" name="Google Shape;2447;g312bfb4b743_5_798"/>
            <p:cNvSpPr/>
            <p:nvPr/>
          </p:nvSpPr>
          <p:spPr>
            <a:xfrm>
              <a:off x="4601525" y="2496275"/>
              <a:ext cx="105300" cy="202525"/>
            </a:xfrm>
            <a:custGeom>
              <a:avLst/>
              <a:gdLst/>
              <a:ahLst/>
              <a:cxnLst/>
              <a:rect l="l" t="t" r="r" b="b"/>
              <a:pathLst>
                <a:path w="4212" h="8101" extrusionOk="0">
                  <a:moveTo>
                    <a:pt x="3762" y="418"/>
                  </a:moveTo>
                  <a:lnTo>
                    <a:pt x="3395" y="6967"/>
                  </a:lnTo>
                  <a:lnTo>
                    <a:pt x="547" y="418"/>
                  </a:lnTo>
                  <a:close/>
                  <a:moveTo>
                    <a:pt x="226" y="0"/>
                  </a:moveTo>
                  <a:cubicBezTo>
                    <a:pt x="129" y="0"/>
                    <a:pt x="65" y="32"/>
                    <a:pt x="33" y="96"/>
                  </a:cubicBezTo>
                  <a:cubicBezTo>
                    <a:pt x="1" y="161"/>
                    <a:pt x="1" y="225"/>
                    <a:pt x="33" y="321"/>
                  </a:cubicBezTo>
                  <a:lnTo>
                    <a:pt x="3376" y="7972"/>
                  </a:lnTo>
                  <a:cubicBezTo>
                    <a:pt x="3408" y="8068"/>
                    <a:pt x="3504" y="8100"/>
                    <a:pt x="3601" y="8100"/>
                  </a:cubicBezTo>
                  <a:cubicBezTo>
                    <a:pt x="3697" y="8068"/>
                    <a:pt x="3762" y="8004"/>
                    <a:pt x="3762" y="7908"/>
                  </a:cubicBezTo>
                  <a:lnTo>
                    <a:pt x="4212" y="225"/>
                  </a:lnTo>
                  <a:cubicBezTo>
                    <a:pt x="4212" y="161"/>
                    <a:pt x="4179" y="129"/>
                    <a:pt x="4147" y="64"/>
                  </a:cubicBezTo>
                  <a:cubicBezTo>
                    <a:pt x="4115" y="32"/>
                    <a:pt x="4051"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8" name="Google Shape;2448;g312bfb4b743_5_798"/>
            <p:cNvSpPr/>
            <p:nvPr/>
          </p:nvSpPr>
          <p:spPr>
            <a:xfrm>
              <a:off x="4586250" y="248662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9" name="Google Shape;2449;g312bfb4b743_5_798"/>
            <p:cNvSpPr/>
            <p:nvPr/>
          </p:nvSpPr>
          <p:spPr>
            <a:xfrm>
              <a:off x="4580625" y="2481800"/>
              <a:ext cx="115750" cy="217200"/>
            </a:xfrm>
            <a:custGeom>
              <a:avLst/>
              <a:gdLst/>
              <a:ahLst/>
              <a:cxnLst/>
              <a:rect l="l" t="t" r="r" b="b"/>
              <a:pathLst>
                <a:path w="4630" h="8688" extrusionOk="0">
                  <a:moveTo>
                    <a:pt x="3794" y="418"/>
                  </a:moveTo>
                  <a:lnTo>
                    <a:pt x="4130" y="7441"/>
                  </a:lnTo>
                  <a:lnTo>
                    <a:pt x="547" y="418"/>
                  </a:lnTo>
                  <a:close/>
                  <a:moveTo>
                    <a:pt x="226" y="0"/>
                  </a:moveTo>
                  <a:cubicBezTo>
                    <a:pt x="130" y="0"/>
                    <a:pt x="65" y="33"/>
                    <a:pt x="33" y="97"/>
                  </a:cubicBezTo>
                  <a:cubicBezTo>
                    <a:pt x="1" y="161"/>
                    <a:pt x="1" y="225"/>
                    <a:pt x="33" y="290"/>
                  </a:cubicBezTo>
                  <a:lnTo>
                    <a:pt x="4212" y="8551"/>
                  </a:lnTo>
                  <a:cubicBezTo>
                    <a:pt x="4238" y="8630"/>
                    <a:pt x="4308" y="8688"/>
                    <a:pt x="4386" y="8688"/>
                  </a:cubicBezTo>
                  <a:cubicBezTo>
                    <a:pt x="4403" y="8688"/>
                    <a:pt x="4420" y="8685"/>
                    <a:pt x="4437" y="8679"/>
                  </a:cubicBezTo>
                  <a:cubicBezTo>
                    <a:pt x="4533" y="8647"/>
                    <a:pt x="4630" y="8551"/>
                    <a:pt x="4598" y="8454"/>
                  </a:cubicBezTo>
                  <a:lnTo>
                    <a:pt x="4593" y="8360"/>
                  </a:lnTo>
                  <a:lnTo>
                    <a:pt x="4598" y="8358"/>
                  </a:lnTo>
                  <a:lnTo>
                    <a:pt x="4593" y="8348"/>
                  </a:lnTo>
                  <a:lnTo>
                    <a:pt x="4212" y="193"/>
                  </a:lnTo>
                  <a:cubicBezTo>
                    <a:pt x="4212" y="65"/>
                    <a:pt x="4115"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0" name="Google Shape;2450;g312bfb4b743_5_798"/>
            <p:cNvSpPr/>
            <p:nvPr/>
          </p:nvSpPr>
          <p:spPr>
            <a:xfrm>
              <a:off x="4361250" y="2449650"/>
              <a:ext cx="329500" cy="243525"/>
            </a:xfrm>
            <a:custGeom>
              <a:avLst/>
              <a:gdLst/>
              <a:ahLst/>
              <a:cxnLst/>
              <a:rect l="l" t="t" r="r" b="b"/>
              <a:pathLst>
                <a:path w="13180" h="9741" extrusionOk="0">
                  <a:moveTo>
                    <a:pt x="1" y="1"/>
                  </a:moveTo>
                  <a:lnTo>
                    <a:pt x="2411" y="9740"/>
                  </a:lnTo>
                  <a:lnTo>
                    <a:pt x="13180" y="9740"/>
                  </a:lnTo>
                  <a:lnTo>
                    <a:pt x="11476" y="1094"/>
                  </a:lnTo>
                  <a:lnTo>
                    <a:pt x="6108" y="1094"/>
                  </a:lnTo>
                  <a:lnTo>
                    <a:pt x="514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1" name="Google Shape;2451;g312bfb4b743_5_798"/>
            <p:cNvSpPr/>
            <p:nvPr/>
          </p:nvSpPr>
          <p:spPr>
            <a:xfrm>
              <a:off x="4355625" y="2444025"/>
              <a:ext cx="340750" cy="254775"/>
            </a:xfrm>
            <a:custGeom>
              <a:avLst/>
              <a:gdLst/>
              <a:ahLst/>
              <a:cxnLst/>
              <a:rect l="l" t="t" r="r" b="b"/>
              <a:pathLst>
                <a:path w="13630" h="10191" extrusionOk="0">
                  <a:moveTo>
                    <a:pt x="5272" y="451"/>
                  </a:moveTo>
                  <a:lnTo>
                    <a:pt x="6172" y="1479"/>
                  </a:lnTo>
                  <a:cubicBezTo>
                    <a:pt x="6204" y="1511"/>
                    <a:pt x="6269" y="1544"/>
                    <a:pt x="6333" y="1544"/>
                  </a:cubicBezTo>
                  <a:lnTo>
                    <a:pt x="11508" y="1544"/>
                  </a:lnTo>
                  <a:lnTo>
                    <a:pt x="13148" y="9773"/>
                  </a:lnTo>
                  <a:lnTo>
                    <a:pt x="2797" y="9773"/>
                  </a:lnTo>
                  <a:lnTo>
                    <a:pt x="515" y="451"/>
                  </a:lnTo>
                  <a:close/>
                  <a:moveTo>
                    <a:pt x="226" y="1"/>
                  </a:moveTo>
                  <a:cubicBezTo>
                    <a:pt x="161" y="1"/>
                    <a:pt x="97" y="33"/>
                    <a:pt x="65" y="97"/>
                  </a:cubicBezTo>
                  <a:cubicBezTo>
                    <a:pt x="33" y="161"/>
                    <a:pt x="1" y="226"/>
                    <a:pt x="33" y="290"/>
                  </a:cubicBezTo>
                  <a:lnTo>
                    <a:pt x="2444" y="10030"/>
                  </a:lnTo>
                  <a:cubicBezTo>
                    <a:pt x="2444" y="10126"/>
                    <a:pt x="2540" y="10190"/>
                    <a:pt x="2636" y="10190"/>
                  </a:cubicBezTo>
                  <a:lnTo>
                    <a:pt x="13405" y="10190"/>
                  </a:lnTo>
                  <a:cubicBezTo>
                    <a:pt x="13469" y="10190"/>
                    <a:pt x="13533" y="10158"/>
                    <a:pt x="13565" y="10126"/>
                  </a:cubicBezTo>
                  <a:cubicBezTo>
                    <a:pt x="13598" y="10062"/>
                    <a:pt x="13630" y="9998"/>
                    <a:pt x="13598" y="9933"/>
                  </a:cubicBezTo>
                  <a:lnTo>
                    <a:pt x="11894" y="1286"/>
                  </a:lnTo>
                  <a:cubicBezTo>
                    <a:pt x="11894" y="1190"/>
                    <a:pt x="11798" y="1126"/>
                    <a:pt x="11701" y="1126"/>
                  </a:cubicBezTo>
                  <a:lnTo>
                    <a:pt x="6437" y="1126"/>
                  </a:lnTo>
                  <a:lnTo>
                    <a:pt x="5529" y="97"/>
                  </a:lnTo>
                  <a:cubicBezTo>
                    <a:pt x="5465" y="33"/>
                    <a:pt x="5433" y="1"/>
                    <a:pt x="5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2" name="Google Shape;2452;g312bfb4b743_5_798"/>
            <p:cNvSpPr/>
            <p:nvPr/>
          </p:nvSpPr>
          <p:spPr>
            <a:xfrm>
              <a:off x="4591075" y="3692850"/>
              <a:ext cx="148700" cy="199325"/>
            </a:xfrm>
            <a:custGeom>
              <a:avLst/>
              <a:gdLst/>
              <a:ahLst/>
              <a:cxnLst/>
              <a:rect l="l" t="t" r="r" b="b"/>
              <a:pathLst>
                <a:path w="5948" h="7973" extrusionOk="0">
                  <a:moveTo>
                    <a:pt x="1" y="0"/>
                  </a:moveTo>
                  <a:lnTo>
                    <a:pt x="3987" y="7972"/>
                  </a:lnTo>
                  <a:lnTo>
                    <a:pt x="59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3" name="Google Shape;2453;g312bfb4b743_5_798"/>
            <p:cNvSpPr/>
            <p:nvPr/>
          </p:nvSpPr>
          <p:spPr>
            <a:xfrm>
              <a:off x="4585450" y="3687225"/>
              <a:ext cx="159950" cy="209975"/>
            </a:xfrm>
            <a:custGeom>
              <a:avLst/>
              <a:gdLst/>
              <a:ahLst/>
              <a:cxnLst/>
              <a:rect l="l" t="t" r="r" b="b"/>
              <a:pathLst>
                <a:path w="6398" h="8399" extrusionOk="0">
                  <a:moveTo>
                    <a:pt x="5883" y="418"/>
                  </a:moveTo>
                  <a:lnTo>
                    <a:pt x="4130" y="7549"/>
                  </a:lnTo>
                  <a:lnTo>
                    <a:pt x="579" y="418"/>
                  </a:lnTo>
                  <a:close/>
                  <a:moveTo>
                    <a:pt x="226" y="0"/>
                  </a:moveTo>
                  <a:cubicBezTo>
                    <a:pt x="162" y="0"/>
                    <a:pt x="65" y="32"/>
                    <a:pt x="33" y="97"/>
                  </a:cubicBezTo>
                  <a:cubicBezTo>
                    <a:pt x="1" y="161"/>
                    <a:pt x="1" y="257"/>
                    <a:pt x="33" y="322"/>
                  </a:cubicBezTo>
                  <a:lnTo>
                    <a:pt x="4019" y="8293"/>
                  </a:lnTo>
                  <a:cubicBezTo>
                    <a:pt x="4045" y="8346"/>
                    <a:pt x="4114" y="8398"/>
                    <a:pt x="4191" y="8398"/>
                  </a:cubicBezTo>
                  <a:cubicBezTo>
                    <a:pt x="4209" y="8398"/>
                    <a:pt x="4226" y="8396"/>
                    <a:pt x="4244" y="8390"/>
                  </a:cubicBezTo>
                  <a:cubicBezTo>
                    <a:pt x="4308" y="8390"/>
                    <a:pt x="4405" y="8326"/>
                    <a:pt x="4405" y="8229"/>
                  </a:cubicBezTo>
                  <a:lnTo>
                    <a:pt x="6365" y="257"/>
                  </a:lnTo>
                  <a:cubicBezTo>
                    <a:pt x="6398" y="193"/>
                    <a:pt x="6365" y="129"/>
                    <a:pt x="6333" y="97"/>
                  </a:cubicBezTo>
                  <a:cubicBezTo>
                    <a:pt x="6301" y="32"/>
                    <a:pt x="6237" y="0"/>
                    <a:pt x="6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4" name="Google Shape;2454;g312bfb4b743_5_798"/>
            <p:cNvSpPr/>
            <p:nvPr/>
          </p:nvSpPr>
          <p:spPr>
            <a:xfrm>
              <a:off x="4607150" y="3700075"/>
              <a:ext cx="94050" cy="192100"/>
            </a:xfrm>
            <a:custGeom>
              <a:avLst/>
              <a:gdLst/>
              <a:ahLst/>
              <a:cxnLst/>
              <a:rect l="l" t="t" r="r" b="b"/>
              <a:pathLst>
                <a:path w="3762" h="7684" extrusionOk="0">
                  <a:moveTo>
                    <a:pt x="1" y="1"/>
                  </a:moveTo>
                  <a:lnTo>
                    <a:pt x="3344" y="7683"/>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5" name="Google Shape;2455;g312bfb4b743_5_798"/>
            <p:cNvSpPr/>
            <p:nvPr/>
          </p:nvSpPr>
          <p:spPr>
            <a:xfrm>
              <a:off x="4601525" y="3695250"/>
              <a:ext cx="105300" cy="201950"/>
            </a:xfrm>
            <a:custGeom>
              <a:avLst/>
              <a:gdLst/>
              <a:ahLst/>
              <a:cxnLst/>
              <a:rect l="l" t="t" r="r" b="b"/>
              <a:pathLst>
                <a:path w="4212" h="8078" extrusionOk="0">
                  <a:moveTo>
                    <a:pt x="3762" y="419"/>
                  </a:moveTo>
                  <a:lnTo>
                    <a:pt x="3395" y="6939"/>
                  </a:lnTo>
                  <a:lnTo>
                    <a:pt x="547" y="419"/>
                  </a:lnTo>
                  <a:close/>
                  <a:moveTo>
                    <a:pt x="226" y="1"/>
                  </a:moveTo>
                  <a:cubicBezTo>
                    <a:pt x="129" y="1"/>
                    <a:pt x="65" y="33"/>
                    <a:pt x="33" y="97"/>
                  </a:cubicBezTo>
                  <a:cubicBezTo>
                    <a:pt x="1" y="129"/>
                    <a:pt x="1" y="226"/>
                    <a:pt x="33" y="290"/>
                  </a:cubicBezTo>
                  <a:lnTo>
                    <a:pt x="3376" y="7940"/>
                  </a:lnTo>
                  <a:cubicBezTo>
                    <a:pt x="3402" y="8020"/>
                    <a:pt x="3472" y="8077"/>
                    <a:pt x="3550" y="8077"/>
                  </a:cubicBezTo>
                  <a:cubicBezTo>
                    <a:pt x="3567" y="8077"/>
                    <a:pt x="3584" y="8075"/>
                    <a:pt x="3601" y="8069"/>
                  </a:cubicBezTo>
                  <a:cubicBezTo>
                    <a:pt x="3697" y="8069"/>
                    <a:pt x="3762" y="7972"/>
                    <a:pt x="3762" y="7876"/>
                  </a:cubicBezTo>
                  <a:lnTo>
                    <a:pt x="4212" y="226"/>
                  </a:lnTo>
                  <a:cubicBezTo>
                    <a:pt x="4212" y="161"/>
                    <a:pt x="4179" y="97"/>
                    <a:pt x="4147" y="65"/>
                  </a:cubicBezTo>
                  <a:cubicBezTo>
                    <a:pt x="4115" y="1"/>
                    <a:pt x="4051"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6" name="Google Shape;2456;g312bfb4b743_5_798"/>
            <p:cNvSpPr/>
            <p:nvPr/>
          </p:nvSpPr>
          <p:spPr>
            <a:xfrm>
              <a:off x="4586250" y="3685600"/>
              <a:ext cx="104500" cy="206575"/>
            </a:xfrm>
            <a:custGeom>
              <a:avLst/>
              <a:gdLst/>
              <a:ahLst/>
              <a:cxnLst/>
              <a:rect l="l" t="t" r="r" b="b"/>
              <a:pathLst>
                <a:path w="4180" h="8263" extrusionOk="0">
                  <a:moveTo>
                    <a:pt x="1" y="1"/>
                  </a:moveTo>
                  <a:lnTo>
                    <a:pt x="4180" y="8262"/>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7" name="Google Shape;2457;g312bfb4b743_5_798"/>
            <p:cNvSpPr/>
            <p:nvPr/>
          </p:nvSpPr>
          <p:spPr>
            <a:xfrm>
              <a:off x="4580625" y="3679975"/>
              <a:ext cx="115750" cy="217300"/>
            </a:xfrm>
            <a:custGeom>
              <a:avLst/>
              <a:gdLst/>
              <a:ahLst/>
              <a:cxnLst/>
              <a:rect l="l" t="t" r="r" b="b"/>
              <a:pathLst>
                <a:path w="4630" h="8692" extrusionOk="0">
                  <a:moveTo>
                    <a:pt x="3794" y="419"/>
                  </a:moveTo>
                  <a:lnTo>
                    <a:pt x="4131" y="7473"/>
                  </a:lnTo>
                  <a:lnTo>
                    <a:pt x="547" y="419"/>
                  </a:lnTo>
                  <a:close/>
                  <a:moveTo>
                    <a:pt x="226" y="1"/>
                  </a:moveTo>
                  <a:cubicBezTo>
                    <a:pt x="130" y="1"/>
                    <a:pt x="65" y="33"/>
                    <a:pt x="33" y="97"/>
                  </a:cubicBezTo>
                  <a:cubicBezTo>
                    <a:pt x="1" y="162"/>
                    <a:pt x="1" y="258"/>
                    <a:pt x="33" y="322"/>
                  </a:cubicBezTo>
                  <a:lnTo>
                    <a:pt x="4212" y="8583"/>
                  </a:lnTo>
                  <a:cubicBezTo>
                    <a:pt x="4236" y="8656"/>
                    <a:pt x="4296" y="8692"/>
                    <a:pt x="4366" y="8692"/>
                  </a:cubicBezTo>
                  <a:cubicBezTo>
                    <a:pt x="4389" y="8692"/>
                    <a:pt x="4413" y="8688"/>
                    <a:pt x="4437" y="8680"/>
                  </a:cubicBezTo>
                  <a:cubicBezTo>
                    <a:pt x="4533" y="8648"/>
                    <a:pt x="4630" y="8583"/>
                    <a:pt x="4598" y="8455"/>
                  </a:cubicBezTo>
                  <a:lnTo>
                    <a:pt x="4595" y="8392"/>
                  </a:lnTo>
                  <a:lnTo>
                    <a:pt x="4595" y="8392"/>
                  </a:lnTo>
                  <a:lnTo>
                    <a:pt x="4598" y="8391"/>
                  </a:lnTo>
                  <a:lnTo>
                    <a:pt x="4594" y="8384"/>
                  </a:lnTo>
                  <a:lnTo>
                    <a:pt x="4594" y="8384"/>
                  </a:lnTo>
                  <a:lnTo>
                    <a:pt x="4212" y="194"/>
                  </a:lnTo>
                  <a:cubicBezTo>
                    <a:pt x="4212" y="97"/>
                    <a:pt x="4115"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8" name="Google Shape;2458;g312bfb4b743_5_798"/>
            <p:cNvSpPr/>
            <p:nvPr/>
          </p:nvSpPr>
          <p:spPr>
            <a:xfrm>
              <a:off x="4361250" y="3647850"/>
              <a:ext cx="329500" cy="244325"/>
            </a:xfrm>
            <a:custGeom>
              <a:avLst/>
              <a:gdLst/>
              <a:ahLst/>
              <a:cxnLst/>
              <a:rect l="l" t="t" r="r" b="b"/>
              <a:pathLst>
                <a:path w="13180" h="9773" extrusionOk="0">
                  <a:moveTo>
                    <a:pt x="1" y="0"/>
                  </a:moveTo>
                  <a:lnTo>
                    <a:pt x="2411" y="9772"/>
                  </a:lnTo>
                  <a:lnTo>
                    <a:pt x="13180" y="9772"/>
                  </a:lnTo>
                  <a:lnTo>
                    <a:pt x="11476" y="1125"/>
                  </a:lnTo>
                  <a:lnTo>
                    <a:pt x="6108" y="1125"/>
                  </a:lnTo>
                  <a:lnTo>
                    <a:pt x="51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9" name="Google Shape;2459;g312bfb4b743_5_798"/>
            <p:cNvSpPr/>
            <p:nvPr/>
          </p:nvSpPr>
          <p:spPr>
            <a:xfrm>
              <a:off x="4355625" y="3643025"/>
              <a:ext cx="340750" cy="253950"/>
            </a:xfrm>
            <a:custGeom>
              <a:avLst/>
              <a:gdLst/>
              <a:ahLst/>
              <a:cxnLst/>
              <a:rect l="l" t="t" r="r" b="b"/>
              <a:pathLst>
                <a:path w="13630" h="10158" extrusionOk="0">
                  <a:moveTo>
                    <a:pt x="5272" y="418"/>
                  </a:moveTo>
                  <a:lnTo>
                    <a:pt x="6172" y="1447"/>
                  </a:lnTo>
                  <a:cubicBezTo>
                    <a:pt x="6204" y="1511"/>
                    <a:pt x="6269" y="1511"/>
                    <a:pt x="6333" y="1511"/>
                  </a:cubicBezTo>
                  <a:lnTo>
                    <a:pt x="11508" y="1511"/>
                  </a:lnTo>
                  <a:lnTo>
                    <a:pt x="13148" y="9740"/>
                  </a:lnTo>
                  <a:lnTo>
                    <a:pt x="2797" y="9740"/>
                  </a:lnTo>
                  <a:lnTo>
                    <a:pt x="515" y="418"/>
                  </a:lnTo>
                  <a:close/>
                  <a:moveTo>
                    <a:pt x="226" y="0"/>
                  </a:moveTo>
                  <a:cubicBezTo>
                    <a:pt x="161" y="0"/>
                    <a:pt x="97" y="32"/>
                    <a:pt x="65" y="65"/>
                  </a:cubicBezTo>
                  <a:cubicBezTo>
                    <a:pt x="33" y="129"/>
                    <a:pt x="1" y="193"/>
                    <a:pt x="33" y="257"/>
                  </a:cubicBezTo>
                  <a:lnTo>
                    <a:pt x="2444" y="9997"/>
                  </a:lnTo>
                  <a:cubicBezTo>
                    <a:pt x="2444" y="10094"/>
                    <a:pt x="2540" y="10158"/>
                    <a:pt x="2636" y="10158"/>
                  </a:cubicBezTo>
                  <a:lnTo>
                    <a:pt x="13405" y="10158"/>
                  </a:lnTo>
                  <a:cubicBezTo>
                    <a:pt x="13469" y="10158"/>
                    <a:pt x="13533" y="10126"/>
                    <a:pt x="13565" y="10094"/>
                  </a:cubicBezTo>
                  <a:cubicBezTo>
                    <a:pt x="13598" y="10029"/>
                    <a:pt x="13630" y="9965"/>
                    <a:pt x="13598" y="9901"/>
                  </a:cubicBezTo>
                  <a:lnTo>
                    <a:pt x="11894" y="1286"/>
                  </a:lnTo>
                  <a:cubicBezTo>
                    <a:pt x="11894" y="1157"/>
                    <a:pt x="11798" y="1093"/>
                    <a:pt x="11701" y="1093"/>
                  </a:cubicBezTo>
                  <a:lnTo>
                    <a:pt x="6437" y="1093"/>
                  </a:lnTo>
                  <a:lnTo>
                    <a:pt x="5529" y="65"/>
                  </a:lnTo>
                  <a:cubicBezTo>
                    <a:pt x="5465" y="32"/>
                    <a:pt x="5433" y="0"/>
                    <a:pt x="53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0" name="Google Shape;2460;g312bfb4b743_5_798"/>
            <p:cNvSpPr/>
            <p:nvPr/>
          </p:nvSpPr>
          <p:spPr>
            <a:xfrm>
              <a:off x="3617100" y="2493050"/>
              <a:ext cx="253975" cy="908100"/>
            </a:xfrm>
            <a:custGeom>
              <a:avLst/>
              <a:gdLst/>
              <a:ahLst/>
              <a:cxnLst/>
              <a:rect l="l" t="t" r="r" b="b"/>
              <a:pathLst>
                <a:path w="10159" h="36324" extrusionOk="0">
                  <a:moveTo>
                    <a:pt x="9741" y="0"/>
                  </a:moveTo>
                  <a:lnTo>
                    <a:pt x="9741" y="10544"/>
                  </a:lnTo>
                  <a:lnTo>
                    <a:pt x="1" y="10544"/>
                  </a:lnTo>
                  <a:lnTo>
                    <a:pt x="1" y="36324"/>
                  </a:lnTo>
                  <a:lnTo>
                    <a:pt x="419" y="36324"/>
                  </a:lnTo>
                  <a:lnTo>
                    <a:pt x="419" y="10962"/>
                  </a:lnTo>
                  <a:lnTo>
                    <a:pt x="10158" y="10962"/>
                  </a:lnTo>
                  <a:lnTo>
                    <a:pt x="1015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1" name="Google Shape;2461;g312bfb4b743_5_798"/>
            <p:cNvSpPr/>
            <p:nvPr/>
          </p:nvSpPr>
          <p:spPr>
            <a:xfrm>
              <a:off x="3711925" y="2493050"/>
              <a:ext cx="11275" cy="266025"/>
            </a:xfrm>
            <a:custGeom>
              <a:avLst/>
              <a:gdLst/>
              <a:ahLst/>
              <a:cxnLst/>
              <a:rect l="l" t="t" r="r" b="b"/>
              <a:pathLst>
                <a:path w="451" h="10641" extrusionOk="0">
                  <a:moveTo>
                    <a:pt x="1" y="0"/>
                  </a:moveTo>
                  <a:lnTo>
                    <a:pt x="1" y="10640"/>
                  </a:lnTo>
                  <a:lnTo>
                    <a:pt x="451" y="10640"/>
                  </a:lnTo>
                  <a:lnTo>
                    <a:pt x="45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2" name="Google Shape;2462;g312bfb4b743_5_798"/>
            <p:cNvSpPr/>
            <p:nvPr/>
          </p:nvSpPr>
          <p:spPr>
            <a:xfrm>
              <a:off x="3850150" y="2476975"/>
              <a:ext cx="31375" cy="31375"/>
            </a:xfrm>
            <a:custGeom>
              <a:avLst/>
              <a:gdLst/>
              <a:ahLst/>
              <a:cxnLst/>
              <a:rect l="l" t="t" r="r" b="b"/>
              <a:pathLst>
                <a:path w="1255" h="1255" extrusionOk="0">
                  <a:moveTo>
                    <a:pt x="644" y="1"/>
                  </a:moveTo>
                  <a:cubicBezTo>
                    <a:pt x="290" y="1"/>
                    <a:pt x="1" y="290"/>
                    <a:pt x="1" y="643"/>
                  </a:cubicBezTo>
                  <a:cubicBezTo>
                    <a:pt x="1" y="997"/>
                    <a:pt x="290" y="1254"/>
                    <a:pt x="644" y="1254"/>
                  </a:cubicBezTo>
                  <a:cubicBezTo>
                    <a:pt x="965" y="1254"/>
                    <a:pt x="1254" y="997"/>
                    <a:pt x="1254" y="643"/>
                  </a:cubicBezTo>
                  <a:cubicBezTo>
                    <a:pt x="1254" y="290"/>
                    <a:pt x="965" y="1"/>
                    <a:pt x="64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3" name="Google Shape;2463;g312bfb4b743_5_798"/>
            <p:cNvSpPr/>
            <p:nvPr/>
          </p:nvSpPr>
          <p:spPr>
            <a:xfrm>
              <a:off x="3844525" y="2472150"/>
              <a:ext cx="42625" cy="41825"/>
            </a:xfrm>
            <a:custGeom>
              <a:avLst/>
              <a:gdLst/>
              <a:ahLst/>
              <a:cxnLst/>
              <a:rect l="l" t="t" r="r" b="b"/>
              <a:pathLst>
                <a:path w="1705" h="1673" extrusionOk="0">
                  <a:moveTo>
                    <a:pt x="869" y="419"/>
                  </a:moveTo>
                  <a:cubicBezTo>
                    <a:pt x="1094" y="419"/>
                    <a:pt x="1254" y="611"/>
                    <a:pt x="1254" y="836"/>
                  </a:cubicBezTo>
                  <a:cubicBezTo>
                    <a:pt x="1254" y="1061"/>
                    <a:pt x="1094" y="1254"/>
                    <a:pt x="869" y="1254"/>
                  </a:cubicBezTo>
                  <a:cubicBezTo>
                    <a:pt x="611" y="1254"/>
                    <a:pt x="451" y="1061"/>
                    <a:pt x="451" y="836"/>
                  </a:cubicBezTo>
                  <a:cubicBezTo>
                    <a:pt x="451" y="611"/>
                    <a:pt x="611" y="419"/>
                    <a:pt x="869" y="419"/>
                  </a:cubicBezTo>
                  <a:close/>
                  <a:moveTo>
                    <a:pt x="869" y="1"/>
                  </a:moveTo>
                  <a:cubicBezTo>
                    <a:pt x="386" y="1"/>
                    <a:pt x="1" y="354"/>
                    <a:pt x="1" y="836"/>
                  </a:cubicBezTo>
                  <a:cubicBezTo>
                    <a:pt x="1" y="1286"/>
                    <a:pt x="386" y="1672"/>
                    <a:pt x="869" y="1672"/>
                  </a:cubicBezTo>
                  <a:cubicBezTo>
                    <a:pt x="1319" y="1672"/>
                    <a:pt x="1704" y="1286"/>
                    <a:pt x="1704" y="836"/>
                  </a:cubicBezTo>
                  <a:cubicBezTo>
                    <a:pt x="1704" y="354"/>
                    <a:pt x="1319" y="1"/>
                    <a:pt x="86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4" name="Google Shape;2464;g312bfb4b743_5_798"/>
            <p:cNvSpPr/>
            <p:nvPr/>
          </p:nvSpPr>
          <p:spPr>
            <a:xfrm>
              <a:off x="3702300" y="2476975"/>
              <a:ext cx="31350" cy="31375"/>
            </a:xfrm>
            <a:custGeom>
              <a:avLst/>
              <a:gdLst/>
              <a:ahLst/>
              <a:cxnLst/>
              <a:rect l="l" t="t" r="r" b="b"/>
              <a:pathLst>
                <a:path w="1254" h="1255" extrusionOk="0">
                  <a:moveTo>
                    <a:pt x="643" y="1"/>
                  </a:moveTo>
                  <a:cubicBezTo>
                    <a:pt x="289" y="1"/>
                    <a:pt x="0" y="290"/>
                    <a:pt x="0" y="643"/>
                  </a:cubicBezTo>
                  <a:cubicBezTo>
                    <a:pt x="0" y="997"/>
                    <a:pt x="289" y="1254"/>
                    <a:pt x="643" y="1254"/>
                  </a:cubicBezTo>
                  <a:cubicBezTo>
                    <a:pt x="997" y="1254"/>
                    <a:pt x="1254" y="997"/>
                    <a:pt x="1254" y="643"/>
                  </a:cubicBezTo>
                  <a:cubicBezTo>
                    <a:pt x="1254" y="290"/>
                    <a:pt x="997" y="1"/>
                    <a:pt x="6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5" name="Google Shape;2465;g312bfb4b743_5_798"/>
            <p:cNvSpPr/>
            <p:nvPr/>
          </p:nvSpPr>
          <p:spPr>
            <a:xfrm>
              <a:off x="3697475" y="2472150"/>
              <a:ext cx="41800" cy="41825"/>
            </a:xfrm>
            <a:custGeom>
              <a:avLst/>
              <a:gdLst/>
              <a:ahLst/>
              <a:cxnLst/>
              <a:rect l="l" t="t" r="r" b="b"/>
              <a:pathLst>
                <a:path w="1672" h="1673" extrusionOk="0">
                  <a:moveTo>
                    <a:pt x="836" y="419"/>
                  </a:moveTo>
                  <a:cubicBezTo>
                    <a:pt x="1061" y="419"/>
                    <a:pt x="1254" y="611"/>
                    <a:pt x="1254" y="836"/>
                  </a:cubicBezTo>
                  <a:cubicBezTo>
                    <a:pt x="1254" y="1061"/>
                    <a:pt x="1061" y="1254"/>
                    <a:pt x="836" y="1254"/>
                  </a:cubicBezTo>
                  <a:cubicBezTo>
                    <a:pt x="611" y="1254"/>
                    <a:pt x="418" y="1061"/>
                    <a:pt x="418" y="836"/>
                  </a:cubicBezTo>
                  <a:cubicBezTo>
                    <a:pt x="418" y="611"/>
                    <a:pt x="611" y="419"/>
                    <a:pt x="836" y="419"/>
                  </a:cubicBezTo>
                  <a:close/>
                  <a:moveTo>
                    <a:pt x="836" y="1"/>
                  </a:moveTo>
                  <a:cubicBezTo>
                    <a:pt x="354" y="1"/>
                    <a:pt x="0" y="354"/>
                    <a:pt x="0" y="836"/>
                  </a:cubicBezTo>
                  <a:cubicBezTo>
                    <a:pt x="0" y="1286"/>
                    <a:pt x="354" y="1672"/>
                    <a:pt x="836" y="1672"/>
                  </a:cubicBezTo>
                  <a:cubicBezTo>
                    <a:pt x="1286" y="1672"/>
                    <a:pt x="1672" y="1286"/>
                    <a:pt x="1672" y="836"/>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6" name="Google Shape;2466;g312bfb4b743_5_798"/>
            <p:cNvSpPr/>
            <p:nvPr/>
          </p:nvSpPr>
          <p:spPr>
            <a:xfrm>
              <a:off x="3163075" y="2504300"/>
              <a:ext cx="87625" cy="532825"/>
            </a:xfrm>
            <a:custGeom>
              <a:avLst/>
              <a:gdLst/>
              <a:ahLst/>
              <a:cxnLst/>
              <a:rect l="l" t="t" r="r" b="b"/>
              <a:pathLst>
                <a:path w="3505" h="21313" extrusionOk="0">
                  <a:moveTo>
                    <a:pt x="0" y="0"/>
                  </a:moveTo>
                  <a:lnTo>
                    <a:pt x="0" y="7779"/>
                  </a:lnTo>
                  <a:lnTo>
                    <a:pt x="3086" y="10865"/>
                  </a:lnTo>
                  <a:lnTo>
                    <a:pt x="3086" y="21312"/>
                  </a:lnTo>
                  <a:lnTo>
                    <a:pt x="3504" y="21312"/>
                  </a:lnTo>
                  <a:lnTo>
                    <a:pt x="3504" y="10672"/>
                  </a:lnTo>
                  <a:lnTo>
                    <a:pt x="450" y="7619"/>
                  </a:lnTo>
                  <a:lnTo>
                    <a:pt x="45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7" name="Google Shape;2467;g312bfb4b743_5_798"/>
            <p:cNvSpPr/>
            <p:nvPr/>
          </p:nvSpPr>
          <p:spPr>
            <a:xfrm>
              <a:off x="3153425" y="2481000"/>
              <a:ext cx="31375" cy="31350"/>
            </a:xfrm>
            <a:custGeom>
              <a:avLst/>
              <a:gdLst/>
              <a:ahLst/>
              <a:cxnLst/>
              <a:rect l="l" t="t" r="r" b="b"/>
              <a:pathLst>
                <a:path w="1255" h="1254" extrusionOk="0">
                  <a:moveTo>
                    <a:pt x="611" y="0"/>
                  </a:moveTo>
                  <a:cubicBezTo>
                    <a:pt x="258" y="0"/>
                    <a:pt x="1" y="290"/>
                    <a:pt x="1" y="611"/>
                  </a:cubicBezTo>
                  <a:cubicBezTo>
                    <a:pt x="1" y="965"/>
                    <a:pt x="258" y="1254"/>
                    <a:pt x="611" y="1254"/>
                  </a:cubicBezTo>
                  <a:cubicBezTo>
                    <a:pt x="965" y="1254"/>
                    <a:pt x="1254" y="965"/>
                    <a:pt x="1254" y="611"/>
                  </a:cubicBezTo>
                  <a:cubicBezTo>
                    <a:pt x="1254" y="290"/>
                    <a:pt x="965" y="0"/>
                    <a:pt x="6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8" name="Google Shape;2468;g312bfb4b743_5_798"/>
            <p:cNvSpPr/>
            <p:nvPr/>
          </p:nvSpPr>
          <p:spPr>
            <a:xfrm>
              <a:off x="3147800" y="2475375"/>
              <a:ext cx="41825" cy="41800"/>
            </a:xfrm>
            <a:custGeom>
              <a:avLst/>
              <a:gdLst/>
              <a:ahLst/>
              <a:cxnLst/>
              <a:rect l="l" t="t" r="r" b="b"/>
              <a:pathLst>
                <a:path w="1673" h="1672"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0"/>
                  </a:moveTo>
                  <a:cubicBezTo>
                    <a:pt x="386" y="0"/>
                    <a:pt x="1" y="386"/>
                    <a:pt x="1" y="836"/>
                  </a:cubicBezTo>
                  <a:cubicBezTo>
                    <a:pt x="1" y="1318"/>
                    <a:pt x="386" y="1672"/>
                    <a:pt x="836" y="1672"/>
                  </a:cubicBezTo>
                  <a:cubicBezTo>
                    <a:pt x="1286" y="1672"/>
                    <a:pt x="1672" y="1318"/>
                    <a:pt x="1672" y="836"/>
                  </a:cubicBezTo>
                  <a:cubicBezTo>
                    <a:pt x="1672" y="386"/>
                    <a:pt x="1286" y="0"/>
                    <a:pt x="83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9" name="Google Shape;2469;g312bfb4b743_5_798"/>
            <p:cNvSpPr/>
            <p:nvPr/>
          </p:nvSpPr>
          <p:spPr>
            <a:xfrm>
              <a:off x="2753225" y="2987275"/>
              <a:ext cx="488625" cy="170375"/>
            </a:xfrm>
            <a:custGeom>
              <a:avLst/>
              <a:gdLst/>
              <a:ahLst/>
              <a:cxnLst/>
              <a:rect l="l" t="t" r="r" b="b"/>
              <a:pathLst>
                <a:path w="19545" h="6815" extrusionOk="0">
                  <a:moveTo>
                    <a:pt x="1" y="0"/>
                  </a:moveTo>
                  <a:lnTo>
                    <a:pt x="1" y="418"/>
                  </a:lnTo>
                  <a:lnTo>
                    <a:pt x="11219" y="418"/>
                  </a:lnTo>
                  <a:lnTo>
                    <a:pt x="11219" y="6815"/>
                  </a:lnTo>
                  <a:lnTo>
                    <a:pt x="19544" y="6815"/>
                  </a:lnTo>
                  <a:lnTo>
                    <a:pt x="19544" y="6365"/>
                  </a:lnTo>
                  <a:lnTo>
                    <a:pt x="11637" y="6365"/>
                  </a:lnTo>
                  <a:lnTo>
                    <a:pt x="1163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0" name="Google Shape;2470;g312bfb4b743_5_798"/>
            <p:cNvSpPr/>
            <p:nvPr/>
          </p:nvSpPr>
          <p:spPr>
            <a:xfrm>
              <a:off x="2737150" y="29768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1" name="Google Shape;2471;g312bfb4b743_5_798"/>
            <p:cNvSpPr/>
            <p:nvPr/>
          </p:nvSpPr>
          <p:spPr>
            <a:xfrm>
              <a:off x="2732325" y="2972000"/>
              <a:ext cx="41825" cy="41825"/>
            </a:xfrm>
            <a:custGeom>
              <a:avLst/>
              <a:gdLst/>
              <a:ahLst/>
              <a:cxnLst/>
              <a:rect l="l" t="t" r="r" b="b"/>
              <a:pathLst>
                <a:path w="1673" h="1673"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2" name="Google Shape;2472;g312bfb4b743_5_798"/>
            <p:cNvSpPr/>
            <p:nvPr/>
          </p:nvSpPr>
          <p:spPr>
            <a:xfrm>
              <a:off x="2463125" y="3198625"/>
              <a:ext cx="1296250" cy="180825"/>
            </a:xfrm>
            <a:custGeom>
              <a:avLst/>
              <a:gdLst/>
              <a:ahLst/>
              <a:cxnLst/>
              <a:rect l="l" t="t" r="r" b="b"/>
              <a:pathLst>
                <a:path w="51850" h="7233" extrusionOk="0">
                  <a:moveTo>
                    <a:pt x="1" y="0"/>
                  </a:moveTo>
                  <a:lnTo>
                    <a:pt x="1" y="418"/>
                  </a:lnTo>
                  <a:lnTo>
                    <a:pt x="9033" y="418"/>
                  </a:lnTo>
                  <a:lnTo>
                    <a:pt x="9033" y="7233"/>
                  </a:lnTo>
                  <a:lnTo>
                    <a:pt x="51849" y="7233"/>
                  </a:lnTo>
                  <a:lnTo>
                    <a:pt x="51849" y="6815"/>
                  </a:lnTo>
                  <a:lnTo>
                    <a:pt x="9451" y="6815"/>
                  </a:lnTo>
                  <a:lnTo>
                    <a:pt x="945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3" name="Google Shape;2473;g312bfb4b743_5_798"/>
            <p:cNvSpPr/>
            <p:nvPr/>
          </p:nvSpPr>
          <p:spPr>
            <a:xfrm>
              <a:off x="2447850" y="3188175"/>
              <a:ext cx="31375" cy="31375"/>
            </a:xfrm>
            <a:custGeom>
              <a:avLst/>
              <a:gdLst/>
              <a:ahLst/>
              <a:cxnLst/>
              <a:rect l="l" t="t" r="r" b="b"/>
              <a:pathLst>
                <a:path w="1255" h="1255" extrusionOk="0">
                  <a:moveTo>
                    <a:pt x="644" y="0"/>
                  </a:moveTo>
                  <a:cubicBezTo>
                    <a:pt x="290" y="0"/>
                    <a:pt x="1" y="258"/>
                    <a:pt x="1" y="611"/>
                  </a:cubicBezTo>
                  <a:cubicBezTo>
                    <a:pt x="1" y="965"/>
                    <a:pt x="290" y="1254"/>
                    <a:pt x="644" y="1254"/>
                  </a:cubicBezTo>
                  <a:cubicBezTo>
                    <a:pt x="997" y="1254"/>
                    <a:pt x="1254" y="965"/>
                    <a:pt x="1254" y="611"/>
                  </a:cubicBezTo>
                  <a:cubicBezTo>
                    <a:pt x="1254" y="258"/>
                    <a:pt x="997"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4" name="Google Shape;2474;g312bfb4b743_5_798"/>
            <p:cNvSpPr/>
            <p:nvPr/>
          </p:nvSpPr>
          <p:spPr>
            <a:xfrm>
              <a:off x="2443025" y="3182550"/>
              <a:ext cx="41825" cy="41800"/>
            </a:xfrm>
            <a:custGeom>
              <a:avLst/>
              <a:gdLst/>
              <a:ahLst/>
              <a:cxnLst/>
              <a:rect l="l" t="t" r="r" b="b"/>
              <a:pathLst>
                <a:path w="1673" h="1672"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0"/>
                  </a:moveTo>
                  <a:cubicBezTo>
                    <a:pt x="355" y="0"/>
                    <a:pt x="1" y="386"/>
                    <a:pt x="1" y="836"/>
                  </a:cubicBezTo>
                  <a:cubicBezTo>
                    <a:pt x="1" y="1318"/>
                    <a:pt x="355" y="1672"/>
                    <a:pt x="837" y="1672"/>
                  </a:cubicBezTo>
                  <a:cubicBezTo>
                    <a:pt x="1287" y="1672"/>
                    <a:pt x="1672" y="1318"/>
                    <a:pt x="1672" y="836"/>
                  </a:cubicBezTo>
                  <a:cubicBezTo>
                    <a:pt x="1672" y="386"/>
                    <a:pt x="1287" y="0"/>
                    <a:pt x="83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5" name="Google Shape;2475;g312bfb4b743_5_798"/>
            <p:cNvSpPr/>
            <p:nvPr/>
          </p:nvSpPr>
          <p:spPr>
            <a:xfrm>
              <a:off x="2906725" y="3472650"/>
              <a:ext cx="368075" cy="307000"/>
            </a:xfrm>
            <a:custGeom>
              <a:avLst/>
              <a:gdLst/>
              <a:ahLst/>
              <a:cxnLst/>
              <a:rect l="l" t="t" r="r" b="b"/>
              <a:pathLst>
                <a:path w="14723" h="12280" extrusionOk="0">
                  <a:moveTo>
                    <a:pt x="14272" y="1"/>
                  </a:moveTo>
                  <a:lnTo>
                    <a:pt x="14272" y="5497"/>
                  </a:lnTo>
                  <a:lnTo>
                    <a:pt x="10544" y="5497"/>
                  </a:lnTo>
                  <a:lnTo>
                    <a:pt x="10544" y="11862"/>
                  </a:lnTo>
                  <a:lnTo>
                    <a:pt x="0" y="11862"/>
                  </a:lnTo>
                  <a:lnTo>
                    <a:pt x="0" y="12280"/>
                  </a:lnTo>
                  <a:lnTo>
                    <a:pt x="10961" y="12280"/>
                  </a:lnTo>
                  <a:lnTo>
                    <a:pt x="10961" y="5915"/>
                  </a:lnTo>
                  <a:lnTo>
                    <a:pt x="14722" y="5915"/>
                  </a:lnTo>
                  <a:lnTo>
                    <a:pt x="1472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6" name="Google Shape;2476;g312bfb4b743_5_798"/>
            <p:cNvSpPr/>
            <p:nvPr/>
          </p:nvSpPr>
          <p:spPr>
            <a:xfrm>
              <a:off x="2892250" y="37555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7" name="Google Shape;2477;g312bfb4b743_5_798"/>
            <p:cNvSpPr/>
            <p:nvPr/>
          </p:nvSpPr>
          <p:spPr>
            <a:xfrm>
              <a:off x="2887425" y="3750700"/>
              <a:ext cx="41825" cy="41825"/>
            </a:xfrm>
            <a:custGeom>
              <a:avLst/>
              <a:gdLst/>
              <a:ahLst/>
              <a:cxnLst/>
              <a:rect l="l" t="t" r="r" b="b"/>
              <a:pathLst>
                <a:path w="1673" h="1673" extrusionOk="0">
                  <a:moveTo>
                    <a:pt x="837" y="418"/>
                  </a:moveTo>
                  <a:cubicBezTo>
                    <a:pt x="1062" y="418"/>
                    <a:pt x="1254" y="611"/>
                    <a:pt x="1254" y="836"/>
                  </a:cubicBezTo>
                  <a:cubicBezTo>
                    <a:pt x="1254" y="1061"/>
                    <a:pt x="1062" y="1254"/>
                    <a:pt x="837" y="1254"/>
                  </a:cubicBezTo>
                  <a:cubicBezTo>
                    <a:pt x="579" y="1254"/>
                    <a:pt x="419" y="1061"/>
                    <a:pt x="419" y="836"/>
                  </a:cubicBezTo>
                  <a:cubicBezTo>
                    <a:pt x="419" y="611"/>
                    <a:pt x="579"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8" name="Google Shape;2478;g312bfb4b743_5_798"/>
            <p:cNvSpPr/>
            <p:nvPr/>
          </p:nvSpPr>
          <p:spPr>
            <a:xfrm>
              <a:off x="3579350" y="3472650"/>
              <a:ext cx="368075" cy="307000"/>
            </a:xfrm>
            <a:custGeom>
              <a:avLst/>
              <a:gdLst/>
              <a:ahLst/>
              <a:cxnLst/>
              <a:rect l="l" t="t" r="r" b="b"/>
              <a:pathLst>
                <a:path w="14723" h="12280" extrusionOk="0">
                  <a:moveTo>
                    <a:pt x="0" y="1"/>
                  </a:moveTo>
                  <a:lnTo>
                    <a:pt x="0" y="5915"/>
                  </a:lnTo>
                  <a:lnTo>
                    <a:pt x="3729" y="5915"/>
                  </a:lnTo>
                  <a:lnTo>
                    <a:pt x="3729" y="12280"/>
                  </a:lnTo>
                  <a:lnTo>
                    <a:pt x="14722" y="12280"/>
                  </a:lnTo>
                  <a:lnTo>
                    <a:pt x="14722" y="11862"/>
                  </a:lnTo>
                  <a:lnTo>
                    <a:pt x="4147" y="11862"/>
                  </a:lnTo>
                  <a:lnTo>
                    <a:pt x="4147" y="5497"/>
                  </a:lnTo>
                  <a:lnTo>
                    <a:pt x="418" y="5497"/>
                  </a:lnTo>
                  <a:lnTo>
                    <a:pt x="41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9" name="Google Shape;2479;g312bfb4b743_5_798"/>
            <p:cNvSpPr/>
            <p:nvPr/>
          </p:nvSpPr>
          <p:spPr>
            <a:xfrm>
              <a:off x="3930525" y="3755525"/>
              <a:ext cx="31350" cy="31375"/>
            </a:xfrm>
            <a:custGeom>
              <a:avLst/>
              <a:gdLst/>
              <a:ahLst/>
              <a:cxnLst/>
              <a:rect l="l" t="t" r="r" b="b"/>
              <a:pathLst>
                <a:path w="1254" h="1255" extrusionOk="0">
                  <a:moveTo>
                    <a:pt x="611" y="0"/>
                  </a:moveTo>
                  <a:cubicBezTo>
                    <a:pt x="257" y="0"/>
                    <a:pt x="0" y="290"/>
                    <a:pt x="0" y="643"/>
                  </a:cubicBezTo>
                  <a:cubicBezTo>
                    <a:pt x="0" y="997"/>
                    <a:pt x="257" y="1254"/>
                    <a:pt x="611" y="1254"/>
                  </a:cubicBezTo>
                  <a:cubicBezTo>
                    <a:pt x="964" y="1254"/>
                    <a:pt x="1254" y="997"/>
                    <a:pt x="1254" y="643"/>
                  </a:cubicBezTo>
                  <a:cubicBezTo>
                    <a:pt x="1254" y="290"/>
                    <a:pt x="964" y="0"/>
                    <a:pt x="6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0" name="Google Shape;2480;g312bfb4b743_5_798"/>
            <p:cNvSpPr/>
            <p:nvPr/>
          </p:nvSpPr>
          <p:spPr>
            <a:xfrm>
              <a:off x="3924900" y="3750700"/>
              <a:ext cx="41800" cy="41825"/>
            </a:xfrm>
            <a:custGeom>
              <a:avLst/>
              <a:gdLst/>
              <a:ahLst/>
              <a:cxnLst/>
              <a:rect l="l" t="t" r="r" b="b"/>
              <a:pathLst>
                <a:path w="1672" h="1673"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1"/>
                  </a:moveTo>
                  <a:cubicBezTo>
                    <a:pt x="386" y="1"/>
                    <a:pt x="0" y="354"/>
                    <a:pt x="0" y="836"/>
                  </a:cubicBezTo>
                  <a:cubicBezTo>
                    <a:pt x="0" y="1286"/>
                    <a:pt x="386" y="1672"/>
                    <a:pt x="836" y="1672"/>
                  </a:cubicBezTo>
                  <a:cubicBezTo>
                    <a:pt x="1286" y="1672"/>
                    <a:pt x="1672" y="1286"/>
                    <a:pt x="1672" y="836"/>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1" name="Google Shape;2481;g312bfb4b743_5_798"/>
            <p:cNvSpPr/>
            <p:nvPr/>
          </p:nvSpPr>
          <p:spPr>
            <a:xfrm>
              <a:off x="3717550" y="3065225"/>
              <a:ext cx="429150" cy="208150"/>
            </a:xfrm>
            <a:custGeom>
              <a:avLst/>
              <a:gdLst/>
              <a:ahLst/>
              <a:cxnLst/>
              <a:rect l="l" t="t" r="r" b="b"/>
              <a:pathLst>
                <a:path w="17166" h="8326" extrusionOk="0">
                  <a:moveTo>
                    <a:pt x="12537" y="0"/>
                  </a:moveTo>
                  <a:lnTo>
                    <a:pt x="12537" y="2829"/>
                  </a:lnTo>
                  <a:lnTo>
                    <a:pt x="7491" y="2829"/>
                  </a:lnTo>
                  <a:lnTo>
                    <a:pt x="7491" y="7908"/>
                  </a:lnTo>
                  <a:lnTo>
                    <a:pt x="1" y="7908"/>
                  </a:lnTo>
                  <a:lnTo>
                    <a:pt x="1" y="8326"/>
                  </a:lnTo>
                  <a:lnTo>
                    <a:pt x="7908" y="8326"/>
                  </a:lnTo>
                  <a:lnTo>
                    <a:pt x="7908" y="3279"/>
                  </a:lnTo>
                  <a:lnTo>
                    <a:pt x="12955" y="3279"/>
                  </a:lnTo>
                  <a:lnTo>
                    <a:pt x="12955" y="418"/>
                  </a:lnTo>
                  <a:lnTo>
                    <a:pt x="17166" y="418"/>
                  </a:lnTo>
                  <a:lnTo>
                    <a:pt x="1716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2" name="Google Shape;2482;g312bfb4b743_5_798"/>
            <p:cNvSpPr/>
            <p:nvPr/>
          </p:nvSpPr>
          <p:spPr>
            <a:xfrm>
              <a:off x="4137850" y="3050750"/>
              <a:ext cx="31375" cy="31375"/>
            </a:xfrm>
            <a:custGeom>
              <a:avLst/>
              <a:gdLst/>
              <a:ahLst/>
              <a:cxnLst/>
              <a:rect l="l" t="t" r="r" b="b"/>
              <a:pathLst>
                <a:path w="1255" h="1255" extrusionOk="0">
                  <a:moveTo>
                    <a:pt x="643" y="1"/>
                  </a:moveTo>
                  <a:cubicBezTo>
                    <a:pt x="290" y="1"/>
                    <a:pt x="0" y="290"/>
                    <a:pt x="0" y="644"/>
                  </a:cubicBezTo>
                  <a:cubicBezTo>
                    <a:pt x="0" y="997"/>
                    <a:pt x="290" y="1254"/>
                    <a:pt x="643" y="1254"/>
                  </a:cubicBezTo>
                  <a:cubicBezTo>
                    <a:pt x="965" y="1254"/>
                    <a:pt x="1254" y="997"/>
                    <a:pt x="1254" y="644"/>
                  </a:cubicBezTo>
                  <a:cubicBezTo>
                    <a:pt x="1254" y="290"/>
                    <a:pt x="965" y="1"/>
                    <a:pt x="6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3" name="Google Shape;2483;g312bfb4b743_5_798"/>
            <p:cNvSpPr/>
            <p:nvPr/>
          </p:nvSpPr>
          <p:spPr>
            <a:xfrm>
              <a:off x="4133025" y="3045925"/>
              <a:ext cx="41825" cy="41825"/>
            </a:xfrm>
            <a:custGeom>
              <a:avLst/>
              <a:gdLst/>
              <a:ahLst/>
              <a:cxnLst/>
              <a:rect l="l" t="t" r="r" b="b"/>
              <a:pathLst>
                <a:path w="1673" h="1673" extrusionOk="0">
                  <a:moveTo>
                    <a:pt x="836" y="419"/>
                  </a:moveTo>
                  <a:cubicBezTo>
                    <a:pt x="1061" y="419"/>
                    <a:pt x="1254" y="612"/>
                    <a:pt x="1254" y="837"/>
                  </a:cubicBezTo>
                  <a:cubicBezTo>
                    <a:pt x="1254" y="1062"/>
                    <a:pt x="1061" y="1255"/>
                    <a:pt x="836" y="1255"/>
                  </a:cubicBezTo>
                  <a:cubicBezTo>
                    <a:pt x="611" y="1255"/>
                    <a:pt x="418" y="1062"/>
                    <a:pt x="418" y="837"/>
                  </a:cubicBezTo>
                  <a:cubicBezTo>
                    <a:pt x="418" y="612"/>
                    <a:pt x="611" y="419"/>
                    <a:pt x="836" y="419"/>
                  </a:cubicBezTo>
                  <a:close/>
                  <a:moveTo>
                    <a:pt x="836" y="1"/>
                  </a:moveTo>
                  <a:cubicBezTo>
                    <a:pt x="354" y="1"/>
                    <a:pt x="1" y="387"/>
                    <a:pt x="1" y="837"/>
                  </a:cubicBezTo>
                  <a:cubicBezTo>
                    <a:pt x="1" y="1287"/>
                    <a:pt x="354" y="1672"/>
                    <a:pt x="836" y="1672"/>
                  </a:cubicBezTo>
                  <a:cubicBezTo>
                    <a:pt x="1286" y="1672"/>
                    <a:pt x="1672" y="1287"/>
                    <a:pt x="1672" y="837"/>
                  </a:cubicBezTo>
                  <a:cubicBezTo>
                    <a:pt x="1672" y="387"/>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4" name="Google Shape;2484;g312bfb4b743_5_798"/>
            <p:cNvSpPr/>
            <p:nvPr/>
          </p:nvSpPr>
          <p:spPr>
            <a:xfrm>
              <a:off x="3828450" y="3381050"/>
              <a:ext cx="499875" cy="175200"/>
            </a:xfrm>
            <a:custGeom>
              <a:avLst/>
              <a:gdLst/>
              <a:ahLst/>
              <a:cxnLst/>
              <a:rect l="l" t="t" r="r" b="b"/>
              <a:pathLst>
                <a:path w="19995" h="7008" extrusionOk="0">
                  <a:moveTo>
                    <a:pt x="1" y="0"/>
                  </a:moveTo>
                  <a:lnTo>
                    <a:pt x="1" y="418"/>
                  </a:lnTo>
                  <a:lnTo>
                    <a:pt x="13630" y="418"/>
                  </a:lnTo>
                  <a:lnTo>
                    <a:pt x="13630" y="4147"/>
                  </a:lnTo>
                  <a:lnTo>
                    <a:pt x="19577" y="4147"/>
                  </a:lnTo>
                  <a:lnTo>
                    <a:pt x="19577" y="7008"/>
                  </a:lnTo>
                  <a:lnTo>
                    <a:pt x="19995" y="7008"/>
                  </a:lnTo>
                  <a:lnTo>
                    <a:pt x="19995" y="3729"/>
                  </a:lnTo>
                  <a:lnTo>
                    <a:pt x="14048" y="3729"/>
                  </a:lnTo>
                  <a:lnTo>
                    <a:pt x="140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5" name="Google Shape;2485;g312bfb4b743_5_798"/>
            <p:cNvSpPr/>
            <p:nvPr/>
          </p:nvSpPr>
          <p:spPr>
            <a:xfrm>
              <a:off x="4307400" y="3550600"/>
              <a:ext cx="31375" cy="31375"/>
            </a:xfrm>
            <a:custGeom>
              <a:avLst/>
              <a:gdLst/>
              <a:ahLst/>
              <a:cxnLst/>
              <a:rect l="l" t="t" r="r" b="b"/>
              <a:pathLst>
                <a:path w="1255" h="1255" extrusionOk="0">
                  <a:moveTo>
                    <a:pt x="644" y="1"/>
                  </a:moveTo>
                  <a:cubicBezTo>
                    <a:pt x="290" y="1"/>
                    <a:pt x="1" y="290"/>
                    <a:pt x="1" y="644"/>
                  </a:cubicBezTo>
                  <a:cubicBezTo>
                    <a:pt x="1" y="965"/>
                    <a:pt x="290" y="1254"/>
                    <a:pt x="644" y="1254"/>
                  </a:cubicBezTo>
                  <a:cubicBezTo>
                    <a:pt x="997" y="1254"/>
                    <a:pt x="1255" y="965"/>
                    <a:pt x="1255" y="644"/>
                  </a:cubicBezTo>
                  <a:cubicBezTo>
                    <a:pt x="1255" y="290"/>
                    <a:pt x="997" y="1"/>
                    <a:pt x="64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g312bfb4b743_5_798"/>
            <p:cNvSpPr/>
            <p:nvPr/>
          </p:nvSpPr>
          <p:spPr>
            <a:xfrm>
              <a:off x="4302600" y="3545775"/>
              <a:ext cx="41800" cy="41825"/>
            </a:xfrm>
            <a:custGeom>
              <a:avLst/>
              <a:gdLst/>
              <a:ahLst/>
              <a:cxnLst/>
              <a:rect l="l" t="t" r="r" b="b"/>
              <a:pathLst>
                <a:path w="1672" h="1673" extrusionOk="0">
                  <a:moveTo>
                    <a:pt x="836" y="419"/>
                  </a:moveTo>
                  <a:cubicBezTo>
                    <a:pt x="1061" y="419"/>
                    <a:pt x="1254" y="612"/>
                    <a:pt x="1254" y="837"/>
                  </a:cubicBezTo>
                  <a:cubicBezTo>
                    <a:pt x="1254" y="1062"/>
                    <a:pt x="1061" y="1254"/>
                    <a:pt x="836" y="1254"/>
                  </a:cubicBezTo>
                  <a:cubicBezTo>
                    <a:pt x="611" y="1254"/>
                    <a:pt x="418" y="1062"/>
                    <a:pt x="418" y="837"/>
                  </a:cubicBezTo>
                  <a:cubicBezTo>
                    <a:pt x="418" y="612"/>
                    <a:pt x="611" y="419"/>
                    <a:pt x="836" y="419"/>
                  </a:cubicBezTo>
                  <a:close/>
                  <a:moveTo>
                    <a:pt x="836" y="1"/>
                  </a:moveTo>
                  <a:cubicBezTo>
                    <a:pt x="354" y="1"/>
                    <a:pt x="0" y="354"/>
                    <a:pt x="0" y="837"/>
                  </a:cubicBezTo>
                  <a:cubicBezTo>
                    <a:pt x="0" y="1287"/>
                    <a:pt x="354" y="1672"/>
                    <a:pt x="836" y="1672"/>
                  </a:cubicBezTo>
                  <a:cubicBezTo>
                    <a:pt x="1286" y="1672"/>
                    <a:pt x="1672" y="1287"/>
                    <a:pt x="1672" y="837"/>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7" name="Google Shape;2487;g312bfb4b743_5_798"/>
            <p:cNvSpPr/>
            <p:nvPr/>
          </p:nvSpPr>
          <p:spPr>
            <a:xfrm>
              <a:off x="2974225" y="2715850"/>
              <a:ext cx="920950" cy="791375"/>
            </a:xfrm>
            <a:custGeom>
              <a:avLst/>
              <a:gdLst/>
              <a:ahLst/>
              <a:cxnLst/>
              <a:rect l="l" t="t" r="r" b="b"/>
              <a:pathLst>
                <a:path w="36838" h="31655" extrusionOk="0">
                  <a:moveTo>
                    <a:pt x="18415" y="1"/>
                  </a:moveTo>
                  <a:cubicBezTo>
                    <a:pt x="17945" y="1"/>
                    <a:pt x="17471" y="234"/>
                    <a:pt x="17198" y="700"/>
                  </a:cubicBezTo>
                  <a:lnTo>
                    <a:pt x="547" y="29565"/>
                  </a:lnTo>
                  <a:cubicBezTo>
                    <a:pt x="0" y="30498"/>
                    <a:pt x="675" y="31655"/>
                    <a:pt x="1736" y="31655"/>
                  </a:cubicBezTo>
                  <a:lnTo>
                    <a:pt x="35070" y="31655"/>
                  </a:lnTo>
                  <a:cubicBezTo>
                    <a:pt x="36163" y="31655"/>
                    <a:pt x="36838" y="30498"/>
                    <a:pt x="36291" y="29565"/>
                  </a:cubicBezTo>
                  <a:lnTo>
                    <a:pt x="19608" y="700"/>
                  </a:lnTo>
                  <a:cubicBezTo>
                    <a:pt x="19351" y="234"/>
                    <a:pt x="18885" y="1"/>
                    <a:pt x="184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8" name="Google Shape;2488;g312bfb4b743_5_798"/>
            <p:cNvSpPr/>
            <p:nvPr/>
          </p:nvSpPr>
          <p:spPr>
            <a:xfrm>
              <a:off x="2977425" y="2710025"/>
              <a:ext cx="914550" cy="802825"/>
            </a:xfrm>
            <a:custGeom>
              <a:avLst/>
              <a:gdLst/>
              <a:ahLst/>
              <a:cxnLst/>
              <a:rect l="l" t="t" r="r" b="b"/>
              <a:pathLst>
                <a:path w="36582" h="32113" extrusionOk="0">
                  <a:moveTo>
                    <a:pt x="18291" y="451"/>
                  </a:moveTo>
                  <a:cubicBezTo>
                    <a:pt x="18677" y="451"/>
                    <a:pt x="19095" y="643"/>
                    <a:pt x="19320" y="1029"/>
                  </a:cubicBezTo>
                  <a:lnTo>
                    <a:pt x="35970" y="29895"/>
                  </a:lnTo>
                  <a:cubicBezTo>
                    <a:pt x="36099" y="30088"/>
                    <a:pt x="36131" y="30313"/>
                    <a:pt x="36131" y="30506"/>
                  </a:cubicBezTo>
                  <a:cubicBezTo>
                    <a:pt x="36131" y="30795"/>
                    <a:pt x="36035" y="31116"/>
                    <a:pt x="35810" y="31309"/>
                  </a:cubicBezTo>
                  <a:cubicBezTo>
                    <a:pt x="35585" y="31534"/>
                    <a:pt x="35295" y="31695"/>
                    <a:pt x="34942" y="31695"/>
                  </a:cubicBezTo>
                  <a:lnTo>
                    <a:pt x="1608" y="31695"/>
                  </a:lnTo>
                  <a:cubicBezTo>
                    <a:pt x="1255" y="31695"/>
                    <a:pt x="965" y="31534"/>
                    <a:pt x="772" y="31309"/>
                  </a:cubicBezTo>
                  <a:cubicBezTo>
                    <a:pt x="547" y="31116"/>
                    <a:pt x="419" y="30795"/>
                    <a:pt x="419" y="30506"/>
                  </a:cubicBezTo>
                  <a:cubicBezTo>
                    <a:pt x="419" y="30313"/>
                    <a:pt x="483" y="30088"/>
                    <a:pt x="580" y="29895"/>
                  </a:cubicBezTo>
                  <a:lnTo>
                    <a:pt x="17262" y="1029"/>
                  </a:lnTo>
                  <a:cubicBezTo>
                    <a:pt x="17487" y="643"/>
                    <a:pt x="17873" y="451"/>
                    <a:pt x="18291" y="451"/>
                  </a:cubicBezTo>
                  <a:close/>
                  <a:moveTo>
                    <a:pt x="18291" y="0"/>
                  </a:moveTo>
                  <a:cubicBezTo>
                    <a:pt x="17745" y="0"/>
                    <a:pt x="17198" y="290"/>
                    <a:pt x="16877" y="804"/>
                  </a:cubicBezTo>
                  <a:lnTo>
                    <a:pt x="226" y="29702"/>
                  </a:lnTo>
                  <a:cubicBezTo>
                    <a:pt x="65" y="29959"/>
                    <a:pt x="1" y="30216"/>
                    <a:pt x="1" y="30506"/>
                  </a:cubicBezTo>
                  <a:cubicBezTo>
                    <a:pt x="1" y="30924"/>
                    <a:pt x="162" y="31309"/>
                    <a:pt x="451" y="31631"/>
                  </a:cubicBezTo>
                  <a:cubicBezTo>
                    <a:pt x="740" y="31920"/>
                    <a:pt x="1158" y="32113"/>
                    <a:pt x="1608" y="32113"/>
                  </a:cubicBezTo>
                  <a:lnTo>
                    <a:pt x="34942" y="32113"/>
                  </a:lnTo>
                  <a:cubicBezTo>
                    <a:pt x="35424" y="32113"/>
                    <a:pt x="35842" y="31920"/>
                    <a:pt x="36099" y="31631"/>
                  </a:cubicBezTo>
                  <a:cubicBezTo>
                    <a:pt x="36388" y="31309"/>
                    <a:pt x="36581" y="30924"/>
                    <a:pt x="36581" y="30506"/>
                  </a:cubicBezTo>
                  <a:cubicBezTo>
                    <a:pt x="36581" y="30216"/>
                    <a:pt x="36485" y="29959"/>
                    <a:pt x="36356" y="29702"/>
                  </a:cubicBezTo>
                  <a:lnTo>
                    <a:pt x="19673" y="804"/>
                  </a:lnTo>
                  <a:cubicBezTo>
                    <a:pt x="19384" y="290"/>
                    <a:pt x="18838" y="0"/>
                    <a:pt x="182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9" name="Google Shape;2489;g312bfb4b743_5_798"/>
            <p:cNvSpPr/>
            <p:nvPr/>
          </p:nvSpPr>
          <p:spPr>
            <a:xfrm>
              <a:off x="3012800" y="2747600"/>
              <a:ext cx="843800" cy="729900"/>
            </a:xfrm>
            <a:custGeom>
              <a:avLst/>
              <a:gdLst/>
              <a:ahLst/>
              <a:cxnLst/>
              <a:rect l="l" t="t" r="r" b="b"/>
              <a:pathLst>
                <a:path w="33752" h="29196" extrusionOk="0">
                  <a:moveTo>
                    <a:pt x="16876" y="0"/>
                  </a:moveTo>
                  <a:cubicBezTo>
                    <a:pt x="16764" y="0"/>
                    <a:pt x="16651" y="56"/>
                    <a:pt x="16587" y="169"/>
                  </a:cubicBezTo>
                  <a:lnTo>
                    <a:pt x="129" y="28681"/>
                  </a:lnTo>
                  <a:cubicBezTo>
                    <a:pt x="0" y="28906"/>
                    <a:pt x="161" y="29195"/>
                    <a:pt x="418" y="29195"/>
                  </a:cubicBezTo>
                  <a:lnTo>
                    <a:pt x="33334" y="29195"/>
                  </a:lnTo>
                  <a:cubicBezTo>
                    <a:pt x="33591" y="29195"/>
                    <a:pt x="33752" y="28906"/>
                    <a:pt x="33623" y="28681"/>
                  </a:cubicBezTo>
                  <a:lnTo>
                    <a:pt x="17165" y="169"/>
                  </a:lnTo>
                  <a:cubicBezTo>
                    <a:pt x="17101" y="56"/>
                    <a:pt x="16989" y="0"/>
                    <a:pt x="168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0" name="Google Shape;2490;g312bfb4b743_5_798"/>
            <p:cNvSpPr/>
            <p:nvPr/>
          </p:nvSpPr>
          <p:spPr>
            <a:xfrm>
              <a:off x="3009575" y="2742175"/>
              <a:ext cx="850250" cy="740950"/>
            </a:xfrm>
            <a:custGeom>
              <a:avLst/>
              <a:gdLst/>
              <a:ahLst/>
              <a:cxnLst/>
              <a:rect l="l" t="t" r="r" b="b"/>
              <a:pathLst>
                <a:path w="34010" h="29638" extrusionOk="0">
                  <a:moveTo>
                    <a:pt x="17005" y="450"/>
                  </a:moveTo>
                  <a:lnTo>
                    <a:pt x="17102" y="515"/>
                  </a:lnTo>
                  <a:lnTo>
                    <a:pt x="33559" y="29027"/>
                  </a:lnTo>
                  <a:lnTo>
                    <a:pt x="33592" y="29091"/>
                  </a:lnTo>
                  <a:lnTo>
                    <a:pt x="33559" y="29155"/>
                  </a:lnTo>
                  <a:lnTo>
                    <a:pt x="33463" y="29220"/>
                  </a:lnTo>
                  <a:lnTo>
                    <a:pt x="547" y="29220"/>
                  </a:lnTo>
                  <a:lnTo>
                    <a:pt x="451" y="29155"/>
                  </a:lnTo>
                  <a:lnTo>
                    <a:pt x="419" y="29091"/>
                  </a:lnTo>
                  <a:lnTo>
                    <a:pt x="419" y="29027"/>
                  </a:lnTo>
                  <a:lnTo>
                    <a:pt x="16877" y="515"/>
                  </a:lnTo>
                  <a:lnTo>
                    <a:pt x="17005" y="450"/>
                  </a:lnTo>
                  <a:close/>
                  <a:moveTo>
                    <a:pt x="17005" y="0"/>
                  </a:moveTo>
                  <a:cubicBezTo>
                    <a:pt x="16812" y="0"/>
                    <a:pt x="16619" y="97"/>
                    <a:pt x="16523" y="290"/>
                  </a:cubicBezTo>
                  <a:lnTo>
                    <a:pt x="65" y="28802"/>
                  </a:lnTo>
                  <a:cubicBezTo>
                    <a:pt x="1" y="28898"/>
                    <a:pt x="1" y="28995"/>
                    <a:pt x="1" y="29091"/>
                  </a:cubicBezTo>
                  <a:cubicBezTo>
                    <a:pt x="1" y="29380"/>
                    <a:pt x="226" y="29638"/>
                    <a:pt x="547" y="29638"/>
                  </a:cubicBezTo>
                  <a:lnTo>
                    <a:pt x="33463" y="29638"/>
                  </a:lnTo>
                  <a:cubicBezTo>
                    <a:pt x="33784" y="29638"/>
                    <a:pt x="34009" y="29380"/>
                    <a:pt x="34009" y="29091"/>
                  </a:cubicBezTo>
                  <a:cubicBezTo>
                    <a:pt x="34009" y="28995"/>
                    <a:pt x="33977" y="28898"/>
                    <a:pt x="33945" y="28802"/>
                  </a:cubicBezTo>
                  <a:lnTo>
                    <a:pt x="17487" y="290"/>
                  </a:lnTo>
                  <a:cubicBezTo>
                    <a:pt x="17359" y="97"/>
                    <a:pt x="17166" y="0"/>
                    <a:pt x="1700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1" name="Google Shape;2491;g312bfb4b743_5_798"/>
            <p:cNvSpPr/>
            <p:nvPr/>
          </p:nvSpPr>
          <p:spPr>
            <a:xfrm>
              <a:off x="3366375" y="2914550"/>
              <a:ext cx="135850" cy="521150"/>
            </a:xfrm>
            <a:custGeom>
              <a:avLst/>
              <a:gdLst/>
              <a:ahLst/>
              <a:cxnLst/>
              <a:rect l="l" t="t" r="r" b="b"/>
              <a:pathLst>
                <a:path w="5434" h="20846" extrusionOk="0">
                  <a:moveTo>
                    <a:pt x="2721" y="0"/>
                  </a:moveTo>
                  <a:cubicBezTo>
                    <a:pt x="2259" y="0"/>
                    <a:pt x="1801" y="113"/>
                    <a:pt x="1351" y="338"/>
                  </a:cubicBezTo>
                  <a:cubicBezTo>
                    <a:pt x="419" y="788"/>
                    <a:pt x="1" y="1527"/>
                    <a:pt x="129" y="2556"/>
                  </a:cubicBezTo>
                  <a:lnTo>
                    <a:pt x="1415" y="12681"/>
                  </a:lnTo>
                  <a:cubicBezTo>
                    <a:pt x="1479" y="13099"/>
                    <a:pt x="1608" y="13421"/>
                    <a:pt x="1897" y="13646"/>
                  </a:cubicBezTo>
                  <a:cubicBezTo>
                    <a:pt x="2154" y="13871"/>
                    <a:pt x="2444" y="13999"/>
                    <a:pt x="2733" y="13999"/>
                  </a:cubicBezTo>
                  <a:cubicBezTo>
                    <a:pt x="3055" y="13999"/>
                    <a:pt x="3312" y="13871"/>
                    <a:pt x="3601" y="13646"/>
                  </a:cubicBezTo>
                  <a:cubicBezTo>
                    <a:pt x="3858" y="13421"/>
                    <a:pt x="4019" y="13099"/>
                    <a:pt x="4051" y="12681"/>
                  </a:cubicBezTo>
                  <a:lnTo>
                    <a:pt x="5305" y="2556"/>
                  </a:lnTo>
                  <a:cubicBezTo>
                    <a:pt x="5433" y="1527"/>
                    <a:pt x="5047" y="788"/>
                    <a:pt x="4115" y="338"/>
                  </a:cubicBezTo>
                  <a:cubicBezTo>
                    <a:pt x="3649" y="113"/>
                    <a:pt x="3183" y="0"/>
                    <a:pt x="2721" y="0"/>
                  </a:cubicBezTo>
                  <a:close/>
                  <a:moveTo>
                    <a:pt x="2765" y="16185"/>
                  </a:moveTo>
                  <a:cubicBezTo>
                    <a:pt x="2090" y="16185"/>
                    <a:pt x="1544" y="16410"/>
                    <a:pt x="1126" y="16860"/>
                  </a:cubicBezTo>
                  <a:cubicBezTo>
                    <a:pt x="676" y="17342"/>
                    <a:pt x="451" y="17889"/>
                    <a:pt x="451" y="18499"/>
                  </a:cubicBezTo>
                  <a:cubicBezTo>
                    <a:pt x="451" y="19174"/>
                    <a:pt x="676" y="19721"/>
                    <a:pt x="1126" y="20171"/>
                  </a:cubicBezTo>
                  <a:cubicBezTo>
                    <a:pt x="1576" y="20621"/>
                    <a:pt x="2122" y="20846"/>
                    <a:pt x="2765" y="20846"/>
                  </a:cubicBezTo>
                  <a:cubicBezTo>
                    <a:pt x="3408" y="20846"/>
                    <a:pt x="3955" y="20621"/>
                    <a:pt x="4405" y="20171"/>
                  </a:cubicBezTo>
                  <a:cubicBezTo>
                    <a:pt x="4822" y="19689"/>
                    <a:pt x="5047" y="19142"/>
                    <a:pt x="5047" y="18499"/>
                  </a:cubicBezTo>
                  <a:cubicBezTo>
                    <a:pt x="5047" y="17824"/>
                    <a:pt x="4822" y="17278"/>
                    <a:pt x="4372" y="16828"/>
                  </a:cubicBezTo>
                  <a:cubicBezTo>
                    <a:pt x="3922" y="16410"/>
                    <a:pt x="3376" y="16185"/>
                    <a:pt x="2765" y="16185"/>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2" name="Google Shape;2492;g312bfb4b743_5_798"/>
            <p:cNvSpPr/>
            <p:nvPr/>
          </p:nvSpPr>
          <p:spPr>
            <a:xfrm>
              <a:off x="4003650" y="3086925"/>
              <a:ext cx="423525" cy="291950"/>
            </a:xfrm>
            <a:custGeom>
              <a:avLst/>
              <a:gdLst/>
              <a:ahLst/>
              <a:cxnLst/>
              <a:rect l="l" t="t" r="r" b="b"/>
              <a:pathLst>
                <a:path w="16941" h="11678" extrusionOk="0">
                  <a:moveTo>
                    <a:pt x="6429" y="0"/>
                  </a:moveTo>
                  <a:cubicBezTo>
                    <a:pt x="6365" y="32"/>
                    <a:pt x="6333" y="65"/>
                    <a:pt x="6301" y="129"/>
                  </a:cubicBezTo>
                  <a:lnTo>
                    <a:pt x="6301" y="193"/>
                  </a:lnTo>
                  <a:lnTo>
                    <a:pt x="6686" y="1511"/>
                  </a:lnTo>
                  <a:lnTo>
                    <a:pt x="6751" y="1607"/>
                  </a:lnTo>
                  <a:lnTo>
                    <a:pt x="8069" y="2604"/>
                  </a:lnTo>
                  <a:lnTo>
                    <a:pt x="7972" y="3086"/>
                  </a:lnTo>
                  <a:cubicBezTo>
                    <a:pt x="6911" y="2990"/>
                    <a:pt x="5883" y="2893"/>
                    <a:pt x="5336" y="2893"/>
                  </a:cubicBezTo>
                  <a:lnTo>
                    <a:pt x="4918" y="1607"/>
                  </a:lnTo>
                  <a:cubicBezTo>
                    <a:pt x="4918" y="1543"/>
                    <a:pt x="4854" y="1511"/>
                    <a:pt x="4790" y="1511"/>
                  </a:cubicBezTo>
                  <a:lnTo>
                    <a:pt x="2540" y="1543"/>
                  </a:lnTo>
                  <a:lnTo>
                    <a:pt x="1929" y="707"/>
                  </a:lnTo>
                  <a:cubicBezTo>
                    <a:pt x="1910" y="670"/>
                    <a:pt x="1869" y="654"/>
                    <a:pt x="1826" y="654"/>
                  </a:cubicBezTo>
                  <a:cubicBezTo>
                    <a:pt x="1795" y="654"/>
                    <a:pt x="1763" y="662"/>
                    <a:pt x="1736" y="675"/>
                  </a:cubicBezTo>
                  <a:lnTo>
                    <a:pt x="1672" y="772"/>
                  </a:lnTo>
                  <a:lnTo>
                    <a:pt x="1704" y="900"/>
                  </a:lnTo>
                  <a:lnTo>
                    <a:pt x="2347" y="1768"/>
                  </a:lnTo>
                  <a:cubicBezTo>
                    <a:pt x="2379" y="1832"/>
                    <a:pt x="2443" y="1832"/>
                    <a:pt x="2475" y="1832"/>
                  </a:cubicBezTo>
                  <a:lnTo>
                    <a:pt x="4661" y="1800"/>
                  </a:lnTo>
                  <a:lnTo>
                    <a:pt x="5015" y="2925"/>
                  </a:lnTo>
                  <a:cubicBezTo>
                    <a:pt x="4436" y="3022"/>
                    <a:pt x="3504" y="3343"/>
                    <a:pt x="2700" y="3665"/>
                  </a:cubicBezTo>
                  <a:cubicBezTo>
                    <a:pt x="1897" y="3986"/>
                    <a:pt x="1672" y="4983"/>
                    <a:pt x="2250" y="5626"/>
                  </a:cubicBezTo>
                  <a:lnTo>
                    <a:pt x="3890" y="7361"/>
                  </a:lnTo>
                  <a:lnTo>
                    <a:pt x="3150" y="8133"/>
                  </a:lnTo>
                  <a:lnTo>
                    <a:pt x="1190" y="7072"/>
                  </a:lnTo>
                  <a:lnTo>
                    <a:pt x="1061" y="7072"/>
                  </a:lnTo>
                  <a:lnTo>
                    <a:pt x="65" y="7554"/>
                  </a:lnTo>
                  <a:lnTo>
                    <a:pt x="0" y="7651"/>
                  </a:lnTo>
                  <a:lnTo>
                    <a:pt x="0" y="7747"/>
                  </a:lnTo>
                  <a:cubicBezTo>
                    <a:pt x="24" y="7819"/>
                    <a:pt x="85" y="7856"/>
                    <a:pt x="154" y="7856"/>
                  </a:cubicBezTo>
                  <a:cubicBezTo>
                    <a:pt x="177" y="7856"/>
                    <a:pt x="201" y="7852"/>
                    <a:pt x="225" y="7844"/>
                  </a:cubicBezTo>
                  <a:lnTo>
                    <a:pt x="1125" y="7393"/>
                  </a:lnTo>
                  <a:lnTo>
                    <a:pt x="3086" y="8454"/>
                  </a:lnTo>
                  <a:cubicBezTo>
                    <a:pt x="3105" y="8464"/>
                    <a:pt x="3124" y="8468"/>
                    <a:pt x="3143" y="8468"/>
                  </a:cubicBezTo>
                  <a:cubicBezTo>
                    <a:pt x="3188" y="8468"/>
                    <a:pt x="3234" y="8445"/>
                    <a:pt x="3279" y="8422"/>
                  </a:cubicBezTo>
                  <a:lnTo>
                    <a:pt x="4083" y="7586"/>
                  </a:lnTo>
                  <a:lnTo>
                    <a:pt x="4211" y="7747"/>
                  </a:lnTo>
                  <a:lnTo>
                    <a:pt x="6622" y="8615"/>
                  </a:lnTo>
                  <a:lnTo>
                    <a:pt x="6461" y="9290"/>
                  </a:lnTo>
                  <a:lnTo>
                    <a:pt x="4822" y="9547"/>
                  </a:lnTo>
                  <a:lnTo>
                    <a:pt x="4726" y="9611"/>
                  </a:lnTo>
                  <a:lnTo>
                    <a:pt x="3793" y="10608"/>
                  </a:lnTo>
                  <a:lnTo>
                    <a:pt x="3729" y="10672"/>
                  </a:lnTo>
                  <a:cubicBezTo>
                    <a:pt x="3729" y="10704"/>
                    <a:pt x="3729" y="10769"/>
                    <a:pt x="3793" y="10801"/>
                  </a:cubicBezTo>
                  <a:cubicBezTo>
                    <a:pt x="3825" y="10833"/>
                    <a:pt x="3866" y="10849"/>
                    <a:pt x="3902" y="10849"/>
                  </a:cubicBezTo>
                  <a:cubicBezTo>
                    <a:pt x="3938" y="10849"/>
                    <a:pt x="3970" y="10833"/>
                    <a:pt x="3986" y="10801"/>
                  </a:cubicBezTo>
                  <a:lnTo>
                    <a:pt x="4918" y="9836"/>
                  </a:lnTo>
                  <a:lnTo>
                    <a:pt x="6590" y="9579"/>
                  </a:lnTo>
                  <a:cubicBezTo>
                    <a:pt x="6654" y="9547"/>
                    <a:pt x="6718" y="9515"/>
                    <a:pt x="6718" y="9451"/>
                  </a:cubicBezTo>
                  <a:lnTo>
                    <a:pt x="6911" y="8711"/>
                  </a:lnTo>
                  <a:lnTo>
                    <a:pt x="9579" y="9676"/>
                  </a:lnTo>
                  <a:cubicBezTo>
                    <a:pt x="9579" y="9676"/>
                    <a:pt x="10029" y="9290"/>
                    <a:pt x="10544" y="8583"/>
                  </a:cubicBezTo>
                  <a:lnTo>
                    <a:pt x="10897" y="9419"/>
                  </a:lnTo>
                  <a:lnTo>
                    <a:pt x="10929" y="9483"/>
                  </a:lnTo>
                  <a:lnTo>
                    <a:pt x="11894" y="10287"/>
                  </a:lnTo>
                  <a:lnTo>
                    <a:pt x="12183" y="11572"/>
                  </a:lnTo>
                  <a:cubicBezTo>
                    <a:pt x="12183" y="11625"/>
                    <a:pt x="12247" y="11677"/>
                    <a:pt x="12323" y="11677"/>
                  </a:cubicBezTo>
                  <a:cubicBezTo>
                    <a:pt x="12340" y="11677"/>
                    <a:pt x="12358" y="11675"/>
                    <a:pt x="12376" y="11669"/>
                  </a:cubicBezTo>
                  <a:cubicBezTo>
                    <a:pt x="12440" y="11669"/>
                    <a:pt x="12504" y="11572"/>
                    <a:pt x="12472" y="11508"/>
                  </a:cubicBezTo>
                  <a:lnTo>
                    <a:pt x="12183" y="10158"/>
                  </a:lnTo>
                  <a:lnTo>
                    <a:pt x="12119" y="10061"/>
                  </a:lnTo>
                  <a:lnTo>
                    <a:pt x="11154" y="9258"/>
                  </a:lnTo>
                  <a:lnTo>
                    <a:pt x="10737" y="8294"/>
                  </a:lnTo>
                  <a:cubicBezTo>
                    <a:pt x="10769" y="8229"/>
                    <a:pt x="10833" y="8165"/>
                    <a:pt x="10865" y="8101"/>
                  </a:cubicBezTo>
                  <a:lnTo>
                    <a:pt x="11701" y="8294"/>
                  </a:lnTo>
                  <a:lnTo>
                    <a:pt x="11829" y="7683"/>
                  </a:lnTo>
                  <a:lnTo>
                    <a:pt x="12408" y="7844"/>
                  </a:lnTo>
                  <a:cubicBezTo>
                    <a:pt x="12826" y="8261"/>
                    <a:pt x="14722" y="10158"/>
                    <a:pt x="15044" y="11476"/>
                  </a:cubicBezTo>
                  <a:cubicBezTo>
                    <a:pt x="15068" y="11548"/>
                    <a:pt x="15128" y="11584"/>
                    <a:pt x="15184" y="11584"/>
                  </a:cubicBezTo>
                  <a:cubicBezTo>
                    <a:pt x="15203" y="11584"/>
                    <a:pt x="15221" y="11580"/>
                    <a:pt x="15237" y="11572"/>
                  </a:cubicBezTo>
                  <a:cubicBezTo>
                    <a:pt x="15333" y="11572"/>
                    <a:pt x="15365" y="11476"/>
                    <a:pt x="15333" y="11412"/>
                  </a:cubicBezTo>
                  <a:cubicBezTo>
                    <a:pt x="15012" y="10029"/>
                    <a:pt x="13179" y="8165"/>
                    <a:pt x="12665" y="7651"/>
                  </a:cubicBezTo>
                  <a:lnTo>
                    <a:pt x="12954" y="6558"/>
                  </a:lnTo>
                  <a:cubicBezTo>
                    <a:pt x="13630" y="6365"/>
                    <a:pt x="15815" y="5722"/>
                    <a:pt x="16876" y="4886"/>
                  </a:cubicBezTo>
                  <a:cubicBezTo>
                    <a:pt x="16940" y="4854"/>
                    <a:pt x="16940" y="4758"/>
                    <a:pt x="16908" y="4661"/>
                  </a:cubicBezTo>
                  <a:cubicBezTo>
                    <a:pt x="16876" y="4629"/>
                    <a:pt x="16836" y="4613"/>
                    <a:pt x="16796" y="4613"/>
                  </a:cubicBezTo>
                  <a:cubicBezTo>
                    <a:pt x="16756" y="4613"/>
                    <a:pt x="16715" y="4629"/>
                    <a:pt x="16683" y="4661"/>
                  </a:cubicBezTo>
                  <a:cubicBezTo>
                    <a:pt x="15655" y="5465"/>
                    <a:pt x="13308" y="6140"/>
                    <a:pt x="12762" y="6301"/>
                  </a:cubicBezTo>
                  <a:lnTo>
                    <a:pt x="12119" y="6140"/>
                  </a:lnTo>
                  <a:lnTo>
                    <a:pt x="12279" y="5561"/>
                  </a:lnTo>
                  <a:lnTo>
                    <a:pt x="11604" y="5401"/>
                  </a:lnTo>
                  <a:cubicBezTo>
                    <a:pt x="11572" y="5143"/>
                    <a:pt x="11540" y="4854"/>
                    <a:pt x="11476" y="4629"/>
                  </a:cubicBezTo>
                  <a:lnTo>
                    <a:pt x="12472" y="3793"/>
                  </a:lnTo>
                  <a:lnTo>
                    <a:pt x="13694" y="3536"/>
                  </a:lnTo>
                  <a:lnTo>
                    <a:pt x="13790" y="3472"/>
                  </a:lnTo>
                  <a:lnTo>
                    <a:pt x="14690" y="2443"/>
                  </a:lnTo>
                  <a:cubicBezTo>
                    <a:pt x="14722" y="2379"/>
                    <a:pt x="14722" y="2283"/>
                    <a:pt x="14658" y="2218"/>
                  </a:cubicBezTo>
                  <a:cubicBezTo>
                    <a:pt x="14626" y="2186"/>
                    <a:pt x="14586" y="2170"/>
                    <a:pt x="14546" y="2170"/>
                  </a:cubicBezTo>
                  <a:cubicBezTo>
                    <a:pt x="14505" y="2170"/>
                    <a:pt x="14465" y="2186"/>
                    <a:pt x="14433" y="2218"/>
                  </a:cubicBezTo>
                  <a:lnTo>
                    <a:pt x="13597" y="3247"/>
                  </a:lnTo>
                  <a:lnTo>
                    <a:pt x="12376" y="3504"/>
                  </a:lnTo>
                  <a:lnTo>
                    <a:pt x="12312" y="3536"/>
                  </a:lnTo>
                  <a:lnTo>
                    <a:pt x="11379" y="4308"/>
                  </a:lnTo>
                  <a:cubicBezTo>
                    <a:pt x="11187" y="3761"/>
                    <a:pt x="10929" y="3375"/>
                    <a:pt x="10929" y="3375"/>
                  </a:cubicBezTo>
                  <a:cubicBezTo>
                    <a:pt x="10929" y="3375"/>
                    <a:pt x="9644" y="3247"/>
                    <a:pt x="8261" y="3118"/>
                  </a:cubicBezTo>
                  <a:lnTo>
                    <a:pt x="8390" y="2572"/>
                  </a:lnTo>
                  <a:cubicBezTo>
                    <a:pt x="8422" y="2508"/>
                    <a:pt x="8390" y="2443"/>
                    <a:pt x="8358" y="2411"/>
                  </a:cubicBezTo>
                  <a:lnTo>
                    <a:pt x="6976" y="1382"/>
                  </a:lnTo>
                  <a:lnTo>
                    <a:pt x="6590" y="129"/>
                  </a:lnTo>
                  <a:cubicBezTo>
                    <a:pt x="6590" y="32"/>
                    <a:pt x="6493" y="0"/>
                    <a:pt x="64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3" name="Google Shape;2493;g312bfb4b743_5_798"/>
            <p:cNvSpPr/>
            <p:nvPr/>
          </p:nvSpPr>
          <p:spPr>
            <a:xfrm>
              <a:off x="4112125" y="3168875"/>
              <a:ext cx="157550" cy="145500"/>
            </a:xfrm>
            <a:custGeom>
              <a:avLst/>
              <a:gdLst/>
              <a:ahLst/>
              <a:cxnLst/>
              <a:rect l="l" t="t" r="r" b="b"/>
              <a:pathLst>
                <a:path w="6302" h="5820" extrusionOk="0">
                  <a:moveTo>
                    <a:pt x="1094" y="1"/>
                  </a:moveTo>
                  <a:lnTo>
                    <a:pt x="1415" y="1512"/>
                  </a:lnTo>
                  <a:lnTo>
                    <a:pt x="740" y="2090"/>
                  </a:lnTo>
                  <a:lnTo>
                    <a:pt x="1126" y="2862"/>
                  </a:lnTo>
                  <a:lnTo>
                    <a:pt x="1" y="4180"/>
                  </a:lnTo>
                  <a:lnTo>
                    <a:pt x="5112" y="5819"/>
                  </a:lnTo>
                  <a:lnTo>
                    <a:pt x="4308" y="2958"/>
                  </a:lnTo>
                  <a:lnTo>
                    <a:pt x="6301" y="483"/>
                  </a:lnTo>
                  <a:lnTo>
                    <a:pt x="109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4" name="Google Shape;2494;g312bfb4b743_5_798"/>
            <p:cNvSpPr/>
            <p:nvPr/>
          </p:nvSpPr>
          <p:spPr>
            <a:xfrm>
              <a:off x="4108125" y="3164875"/>
              <a:ext cx="165550" cy="153050"/>
            </a:xfrm>
            <a:custGeom>
              <a:avLst/>
              <a:gdLst/>
              <a:ahLst/>
              <a:cxnLst/>
              <a:rect l="l" t="t" r="r" b="b"/>
              <a:pathLst>
                <a:path w="6622" h="6122" extrusionOk="0">
                  <a:moveTo>
                    <a:pt x="1447" y="322"/>
                  </a:moveTo>
                  <a:lnTo>
                    <a:pt x="6172" y="772"/>
                  </a:lnTo>
                  <a:lnTo>
                    <a:pt x="4372" y="3022"/>
                  </a:lnTo>
                  <a:lnTo>
                    <a:pt x="4340" y="3150"/>
                  </a:lnTo>
                  <a:lnTo>
                    <a:pt x="5047" y="5722"/>
                  </a:lnTo>
                  <a:lnTo>
                    <a:pt x="418" y="4243"/>
                  </a:lnTo>
                  <a:lnTo>
                    <a:pt x="1414" y="3118"/>
                  </a:lnTo>
                  <a:lnTo>
                    <a:pt x="1447" y="3054"/>
                  </a:lnTo>
                  <a:lnTo>
                    <a:pt x="1447" y="2958"/>
                  </a:lnTo>
                  <a:lnTo>
                    <a:pt x="1093" y="2283"/>
                  </a:lnTo>
                  <a:lnTo>
                    <a:pt x="1672" y="1768"/>
                  </a:lnTo>
                  <a:cubicBezTo>
                    <a:pt x="1736" y="1736"/>
                    <a:pt x="1736" y="1672"/>
                    <a:pt x="1736" y="1640"/>
                  </a:cubicBezTo>
                  <a:lnTo>
                    <a:pt x="1447" y="322"/>
                  </a:lnTo>
                  <a:close/>
                  <a:moveTo>
                    <a:pt x="1254" y="0"/>
                  </a:moveTo>
                  <a:cubicBezTo>
                    <a:pt x="1222" y="0"/>
                    <a:pt x="1157" y="32"/>
                    <a:pt x="1125" y="65"/>
                  </a:cubicBezTo>
                  <a:lnTo>
                    <a:pt x="1093" y="193"/>
                  </a:lnTo>
                  <a:lnTo>
                    <a:pt x="1414" y="1608"/>
                  </a:lnTo>
                  <a:lnTo>
                    <a:pt x="804" y="2122"/>
                  </a:lnTo>
                  <a:cubicBezTo>
                    <a:pt x="739" y="2186"/>
                    <a:pt x="707" y="2250"/>
                    <a:pt x="772" y="2315"/>
                  </a:cubicBezTo>
                  <a:lnTo>
                    <a:pt x="1125" y="2990"/>
                  </a:lnTo>
                  <a:lnTo>
                    <a:pt x="32" y="4211"/>
                  </a:lnTo>
                  <a:lnTo>
                    <a:pt x="0" y="4275"/>
                  </a:lnTo>
                  <a:lnTo>
                    <a:pt x="0" y="4372"/>
                  </a:lnTo>
                  <a:cubicBezTo>
                    <a:pt x="0" y="4404"/>
                    <a:pt x="64" y="4468"/>
                    <a:pt x="97" y="4468"/>
                  </a:cubicBezTo>
                  <a:lnTo>
                    <a:pt x="5207" y="6108"/>
                  </a:lnTo>
                  <a:cubicBezTo>
                    <a:pt x="5226" y="6117"/>
                    <a:pt x="5245" y="6121"/>
                    <a:pt x="5263" y="6121"/>
                  </a:cubicBezTo>
                  <a:cubicBezTo>
                    <a:pt x="5307" y="6121"/>
                    <a:pt x="5345" y="6098"/>
                    <a:pt x="5368" y="6076"/>
                  </a:cubicBezTo>
                  <a:cubicBezTo>
                    <a:pt x="5400" y="6043"/>
                    <a:pt x="5432" y="5979"/>
                    <a:pt x="5400" y="5915"/>
                  </a:cubicBezTo>
                  <a:lnTo>
                    <a:pt x="4661" y="3150"/>
                  </a:lnTo>
                  <a:lnTo>
                    <a:pt x="6590" y="740"/>
                  </a:lnTo>
                  <a:cubicBezTo>
                    <a:pt x="6622" y="675"/>
                    <a:pt x="6622" y="643"/>
                    <a:pt x="6622" y="579"/>
                  </a:cubicBezTo>
                  <a:cubicBezTo>
                    <a:pt x="6590" y="515"/>
                    <a:pt x="6558" y="482"/>
                    <a:pt x="6493" y="482"/>
                  </a:cubicBezTo>
                  <a:lnTo>
                    <a:pt x="12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5" name="Google Shape;2495;g312bfb4b743_5_798"/>
            <p:cNvSpPr/>
            <p:nvPr/>
          </p:nvSpPr>
          <p:spPr>
            <a:xfrm>
              <a:off x="4219825" y="3191400"/>
              <a:ext cx="59475" cy="107700"/>
            </a:xfrm>
            <a:custGeom>
              <a:avLst/>
              <a:gdLst/>
              <a:ahLst/>
              <a:cxnLst/>
              <a:rect l="l" t="t" r="r" b="b"/>
              <a:pathLst>
                <a:path w="2379" h="4308" extrusionOk="0">
                  <a:moveTo>
                    <a:pt x="1736" y="0"/>
                  </a:moveTo>
                  <a:lnTo>
                    <a:pt x="0" y="2057"/>
                  </a:lnTo>
                  <a:lnTo>
                    <a:pt x="739" y="4307"/>
                  </a:lnTo>
                  <a:lnTo>
                    <a:pt x="2379" y="2572"/>
                  </a:lnTo>
                  <a:lnTo>
                    <a:pt x="173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6" name="Google Shape;2496;g312bfb4b743_5_798"/>
            <p:cNvSpPr/>
            <p:nvPr/>
          </p:nvSpPr>
          <p:spPr>
            <a:xfrm>
              <a:off x="4216600" y="3187375"/>
              <a:ext cx="66725" cy="115275"/>
            </a:xfrm>
            <a:custGeom>
              <a:avLst/>
              <a:gdLst/>
              <a:ahLst/>
              <a:cxnLst/>
              <a:rect l="l" t="t" r="r" b="b"/>
              <a:pathLst>
                <a:path w="2669" h="4611" extrusionOk="0">
                  <a:moveTo>
                    <a:pt x="1801" y="482"/>
                  </a:moveTo>
                  <a:lnTo>
                    <a:pt x="2347" y="2668"/>
                  </a:lnTo>
                  <a:lnTo>
                    <a:pt x="933" y="4179"/>
                  </a:lnTo>
                  <a:lnTo>
                    <a:pt x="322" y="2250"/>
                  </a:lnTo>
                  <a:lnTo>
                    <a:pt x="1801" y="482"/>
                  </a:lnTo>
                  <a:close/>
                  <a:moveTo>
                    <a:pt x="1897" y="0"/>
                  </a:moveTo>
                  <a:cubicBezTo>
                    <a:pt x="1865" y="0"/>
                    <a:pt x="1801" y="0"/>
                    <a:pt x="1769" y="65"/>
                  </a:cubicBezTo>
                  <a:lnTo>
                    <a:pt x="33" y="2122"/>
                  </a:lnTo>
                  <a:lnTo>
                    <a:pt x="1" y="2186"/>
                  </a:lnTo>
                  <a:lnTo>
                    <a:pt x="1" y="2283"/>
                  </a:lnTo>
                  <a:lnTo>
                    <a:pt x="708" y="4501"/>
                  </a:lnTo>
                  <a:cubicBezTo>
                    <a:pt x="740" y="4565"/>
                    <a:pt x="772" y="4597"/>
                    <a:pt x="836" y="4597"/>
                  </a:cubicBezTo>
                  <a:cubicBezTo>
                    <a:pt x="855" y="4606"/>
                    <a:pt x="871" y="4610"/>
                    <a:pt x="885" y="4610"/>
                  </a:cubicBezTo>
                  <a:cubicBezTo>
                    <a:pt x="919" y="4610"/>
                    <a:pt x="942" y="4588"/>
                    <a:pt x="965" y="4565"/>
                  </a:cubicBezTo>
                  <a:lnTo>
                    <a:pt x="2636" y="2829"/>
                  </a:lnTo>
                  <a:cubicBezTo>
                    <a:pt x="2669" y="2797"/>
                    <a:pt x="2669" y="2733"/>
                    <a:pt x="2669" y="2700"/>
                  </a:cubicBezTo>
                  <a:lnTo>
                    <a:pt x="2026" y="97"/>
                  </a:lnTo>
                  <a:cubicBezTo>
                    <a:pt x="2026" y="65"/>
                    <a:pt x="1961" y="0"/>
                    <a:pt x="18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7" name="Google Shape;2497;g312bfb4b743_5_798"/>
            <p:cNvSpPr/>
            <p:nvPr/>
          </p:nvSpPr>
          <p:spPr>
            <a:xfrm>
              <a:off x="2692150" y="2510725"/>
              <a:ext cx="427550" cy="357150"/>
            </a:xfrm>
            <a:custGeom>
              <a:avLst/>
              <a:gdLst/>
              <a:ahLst/>
              <a:cxnLst/>
              <a:rect l="l" t="t" r="r" b="b"/>
              <a:pathLst>
                <a:path w="17102" h="14286" extrusionOk="0">
                  <a:moveTo>
                    <a:pt x="3601" y="1"/>
                  </a:moveTo>
                  <a:cubicBezTo>
                    <a:pt x="3504" y="1"/>
                    <a:pt x="3440" y="65"/>
                    <a:pt x="3440" y="161"/>
                  </a:cubicBezTo>
                  <a:cubicBezTo>
                    <a:pt x="3376" y="1544"/>
                    <a:pt x="4597" y="3858"/>
                    <a:pt x="4951" y="4501"/>
                  </a:cubicBezTo>
                  <a:lnTo>
                    <a:pt x="4372" y="5465"/>
                  </a:lnTo>
                  <a:cubicBezTo>
                    <a:pt x="3665" y="5465"/>
                    <a:pt x="1383" y="5465"/>
                    <a:pt x="129" y="5947"/>
                  </a:cubicBezTo>
                  <a:cubicBezTo>
                    <a:pt x="65" y="5980"/>
                    <a:pt x="1" y="6076"/>
                    <a:pt x="33" y="6140"/>
                  </a:cubicBezTo>
                  <a:cubicBezTo>
                    <a:pt x="57" y="6213"/>
                    <a:pt x="117" y="6249"/>
                    <a:pt x="173" y="6249"/>
                  </a:cubicBezTo>
                  <a:cubicBezTo>
                    <a:pt x="192" y="6249"/>
                    <a:pt x="210" y="6245"/>
                    <a:pt x="226" y="6237"/>
                  </a:cubicBezTo>
                  <a:cubicBezTo>
                    <a:pt x="1222" y="5853"/>
                    <a:pt x="2949" y="5775"/>
                    <a:pt x="3907" y="5775"/>
                  </a:cubicBezTo>
                  <a:cubicBezTo>
                    <a:pt x="4154" y="5775"/>
                    <a:pt x="4350" y="5780"/>
                    <a:pt x="4469" y="5787"/>
                  </a:cubicBezTo>
                  <a:lnTo>
                    <a:pt x="5015" y="6108"/>
                  </a:lnTo>
                  <a:lnTo>
                    <a:pt x="4726" y="6622"/>
                  </a:lnTo>
                  <a:lnTo>
                    <a:pt x="5337" y="6944"/>
                  </a:lnTo>
                  <a:cubicBezTo>
                    <a:pt x="5272" y="7233"/>
                    <a:pt x="5240" y="7490"/>
                    <a:pt x="5240" y="7747"/>
                  </a:cubicBezTo>
                  <a:lnTo>
                    <a:pt x="4019" y="8230"/>
                  </a:lnTo>
                  <a:lnTo>
                    <a:pt x="2765" y="8165"/>
                  </a:lnTo>
                  <a:lnTo>
                    <a:pt x="2701" y="8197"/>
                  </a:lnTo>
                  <a:lnTo>
                    <a:pt x="1544" y="8937"/>
                  </a:lnTo>
                  <a:cubicBezTo>
                    <a:pt x="1447" y="9001"/>
                    <a:pt x="1447" y="9065"/>
                    <a:pt x="1479" y="9162"/>
                  </a:cubicBezTo>
                  <a:cubicBezTo>
                    <a:pt x="1517" y="9199"/>
                    <a:pt x="1566" y="9215"/>
                    <a:pt x="1612" y="9215"/>
                  </a:cubicBezTo>
                  <a:cubicBezTo>
                    <a:pt x="1646" y="9215"/>
                    <a:pt x="1678" y="9207"/>
                    <a:pt x="1704" y="9194"/>
                  </a:cubicBezTo>
                  <a:lnTo>
                    <a:pt x="2797" y="8455"/>
                  </a:lnTo>
                  <a:lnTo>
                    <a:pt x="4051" y="8551"/>
                  </a:lnTo>
                  <a:lnTo>
                    <a:pt x="4115" y="8551"/>
                  </a:lnTo>
                  <a:lnTo>
                    <a:pt x="5240" y="8069"/>
                  </a:lnTo>
                  <a:cubicBezTo>
                    <a:pt x="5272" y="8680"/>
                    <a:pt x="5401" y="9098"/>
                    <a:pt x="5401" y="9098"/>
                  </a:cubicBezTo>
                  <a:cubicBezTo>
                    <a:pt x="5401" y="9098"/>
                    <a:pt x="6590" y="9580"/>
                    <a:pt x="7876" y="10094"/>
                  </a:cubicBezTo>
                  <a:lnTo>
                    <a:pt x="7587" y="10576"/>
                  </a:lnTo>
                  <a:cubicBezTo>
                    <a:pt x="7555" y="10640"/>
                    <a:pt x="7555" y="10705"/>
                    <a:pt x="7587" y="10769"/>
                  </a:cubicBezTo>
                  <a:lnTo>
                    <a:pt x="8615" y="12119"/>
                  </a:lnTo>
                  <a:lnTo>
                    <a:pt x="8615" y="13469"/>
                  </a:lnTo>
                  <a:cubicBezTo>
                    <a:pt x="8615" y="13533"/>
                    <a:pt x="8680" y="13598"/>
                    <a:pt x="8776" y="13598"/>
                  </a:cubicBezTo>
                  <a:cubicBezTo>
                    <a:pt x="8840" y="13598"/>
                    <a:pt x="8873" y="13566"/>
                    <a:pt x="8905" y="13533"/>
                  </a:cubicBezTo>
                  <a:lnTo>
                    <a:pt x="8937" y="13469"/>
                  </a:lnTo>
                  <a:lnTo>
                    <a:pt x="8937" y="12087"/>
                  </a:lnTo>
                  <a:lnTo>
                    <a:pt x="8905" y="11991"/>
                  </a:lnTo>
                  <a:lnTo>
                    <a:pt x="7908" y="10640"/>
                  </a:lnTo>
                  <a:lnTo>
                    <a:pt x="8165" y="10223"/>
                  </a:lnTo>
                  <a:cubicBezTo>
                    <a:pt x="9130" y="10608"/>
                    <a:pt x="10126" y="10994"/>
                    <a:pt x="10640" y="11123"/>
                  </a:cubicBezTo>
                  <a:lnTo>
                    <a:pt x="10640" y="12505"/>
                  </a:lnTo>
                  <a:cubicBezTo>
                    <a:pt x="10640" y="12569"/>
                    <a:pt x="10705" y="12633"/>
                    <a:pt x="10769" y="12633"/>
                  </a:cubicBezTo>
                  <a:lnTo>
                    <a:pt x="12891" y="13244"/>
                  </a:lnTo>
                  <a:lnTo>
                    <a:pt x="13276" y="14209"/>
                  </a:lnTo>
                  <a:cubicBezTo>
                    <a:pt x="13276" y="14256"/>
                    <a:pt x="13328" y="14285"/>
                    <a:pt x="13394" y="14285"/>
                  </a:cubicBezTo>
                  <a:cubicBezTo>
                    <a:pt x="13417" y="14285"/>
                    <a:pt x="13443" y="14281"/>
                    <a:pt x="13469" y="14273"/>
                  </a:cubicBezTo>
                  <a:lnTo>
                    <a:pt x="13533" y="14209"/>
                  </a:lnTo>
                  <a:lnTo>
                    <a:pt x="13533" y="14080"/>
                  </a:lnTo>
                  <a:lnTo>
                    <a:pt x="13148" y="13051"/>
                  </a:lnTo>
                  <a:lnTo>
                    <a:pt x="13051" y="12987"/>
                  </a:lnTo>
                  <a:lnTo>
                    <a:pt x="10962" y="12376"/>
                  </a:lnTo>
                  <a:lnTo>
                    <a:pt x="10930" y="11187"/>
                  </a:lnTo>
                  <a:lnTo>
                    <a:pt x="10930" y="11187"/>
                  </a:lnTo>
                  <a:cubicBezTo>
                    <a:pt x="11186" y="11227"/>
                    <a:pt x="11503" y="11245"/>
                    <a:pt x="11850" y="11245"/>
                  </a:cubicBezTo>
                  <a:cubicBezTo>
                    <a:pt x="12331" y="11245"/>
                    <a:pt x="12868" y="11211"/>
                    <a:pt x="13373" y="11155"/>
                  </a:cubicBezTo>
                  <a:cubicBezTo>
                    <a:pt x="14241" y="11091"/>
                    <a:pt x="14723" y="10190"/>
                    <a:pt x="14369" y="9419"/>
                  </a:cubicBezTo>
                  <a:lnTo>
                    <a:pt x="13308" y="7265"/>
                  </a:lnTo>
                  <a:lnTo>
                    <a:pt x="14208" y="6751"/>
                  </a:lnTo>
                  <a:lnTo>
                    <a:pt x="15784" y="8294"/>
                  </a:lnTo>
                  <a:lnTo>
                    <a:pt x="15912" y="8358"/>
                  </a:lnTo>
                  <a:lnTo>
                    <a:pt x="17005" y="8165"/>
                  </a:lnTo>
                  <a:lnTo>
                    <a:pt x="17101" y="8101"/>
                  </a:lnTo>
                  <a:lnTo>
                    <a:pt x="17101" y="8005"/>
                  </a:lnTo>
                  <a:cubicBezTo>
                    <a:pt x="17101" y="7925"/>
                    <a:pt x="17058" y="7868"/>
                    <a:pt x="16989" y="7868"/>
                  </a:cubicBezTo>
                  <a:cubicBezTo>
                    <a:pt x="16974" y="7868"/>
                    <a:pt x="16958" y="7870"/>
                    <a:pt x="16941" y="7876"/>
                  </a:cubicBezTo>
                  <a:lnTo>
                    <a:pt x="15944" y="8037"/>
                  </a:lnTo>
                  <a:lnTo>
                    <a:pt x="14369" y="6462"/>
                  </a:lnTo>
                  <a:cubicBezTo>
                    <a:pt x="14324" y="6439"/>
                    <a:pt x="14278" y="6416"/>
                    <a:pt x="14233" y="6416"/>
                  </a:cubicBezTo>
                  <a:cubicBezTo>
                    <a:pt x="14214" y="6416"/>
                    <a:pt x="14195" y="6420"/>
                    <a:pt x="14176" y="6430"/>
                  </a:cubicBezTo>
                  <a:lnTo>
                    <a:pt x="13148" y="7008"/>
                  </a:lnTo>
                  <a:lnTo>
                    <a:pt x="13083" y="6815"/>
                  </a:lnTo>
                  <a:lnTo>
                    <a:pt x="11026" y="5304"/>
                  </a:lnTo>
                  <a:lnTo>
                    <a:pt x="11380" y="4694"/>
                  </a:lnTo>
                  <a:lnTo>
                    <a:pt x="13019" y="4919"/>
                  </a:lnTo>
                  <a:lnTo>
                    <a:pt x="13116" y="4887"/>
                  </a:lnTo>
                  <a:lnTo>
                    <a:pt x="14305" y="4212"/>
                  </a:lnTo>
                  <a:lnTo>
                    <a:pt x="14369" y="4147"/>
                  </a:lnTo>
                  <a:cubicBezTo>
                    <a:pt x="14401" y="4115"/>
                    <a:pt x="14401" y="4051"/>
                    <a:pt x="14369" y="3987"/>
                  </a:cubicBezTo>
                  <a:cubicBezTo>
                    <a:pt x="14349" y="3947"/>
                    <a:pt x="14305" y="3919"/>
                    <a:pt x="14251" y="3919"/>
                  </a:cubicBezTo>
                  <a:cubicBezTo>
                    <a:pt x="14218" y="3919"/>
                    <a:pt x="14181" y="3930"/>
                    <a:pt x="14144" y="3954"/>
                  </a:cubicBezTo>
                  <a:lnTo>
                    <a:pt x="12987" y="4597"/>
                  </a:lnTo>
                  <a:lnTo>
                    <a:pt x="11315" y="4404"/>
                  </a:lnTo>
                  <a:cubicBezTo>
                    <a:pt x="11298" y="4396"/>
                    <a:pt x="11281" y="4392"/>
                    <a:pt x="11264" y="4392"/>
                  </a:cubicBezTo>
                  <a:cubicBezTo>
                    <a:pt x="11219" y="4392"/>
                    <a:pt x="11178" y="4422"/>
                    <a:pt x="11155" y="4469"/>
                  </a:cubicBezTo>
                  <a:lnTo>
                    <a:pt x="10769" y="5112"/>
                  </a:lnTo>
                  <a:lnTo>
                    <a:pt x="8487" y="3440"/>
                  </a:lnTo>
                  <a:cubicBezTo>
                    <a:pt x="8487" y="3440"/>
                    <a:pt x="7940" y="3697"/>
                    <a:pt x="7265" y="4212"/>
                  </a:cubicBezTo>
                  <a:lnTo>
                    <a:pt x="7137" y="3312"/>
                  </a:lnTo>
                  <a:lnTo>
                    <a:pt x="7137" y="3247"/>
                  </a:lnTo>
                  <a:lnTo>
                    <a:pt x="6462" y="2219"/>
                  </a:lnTo>
                  <a:lnTo>
                    <a:pt x="6526" y="901"/>
                  </a:lnTo>
                  <a:cubicBezTo>
                    <a:pt x="6526" y="804"/>
                    <a:pt x="6462" y="740"/>
                    <a:pt x="6397" y="740"/>
                  </a:cubicBezTo>
                  <a:cubicBezTo>
                    <a:pt x="6301" y="740"/>
                    <a:pt x="6237" y="804"/>
                    <a:pt x="6237" y="869"/>
                  </a:cubicBezTo>
                  <a:lnTo>
                    <a:pt x="6140" y="2251"/>
                  </a:lnTo>
                  <a:lnTo>
                    <a:pt x="6172" y="2347"/>
                  </a:lnTo>
                  <a:lnTo>
                    <a:pt x="6847" y="3376"/>
                  </a:lnTo>
                  <a:lnTo>
                    <a:pt x="6976" y="4437"/>
                  </a:lnTo>
                  <a:cubicBezTo>
                    <a:pt x="6912" y="4469"/>
                    <a:pt x="6847" y="4533"/>
                    <a:pt x="6783" y="4597"/>
                  </a:cubicBezTo>
                  <a:lnTo>
                    <a:pt x="6076" y="4179"/>
                  </a:lnTo>
                  <a:lnTo>
                    <a:pt x="5755" y="4694"/>
                  </a:lnTo>
                  <a:lnTo>
                    <a:pt x="5240" y="4404"/>
                  </a:lnTo>
                  <a:cubicBezTo>
                    <a:pt x="4951" y="3890"/>
                    <a:pt x="3697" y="1511"/>
                    <a:pt x="3762" y="161"/>
                  </a:cubicBezTo>
                  <a:cubicBezTo>
                    <a:pt x="3762" y="65"/>
                    <a:pt x="3697" y="1"/>
                    <a:pt x="36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8" name="Google Shape;2498;g312bfb4b743_5_798"/>
            <p:cNvSpPr/>
            <p:nvPr/>
          </p:nvSpPr>
          <p:spPr>
            <a:xfrm>
              <a:off x="2836800" y="2611975"/>
              <a:ext cx="177625" cy="168000"/>
            </a:xfrm>
            <a:custGeom>
              <a:avLst/>
              <a:gdLst/>
              <a:ahLst/>
              <a:cxnLst/>
              <a:rect l="l" t="t" r="r" b="b"/>
              <a:pathLst>
                <a:path w="7105" h="6720" extrusionOk="0">
                  <a:moveTo>
                    <a:pt x="2669" y="1"/>
                  </a:moveTo>
                  <a:lnTo>
                    <a:pt x="2604" y="2958"/>
                  </a:lnTo>
                  <a:lnTo>
                    <a:pt x="1" y="4758"/>
                  </a:lnTo>
                  <a:lnTo>
                    <a:pt x="4854" y="6719"/>
                  </a:lnTo>
                  <a:lnTo>
                    <a:pt x="4951" y="5176"/>
                  </a:lnTo>
                  <a:lnTo>
                    <a:pt x="5787" y="4790"/>
                  </a:lnTo>
                  <a:lnTo>
                    <a:pt x="5626" y="3955"/>
                  </a:lnTo>
                  <a:lnTo>
                    <a:pt x="7105" y="3022"/>
                  </a:lnTo>
                  <a:lnTo>
                    <a:pt x="2669"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9" name="Google Shape;2499;g312bfb4b743_5_798"/>
            <p:cNvSpPr/>
            <p:nvPr/>
          </p:nvSpPr>
          <p:spPr>
            <a:xfrm>
              <a:off x="2832775" y="2608175"/>
              <a:ext cx="185675" cy="175000"/>
            </a:xfrm>
            <a:custGeom>
              <a:avLst/>
              <a:gdLst/>
              <a:ahLst/>
              <a:cxnLst/>
              <a:rect l="l" t="t" r="r" b="b"/>
              <a:pathLst>
                <a:path w="7427" h="7000" extrusionOk="0">
                  <a:moveTo>
                    <a:pt x="2990" y="442"/>
                  </a:moveTo>
                  <a:lnTo>
                    <a:pt x="6976" y="3174"/>
                  </a:lnTo>
                  <a:lnTo>
                    <a:pt x="5723" y="3978"/>
                  </a:lnTo>
                  <a:lnTo>
                    <a:pt x="5658" y="4010"/>
                  </a:lnTo>
                  <a:lnTo>
                    <a:pt x="5626" y="4139"/>
                  </a:lnTo>
                  <a:lnTo>
                    <a:pt x="5787" y="4878"/>
                  </a:lnTo>
                  <a:lnTo>
                    <a:pt x="5080" y="5167"/>
                  </a:lnTo>
                  <a:cubicBezTo>
                    <a:pt x="5015" y="5200"/>
                    <a:pt x="4983" y="5264"/>
                    <a:pt x="4983" y="5296"/>
                  </a:cubicBezTo>
                  <a:lnTo>
                    <a:pt x="4887" y="6646"/>
                  </a:lnTo>
                  <a:lnTo>
                    <a:pt x="483" y="4878"/>
                  </a:lnTo>
                  <a:lnTo>
                    <a:pt x="2862" y="3239"/>
                  </a:lnTo>
                  <a:cubicBezTo>
                    <a:pt x="2894" y="3207"/>
                    <a:pt x="2926" y="3142"/>
                    <a:pt x="2926" y="3110"/>
                  </a:cubicBezTo>
                  <a:lnTo>
                    <a:pt x="2990" y="442"/>
                  </a:lnTo>
                  <a:close/>
                  <a:moveTo>
                    <a:pt x="2834" y="0"/>
                  </a:moveTo>
                  <a:cubicBezTo>
                    <a:pt x="2806" y="0"/>
                    <a:pt x="2781" y="8"/>
                    <a:pt x="2765" y="24"/>
                  </a:cubicBezTo>
                  <a:cubicBezTo>
                    <a:pt x="2701" y="56"/>
                    <a:pt x="2669" y="89"/>
                    <a:pt x="2669" y="153"/>
                  </a:cubicBezTo>
                  <a:lnTo>
                    <a:pt x="2605" y="3014"/>
                  </a:lnTo>
                  <a:lnTo>
                    <a:pt x="65" y="4782"/>
                  </a:lnTo>
                  <a:cubicBezTo>
                    <a:pt x="1" y="4814"/>
                    <a:pt x="1" y="4878"/>
                    <a:pt x="1" y="4942"/>
                  </a:cubicBezTo>
                  <a:cubicBezTo>
                    <a:pt x="1" y="4975"/>
                    <a:pt x="33" y="5039"/>
                    <a:pt x="97" y="5071"/>
                  </a:cubicBezTo>
                  <a:lnTo>
                    <a:pt x="4983" y="7000"/>
                  </a:lnTo>
                  <a:lnTo>
                    <a:pt x="5112" y="7000"/>
                  </a:lnTo>
                  <a:cubicBezTo>
                    <a:pt x="5144" y="6967"/>
                    <a:pt x="5176" y="6935"/>
                    <a:pt x="5176" y="6871"/>
                  </a:cubicBezTo>
                  <a:lnTo>
                    <a:pt x="5273" y="5425"/>
                  </a:lnTo>
                  <a:lnTo>
                    <a:pt x="6012" y="5103"/>
                  </a:lnTo>
                  <a:cubicBezTo>
                    <a:pt x="6076" y="5071"/>
                    <a:pt x="6108" y="5007"/>
                    <a:pt x="6108" y="4942"/>
                  </a:cubicBezTo>
                  <a:lnTo>
                    <a:pt x="5948" y="4171"/>
                  </a:lnTo>
                  <a:lnTo>
                    <a:pt x="7330" y="3303"/>
                  </a:lnTo>
                  <a:lnTo>
                    <a:pt x="7394" y="3239"/>
                  </a:lnTo>
                  <a:lnTo>
                    <a:pt x="7426" y="3174"/>
                  </a:lnTo>
                  <a:cubicBezTo>
                    <a:pt x="7426" y="3142"/>
                    <a:pt x="7394" y="3078"/>
                    <a:pt x="7362" y="3046"/>
                  </a:cubicBezTo>
                  <a:lnTo>
                    <a:pt x="2926" y="24"/>
                  </a:lnTo>
                  <a:cubicBezTo>
                    <a:pt x="2894" y="8"/>
                    <a:pt x="2862" y="0"/>
                    <a:pt x="28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g312bfb4b743_5_798"/>
            <p:cNvSpPr/>
            <p:nvPr/>
          </p:nvSpPr>
          <p:spPr>
            <a:xfrm>
              <a:off x="2845650" y="2627250"/>
              <a:ext cx="56275" cy="95650"/>
            </a:xfrm>
            <a:custGeom>
              <a:avLst/>
              <a:gdLst/>
              <a:ahLst/>
              <a:cxnLst/>
              <a:rect l="l" t="t" r="r" b="b"/>
              <a:pathLst>
                <a:path w="2251" h="3826" extrusionOk="0">
                  <a:moveTo>
                    <a:pt x="2186" y="1"/>
                  </a:moveTo>
                  <a:lnTo>
                    <a:pt x="129" y="1190"/>
                  </a:lnTo>
                  <a:lnTo>
                    <a:pt x="0" y="3826"/>
                  </a:lnTo>
                  <a:lnTo>
                    <a:pt x="2250" y="2347"/>
                  </a:lnTo>
                  <a:lnTo>
                    <a:pt x="218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1" name="Google Shape;2501;g312bfb4b743_5_798"/>
            <p:cNvSpPr/>
            <p:nvPr/>
          </p:nvSpPr>
          <p:spPr>
            <a:xfrm>
              <a:off x="2841625" y="2623225"/>
              <a:ext cx="64325" cy="103500"/>
            </a:xfrm>
            <a:custGeom>
              <a:avLst/>
              <a:gdLst/>
              <a:ahLst/>
              <a:cxnLst/>
              <a:rect l="l" t="t" r="r" b="b"/>
              <a:pathLst>
                <a:path w="2573" h="4140" extrusionOk="0">
                  <a:moveTo>
                    <a:pt x="2218" y="419"/>
                  </a:moveTo>
                  <a:lnTo>
                    <a:pt x="2251" y="2412"/>
                  </a:lnTo>
                  <a:lnTo>
                    <a:pt x="322" y="3697"/>
                  </a:lnTo>
                  <a:lnTo>
                    <a:pt x="418" y="1447"/>
                  </a:lnTo>
                  <a:lnTo>
                    <a:pt x="2218" y="419"/>
                  </a:lnTo>
                  <a:close/>
                  <a:moveTo>
                    <a:pt x="2283" y="1"/>
                  </a:moveTo>
                  <a:lnTo>
                    <a:pt x="193" y="1222"/>
                  </a:lnTo>
                  <a:cubicBezTo>
                    <a:pt x="161" y="1222"/>
                    <a:pt x="129" y="1287"/>
                    <a:pt x="129" y="1351"/>
                  </a:cubicBezTo>
                  <a:lnTo>
                    <a:pt x="1" y="3987"/>
                  </a:lnTo>
                  <a:cubicBezTo>
                    <a:pt x="1" y="4051"/>
                    <a:pt x="33" y="4083"/>
                    <a:pt x="97" y="4115"/>
                  </a:cubicBezTo>
                  <a:cubicBezTo>
                    <a:pt x="113" y="4131"/>
                    <a:pt x="137" y="4139"/>
                    <a:pt x="165" y="4139"/>
                  </a:cubicBezTo>
                  <a:cubicBezTo>
                    <a:pt x="193" y="4139"/>
                    <a:pt x="226" y="4131"/>
                    <a:pt x="258" y="4115"/>
                  </a:cubicBezTo>
                  <a:lnTo>
                    <a:pt x="2508" y="2637"/>
                  </a:lnTo>
                  <a:lnTo>
                    <a:pt x="2540" y="2572"/>
                  </a:lnTo>
                  <a:lnTo>
                    <a:pt x="2572" y="2508"/>
                  </a:lnTo>
                  <a:lnTo>
                    <a:pt x="2508" y="129"/>
                  </a:lnTo>
                  <a:cubicBezTo>
                    <a:pt x="2508" y="97"/>
                    <a:pt x="2476" y="33"/>
                    <a:pt x="24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g312bfb4b743_5_798"/>
            <p:cNvSpPr/>
            <p:nvPr/>
          </p:nvSpPr>
          <p:spPr>
            <a:xfrm>
              <a:off x="3290050" y="3551400"/>
              <a:ext cx="279675" cy="397425"/>
            </a:xfrm>
            <a:custGeom>
              <a:avLst/>
              <a:gdLst/>
              <a:ahLst/>
              <a:cxnLst/>
              <a:rect l="l" t="t" r="r" b="b"/>
              <a:pathLst>
                <a:path w="11187" h="15897" extrusionOk="0">
                  <a:moveTo>
                    <a:pt x="2282" y="1"/>
                  </a:moveTo>
                  <a:lnTo>
                    <a:pt x="2186" y="33"/>
                  </a:lnTo>
                  <a:cubicBezTo>
                    <a:pt x="2122" y="65"/>
                    <a:pt x="2122" y="162"/>
                    <a:pt x="2154" y="226"/>
                  </a:cubicBezTo>
                  <a:lnTo>
                    <a:pt x="2797" y="1029"/>
                  </a:lnTo>
                  <a:lnTo>
                    <a:pt x="2186" y="3183"/>
                  </a:lnTo>
                  <a:cubicBezTo>
                    <a:pt x="2186" y="3247"/>
                    <a:pt x="2218" y="3312"/>
                    <a:pt x="2250" y="3344"/>
                  </a:cubicBezTo>
                  <a:lnTo>
                    <a:pt x="3247" y="3955"/>
                  </a:lnTo>
                  <a:lnTo>
                    <a:pt x="3118" y="4115"/>
                  </a:lnTo>
                  <a:lnTo>
                    <a:pt x="2797" y="6655"/>
                  </a:lnTo>
                  <a:lnTo>
                    <a:pt x="2122" y="6655"/>
                  </a:lnTo>
                  <a:lnTo>
                    <a:pt x="1479" y="5112"/>
                  </a:lnTo>
                  <a:lnTo>
                    <a:pt x="1414" y="5047"/>
                  </a:lnTo>
                  <a:lnTo>
                    <a:pt x="257" y="4340"/>
                  </a:lnTo>
                  <a:lnTo>
                    <a:pt x="161" y="4308"/>
                  </a:lnTo>
                  <a:cubicBezTo>
                    <a:pt x="129" y="4308"/>
                    <a:pt x="64" y="4340"/>
                    <a:pt x="32" y="4372"/>
                  </a:cubicBezTo>
                  <a:cubicBezTo>
                    <a:pt x="0" y="4437"/>
                    <a:pt x="0" y="4533"/>
                    <a:pt x="97" y="4597"/>
                  </a:cubicBezTo>
                  <a:lnTo>
                    <a:pt x="1222" y="5272"/>
                  </a:lnTo>
                  <a:lnTo>
                    <a:pt x="1864" y="6848"/>
                  </a:lnTo>
                  <a:cubicBezTo>
                    <a:pt x="1897" y="6912"/>
                    <a:pt x="1929" y="6944"/>
                    <a:pt x="1993" y="6944"/>
                  </a:cubicBezTo>
                  <a:lnTo>
                    <a:pt x="2765" y="6976"/>
                  </a:lnTo>
                  <a:lnTo>
                    <a:pt x="2411" y="9773"/>
                  </a:lnTo>
                  <a:cubicBezTo>
                    <a:pt x="2411" y="9773"/>
                    <a:pt x="2893" y="10158"/>
                    <a:pt x="3665" y="10480"/>
                  </a:cubicBezTo>
                  <a:lnTo>
                    <a:pt x="2957" y="10994"/>
                  </a:lnTo>
                  <a:lnTo>
                    <a:pt x="2925" y="11058"/>
                  </a:lnTo>
                  <a:lnTo>
                    <a:pt x="2347" y="12151"/>
                  </a:lnTo>
                  <a:lnTo>
                    <a:pt x="1125" y="12730"/>
                  </a:lnTo>
                  <a:cubicBezTo>
                    <a:pt x="1061" y="12762"/>
                    <a:pt x="1029" y="12859"/>
                    <a:pt x="1061" y="12923"/>
                  </a:cubicBezTo>
                  <a:cubicBezTo>
                    <a:pt x="1085" y="12995"/>
                    <a:pt x="1145" y="13031"/>
                    <a:pt x="1215" y="13031"/>
                  </a:cubicBezTo>
                  <a:cubicBezTo>
                    <a:pt x="1238" y="13031"/>
                    <a:pt x="1262" y="13027"/>
                    <a:pt x="1286" y="13019"/>
                  </a:cubicBezTo>
                  <a:lnTo>
                    <a:pt x="2507" y="12409"/>
                  </a:lnTo>
                  <a:lnTo>
                    <a:pt x="2572" y="12344"/>
                  </a:lnTo>
                  <a:lnTo>
                    <a:pt x="3150" y="11219"/>
                  </a:lnTo>
                  <a:lnTo>
                    <a:pt x="4018" y="10608"/>
                  </a:lnTo>
                  <a:cubicBezTo>
                    <a:pt x="4082" y="10641"/>
                    <a:pt x="4179" y="10673"/>
                    <a:pt x="4243" y="10705"/>
                  </a:cubicBezTo>
                  <a:lnTo>
                    <a:pt x="4243" y="11541"/>
                  </a:lnTo>
                  <a:lnTo>
                    <a:pt x="4854" y="11541"/>
                  </a:lnTo>
                  <a:lnTo>
                    <a:pt x="4854" y="12151"/>
                  </a:lnTo>
                  <a:cubicBezTo>
                    <a:pt x="4532" y="12666"/>
                    <a:pt x="3054" y="14916"/>
                    <a:pt x="1864" y="15527"/>
                  </a:cubicBezTo>
                  <a:cubicBezTo>
                    <a:pt x="1768" y="15559"/>
                    <a:pt x="1768" y="15655"/>
                    <a:pt x="1800" y="15719"/>
                  </a:cubicBezTo>
                  <a:cubicBezTo>
                    <a:pt x="1824" y="15767"/>
                    <a:pt x="1882" y="15796"/>
                    <a:pt x="1936" y="15796"/>
                  </a:cubicBezTo>
                  <a:cubicBezTo>
                    <a:pt x="1956" y="15796"/>
                    <a:pt x="1976" y="15792"/>
                    <a:pt x="1993" y="15784"/>
                  </a:cubicBezTo>
                  <a:cubicBezTo>
                    <a:pt x="3247" y="15173"/>
                    <a:pt x="4693" y="12955"/>
                    <a:pt x="5079" y="12376"/>
                  </a:cubicBezTo>
                  <a:lnTo>
                    <a:pt x="6204" y="12376"/>
                  </a:lnTo>
                  <a:cubicBezTo>
                    <a:pt x="6525" y="13019"/>
                    <a:pt x="7650" y="15012"/>
                    <a:pt x="8679" y="15848"/>
                  </a:cubicBezTo>
                  <a:cubicBezTo>
                    <a:pt x="8711" y="15880"/>
                    <a:pt x="8751" y="15896"/>
                    <a:pt x="8792" y="15896"/>
                  </a:cubicBezTo>
                  <a:cubicBezTo>
                    <a:pt x="8832" y="15896"/>
                    <a:pt x="8872" y="15880"/>
                    <a:pt x="8904" y="15848"/>
                  </a:cubicBezTo>
                  <a:cubicBezTo>
                    <a:pt x="8936" y="15784"/>
                    <a:pt x="8936" y="15687"/>
                    <a:pt x="8872" y="15623"/>
                  </a:cubicBezTo>
                  <a:cubicBezTo>
                    <a:pt x="7843" y="14787"/>
                    <a:pt x="6686" y="12634"/>
                    <a:pt x="6429" y="12151"/>
                  </a:cubicBezTo>
                  <a:lnTo>
                    <a:pt x="6429" y="11509"/>
                  </a:lnTo>
                  <a:lnTo>
                    <a:pt x="7008" y="11509"/>
                  </a:lnTo>
                  <a:lnTo>
                    <a:pt x="7008" y="10833"/>
                  </a:lnTo>
                  <a:cubicBezTo>
                    <a:pt x="7297" y="10737"/>
                    <a:pt x="7522" y="10641"/>
                    <a:pt x="7747" y="10512"/>
                  </a:cubicBezTo>
                  <a:lnTo>
                    <a:pt x="8776" y="11348"/>
                  </a:lnTo>
                  <a:lnTo>
                    <a:pt x="9322" y="12473"/>
                  </a:lnTo>
                  <a:lnTo>
                    <a:pt x="9386" y="12537"/>
                  </a:lnTo>
                  <a:lnTo>
                    <a:pt x="10608" y="13180"/>
                  </a:lnTo>
                  <a:cubicBezTo>
                    <a:pt x="10625" y="13189"/>
                    <a:pt x="10644" y="13193"/>
                    <a:pt x="10664" y="13193"/>
                  </a:cubicBezTo>
                  <a:cubicBezTo>
                    <a:pt x="10719" y="13193"/>
                    <a:pt x="10777" y="13163"/>
                    <a:pt x="10801" y="13116"/>
                  </a:cubicBezTo>
                  <a:cubicBezTo>
                    <a:pt x="10865" y="13019"/>
                    <a:pt x="10833" y="12955"/>
                    <a:pt x="10736" y="12891"/>
                  </a:cubicBezTo>
                  <a:lnTo>
                    <a:pt x="9579" y="12280"/>
                  </a:lnTo>
                  <a:lnTo>
                    <a:pt x="9033" y="11155"/>
                  </a:lnTo>
                  <a:lnTo>
                    <a:pt x="9001" y="11123"/>
                  </a:lnTo>
                  <a:lnTo>
                    <a:pt x="8036" y="10351"/>
                  </a:lnTo>
                  <a:cubicBezTo>
                    <a:pt x="8550" y="10030"/>
                    <a:pt x="8840" y="9741"/>
                    <a:pt x="8840" y="9741"/>
                  </a:cubicBezTo>
                  <a:cubicBezTo>
                    <a:pt x="8840" y="9741"/>
                    <a:pt x="8711" y="8455"/>
                    <a:pt x="8518" y="7073"/>
                  </a:cubicBezTo>
                  <a:lnTo>
                    <a:pt x="9097" y="7073"/>
                  </a:lnTo>
                  <a:cubicBezTo>
                    <a:pt x="9161" y="7073"/>
                    <a:pt x="9193" y="7040"/>
                    <a:pt x="9226" y="6976"/>
                  </a:cubicBezTo>
                  <a:lnTo>
                    <a:pt x="9933" y="5433"/>
                  </a:lnTo>
                  <a:lnTo>
                    <a:pt x="11090" y="4790"/>
                  </a:lnTo>
                  <a:cubicBezTo>
                    <a:pt x="11154" y="4758"/>
                    <a:pt x="11186" y="4662"/>
                    <a:pt x="11154" y="4565"/>
                  </a:cubicBezTo>
                  <a:cubicBezTo>
                    <a:pt x="11122" y="4533"/>
                    <a:pt x="11058" y="4501"/>
                    <a:pt x="11026" y="4501"/>
                  </a:cubicBezTo>
                  <a:lnTo>
                    <a:pt x="10929" y="4533"/>
                  </a:lnTo>
                  <a:lnTo>
                    <a:pt x="9740" y="5176"/>
                  </a:lnTo>
                  <a:lnTo>
                    <a:pt x="9676" y="5272"/>
                  </a:lnTo>
                  <a:lnTo>
                    <a:pt x="9001" y="6783"/>
                  </a:lnTo>
                  <a:lnTo>
                    <a:pt x="8486" y="6751"/>
                  </a:lnTo>
                  <a:cubicBezTo>
                    <a:pt x="8358" y="5723"/>
                    <a:pt x="8197" y="4694"/>
                    <a:pt x="8100" y="4180"/>
                  </a:cubicBezTo>
                  <a:lnTo>
                    <a:pt x="9258" y="3472"/>
                  </a:lnTo>
                  <a:cubicBezTo>
                    <a:pt x="9322" y="3440"/>
                    <a:pt x="9354" y="3376"/>
                    <a:pt x="9354" y="3312"/>
                  </a:cubicBezTo>
                  <a:lnTo>
                    <a:pt x="8808" y="1158"/>
                  </a:lnTo>
                  <a:lnTo>
                    <a:pt x="9483" y="354"/>
                  </a:lnTo>
                  <a:cubicBezTo>
                    <a:pt x="9547" y="290"/>
                    <a:pt x="9515" y="194"/>
                    <a:pt x="9451" y="162"/>
                  </a:cubicBezTo>
                  <a:lnTo>
                    <a:pt x="9354" y="129"/>
                  </a:lnTo>
                  <a:lnTo>
                    <a:pt x="9258" y="162"/>
                  </a:lnTo>
                  <a:lnTo>
                    <a:pt x="8550" y="997"/>
                  </a:lnTo>
                  <a:lnTo>
                    <a:pt x="8518" y="1126"/>
                  </a:lnTo>
                  <a:lnTo>
                    <a:pt x="9033" y="3280"/>
                  </a:lnTo>
                  <a:lnTo>
                    <a:pt x="8004" y="3858"/>
                  </a:lnTo>
                  <a:cubicBezTo>
                    <a:pt x="7779" y="3312"/>
                    <a:pt x="7265" y="2476"/>
                    <a:pt x="6783" y="1737"/>
                  </a:cubicBezTo>
                  <a:cubicBezTo>
                    <a:pt x="6541" y="1383"/>
                    <a:pt x="6156" y="1206"/>
                    <a:pt x="5770" y="1206"/>
                  </a:cubicBezTo>
                  <a:cubicBezTo>
                    <a:pt x="5384" y="1206"/>
                    <a:pt x="4999" y="1383"/>
                    <a:pt x="4757" y="1737"/>
                  </a:cubicBezTo>
                  <a:lnTo>
                    <a:pt x="3407" y="3730"/>
                  </a:lnTo>
                  <a:lnTo>
                    <a:pt x="2507" y="3151"/>
                  </a:lnTo>
                  <a:lnTo>
                    <a:pt x="3118" y="1029"/>
                  </a:lnTo>
                  <a:lnTo>
                    <a:pt x="3086" y="901"/>
                  </a:lnTo>
                  <a:lnTo>
                    <a:pt x="2411" y="65"/>
                  </a:lnTo>
                  <a:lnTo>
                    <a:pt x="228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3" name="Google Shape;2503;g312bfb4b743_5_798"/>
            <p:cNvSpPr/>
            <p:nvPr/>
          </p:nvSpPr>
          <p:spPr>
            <a:xfrm>
              <a:off x="3363975" y="3655875"/>
              <a:ext cx="136625" cy="134225"/>
            </a:xfrm>
            <a:custGeom>
              <a:avLst/>
              <a:gdLst/>
              <a:ahLst/>
              <a:cxnLst/>
              <a:rect l="l" t="t" r="r" b="b"/>
              <a:pathLst>
                <a:path w="5465" h="5369" extrusionOk="0">
                  <a:moveTo>
                    <a:pt x="483" y="1"/>
                  </a:moveTo>
                  <a:lnTo>
                    <a:pt x="0" y="5337"/>
                  </a:lnTo>
                  <a:lnTo>
                    <a:pt x="0" y="5337"/>
                  </a:lnTo>
                  <a:lnTo>
                    <a:pt x="2604" y="3954"/>
                  </a:lnTo>
                  <a:lnTo>
                    <a:pt x="5465" y="5369"/>
                  </a:lnTo>
                  <a:lnTo>
                    <a:pt x="4790" y="129"/>
                  </a:lnTo>
                  <a:lnTo>
                    <a:pt x="3408" y="804"/>
                  </a:lnTo>
                  <a:lnTo>
                    <a:pt x="2668" y="258"/>
                  </a:lnTo>
                  <a:lnTo>
                    <a:pt x="1993" y="836"/>
                  </a:lnTo>
                  <a:lnTo>
                    <a:pt x="483"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4" name="Google Shape;2504;g312bfb4b743_5_798"/>
            <p:cNvSpPr/>
            <p:nvPr/>
          </p:nvSpPr>
          <p:spPr>
            <a:xfrm>
              <a:off x="3359950" y="3651850"/>
              <a:ext cx="144675" cy="141800"/>
            </a:xfrm>
            <a:custGeom>
              <a:avLst/>
              <a:gdLst/>
              <a:ahLst/>
              <a:cxnLst/>
              <a:rect l="l" t="t" r="r" b="b"/>
              <a:pathLst>
                <a:path w="5787" h="5672" extrusionOk="0">
                  <a:moveTo>
                    <a:pt x="772" y="387"/>
                  </a:moveTo>
                  <a:lnTo>
                    <a:pt x="2090" y="1126"/>
                  </a:lnTo>
                  <a:lnTo>
                    <a:pt x="2154" y="1126"/>
                  </a:lnTo>
                  <a:lnTo>
                    <a:pt x="2283" y="1094"/>
                  </a:lnTo>
                  <a:lnTo>
                    <a:pt x="2829" y="612"/>
                  </a:lnTo>
                  <a:lnTo>
                    <a:pt x="3472" y="1094"/>
                  </a:lnTo>
                  <a:cubicBezTo>
                    <a:pt x="3504" y="1126"/>
                    <a:pt x="3569" y="1126"/>
                    <a:pt x="3633" y="1126"/>
                  </a:cubicBezTo>
                  <a:lnTo>
                    <a:pt x="4822" y="547"/>
                  </a:lnTo>
                  <a:lnTo>
                    <a:pt x="5433" y="5240"/>
                  </a:lnTo>
                  <a:lnTo>
                    <a:pt x="5433" y="5240"/>
                  </a:lnTo>
                  <a:lnTo>
                    <a:pt x="2829" y="3987"/>
                  </a:lnTo>
                  <a:lnTo>
                    <a:pt x="2701" y="3987"/>
                  </a:lnTo>
                  <a:lnTo>
                    <a:pt x="354" y="5240"/>
                  </a:lnTo>
                  <a:lnTo>
                    <a:pt x="772" y="387"/>
                  </a:lnTo>
                  <a:close/>
                  <a:moveTo>
                    <a:pt x="579" y="1"/>
                  </a:moveTo>
                  <a:cubicBezTo>
                    <a:pt x="515" y="33"/>
                    <a:pt x="483" y="97"/>
                    <a:pt x="483" y="129"/>
                  </a:cubicBezTo>
                  <a:lnTo>
                    <a:pt x="1" y="5465"/>
                  </a:lnTo>
                  <a:cubicBezTo>
                    <a:pt x="1" y="5530"/>
                    <a:pt x="33" y="5594"/>
                    <a:pt x="65" y="5626"/>
                  </a:cubicBezTo>
                  <a:cubicBezTo>
                    <a:pt x="97" y="5642"/>
                    <a:pt x="129" y="5650"/>
                    <a:pt x="157" y="5650"/>
                  </a:cubicBezTo>
                  <a:cubicBezTo>
                    <a:pt x="185" y="5650"/>
                    <a:pt x="210" y="5642"/>
                    <a:pt x="226" y="5626"/>
                  </a:cubicBezTo>
                  <a:lnTo>
                    <a:pt x="2765" y="4276"/>
                  </a:lnTo>
                  <a:lnTo>
                    <a:pt x="5562" y="5658"/>
                  </a:lnTo>
                  <a:cubicBezTo>
                    <a:pt x="5580" y="5668"/>
                    <a:pt x="5599" y="5672"/>
                    <a:pt x="5617" y="5672"/>
                  </a:cubicBezTo>
                  <a:cubicBezTo>
                    <a:pt x="5661" y="5672"/>
                    <a:pt x="5700" y="5649"/>
                    <a:pt x="5722" y="5626"/>
                  </a:cubicBezTo>
                  <a:cubicBezTo>
                    <a:pt x="5754" y="5594"/>
                    <a:pt x="5787" y="5562"/>
                    <a:pt x="5787" y="5498"/>
                  </a:cubicBezTo>
                  <a:lnTo>
                    <a:pt x="5112" y="290"/>
                  </a:lnTo>
                  <a:cubicBezTo>
                    <a:pt x="5112" y="226"/>
                    <a:pt x="5079" y="194"/>
                    <a:pt x="5015" y="162"/>
                  </a:cubicBezTo>
                  <a:lnTo>
                    <a:pt x="4887" y="162"/>
                  </a:lnTo>
                  <a:lnTo>
                    <a:pt x="3569" y="804"/>
                  </a:lnTo>
                  <a:lnTo>
                    <a:pt x="2926" y="290"/>
                  </a:lnTo>
                  <a:cubicBezTo>
                    <a:pt x="2894" y="274"/>
                    <a:pt x="2862" y="266"/>
                    <a:pt x="2829" y="266"/>
                  </a:cubicBezTo>
                  <a:cubicBezTo>
                    <a:pt x="2797" y="266"/>
                    <a:pt x="2765" y="274"/>
                    <a:pt x="2733" y="290"/>
                  </a:cubicBezTo>
                  <a:lnTo>
                    <a:pt x="2154" y="804"/>
                  </a:lnTo>
                  <a:lnTo>
                    <a:pt x="708" y="33"/>
                  </a:lnTo>
                  <a:lnTo>
                    <a:pt x="64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5" name="Google Shape;2505;g312bfb4b743_5_798"/>
            <p:cNvSpPr/>
            <p:nvPr/>
          </p:nvSpPr>
          <p:spPr>
            <a:xfrm>
              <a:off x="3378425" y="3754725"/>
              <a:ext cx="110925" cy="61100"/>
            </a:xfrm>
            <a:custGeom>
              <a:avLst/>
              <a:gdLst/>
              <a:ahLst/>
              <a:cxnLst/>
              <a:rect l="l" t="t" r="r" b="b"/>
              <a:pathLst>
                <a:path w="4437" h="2444" extrusionOk="0">
                  <a:moveTo>
                    <a:pt x="2026" y="0"/>
                  </a:moveTo>
                  <a:lnTo>
                    <a:pt x="1" y="1190"/>
                  </a:lnTo>
                  <a:lnTo>
                    <a:pt x="2058" y="2443"/>
                  </a:lnTo>
                  <a:lnTo>
                    <a:pt x="4437" y="1222"/>
                  </a:lnTo>
                  <a:lnTo>
                    <a:pt x="202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6" name="Google Shape;2506;g312bfb4b743_5_798"/>
            <p:cNvSpPr/>
            <p:nvPr/>
          </p:nvSpPr>
          <p:spPr>
            <a:xfrm>
              <a:off x="3374425" y="3750700"/>
              <a:ext cx="118950" cy="68325"/>
            </a:xfrm>
            <a:custGeom>
              <a:avLst/>
              <a:gdLst/>
              <a:ahLst/>
              <a:cxnLst/>
              <a:rect l="l" t="t" r="r" b="b"/>
              <a:pathLst>
                <a:path w="4758" h="2733" extrusionOk="0">
                  <a:moveTo>
                    <a:pt x="2186" y="322"/>
                  </a:moveTo>
                  <a:lnTo>
                    <a:pt x="4243" y="1383"/>
                  </a:lnTo>
                  <a:lnTo>
                    <a:pt x="2218" y="2411"/>
                  </a:lnTo>
                  <a:lnTo>
                    <a:pt x="450" y="1351"/>
                  </a:lnTo>
                  <a:lnTo>
                    <a:pt x="2186" y="322"/>
                  </a:lnTo>
                  <a:close/>
                  <a:moveTo>
                    <a:pt x="2186" y="1"/>
                  </a:moveTo>
                  <a:lnTo>
                    <a:pt x="2122" y="33"/>
                  </a:lnTo>
                  <a:lnTo>
                    <a:pt x="97" y="1222"/>
                  </a:lnTo>
                  <a:cubicBezTo>
                    <a:pt x="32" y="1254"/>
                    <a:pt x="0" y="1319"/>
                    <a:pt x="0" y="1351"/>
                  </a:cubicBezTo>
                  <a:cubicBezTo>
                    <a:pt x="0" y="1415"/>
                    <a:pt x="32" y="1447"/>
                    <a:pt x="97" y="1479"/>
                  </a:cubicBezTo>
                  <a:lnTo>
                    <a:pt x="2154" y="2733"/>
                  </a:lnTo>
                  <a:lnTo>
                    <a:pt x="2283" y="2733"/>
                  </a:lnTo>
                  <a:lnTo>
                    <a:pt x="4661" y="1544"/>
                  </a:lnTo>
                  <a:cubicBezTo>
                    <a:pt x="4725" y="1511"/>
                    <a:pt x="4758" y="1447"/>
                    <a:pt x="4758" y="1415"/>
                  </a:cubicBezTo>
                  <a:cubicBezTo>
                    <a:pt x="4758" y="1351"/>
                    <a:pt x="4725" y="1286"/>
                    <a:pt x="4661" y="1254"/>
                  </a:cubicBezTo>
                  <a:lnTo>
                    <a:pt x="2250" y="33"/>
                  </a:lnTo>
                  <a:lnTo>
                    <a:pt x="218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7" name="Google Shape;2507;g312bfb4b743_5_798"/>
            <p:cNvSpPr/>
            <p:nvPr/>
          </p:nvSpPr>
          <p:spPr>
            <a:xfrm>
              <a:off x="3506200" y="2497575"/>
              <a:ext cx="375325" cy="422225"/>
            </a:xfrm>
            <a:custGeom>
              <a:avLst/>
              <a:gdLst/>
              <a:ahLst/>
              <a:cxnLst/>
              <a:rect l="l" t="t" r="r" b="b"/>
              <a:pathLst>
                <a:path w="15013" h="16889" extrusionOk="0">
                  <a:moveTo>
                    <a:pt x="9196" y="0"/>
                  </a:moveTo>
                  <a:cubicBezTo>
                    <a:pt x="9176" y="0"/>
                    <a:pt x="9154" y="4"/>
                    <a:pt x="9130" y="12"/>
                  </a:cubicBezTo>
                  <a:cubicBezTo>
                    <a:pt x="9066" y="44"/>
                    <a:pt x="9001" y="109"/>
                    <a:pt x="9034" y="205"/>
                  </a:cubicBezTo>
                  <a:cubicBezTo>
                    <a:pt x="9451" y="1459"/>
                    <a:pt x="9226" y="3902"/>
                    <a:pt x="9162" y="4448"/>
                  </a:cubicBezTo>
                  <a:lnTo>
                    <a:pt x="8808" y="4995"/>
                  </a:lnTo>
                  <a:lnTo>
                    <a:pt x="8326" y="4673"/>
                  </a:lnTo>
                  <a:lnTo>
                    <a:pt x="7941" y="5220"/>
                  </a:lnTo>
                  <a:cubicBezTo>
                    <a:pt x="7683" y="5155"/>
                    <a:pt x="7394" y="5091"/>
                    <a:pt x="7169" y="5059"/>
                  </a:cubicBezTo>
                  <a:lnTo>
                    <a:pt x="6751" y="3838"/>
                  </a:lnTo>
                  <a:lnTo>
                    <a:pt x="6944" y="2584"/>
                  </a:lnTo>
                  <a:lnTo>
                    <a:pt x="6912" y="2487"/>
                  </a:lnTo>
                  <a:lnTo>
                    <a:pt x="6237" y="1298"/>
                  </a:lnTo>
                  <a:cubicBezTo>
                    <a:pt x="6216" y="1236"/>
                    <a:pt x="6169" y="1200"/>
                    <a:pt x="6120" y="1200"/>
                  </a:cubicBezTo>
                  <a:cubicBezTo>
                    <a:pt x="6094" y="1200"/>
                    <a:pt x="6067" y="1211"/>
                    <a:pt x="6044" y="1234"/>
                  </a:cubicBezTo>
                  <a:cubicBezTo>
                    <a:pt x="5980" y="1266"/>
                    <a:pt x="5948" y="1362"/>
                    <a:pt x="5980" y="1427"/>
                  </a:cubicBezTo>
                  <a:lnTo>
                    <a:pt x="6623" y="2584"/>
                  </a:lnTo>
                  <a:lnTo>
                    <a:pt x="6462" y="3838"/>
                  </a:lnTo>
                  <a:lnTo>
                    <a:pt x="6462" y="3902"/>
                  </a:lnTo>
                  <a:lnTo>
                    <a:pt x="6848" y="5059"/>
                  </a:lnTo>
                  <a:cubicBezTo>
                    <a:pt x="6760" y="5054"/>
                    <a:pt x="6677" y="5052"/>
                    <a:pt x="6598" y="5052"/>
                  </a:cubicBezTo>
                  <a:cubicBezTo>
                    <a:pt x="6126" y="5052"/>
                    <a:pt x="5819" y="5123"/>
                    <a:pt x="5819" y="5123"/>
                  </a:cubicBezTo>
                  <a:cubicBezTo>
                    <a:pt x="5819" y="5123"/>
                    <a:pt x="5208" y="6281"/>
                    <a:pt x="4598" y="7534"/>
                  </a:cubicBezTo>
                  <a:lnTo>
                    <a:pt x="4148" y="7213"/>
                  </a:lnTo>
                  <a:cubicBezTo>
                    <a:pt x="4131" y="7197"/>
                    <a:pt x="4107" y="7189"/>
                    <a:pt x="4079" y="7189"/>
                  </a:cubicBezTo>
                  <a:cubicBezTo>
                    <a:pt x="4051" y="7189"/>
                    <a:pt x="4019" y="7197"/>
                    <a:pt x="3987" y="7213"/>
                  </a:cubicBezTo>
                  <a:lnTo>
                    <a:pt x="2540" y="8113"/>
                  </a:lnTo>
                  <a:lnTo>
                    <a:pt x="1222" y="8016"/>
                  </a:lnTo>
                  <a:cubicBezTo>
                    <a:pt x="1126" y="8016"/>
                    <a:pt x="1062" y="8081"/>
                    <a:pt x="1062" y="8145"/>
                  </a:cubicBezTo>
                  <a:cubicBezTo>
                    <a:pt x="1062" y="8209"/>
                    <a:pt x="1062" y="8273"/>
                    <a:pt x="1126" y="8306"/>
                  </a:cubicBezTo>
                  <a:lnTo>
                    <a:pt x="1190" y="8306"/>
                  </a:lnTo>
                  <a:lnTo>
                    <a:pt x="2572" y="8434"/>
                  </a:lnTo>
                  <a:lnTo>
                    <a:pt x="2669" y="8402"/>
                  </a:lnTo>
                  <a:lnTo>
                    <a:pt x="4051" y="7502"/>
                  </a:lnTo>
                  <a:lnTo>
                    <a:pt x="4469" y="7791"/>
                  </a:lnTo>
                  <a:cubicBezTo>
                    <a:pt x="4019" y="8756"/>
                    <a:pt x="3569" y="9688"/>
                    <a:pt x="3376" y="10202"/>
                  </a:cubicBezTo>
                  <a:lnTo>
                    <a:pt x="2026" y="10106"/>
                  </a:lnTo>
                  <a:cubicBezTo>
                    <a:pt x="1962" y="10106"/>
                    <a:pt x="1897" y="10138"/>
                    <a:pt x="1865" y="10202"/>
                  </a:cubicBezTo>
                  <a:lnTo>
                    <a:pt x="1094" y="12292"/>
                  </a:lnTo>
                  <a:lnTo>
                    <a:pt x="130" y="12581"/>
                  </a:lnTo>
                  <a:cubicBezTo>
                    <a:pt x="33" y="12613"/>
                    <a:pt x="1" y="12709"/>
                    <a:pt x="33" y="12774"/>
                  </a:cubicBezTo>
                  <a:lnTo>
                    <a:pt x="97" y="12870"/>
                  </a:lnTo>
                  <a:lnTo>
                    <a:pt x="226" y="12870"/>
                  </a:lnTo>
                  <a:lnTo>
                    <a:pt x="1255" y="12581"/>
                  </a:lnTo>
                  <a:lnTo>
                    <a:pt x="1351" y="12484"/>
                  </a:lnTo>
                  <a:lnTo>
                    <a:pt x="2122" y="10427"/>
                  </a:lnTo>
                  <a:lnTo>
                    <a:pt x="3280" y="10491"/>
                  </a:lnTo>
                  <a:cubicBezTo>
                    <a:pt x="3151" y="11070"/>
                    <a:pt x="3119" y="12067"/>
                    <a:pt x="3151" y="12934"/>
                  </a:cubicBezTo>
                  <a:cubicBezTo>
                    <a:pt x="3151" y="13610"/>
                    <a:pt x="3718" y="14118"/>
                    <a:pt x="4360" y="14118"/>
                  </a:cubicBezTo>
                  <a:cubicBezTo>
                    <a:pt x="4512" y="14118"/>
                    <a:pt x="4669" y="14089"/>
                    <a:pt x="4823" y="14027"/>
                  </a:cubicBezTo>
                  <a:lnTo>
                    <a:pt x="7041" y="13127"/>
                  </a:lnTo>
                  <a:lnTo>
                    <a:pt x="7458" y="14092"/>
                  </a:lnTo>
                  <a:lnTo>
                    <a:pt x="5819" y="15538"/>
                  </a:lnTo>
                  <a:cubicBezTo>
                    <a:pt x="5787" y="15570"/>
                    <a:pt x="5755" y="15602"/>
                    <a:pt x="5755" y="15667"/>
                  </a:cubicBezTo>
                  <a:lnTo>
                    <a:pt x="5851" y="16760"/>
                  </a:lnTo>
                  <a:lnTo>
                    <a:pt x="5915" y="16856"/>
                  </a:lnTo>
                  <a:lnTo>
                    <a:pt x="6012" y="16888"/>
                  </a:lnTo>
                  <a:cubicBezTo>
                    <a:pt x="6108" y="16888"/>
                    <a:pt x="6173" y="16824"/>
                    <a:pt x="6173" y="16727"/>
                  </a:cubicBezTo>
                  <a:lnTo>
                    <a:pt x="6076" y="15731"/>
                  </a:lnTo>
                  <a:lnTo>
                    <a:pt x="7748" y="14252"/>
                  </a:lnTo>
                  <a:cubicBezTo>
                    <a:pt x="7812" y="14220"/>
                    <a:pt x="7812" y="14124"/>
                    <a:pt x="7780" y="14092"/>
                  </a:cubicBezTo>
                  <a:lnTo>
                    <a:pt x="7330" y="13031"/>
                  </a:lnTo>
                  <a:lnTo>
                    <a:pt x="7491" y="12967"/>
                  </a:lnTo>
                  <a:lnTo>
                    <a:pt x="9162" y="11006"/>
                  </a:lnTo>
                  <a:lnTo>
                    <a:pt x="9741" y="11424"/>
                  </a:lnTo>
                  <a:lnTo>
                    <a:pt x="9419" y="13031"/>
                  </a:lnTo>
                  <a:lnTo>
                    <a:pt x="9419" y="13127"/>
                  </a:lnTo>
                  <a:lnTo>
                    <a:pt x="9998" y="14381"/>
                  </a:lnTo>
                  <a:lnTo>
                    <a:pt x="10062" y="14445"/>
                  </a:lnTo>
                  <a:cubicBezTo>
                    <a:pt x="10078" y="14461"/>
                    <a:pt x="10102" y="14469"/>
                    <a:pt x="10130" y="14469"/>
                  </a:cubicBezTo>
                  <a:cubicBezTo>
                    <a:pt x="10159" y="14469"/>
                    <a:pt x="10191" y="14461"/>
                    <a:pt x="10223" y="14445"/>
                  </a:cubicBezTo>
                  <a:cubicBezTo>
                    <a:pt x="10287" y="14413"/>
                    <a:pt x="10319" y="14317"/>
                    <a:pt x="10287" y="14252"/>
                  </a:cubicBezTo>
                  <a:lnTo>
                    <a:pt x="9709" y="13063"/>
                  </a:lnTo>
                  <a:lnTo>
                    <a:pt x="10062" y="11359"/>
                  </a:lnTo>
                  <a:cubicBezTo>
                    <a:pt x="10062" y="11327"/>
                    <a:pt x="10030" y="11263"/>
                    <a:pt x="9998" y="11231"/>
                  </a:cubicBezTo>
                  <a:lnTo>
                    <a:pt x="9355" y="10781"/>
                  </a:lnTo>
                  <a:lnTo>
                    <a:pt x="11187" y="8627"/>
                  </a:lnTo>
                  <a:cubicBezTo>
                    <a:pt x="11187" y="8627"/>
                    <a:pt x="10994" y="8048"/>
                    <a:pt x="10544" y="7341"/>
                  </a:cubicBezTo>
                  <a:lnTo>
                    <a:pt x="11444" y="7309"/>
                  </a:lnTo>
                  <a:lnTo>
                    <a:pt x="11509" y="7277"/>
                  </a:lnTo>
                  <a:lnTo>
                    <a:pt x="12569" y="6698"/>
                  </a:lnTo>
                  <a:lnTo>
                    <a:pt x="13887" y="6859"/>
                  </a:lnTo>
                  <a:cubicBezTo>
                    <a:pt x="13904" y="6865"/>
                    <a:pt x="13920" y="6867"/>
                    <a:pt x="13936" y="6867"/>
                  </a:cubicBezTo>
                  <a:cubicBezTo>
                    <a:pt x="14006" y="6867"/>
                    <a:pt x="14054" y="6810"/>
                    <a:pt x="14080" y="6731"/>
                  </a:cubicBezTo>
                  <a:cubicBezTo>
                    <a:pt x="14080" y="6666"/>
                    <a:pt x="14016" y="6570"/>
                    <a:pt x="13952" y="6570"/>
                  </a:cubicBezTo>
                  <a:lnTo>
                    <a:pt x="12569" y="6377"/>
                  </a:lnTo>
                  <a:lnTo>
                    <a:pt x="12473" y="6409"/>
                  </a:lnTo>
                  <a:lnTo>
                    <a:pt x="11380" y="7020"/>
                  </a:lnTo>
                  <a:lnTo>
                    <a:pt x="10351" y="7052"/>
                  </a:lnTo>
                  <a:cubicBezTo>
                    <a:pt x="10287" y="6988"/>
                    <a:pt x="10223" y="6923"/>
                    <a:pt x="10191" y="6859"/>
                  </a:cubicBezTo>
                  <a:lnTo>
                    <a:pt x="10673" y="6152"/>
                  </a:lnTo>
                  <a:lnTo>
                    <a:pt x="10159" y="5830"/>
                  </a:lnTo>
                  <a:lnTo>
                    <a:pt x="10480" y="5316"/>
                  </a:lnTo>
                  <a:cubicBezTo>
                    <a:pt x="10988" y="5077"/>
                    <a:pt x="13165" y="4142"/>
                    <a:pt x="14553" y="4142"/>
                  </a:cubicBezTo>
                  <a:cubicBezTo>
                    <a:pt x="14658" y="4142"/>
                    <a:pt x="14757" y="4148"/>
                    <a:pt x="14852" y="4159"/>
                  </a:cubicBezTo>
                  <a:cubicBezTo>
                    <a:pt x="14916" y="4159"/>
                    <a:pt x="14980" y="4095"/>
                    <a:pt x="15012" y="4030"/>
                  </a:cubicBezTo>
                  <a:cubicBezTo>
                    <a:pt x="15012" y="3934"/>
                    <a:pt x="14948" y="3870"/>
                    <a:pt x="14884" y="3838"/>
                  </a:cubicBezTo>
                  <a:cubicBezTo>
                    <a:pt x="14785" y="3826"/>
                    <a:pt x="14682" y="3821"/>
                    <a:pt x="14574" y="3821"/>
                  </a:cubicBezTo>
                  <a:cubicBezTo>
                    <a:pt x="13142" y="3821"/>
                    <a:pt x="11014" y="4758"/>
                    <a:pt x="10416" y="5027"/>
                  </a:cubicBezTo>
                  <a:lnTo>
                    <a:pt x="9484" y="4384"/>
                  </a:lnTo>
                  <a:cubicBezTo>
                    <a:pt x="9548" y="3645"/>
                    <a:pt x="9741" y="1395"/>
                    <a:pt x="9323" y="109"/>
                  </a:cubicBezTo>
                  <a:cubicBezTo>
                    <a:pt x="9299" y="36"/>
                    <a:pt x="9257" y="0"/>
                    <a:pt x="91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8" name="Google Shape;2508;g312bfb4b743_5_798"/>
            <p:cNvSpPr/>
            <p:nvPr/>
          </p:nvSpPr>
          <p:spPr>
            <a:xfrm>
              <a:off x="3600225" y="2635300"/>
              <a:ext cx="171200" cy="180825"/>
            </a:xfrm>
            <a:custGeom>
              <a:avLst/>
              <a:gdLst/>
              <a:ahLst/>
              <a:cxnLst/>
              <a:rect l="l" t="t" r="r" b="b"/>
              <a:pathLst>
                <a:path w="6848" h="7233" extrusionOk="0">
                  <a:moveTo>
                    <a:pt x="2283" y="0"/>
                  </a:moveTo>
                  <a:lnTo>
                    <a:pt x="1" y="4725"/>
                  </a:lnTo>
                  <a:lnTo>
                    <a:pt x="1512" y="4950"/>
                  </a:lnTo>
                  <a:lnTo>
                    <a:pt x="1833" y="5818"/>
                  </a:lnTo>
                  <a:lnTo>
                    <a:pt x="2701" y="5690"/>
                  </a:lnTo>
                  <a:lnTo>
                    <a:pt x="3505" y="7233"/>
                  </a:lnTo>
                  <a:lnTo>
                    <a:pt x="6848" y="3054"/>
                  </a:lnTo>
                  <a:lnTo>
                    <a:pt x="3922" y="2764"/>
                  </a:lnTo>
                  <a:lnTo>
                    <a:pt x="2283"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9" name="Google Shape;2509;g312bfb4b743_5_798"/>
            <p:cNvSpPr/>
            <p:nvPr/>
          </p:nvSpPr>
          <p:spPr>
            <a:xfrm>
              <a:off x="3596225" y="2632075"/>
              <a:ext cx="179225" cy="188075"/>
            </a:xfrm>
            <a:custGeom>
              <a:avLst/>
              <a:gdLst/>
              <a:ahLst/>
              <a:cxnLst/>
              <a:rect l="l" t="t" r="r" b="b"/>
              <a:pathLst>
                <a:path w="7169" h="7523" extrusionOk="0">
                  <a:moveTo>
                    <a:pt x="2475" y="450"/>
                  </a:moveTo>
                  <a:lnTo>
                    <a:pt x="3954" y="2958"/>
                  </a:lnTo>
                  <a:cubicBezTo>
                    <a:pt x="3954" y="3022"/>
                    <a:pt x="4018" y="3022"/>
                    <a:pt x="4050" y="3054"/>
                  </a:cubicBezTo>
                  <a:lnTo>
                    <a:pt x="6718" y="3311"/>
                  </a:lnTo>
                  <a:lnTo>
                    <a:pt x="3697" y="7104"/>
                  </a:lnTo>
                  <a:lnTo>
                    <a:pt x="2990" y="5754"/>
                  </a:lnTo>
                  <a:lnTo>
                    <a:pt x="2925" y="5690"/>
                  </a:lnTo>
                  <a:lnTo>
                    <a:pt x="2829" y="5690"/>
                  </a:lnTo>
                  <a:lnTo>
                    <a:pt x="2089" y="5754"/>
                  </a:lnTo>
                  <a:lnTo>
                    <a:pt x="1832" y="5015"/>
                  </a:lnTo>
                  <a:cubicBezTo>
                    <a:pt x="1800" y="4983"/>
                    <a:pt x="1768" y="4919"/>
                    <a:pt x="1704" y="4919"/>
                  </a:cubicBezTo>
                  <a:lnTo>
                    <a:pt x="386" y="4726"/>
                  </a:lnTo>
                  <a:lnTo>
                    <a:pt x="2475" y="450"/>
                  </a:lnTo>
                  <a:close/>
                  <a:moveTo>
                    <a:pt x="2443" y="0"/>
                  </a:moveTo>
                  <a:cubicBezTo>
                    <a:pt x="2379" y="0"/>
                    <a:pt x="2347" y="33"/>
                    <a:pt x="2314" y="65"/>
                  </a:cubicBezTo>
                  <a:lnTo>
                    <a:pt x="0" y="4790"/>
                  </a:lnTo>
                  <a:lnTo>
                    <a:pt x="0" y="4919"/>
                  </a:lnTo>
                  <a:lnTo>
                    <a:pt x="129" y="5015"/>
                  </a:lnTo>
                  <a:lnTo>
                    <a:pt x="1575" y="5208"/>
                  </a:lnTo>
                  <a:lnTo>
                    <a:pt x="1832" y="5979"/>
                  </a:lnTo>
                  <a:cubicBezTo>
                    <a:pt x="1859" y="6032"/>
                    <a:pt x="1906" y="6084"/>
                    <a:pt x="1958" y="6084"/>
                  </a:cubicBezTo>
                  <a:cubicBezTo>
                    <a:pt x="1969" y="6084"/>
                    <a:pt x="1981" y="6082"/>
                    <a:pt x="1993" y="6076"/>
                  </a:cubicBezTo>
                  <a:lnTo>
                    <a:pt x="2765" y="5979"/>
                  </a:lnTo>
                  <a:lnTo>
                    <a:pt x="3536" y="7426"/>
                  </a:lnTo>
                  <a:lnTo>
                    <a:pt x="3568" y="7490"/>
                  </a:lnTo>
                  <a:lnTo>
                    <a:pt x="3632" y="7522"/>
                  </a:lnTo>
                  <a:cubicBezTo>
                    <a:pt x="3697" y="7522"/>
                    <a:pt x="3729" y="7490"/>
                    <a:pt x="3761" y="7458"/>
                  </a:cubicBezTo>
                  <a:lnTo>
                    <a:pt x="7136" y="3279"/>
                  </a:lnTo>
                  <a:cubicBezTo>
                    <a:pt x="7168" y="3215"/>
                    <a:pt x="7168" y="3151"/>
                    <a:pt x="7136" y="3118"/>
                  </a:cubicBezTo>
                  <a:cubicBezTo>
                    <a:pt x="7136" y="3054"/>
                    <a:pt x="7072" y="3022"/>
                    <a:pt x="7008" y="3022"/>
                  </a:cubicBezTo>
                  <a:lnTo>
                    <a:pt x="4179" y="2733"/>
                  </a:lnTo>
                  <a:lnTo>
                    <a:pt x="2572" y="65"/>
                  </a:lnTo>
                  <a:cubicBezTo>
                    <a:pt x="2572" y="33"/>
                    <a:pt x="2507" y="0"/>
                    <a:pt x="24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0" name="Google Shape;2510;g312bfb4b743_5_798"/>
            <p:cNvSpPr/>
            <p:nvPr/>
          </p:nvSpPr>
          <p:spPr>
            <a:xfrm>
              <a:off x="3664525" y="2645725"/>
              <a:ext cx="92425" cy="61100"/>
            </a:xfrm>
            <a:custGeom>
              <a:avLst/>
              <a:gdLst/>
              <a:ahLst/>
              <a:cxnLst/>
              <a:rect l="l" t="t" r="r" b="b"/>
              <a:pathLst>
                <a:path w="3697" h="2444" extrusionOk="0">
                  <a:moveTo>
                    <a:pt x="0" y="1"/>
                  </a:moveTo>
                  <a:lnTo>
                    <a:pt x="1350" y="2347"/>
                  </a:lnTo>
                  <a:lnTo>
                    <a:pt x="3697" y="2444"/>
                  </a:lnTo>
                  <a:lnTo>
                    <a:pt x="2636" y="290"/>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1" name="Google Shape;2511;g312bfb4b743_5_798"/>
            <p:cNvSpPr/>
            <p:nvPr/>
          </p:nvSpPr>
          <p:spPr>
            <a:xfrm>
              <a:off x="3660500" y="2641725"/>
              <a:ext cx="100475" cy="69125"/>
            </a:xfrm>
            <a:custGeom>
              <a:avLst/>
              <a:gdLst/>
              <a:ahLst/>
              <a:cxnLst/>
              <a:rect l="l" t="t" r="r" b="b"/>
              <a:pathLst>
                <a:path w="4019" h="2765" extrusionOk="0">
                  <a:moveTo>
                    <a:pt x="451" y="322"/>
                  </a:moveTo>
                  <a:lnTo>
                    <a:pt x="2701" y="611"/>
                  </a:lnTo>
                  <a:lnTo>
                    <a:pt x="3601" y="2443"/>
                  </a:lnTo>
                  <a:lnTo>
                    <a:pt x="1608" y="2347"/>
                  </a:lnTo>
                  <a:lnTo>
                    <a:pt x="451" y="322"/>
                  </a:lnTo>
                  <a:close/>
                  <a:moveTo>
                    <a:pt x="194" y="0"/>
                  </a:moveTo>
                  <a:cubicBezTo>
                    <a:pt x="129" y="0"/>
                    <a:pt x="97" y="0"/>
                    <a:pt x="65" y="64"/>
                  </a:cubicBezTo>
                  <a:cubicBezTo>
                    <a:pt x="33" y="97"/>
                    <a:pt x="1" y="161"/>
                    <a:pt x="33" y="225"/>
                  </a:cubicBezTo>
                  <a:lnTo>
                    <a:pt x="1383" y="2572"/>
                  </a:lnTo>
                  <a:lnTo>
                    <a:pt x="1415" y="2636"/>
                  </a:lnTo>
                  <a:lnTo>
                    <a:pt x="1479" y="2668"/>
                  </a:lnTo>
                  <a:lnTo>
                    <a:pt x="3826" y="2765"/>
                  </a:lnTo>
                  <a:cubicBezTo>
                    <a:pt x="3890" y="2765"/>
                    <a:pt x="3954" y="2765"/>
                    <a:pt x="3987" y="2700"/>
                  </a:cubicBezTo>
                  <a:cubicBezTo>
                    <a:pt x="4019" y="2668"/>
                    <a:pt x="4019" y="2604"/>
                    <a:pt x="3987" y="2540"/>
                  </a:cubicBezTo>
                  <a:lnTo>
                    <a:pt x="2958" y="386"/>
                  </a:lnTo>
                  <a:cubicBezTo>
                    <a:pt x="2926" y="354"/>
                    <a:pt x="2894" y="322"/>
                    <a:pt x="2829" y="322"/>
                  </a:cubicBezTo>
                  <a:lnTo>
                    <a:pt x="1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2" name="Google Shape;2512;g312bfb4b743_5_798"/>
            <p:cNvSpPr/>
            <p:nvPr/>
          </p:nvSpPr>
          <p:spPr>
            <a:xfrm>
              <a:off x="4202950" y="2493550"/>
              <a:ext cx="375300" cy="422225"/>
            </a:xfrm>
            <a:custGeom>
              <a:avLst/>
              <a:gdLst/>
              <a:ahLst/>
              <a:cxnLst/>
              <a:rect l="l" t="t" r="r" b="b"/>
              <a:pathLst>
                <a:path w="15012" h="16889" extrusionOk="0">
                  <a:moveTo>
                    <a:pt x="9195" y="1"/>
                  </a:moveTo>
                  <a:cubicBezTo>
                    <a:pt x="9175" y="1"/>
                    <a:pt x="9153" y="5"/>
                    <a:pt x="9129" y="13"/>
                  </a:cubicBezTo>
                  <a:cubicBezTo>
                    <a:pt x="9065" y="13"/>
                    <a:pt x="9001" y="109"/>
                    <a:pt x="9033" y="173"/>
                  </a:cubicBezTo>
                  <a:cubicBezTo>
                    <a:pt x="9418" y="1459"/>
                    <a:pt x="9226" y="3870"/>
                    <a:pt x="9161" y="4449"/>
                  </a:cubicBezTo>
                  <a:lnTo>
                    <a:pt x="8808" y="4963"/>
                  </a:lnTo>
                  <a:lnTo>
                    <a:pt x="8326" y="4641"/>
                  </a:lnTo>
                  <a:lnTo>
                    <a:pt x="7940" y="5220"/>
                  </a:lnTo>
                  <a:cubicBezTo>
                    <a:pt x="7650" y="5124"/>
                    <a:pt x="7393" y="5091"/>
                    <a:pt x="7168" y="5059"/>
                  </a:cubicBezTo>
                  <a:lnTo>
                    <a:pt x="6750" y="3806"/>
                  </a:lnTo>
                  <a:lnTo>
                    <a:pt x="6911" y="2584"/>
                  </a:lnTo>
                  <a:lnTo>
                    <a:pt x="6911" y="2488"/>
                  </a:lnTo>
                  <a:lnTo>
                    <a:pt x="6236" y="1266"/>
                  </a:lnTo>
                  <a:cubicBezTo>
                    <a:pt x="6213" y="1219"/>
                    <a:pt x="6155" y="1189"/>
                    <a:pt x="6100" y="1189"/>
                  </a:cubicBezTo>
                  <a:cubicBezTo>
                    <a:pt x="6080" y="1189"/>
                    <a:pt x="6060" y="1193"/>
                    <a:pt x="6043" y="1202"/>
                  </a:cubicBezTo>
                  <a:cubicBezTo>
                    <a:pt x="5947" y="1266"/>
                    <a:pt x="5947" y="1363"/>
                    <a:pt x="5979" y="1427"/>
                  </a:cubicBezTo>
                  <a:lnTo>
                    <a:pt x="6622" y="2584"/>
                  </a:lnTo>
                  <a:lnTo>
                    <a:pt x="6429" y="3806"/>
                  </a:lnTo>
                  <a:lnTo>
                    <a:pt x="6461" y="3870"/>
                  </a:lnTo>
                  <a:lnTo>
                    <a:pt x="6815" y="5027"/>
                  </a:lnTo>
                  <a:cubicBezTo>
                    <a:pt x="6236" y="5027"/>
                    <a:pt x="5818" y="5124"/>
                    <a:pt x="5818" y="5124"/>
                  </a:cubicBezTo>
                  <a:cubicBezTo>
                    <a:pt x="5818" y="5124"/>
                    <a:pt x="5207" y="6281"/>
                    <a:pt x="4597" y="7502"/>
                  </a:cubicBezTo>
                  <a:lnTo>
                    <a:pt x="4147" y="7181"/>
                  </a:lnTo>
                  <a:cubicBezTo>
                    <a:pt x="4115" y="7165"/>
                    <a:pt x="4082" y="7157"/>
                    <a:pt x="4054" y="7157"/>
                  </a:cubicBezTo>
                  <a:cubicBezTo>
                    <a:pt x="4026" y="7157"/>
                    <a:pt x="4002" y="7165"/>
                    <a:pt x="3986" y="7181"/>
                  </a:cubicBezTo>
                  <a:lnTo>
                    <a:pt x="2540" y="8113"/>
                  </a:lnTo>
                  <a:lnTo>
                    <a:pt x="1222" y="8017"/>
                  </a:lnTo>
                  <a:cubicBezTo>
                    <a:pt x="1205" y="8011"/>
                    <a:pt x="1188" y="8008"/>
                    <a:pt x="1173" y="8008"/>
                  </a:cubicBezTo>
                  <a:cubicBezTo>
                    <a:pt x="1103" y="8008"/>
                    <a:pt x="1055" y="8066"/>
                    <a:pt x="1029" y="8145"/>
                  </a:cubicBezTo>
                  <a:cubicBezTo>
                    <a:pt x="1029" y="8209"/>
                    <a:pt x="1061" y="8242"/>
                    <a:pt x="1093" y="8274"/>
                  </a:cubicBezTo>
                  <a:lnTo>
                    <a:pt x="1189" y="8306"/>
                  </a:lnTo>
                  <a:lnTo>
                    <a:pt x="2572" y="8402"/>
                  </a:lnTo>
                  <a:lnTo>
                    <a:pt x="2668" y="8402"/>
                  </a:lnTo>
                  <a:lnTo>
                    <a:pt x="4050" y="7502"/>
                  </a:lnTo>
                  <a:lnTo>
                    <a:pt x="4468" y="7792"/>
                  </a:lnTo>
                  <a:cubicBezTo>
                    <a:pt x="3986" y="8724"/>
                    <a:pt x="3568" y="9688"/>
                    <a:pt x="3375" y="10170"/>
                  </a:cubicBezTo>
                  <a:lnTo>
                    <a:pt x="1993" y="10106"/>
                  </a:lnTo>
                  <a:cubicBezTo>
                    <a:pt x="1929" y="10106"/>
                    <a:pt x="1864" y="10138"/>
                    <a:pt x="1864" y="10202"/>
                  </a:cubicBezTo>
                  <a:lnTo>
                    <a:pt x="1093" y="12292"/>
                  </a:lnTo>
                  <a:lnTo>
                    <a:pt x="129" y="12581"/>
                  </a:lnTo>
                  <a:cubicBezTo>
                    <a:pt x="32" y="12613"/>
                    <a:pt x="0" y="12678"/>
                    <a:pt x="0" y="12774"/>
                  </a:cubicBezTo>
                  <a:lnTo>
                    <a:pt x="64" y="12838"/>
                  </a:lnTo>
                  <a:lnTo>
                    <a:pt x="193" y="12870"/>
                  </a:lnTo>
                  <a:lnTo>
                    <a:pt x="1254" y="12549"/>
                  </a:lnTo>
                  <a:lnTo>
                    <a:pt x="1350" y="12485"/>
                  </a:lnTo>
                  <a:lnTo>
                    <a:pt x="2089" y="10395"/>
                  </a:lnTo>
                  <a:lnTo>
                    <a:pt x="3279" y="10492"/>
                  </a:lnTo>
                  <a:cubicBezTo>
                    <a:pt x="3150" y="11070"/>
                    <a:pt x="3118" y="12035"/>
                    <a:pt x="3150" y="12935"/>
                  </a:cubicBezTo>
                  <a:cubicBezTo>
                    <a:pt x="3150" y="13610"/>
                    <a:pt x="3717" y="14118"/>
                    <a:pt x="4359" y="14118"/>
                  </a:cubicBezTo>
                  <a:cubicBezTo>
                    <a:pt x="4511" y="14118"/>
                    <a:pt x="4668" y="14089"/>
                    <a:pt x="4822" y="14028"/>
                  </a:cubicBezTo>
                  <a:lnTo>
                    <a:pt x="7040" y="13128"/>
                  </a:lnTo>
                  <a:lnTo>
                    <a:pt x="7458" y="14092"/>
                  </a:lnTo>
                  <a:lnTo>
                    <a:pt x="5818" y="15538"/>
                  </a:lnTo>
                  <a:cubicBezTo>
                    <a:pt x="5754" y="15571"/>
                    <a:pt x="5754" y="15603"/>
                    <a:pt x="5754" y="15667"/>
                  </a:cubicBezTo>
                  <a:lnTo>
                    <a:pt x="5850" y="16760"/>
                  </a:lnTo>
                  <a:lnTo>
                    <a:pt x="5915" y="16856"/>
                  </a:lnTo>
                  <a:lnTo>
                    <a:pt x="6011" y="16888"/>
                  </a:lnTo>
                  <a:cubicBezTo>
                    <a:pt x="6108" y="16888"/>
                    <a:pt x="6172" y="16792"/>
                    <a:pt x="6140" y="16728"/>
                  </a:cubicBezTo>
                  <a:lnTo>
                    <a:pt x="6075" y="15699"/>
                  </a:lnTo>
                  <a:lnTo>
                    <a:pt x="7747" y="14253"/>
                  </a:lnTo>
                  <a:cubicBezTo>
                    <a:pt x="7811" y="14188"/>
                    <a:pt x="7811" y="14124"/>
                    <a:pt x="7779" y="14060"/>
                  </a:cubicBezTo>
                  <a:lnTo>
                    <a:pt x="7297" y="12999"/>
                  </a:lnTo>
                  <a:lnTo>
                    <a:pt x="7490" y="12935"/>
                  </a:lnTo>
                  <a:lnTo>
                    <a:pt x="9161" y="11006"/>
                  </a:lnTo>
                  <a:lnTo>
                    <a:pt x="9740" y="11392"/>
                  </a:lnTo>
                  <a:lnTo>
                    <a:pt x="9418" y="13031"/>
                  </a:lnTo>
                  <a:lnTo>
                    <a:pt x="9418" y="13128"/>
                  </a:lnTo>
                  <a:lnTo>
                    <a:pt x="9997" y="14381"/>
                  </a:lnTo>
                  <a:lnTo>
                    <a:pt x="10061" y="14445"/>
                  </a:lnTo>
                  <a:cubicBezTo>
                    <a:pt x="10083" y="14445"/>
                    <a:pt x="10118" y="14460"/>
                    <a:pt x="10159" y="14460"/>
                  </a:cubicBezTo>
                  <a:cubicBezTo>
                    <a:pt x="10179" y="14460"/>
                    <a:pt x="10201" y="14456"/>
                    <a:pt x="10222" y="14445"/>
                  </a:cubicBezTo>
                  <a:cubicBezTo>
                    <a:pt x="10286" y="14413"/>
                    <a:pt x="10318" y="14317"/>
                    <a:pt x="10286" y="14253"/>
                  </a:cubicBezTo>
                  <a:lnTo>
                    <a:pt x="9708" y="13031"/>
                  </a:lnTo>
                  <a:lnTo>
                    <a:pt x="10061" y="11360"/>
                  </a:lnTo>
                  <a:cubicBezTo>
                    <a:pt x="10061" y="11295"/>
                    <a:pt x="10029" y="11231"/>
                    <a:pt x="9997" y="11199"/>
                  </a:cubicBezTo>
                  <a:lnTo>
                    <a:pt x="9354" y="10781"/>
                  </a:lnTo>
                  <a:lnTo>
                    <a:pt x="11186" y="8627"/>
                  </a:lnTo>
                  <a:cubicBezTo>
                    <a:pt x="11186" y="8627"/>
                    <a:pt x="10993" y="8049"/>
                    <a:pt x="10543" y="7342"/>
                  </a:cubicBezTo>
                  <a:lnTo>
                    <a:pt x="11411" y="7309"/>
                  </a:lnTo>
                  <a:lnTo>
                    <a:pt x="11476" y="7277"/>
                  </a:lnTo>
                  <a:lnTo>
                    <a:pt x="12569" y="6667"/>
                  </a:lnTo>
                  <a:lnTo>
                    <a:pt x="13886" y="6859"/>
                  </a:lnTo>
                  <a:cubicBezTo>
                    <a:pt x="13983" y="6859"/>
                    <a:pt x="14047" y="6827"/>
                    <a:pt x="14047" y="6731"/>
                  </a:cubicBezTo>
                  <a:cubicBezTo>
                    <a:pt x="14079" y="6634"/>
                    <a:pt x="14015" y="6570"/>
                    <a:pt x="13919" y="6570"/>
                  </a:cubicBezTo>
                  <a:lnTo>
                    <a:pt x="12569" y="6377"/>
                  </a:lnTo>
                  <a:lnTo>
                    <a:pt x="12472" y="6377"/>
                  </a:lnTo>
                  <a:lnTo>
                    <a:pt x="11379" y="6988"/>
                  </a:lnTo>
                  <a:lnTo>
                    <a:pt x="10318" y="7052"/>
                  </a:lnTo>
                  <a:cubicBezTo>
                    <a:pt x="10286" y="6988"/>
                    <a:pt x="10222" y="6924"/>
                    <a:pt x="10190" y="6859"/>
                  </a:cubicBezTo>
                  <a:lnTo>
                    <a:pt x="10640" y="6152"/>
                  </a:lnTo>
                  <a:lnTo>
                    <a:pt x="10158" y="5799"/>
                  </a:lnTo>
                  <a:lnTo>
                    <a:pt x="10479" y="5316"/>
                  </a:lnTo>
                  <a:cubicBezTo>
                    <a:pt x="10995" y="5074"/>
                    <a:pt x="13226" y="4116"/>
                    <a:pt x="14584" y="4116"/>
                  </a:cubicBezTo>
                  <a:cubicBezTo>
                    <a:pt x="14665" y="4116"/>
                    <a:pt x="14744" y="4120"/>
                    <a:pt x="14819" y="4127"/>
                  </a:cubicBezTo>
                  <a:cubicBezTo>
                    <a:pt x="14836" y="4133"/>
                    <a:pt x="14852" y="4135"/>
                    <a:pt x="14867" y="4135"/>
                  </a:cubicBezTo>
                  <a:cubicBezTo>
                    <a:pt x="14937" y="4135"/>
                    <a:pt x="14985" y="4078"/>
                    <a:pt x="15012" y="3999"/>
                  </a:cubicBezTo>
                  <a:cubicBezTo>
                    <a:pt x="15012" y="3934"/>
                    <a:pt x="14947" y="3838"/>
                    <a:pt x="14851" y="3838"/>
                  </a:cubicBezTo>
                  <a:cubicBezTo>
                    <a:pt x="14752" y="3826"/>
                    <a:pt x="14647" y="3821"/>
                    <a:pt x="14538" y="3821"/>
                  </a:cubicBezTo>
                  <a:cubicBezTo>
                    <a:pt x="13132" y="3821"/>
                    <a:pt x="11012" y="4726"/>
                    <a:pt x="10415" y="4995"/>
                  </a:cubicBezTo>
                  <a:lnTo>
                    <a:pt x="9483" y="4384"/>
                  </a:lnTo>
                  <a:cubicBezTo>
                    <a:pt x="9547" y="3645"/>
                    <a:pt x="9740" y="1363"/>
                    <a:pt x="9322" y="109"/>
                  </a:cubicBezTo>
                  <a:cubicBezTo>
                    <a:pt x="9298" y="37"/>
                    <a:pt x="9256" y="1"/>
                    <a:pt x="91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3" name="Google Shape;2513;g312bfb4b743_5_798"/>
            <p:cNvSpPr/>
            <p:nvPr/>
          </p:nvSpPr>
          <p:spPr>
            <a:xfrm>
              <a:off x="4296150" y="2631275"/>
              <a:ext cx="172000" cy="180825"/>
            </a:xfrm>
            <a:custGeom>
              <a:avLst/>
              <a:gdLst/>
              <a:ahLst/>
              <a:cxnLst/>
              <a:rect l="l" t="t" r="r" b="b"/>
              <a:pathLst>
                <a:path w="6880" h="7233" extrusionOk="0">
                  <a:moveTo>
                    <a:pt x="2315" y="0"/>
                  </a:moveTo>
                  <a:lnTo>
                    <a:pt x="1" y="4726"/>
                  </a:lnTo>
                  <a:lnTo>
                    <a:pt x="1544" y="4951"/>
                  </a:lnTo>
                  <a:lnTo>
                    <a:pt x="1833" y="5786"/>
                  </a:lnTo>
                  <a:lnTo>
                    <a:pt x="2701" y="5690"/>
                  </a:lnTo>
                  <a:lnTo>
                    <a:pt x="3537" y="7233"/>
                  </a:lnTo>
                  <a:lnTo>
                    <a:pt x="6880" y="3022"/>
                  </a:lnTo>
                  <a:lnTo>
                    <a:pt x="3922" y="2765"/>
                  </a:lnTo>
                  <a:lnTo>
                    <a:pt x="2315"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4" name="Google Shape;2514;g312bfb4b743_5_798"/>
            <p:cNvSpPr/>
            <p:nvPr/>
          </p:nvSpPr>
          <p:spPr>
            <a:xfrm>
              <a:off x="4292950" y="2627250"/>
              <a:ext cx="179225" cy="188875"/>
            </a:xfrm>
            <a:custGeom>
              <a:avLst/>
              <a:gdLst/>
              <a:ahLst/>
              <a:cxnLst/>
              <a:rect l="l" t="t" r="r" b="b"/>
              <a:pathLst>
                <a:path w="7169" h="7555" extrusionOk="0">
                  <a:moveTo>
                    <a:pt x="2475" y="483"/>
                  </a:moveTo>
                  <a:lnTo>
                    <a:pt x="3922" y="2990"/>
                  </a:lnTo>
                  <a:cubicBezTo>
                    <a:pt x="3954" y="3022"/>
                    <a:pt x="3986" y="3054"/>
                    <a:pt x="4050" y="3054"/>
                  </a:cubicBezTo>
                  <a:lnTo>
                    <a:pt x="6686" y="3311"/>
                  </a:lnTo>
                  <a:lnTo>
                    <a:pt x="3665" y="7105"/>
                  </a:lnTo>
                  <a:lnTo>
                    <a:pt x="2958" y="5787"/>
                  </a:lnTo>
                  <a:lnTo>
                    <a:pt x="2925" y="5722"/>
                  </a:lnTo>
                  <a:lnTo>
                    <a:pt x="2829" y="5690"/>
                  </a:lnTo>
                  <a:lnTo>
                    <a:pt x="2090" y="5787"/>
                  </a:lnTo>
                  <a:lnTo>
                    <a:pt x="1833" y="5047"/>
                  </a:lnTo>
                  <a:cubicBezTo>
                    <a:pt x="1800" y="4983"/>
                    <a:pt x="1768" y="4951"/>
                    <a:pt x="1704" y="4951"/>
                  </a:cubicBezTo>
                  <a:lnTo>
                    <a:pt x="354" y="4758"/>
                  </a:lnTo>
                  <a:lnTo>
                    <a:pt x="2475" y="483"/>
                  </a:lnTo>
                  <a:close/>
                  <a:moveTo>
                    <a:pt x="2443" y="1"/>
                  </a:moveTo>
                  <a:cubicBezTo>
                    <a:pt x="2379" y="1"/>
                    <a:pt x="2347" y="33"/>
                    <a:pt x="2315" y="97"/>
                  </a:cubicBezTo>
                  <a:lnTo>
                    <a:pt x="0" y="4822"/>
                  </a:lnTo>
                  <a:lnTo>
                    <a:pt x="0" y="4951"/>
                  </a:lnTo>
                  <a:cubicBezTo>
                    <a:pt x="32" y="5015"/>
                    <a:pt x="65" y="5015"/>
                    <a:pt x="129" y="5047"/>
                  </a:cubicBezTo>
                  <a:lnTo>
                    <a:pt x="1575" y="5240"/>
                  </a:lnTo>
                  <a:lnTo>
                    <a:pt x="1833" y="6012"/>
                  </a:lnTo>
                  <a:cubicBezTo>
                    <a:pt x="1865" y="6076"/>
                    <a:pt x="1929" y="6108"/>
                    <a:pt x="1993" y="6108"/>
                  </a:cubicBezTo>
                  <a:lnTo>
                    <a:pt x="2765" y="6012"/>
                  </a:lnTo>
                  <a:lnTo>
                    <a:pt x="3504" y="7458"/>
                  </a:lnTo>
                  <a:lnTo>
                    <a:pt x="3568" y="7522"/>
                  </a:lnTo>
                  <a:lnTo>
                    <a:pt x="3633" y="7555"/>
                  </a:lnTo>
                  <a:cubicBezTo>
                    <a:pt x="3697" y="7555"/>
                    <a:pt x="3729" y="7522"/>
                    <a:pt x="3761" y="7490"/>
                  </a:cubicBezTo>
                  <a:lnTo>
                    <a:pt x="7104" y="3279"/>
                  </a:lnTo>
                  <a:cubicBezTo>
                    <a:pt x="7136" y="3247"/>
                    <a:pt x="7168" y="3183"/>
                    <a:pt x="7136" y="3151"/>
                  </a:cubicBezTo>
                  <a:cubicBezTo>
                    <a:pt x="7104" y="3086"/>
                    <a:pt x="7072" y="3054"/>
                    <a:pt x="7008" y="3054"/>
                  </a:cubicBezTo>
                  <a:lnTo>
                    <a:pt x="4147" y="2765"/>
                  </a:lnTo>
                  <a:lnTo>
                    <a:pt x="2572" y="97"/>
                  </a:lnTo>
                  <a:cubicBezTo>
                    <a:pt x="2540" y="33"/>
                    <a:pt x="2508" y="1"/>
                    <a:pt x="24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5" name="Google Shape;2515;g312bfb4b743_5_798"/>
            <p:cNvSpPr/>
            <p:nvPr/>
          </p:nvSpPr>
          <p:spPr>
            <a:xfrm>
              <a:off x="4361250" y="2640925"/>
              <a:ext cx="91625" cy="61900"/>
            </a:xfrm>
            <a:custGeom>
              <a:avLst/>
              <a:gdLst/>
              <a:ahLst/>
              <a:cxnLst/>
              <a:rect l="l" t="t" r="r" b="b"/>
              <a:pathLst>
                <a:path w="3665" h="2476" extrusionOk="0">
                  <a:moveTo>
                    <a:pt x="1" y="0"/>
                  </a:moveTo>
                  <a:lnTo>
                    <a:pt x="1318" y="2379"/>
                  </a:lnTo>
                  <a:lnTo>
                    <a:pt x="3665" y="2475"/>
                  </a:lnTo>
                  <a:lnTo>
                    <a:pt x="3665" y="2475"/>
                  </a:lnTo>
                  <a:lnTo>
                    <a:pt x="2636" y="322"/>
                  </a:lnTo>
                  <a:lnTo>
                    <a:pt x="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6" name="Google Shape;2516;g312bfb4b743_5_798"/>
            <p:cNvSpPr/>
            <p:nvPr/>
          </p:nvSpPr>
          <p:spPr>
            <a:xfrm>
              <a:off x="4357225" y="2636900"/>
              <a:ext cx="99675" cy="69925"/>
            </a:xfrm>
            <a:custGeom>
              <a:avLst/>
              <a:gdLst/>
              <a:ahLst/>
              <a:cxnLst/>
              <a:rect l="l" t="t" r="r" b="b"/>
              <a:pathLst>
                <a:path w="3987" h="2797" extrusionOk="0">
                  <a:moveTo>
                    <a:pt x="451" y="354"/>
                  </a:moveTo>
                  <a:lnTo>
                    <a:pt x="2701" y="611"/>
                  </a:lnTo>
                  <a:lnTo>
                    <a:pt x="3601" y="2475"/>
                  </a:lnTo>
                  <a:lnTo>
                    <a:pt x="1576" y="2379"/>
                  </a:lnTo>
                  <a:lnTo>
                    <a:pt x="451" y="354"/>
                  </a:lnTo>
                  <a:close/>
                  <a:moveTo>
                    <a:pt x="194" y="0"/>
                  </a:moveTo>
                  <a:cubicBezTo>
                    <a:pt x="129" y="0"/>
                    <a:pt x="65" y="32"/>
                    <a:pt x="33" y="97"/>
                  </a:cubicBezTo>
                  <a:cubicBezTo>
                    <a:pt x="1" y="129"/>
                    <a:pt x="1" y="193"/>
                    <a:pt x="33" y="257"/>
                  </a:cubicBezTo>
                  <a:lnTo>
                    <a:pt x="1351" y="2604"/>
                  </a:lnTo>
                  <a:lnTo>
                    <a:pt x="1415" y="2636"/>
                  </a:lnTo>
                  <a:lnTo>
                    <a:pt x="1479" y="2668"/>
                  </a:lnTo>
                  <a:lnTo>
                    <a:pt x="3826" y="2797"/>
                  </a:lnTo>
                  <a:cubicBezTo>
                    <a:pt x="3890" y="2797"/>
                    <a:pt x="3922" y="2765"/>
                    <a:pt x="3955" y="2733"/>
                  </a:cubicBezTo>
                  <a:cubicBezTo>
                    <a:pt x="3987" y="2668"/>
                    <a:pt x="3987" y="2636"/>
                    <a:pt x="3987" y="2572"/>
                  </a:cubicBezTo>
                  <a:lnTo>
                    <a:pt x="2926" y="418"/>
                  </a:lnTo>
                  <a:cubicBezTo>
                    <a:pt x="2926" y="354"/>
                    <a:pt x="2862" y="322"/>
                    <a:pt x="2830" y="322"/>
                  </a:cubicBezTo>
                  <a:lnTo>
                    <a:pt x="1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7" name="Google Shape;2517;g312bfb4b743_5_798"/>
            <p:cNvSpPr/>
            <p:nvPr/>
          </p:nvSpPr>
          <p:spPr>
            <a:xfrm>
              <a:off x="2287950" y="3382125"/>
              <a:ext cx="340750" cy="434500"/>
            </a:xfrm>
            <a:custGeom>
              <a:avLst/>
              <a:gdLst/>
              <a:ahLst/>
              <a:cxnLst/>
              <a:rect l="l" t="t" r="r" b="b"/>
              <a:pathLst>
                <a:path w="13630" h="17380" extrusionOk="0">
                  <a:moveTo>
                    <a:pt x="6787" y="0"/>
                  </a:moveTo>
                  <a:cubicBezTo>
                    <a:pt x="6740" y="0"/>
                    <a:pt x="6692" y="16"/>
                    <a:pt x="6654" y="54"/>
                  </a:cubicBezTo>
                  <a:cubicBezTo>
                    <a:pt x="5818" y="1179"/>
                    <a:pt x="5529" y="3782"/>
                    <a:pt x="5465" y="4490"/>
                  </a:cubicBezTo>
                  <a:lnTo>
                    <a:pt x="4436" y="5004"/>
                  </a:lnTo>
                  <a:cubicBezTo>
                    <a:pt x="3857" y="4586"/>
                    <a:pt x="1961" y="3300"/>
                    <a:pt x="643" y="3011"/>
                  </a:cubicBezTo>
                  <a:cubicBezTo>
                    <a:pt x="631" y="3005"/>
                    <a:pt x="618" y="3002"/>
                    <a:pt x="605" y="3002"/>
                  </a:cubicBezTo>
                  <a:cubicBezTo>
                    <a:pt x="547" y="3002"/>
                    <a:pt x="482" y="3055"/>
                    <a:pt x="482" y="3107"/>
                  </a:cubicBezTo>
                  <a:cubicBezTo>
                    <a:pt x="450" y="3204"/>
                    <a:pt x="514" y="3300"/>
                    <a:pt x="579" y="3300"/>
                  </a:cubicBezTo>
                  <a:cubicBezTo>
                    <a:pt x="1897" y="3589"/>
                    <a:pt x="3890" y="4972"/>
                    <a:pt x="4340" y="5293"/>
                  </a:cubicBezTo>
                  <a:lnTo>
                    <a:pt x="4629" y="5872"/>
                  </a:lnTo>
                  <a:lnTo>
                    <a:pt x="4115" y="6129"/>
                  </a:lnTo>
                  <a:lnTo>
                    <a:pt x="4404" y="6740"/>
                  </a:lnTo>
                  <a:cubicBezTo>
                    <a:pt x="4211" y="6933"/>
                    <a:pt x="4018" y="7158"/>
                    <a:pt x="3890" y="7350"/>
                  </a:cubicBezTo>
                  <a:lnTo>
                    <a:pt x="2604" y="7093"/>
                  </a:lnTo>
                  <a:lnTo>
                    <a:pt x="1607" y="6322"/>
                  </a:lnTo>
                  <a:lnTo>
                    <a:pt x="1511" y="6290"/>
                  </a:lnTo>
                  <a:lnTo>
                    <a:pt x="161" y="6257"/>
                  </a:lnTo>
                  <a:cubicBezTo>
                    <a:pt x="64" y="6257"/>
                    <a:pt x="0" y="6322"/>
                    <a:pt x="0" y="6418"/>
                  </a:cubicBezTo>
                  <a:cubicBezTo>
                    <a:pt x="0" y="6515"/>
                    <a:pt x="64" y="6579"/>
                    <a:pt x="129" y="6579"/>
                  </a:cubicBezTo>
                  <a:lnTo>
                    <a:pt x="1479" y="6579"/>
                  </a:lnTo>
                  <a:lnTo>
                    <a:pt x="2443" y="7350"/>
                  </a:lnTo>
                  <a:lnTo>
                    <a:pt x="2507" y="7383"/>
                  </a:lnTo>
                  <a:lnTo>
                    <a:pt x="3697" y="7640"/>
                  </a:lnTo>
                  <a:cubicBezTo>
                    <a:pt x="3375" y="8122"/>
                    <a:pt x="3279" y="8540"/>
                    <a:pt x="3279" y="8540"/>
                  </a:cubicBezTo>
                  <a:cubicBezTo>
                    <a:pt x="3279" y="8540"/>
                    <a:pt x="3954" y="9633"/>
                    <a:pt x="4757" y="10790"/>
                  </a:cubicBezTo>
                  <a:lnTo>
                    <a:pt x="4243" y="11015"/>
                  </a:lnTo>
                  <a:cubicBezTo>
                    <a:pt x="4179" y="11047"/>
                    <a:pt x="4147" y="11111"/>
                    <a:pt x="4147" y="11176"/>
                  </a:cubicBezTo>
                  <a:lnTo>
                    <a:pt x="4243" y="12879"/>
                  </a:lnTo>
                  <a:lnTo>
                    <a:pt x="3472" y="13972"/>
                  </a:lnTo>
                  <a:cubicBezTo>
                    <a:pt x="3439" y="14036"/>
                    <a:pt x="3472" y="14133"/>
                    <a:pt x="3536" y="14197"/>
                  </a:cubicBezTo>
                  <a:lnTo>
                    <a:pt x="3665" y="14197"/>
                  </a:lnTo>
                  <a:lnTo>
                    <a:pt x="3729" y="14165"/>
                  </a:lnTo>
                  <a:lnTo>
                    <a:pt x="4500" y="13008"/>
                  </a:lnTo>
                  <a:lnTo>
                    <a:pt x="4532" y="12911"/>
                  </a:lnTo>
                  <a:lnTo>
                    <a:pt x="4468" y="11272"/>
                  </a:lnTo>
                  <a:lnTo>
                    <a:pt x="4918" y="11047"/>
                  </a:lnTo>
                  <a:cubicBezTo>
                    <a:pt x="5497" y="11915"/>
                    <a:pt x="6107" y="12783"/>
                    <a:pt x="6461" y="13169"/>
                  </a:cubicBezTo>
                  <a:lnTo>
                    <a:pt x="5690" y="14326"/>
                  </a:lnTo>
                  <a:cubicBezTo>
                    <a:pt x="5657" y="14390"/>
                    <a:pt x="5657" y="14454"/>
                    <a:pt x="5722" y="14519"/>
                  </a:cubicBezTo>
                  <a:lnTo>
                    <a:pt x="7136" y="16222"/>
                  </a:lnTo>
                  <a:lnTo>
                    <a:pt x="6911" y="17187"/>
                  </a:lnTo>
                  <a:cubicBezTo>
                    <a:pt x="6879" y="17283"/>
                    <a:pt x="6943" y="17347"/>
                    <a:pt x="7040" y="17379"/>
                  </a:cubicBezTo>
                  <a:lnTo>
                    <a:pt x="7136" y="17379"/>
                  </a:lnTo>
                  <a:lnTo>
                    <a:pt x="7200" y="17283"/>
                  </a:lnTo>
                  <a:lnTo>
                    <a:pt x="7458" y="16190"/>
                  </a:lnTo>
                  <a:lnTo>
                    <a:pt x="7425" y="16062"/>
                  </a:lnTo>
                  <a:lnTo>
                    <a:pt x="6011" y="14390"/>
                  </a:lnTo>
                  <a:lnTo>
                    <a:pt x="6654" y="13394"/>
                  </a:lnTo>
                  <a:cubicBezTo>
                    <a:pt x="7104" y="13811"/>
                    <a:pt x="7940" y="14326"/>
                    <a:pt x="8711" y="14744"/>
                  </a:cubicBezTo>
                  <a:cubicBezTo>
                    <a:pt x="8897" y="14849"/>
                    <a:pt x="9095" y="14897"/>
                    <a:pt x="9289" y="14897"/>
                  </a:cubicBezTo>
                  <a:cubicBezTo>
                    <a:pt x="9868" y="14897"/>
                    <a:pt x="10415" y="14469"/>
                    <a:pt x="10511" y="13844"/>
                  </a:cubicBezTo>
                  <a:lnTo>
                    <a:pt x="10833" y="11465"/>
                  </a:lnTo>
                  <a:lnTo>
                    <a:pt x="11861" y="11561"/>
                  </a:lnTo>
                  <a:lnTo>
                    <a:pt x="12311" y="13715"/>
                  </a:lnTo>
                  <a:lnTo>
                    <a:pt x="12376" y="13844"/>
                  </a:lnTo>
                  <a:lnTo>
                    <a:pt x="13372" y="14294"/>
                  </a:lnTo>
                  <a:lnTo>
                    <a:pt x="13501" y="14294"/>
                  </a:lnTo>
                  <a:lnTo>
                    <a:pt x="13597" y="14229"/>
                  </a:lnTo>
                  <a:cubicBezTo>
                    <a:pt x="13629" y="14133"/>
                    <a:pt x="13597" y="14069"/>
                    <a:pt x="13501" y="14004"/>
                  </a:cubicBezTo>
                  <a:lnTo>
                    <a:pt x="12601" y="13586"/>
                  </a:lnTo>
                  <a:lnTo>
                    <a:pt x="12151" y="11401"/>
                  </a:lnTo>
                  <a:cubicBezTo>
                    <a:pt x="12151" y="11336"/>
                    <a:pt x="12086" y="11272"/>
                    <a:pt x="12022" y="11272"/>
                  </a:cubicBezTo>
                  <a:lnTo>
                    <a:pt x="10865" y="11176"/>
                  </a:lnTo>
                  <a:lnTo>
                    <a:pt x="10897" y="10983"/>
                  </a:lnTo>
                  <a:lnTo>
                    <a:pt x="10029" y="8572"/>
                  </a:lnTo>
                  <a:lnTo>
                    <a:pt x="10672" y="8283"/>
                  </a:lnTo>
                  <a:lnTo>
                    <a:pt x="11926" y="9375"/>
                  </a:lnTo>
                  <a:lnTo>
                    <a:pt x="12022" y="9408"/>
                  </a:lnTo>
                  <a:lnTo>
                    <a:pt x="13372" y="9504"/>
                  </a:lnTo>
                  <a:lnTo>
                    <a:pt x="13469" y="9504"/>
                  </a:lnTo>
                  <a:cubicBezTo>
                    <a:pt x="13501" y="9472"/>
                    <a:pt x="13533" y="9408"/>
                    <a:pt x="13533" y="9375"/>
                  </a:cubicBezTo>
                  <a:cubicBezTo>
                    <a:pt x="13565" y="9279"/>
                    <a:pt x="13501" y="9215"/>
                    <a:pt x="13404" y="9215"/>
                  </a:cubicBezTo>
                  <a:lnTo>
                    <a:pt x="12086" y="9086"/>
                  </a:lnTo>
                  <a:lnTo>
                    <a:pt x="10801" y="7961"/>
                  </a:lnTo>
                  <a:cubicBezTo>
                    <a:pt x="10768" y="7945"/>
                    <a:pt x="10736" y="7937"/>
                    <a:pt x="10708" y="7937"/>
                  </a:cubicBezTo>
                  <a:cubicBezTo>
                    <a:pt x="10680" y="7937"/>
                    <a:pt x="10656" y="7945"/>
                    <a:pt x="10640" y="7961"/>
                  </a:cubicBezTo>
                  <a:lnTo>
                    <a:pt x="9933" y="8283"/>
                  </a:lnTo>
                  <a:lnTo>
                    <a:pt x="9000" y="5615"/>
                  </a:lnTo>
                  <a:cubicBezTo>
                    <a:pt x="9000" y="5615"/>
                    <a:pt x="8552" y="5544"/>
                    <a:pt x="7897" y="5544"/>
                  </a:cubicBezTo>
                  <a:cubicBezTo>
                    <a:pt x="7788" y="5544"/>
                    <a:pt x="7673" y="5546"/>
                    <a:pt x="7554" y="5550"/>
                  </a:cubicBezTo>
                  <a:lnTo>
                    <a:pt x="7940" y="4747"/>
                  </a:lnTo>
                  <a:lnTo>
                    <a:pt x="7972" y="4682"/>
                  </a:lnTo>
                  <a:lnTo>
                    <a:pt x="7972" y="3461"/>
                  </a:lnTo>
                  <a:lnTo>
                    <a:pt x="8808" y="2400"/>
                  </a:lnTo>
                  <a:cubicBezTo>
                    <a:pt x="8840" y="2336"/>
                    <a:pt x="8840" y="2239"/>
                    <a:pt x="8775" y="2175"/>
                  </a:cubicBezTo>
                  <a:cubicBezTo>
                    <a:pt x="8749" y="2162"/>
                    <a:pt x="8717" y="2154"/>
                    <a:pt x="8684" y="2154"/>
                  </a:cubicBezTo>
                  <a:cubicBezTo>
                    <a:pt x="8637" y="2154"/>
                    <a:pt x="8588" y="2170"/>
                    <a:pt x="8550" y="2207"/>
                  </a:cubicBezTo>
                  <a:lnTo>
                    <a:pt x="7715" y="3300"/>
                  </a:lnTo>
                  <a:lnTo>
                    <a:pt x="7683" y="3397"/>
                  </a:lnTo>
                  <a:lnTo>
                    <a:pt x="7650" y="4650"/>
                  </a:lnTo>
                  <a:lnTo>
                    <a:pt x="7200" y="5582"/>
                  </a:lnTo>
                  <a:cubicBezTo>
                    <a:pt x="7104" y="5582"/>
                    <a:pt x="7008" y="5615"/>
                    <a:pt x="6943" y="5615"/>
                  </a:cubicBezTo>
                  <a:lnTo>
                    <a:pt x="6558" y="4875"/>
                  </a:lnTo>
                  <a:lnTo>
                    <a:pt x="6011" y="5132"/>
                  </a:lnTo>
                  <a:lnTo>
                    <a:pt x="5754" y="4586"/>
                  </a:lnTo>
                  <a:cubicBezTo>
                    <a:pt x="5818" y="4007"/>
                    <a:pt x="6107" y="1307"/>
                    <a:pt x="6911" y="246"/>
                  </a:cubicBezTo>
                  <a:cubicBezTo>
                    <a:pt x="6943" y="182"/>
                    <a:pt x="6943" y="86"/>
                    <a:pt x="6879" y="21"/>
                  </a:cubicBezTo>
                  <a:cubicBezTo>
                    <a:pt x="6852" y="8"/>
                    <a:pt x="6820" y="0"/>
                    <a:pt x="67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8" name="Google Shape;2518;g312bfb4b743_5_798"/>
            <p:cNvSpPr/>
            <p:nvPr/>
          </p:nvSpPr>
          <p:spPr>
            <a:xfrm>
              <a:off x="2381150" y="3534525"/>
              <a:ext cx="172000" cy="169600"/>
            </a:xfrm>
            <a:custGeom>
              <a:avLst/>
              <a:gdLst/>
              <a:ahLst/>
              <a:cxnLst/>
              <a:rect l="l" t="t" r="r" b="b"/>
              <a:pathLst>
                <a:path w="6880" h="6784" extrusionOk="0">
                  <a:moveTo>
                    <a:pt x="4887" y="1"/>
                  </a:moveTo>
                  <a:lnTo>
                    <a:pt x="3183" y="2412"/>
                  </a:lnTo>
                  <a:lnTo>
                    <a:pt x="1" y="2444"/>
                  </a:lnTo>
                  <a:lnTo>
                    <a:pt x="2958" y="6783"/>
                  </a:lnTo>
                  <a:lnTo>
                    <a:pt x="3890" y="5562"/>
                  </a:lnTo>
                  <a:lnTo>
                    <a:pt x="4790" y="5722"/>
                  </a:lnTo>
                  <a:lnTo>
                    <a:pt x="5144" y="4919"/>
                  </a:lnTo>
                  <a:lnTo>
                    <a:pt x="6880" y="4983"/>
                  </a:lnTo>
                  <a:lnTo>
                    <a:pt x="488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9" name="Google Shape;2519;g312bfb4b743_5_798"/>
            <p:cNvSpPr/>
            <p:nvPr/>
          </p:nvSpPr>
          <p:spPr>
            <a:xfrm>
              <a:off x="2377150" y="3530525"/>
              <a:ext cx="179225" cy="177600"/>
            </a:xfrm>
            <a:custGeom>
              <a:avLst/>
              <a:gdLst/>
              <a:ahLst/>
              <a:cxnLst/>
              <a:rect l="l" t="t" r="r" b="b"/>
              <a:pathLst>
                <a:path w="7169" h="7104" extrusionOk="0">
                  <a:moveTo>
                    <a:pt x="5015" y="482"/>
                  </a:moveTo>
                  <a:lnTo>
                    <a:pt x="6815" y="4982"/>
                  </a:lnTo>
                  <a:lnTo>
                    <a:pt x="5304" y="4950"/>
                  </a:lnTo>
                  <a:lnTo>
                    <a:pt x="5240" y="4950"/>
                  </a:lnTo>
                  <a:lnTo>
                    <a:pt x="5143" y="5015"/>
                  </a:lnTo>
                  <a:lnTo>
                    <a:pt x="4854" y="5722"/>
                  </a:lnTo>
                  <a:lnTo>
                    <a:pt x="4082" y="5561"/>
                  </a:lnTo>
                  <a:cubicBezTo>
                    <a:pt x="4018" y="5561"/>
                    <a:pt x="3986" y="5593"/>
                    <a:pt x="3922" y="5625"/>
                  </a:cubicBezTo>
                  <a:lnTo>
                    <a:pt x="3118" y="6686"/>
                  </a:lnTo>
                  <a:lnTo>
                    <a:pt x="450" y="2764"/>
                  </a:lnTo>
                  <a:lnTo>
                    <a:pt x="3343" y="2700"/>
                  </a:lnTo>
                  <a:cubicBezTo>
                    <a:pt x="3407" y="2700"/>
                    <a:pt x="3440" y="2700"/>
                    <a:pt x="3472" y="2636"/>
                  </a:cubicBezTo>
                  <a:lnTo>
                    <a:pt x="5015" y="482"/>
                  </a:lnTo>
                  <a:close/>
                  <a:moveTo>
                    <a:pt x="5079" y="0"/>
                  </a:moveTo>
                  <a:cubicBezTo>
                    <a:pt x="5015" y="0"/>
                    <a:pt x="4950" y="32"/>
                    <a:pt x="4918" y="64"/>
                  </a:cubicBezTo>
                  <a:lnTo>
                    <a:pt x="3279" y="2411"/>
                  </a:lnTo>
                  <a:lnTo>
                    <a:pt x="161" y="2443"/>
                  </a:lnTo>
                  <a:cubicBezTo>
                    <a:pt x="97" y="2443"/>
                    <a:pt x="64" y="2475"/>
                    <a:pt x="32" y="2539"/>
                  </a:cubicBezTo>
                  <a:cubicBezTo>
                    <a:pt x="0" y="2572"/>
                    <a:pt x="0" y="2636"/>
                    <a:pt x="32" y="2700"/>
                  </a:cubicBezTo>
                  <a:lnTo>
                    <a:pt x="2990" y="7040"/>
                  </a:lnTo>
                  <a:cubicBezTo>
                    <a:pt x="3022" y="7072"/>
                    <a:pt x="3054" y="7104"/>
                    <a:pt x="3118" y="7104"/>
                  </a:cubicBezTo>
                  <a:cubicBezTo>
                    <a:pt x="3150" y="7104"/>
                    <a:pt x="3215" y="7072"/>
                    <a:pt x="3247" y="7040"/>
                  </a:cubicBezTo>
                  <a:lnTo>
                    <a:pt x="4115" y="5882"/>
                  </a:lnTo>
                  <a:lnTo>
                    <a:pt x="4918" y="6043"/>
                  </a:lnTo>
                  <a:cubicBezTo>
                    <a:pt x="4982" y="6043"/>
                    <a:pt x="5079" y="6011"/>
                    <a:pt x="5079" y="5947"/>
                  </a:cubicBezTo>
                  <a:lnTo>
                    <a:pt x="5400" y="5240"/>
                  </a:lnTo>
                  <a:lnTo>
                    <a:pt x="7008" y="5304"/>
                  </a:lnTo>
                  <a:lnTo>
                    <a:pt x="7104" y="5272"/>
                  </a:lnTo>
                  <a:lnTo>
                    <a:pt x="7168" y="5240"/>
                  </a:lnTo>
                  <a:lnTo>
                    <a:pt x="7168" y="5079"/>
                  </a:lnTo>
                  <a:lnTo>
                    <a:pt x="5207" y="96"/>
                  </a:lnTo>
                  <a:cubicBezTo>
                    <a:pt x="5175" y="64"/>
                    <a:pt x="5111" y="32"/>
                    <a:pt x="50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0" name="Google Shape;2520;g312bfb4b743_5_798"/>
            <p:cNvSpPr/>
            <p:nvPr/>
          </p:nvSpPr>
          <p:spPr>
            <a:xfrm>
              <a:off x="2393200" y="3540950"/>
              <a:ext cx="99675" cy="53875"/>
            </a:xfrm>
            <a:custGeom>
              <a:avLst/>
              <a:gdLst/>
              <a:ahLst/>
              <a:cxnLst/>
              <a:rect l="l" t="t" r="r" b="b"/>
              <a:pathLst>
                <a:path w="3987" h="2155" extrusionOk="0">
                  <a:moveTo>
                    <a:pt x="1576" y="1"/>
                  </a:moveTo>
                  <a:lnTo>
                    <a:pt x="1" y="2122"/>
                  </a:lnTo>
                  <a:lnTo>
                    <a:pt x="2701" y="2155"/>
                  </a:lnTo>
                  <a:lnTo>
                    <a:pt x="3987" y="162"/>
                  </a:lnTo>
                  <a:lnTo>
                    <a:pt x="157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1" name="Google Shape;2521;g312bfb4b743_5_798"/>
            <p:cNvSpPr/>
            <p:nvPr/>
          </p:nvSpPr>
          <p:spPr>
            <a:xfrm>
              <a:off x="2389200" y="3536950"/>
              <a:ext cx="106900" cy="61100"/>
            </a:xfrm>
            <a:custGeom>
              <a:avLst/>
              <a:gdLst/>
              <a:ahLst/>
              <a:cxnLst/>
              <a:rect l="l" t="t" r="r" b="b"/>
              <a:pathLst>
                <a:path w="4276" h="2444" extrusionOk="0">
                  <a:moveTo>
                    <a:pt x="1832" y="322"/>
                  </a:moveTo>
                  <a:lnTo>
                    <a:pt x="3858" y="450"/>
                  </a:lnTo>
                  <a:lnTo>
                    <a:pt x="2797" y="2154"/>
                  </a:lnTo>
                  <a:lnTo>
                    <a:pt x="450" y="2122"/>
                  </a:lnTo>
                  <a:lnTo>
                    <a:pt x="1832" y="322"/>
                  </a:lnTo>
                  <a:close/>
                  <a:moveTo>
                    <a:pt x="1768" y="0"/>
                  </a:moveTo>
                  <a:cubicBezTo>
                    <a:pt x="1704" y="0"/>
                    <a:pt x="1640" y="32"/>
                    <a:pt x="1607" y="64"/>
                  </a:cubicBezTo>
                  <a:lnTo>
                    <a:pt x="32" y="2186"/>
                  </a:lnTo>
                  <a:cubicBezTo>
                    <a:pt x="0" y="2250"/>
                    <a:pt x="0" y="2315"/>
                    <a:pt x="32" y="2347"/>
                  </a:cubicBezTo>
                  <a:cubicBezTo>
                    <a:pt x="65" y="2411"/>
                    <a:pt x="97" y="2443"/>
                    <a:pt x="161" y="2443"/>
                  </a:cubicBezTo>
                  <a:lnTo>
                    <a:pt x="2925" y="2443"/>
                  </a:lnTo>
                  <a:lnTo>
                    <a:pt x="2990" y="2379"/>
                  </a:lnTo>
                  <a:lnTo>
                    <a:pt x="4275" y="418"/>
                  </a:lnTo>
                  <a:lnTo>
                    <a:pt x="4275" y="257"/>
                  </a:lnTo>
                  <a:cubicBezTo>
                    <a:pt x="4243" y="225"/>
                    <a:pt x="4211" y="193"/>
                    <a:pt x="4147" y="161"/>
                  </a:cubicBezTo>
                  <a:lnTo>
                    <a:pt x="176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22" name="Google Shape;2522;g312bfb4b743_5_798"/>
          <p:cNvSpPr txBox="1"/>
          <p:nvPr/>
        </p:nvSpPr>
        <p:spPr>
          <a:xfrm>
            <a:off x="1739621" y="1408756"/>
            <a:ext cx="5664900" cy="11340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00000"/>
              </a:lnSpc>
              <a:spcBef>
                <a:spcPts val="0"/>
              </a:spcBef>
              <a:spcAft>
                <a:spcPts val="0"/>
              </a:spcAft>
              <a:buClr>
                <a:schemeClr val="accent1"/>
              </a:buClr>
              <a:buSzPts val="1600"/>
              <a:buFont typeface="Arial"/>
              <a:buChar char="●"/>
            </a:pPr>
            <a:r>
              <a:rPr lang="en" b="0" i="0" u="none" strike="noStrike" cap="none">
                <a:solidFill>
                  <a:schemeClr val="dk2"/>
                </a:solidFill>
                <a:latin typeface="Barlow Semi Condensed"/>
                <a:ea typeface="Barlow Semi Condensed"/>
                <a:cs typeface="Barlow Semi Condensed"/>
                <a:sym typeface="Barlow Semi Condensed"/>
              </a:rPr>
              <a:t>Error messages (in red) guide users when validation rules are not met.</a:t>
            </a:r>
            <a:endParaRPr sz="1600" b="0" i="0" u="none" strike="noStrike" cap="none">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chemeClr val="accent1"/>
              </a:buClr>
              <a:buSzPts val="1600"/>
              <a:buFont typeface="Arial"/>
              <a:buChar char="●"/>
            </a:pPr>
            <a:r>
              <a:rPr lang="en" b="0" i="0" u="none" strike="noStrike" cap="none">
                <a:solidFill>
                  <a:schemeClr val="dk2"/>
                </a:solidFill>
                <a:latin typeface="Barlow Semi Condensed"/>
                <a:ea typeface="Barlow Semi Condensed"/>
                <a:cs typeface="Barlow Semi Condensed"/>
                <a:sym typeface="Barlow Semi Condensed"/>
              </a:rPr>
              <a:t>Screenshots demonstrate feedback such as:</a:t>
            </a:r>
            <a:endParaRPr sz="1600" b="0" i="0" u="none" strike="noStrike" cap="none">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accent1"/>
              </a:buClr>
              <a:buSzPts val="1600"/>
              <a:buFont typeface="Arial"/>
              <a:buChar char="○"/>
            </a:pPr>
            <a:r>
              <a:rPr lang="en" b="0" i="0" u="none" strike="noStrike" cap="none">
                <a:solidFill>
                  <a:schemeClr val="dk2"/>
                </a:solidFill>
                <a:latin typeface="Barlow Semi Condensed"/>
                <a:ea typeface="Barlow Semi Condensed"/>
                <a:cs typeface="Barlow Semi Condensed"/>
                <a:sym typeface="Barlow Semi Condensed"/>
              </a:rPr>
              <a:t>A user with that username already exists</a:t>
            </a:r>
            <a:endParaRPr sz="1600" b="0" i="0" u="none" strike="noStrike" cap="none">
              <a:solidFill>
                <a:srgbClr val="000000"/>
              </a:solidFill>
              <a:latin typeface="Arial"/>
              <a:ea typeface="Arial"/>
              <a:cs typeface="Arial"/>
              <a:sym typeface="Arial"/>
            </a:endParaRPr>
          </a:p>
          <a:p>
            <a:pPr marL="914400" marR="0" lvl="1" indent="-330200" algn="l" rtl="0">
              <a:lnSpc>
                <a:spcPct val="100000"/>
              </a:lnSpc>
              <a:spcBef>
                <a:spcPts val="0"/>
              </a:spcBef>
              <a:spcAft>
                <a:spcPts val="0"/>
              </a:spcAft>
              <a:buClr>
                <a:schemeClr val="accent1"/>
              </a:buClr>
              <a:buSzPts val="1600"/>
              <a:buFont typeface="Arial"/>
              <a:buChar char="○"/>
            </a:pPr>
            <a:r>
              <a:rPr lang="en" b="0" i="0" u="none" strike="noStrike" cap="none">
                <a:solidFill>
                  <a:schemeClr val="dk2"/>
                </a:solidFill>
                <a:latin typeface="Barlow Semi Condensed"/>
                <a:ea typeface="Barlow Semi Condensed"/>
                <a:cs typeface="Barlow Semi Condensed"/>
                <a:sym typeface="Barlow Semi Condensed"/>
              </a:rPr>
              <a:t>Password must contain at least one uppercase letter</a:t>
            </a:r>
            <a:endParaRPr sz="1600"/>
          </a:p>
          <a:p>
            <a:pPr marL="914400" marR="0" lvl="1" indent="-330200" algn="l" rtl="0">
              <a:lnSpc>
                <a:spcPct val="100000"/>
              </a:lnSpc>
              <a:spcBef>
                <a:spcPts val="0"/>
              </a:spcBef>
              <a:spcAft>
                <a:spcPts val="0"/>
              </a:spcAft>
              <a:buClr>
                <a:schemeClr val="accent1"/>
              </a:buClr>
              <a:buSzPts val="1600"/>
              <a:buFont typeface="Arial"/>
              <a:buChar char="○"/>
            </a:pPr>
            <a:r>
              <a:rPr lang="en" b="0" i="0" u="none" strike="noStrike" cap="none">
                <a:solidFill>
                  <a:schemeClr val="dk2"/>
                </a:solidFill>
                <a:latin typeface="Barlow Semi Condensed"/>
                <a:ea typeface="Barlow Semi Condensed"/>
                <a:cs typeface="Barlow Semi Condensed"/>
                <a:sym typeface="Barlow Semi Condensed"/>
              </a:rPr>
              <a:t>Password must contain at least one special symbol</a:t>
            </a:r>
            <a:endParaRPr sz="16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accent1"/>
              </a:buClr>
              <a:buSzPts val="1400"/>
              <a:buFont typeface="Arial"/>
              <a:buNone/>
            </a:pPr>
            <a:endParaRPr b="0" i="0" u="none" strike="noStrike" cap="none">
              <a:solidFill>
                <a:schemeClr val="dk2"/>
              </a:solidFill>
              <a:latin typeface="Barlow Semi Condensed"/>
              <a:ea typeface="Barlow Semi Condensed"/>
              <a:cs typeface="Barlow Semi Condensed"/>
              <a:sym typeface="Barlow Semi Condensed"/>
            </a:endParaRPr>
          </a:p>
        </p:txBody>
      </p:sp>
      <p:sp>
        <p:nvSpPr>
          <p:cNvPr id="2523" name="Google Shape;2523;g312bfb4b743_5_798"/>
          <p:cNvSpPr txBox="1"/>
          <p:nvPr/>
        </p:nvSpPr>
        <p:spPr>
          <a:xfrm>
            <a:off x="2167127" y="577662"/>
            <a:ext cx="4809600" cy="576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2800"/>
              <a:buFont typeface="Fjalla One"/>
              <a:buNone/>
            </a:pPr>
            <a:r>
              <a:rPr lang="en" sz="3200" b="0" i="0" u="none" strike="noStrike" cap="none">
                <a:solidFill>
                  <a:schemeClr val="accent1"/>
                </a:solidFill>
                <a:latin typeface="Fjalla One"/>
                <a:ea typeface="Fjalla One"/>
                <a:cs typeface="Fjalla One"/>
                <a:sym typeface="Fjalla One"/>
              </a:rPr>
              <a:t>Signup Page Implementation</a:t>
            </a:r>
            <a:endParaRPr sz="1400" b="0" i="0" u="none" strike="noStrike" cap="none">
              <a:solidFill>
                <a:srgbClr val="000000"/>
              </a:solidFill>
              <a:latin typeface="Arial"/>
              <a:ea typeface="Arial"/>
              <a:cs typeface="Arial"/>
              <a:sym typeface="Arial"/>
            </a:endParaRPr>
          </a:p>
        </p:txBody>
      </p:sp>
      <p:pic>
        <p:nvPicPr>
          <p:cNvPr id="2524" name="Google Shape;2524;g312bfb4b743_5_798" descr="截屏2024-11-07 06.43.00.png"/>
          <p:cNvPicPr preferRelativeResize="0"/>
          <p:nvPr/>
        </p:nvPicPr>
        <p:blipFill rotWithShape="1">
          <a:blip r:embed="rId3">
            <a:alphaModFix/>
          </a:blip>
          <a:srcRect/>
          <a:stretch/>
        </p:blipFill>
        <p:spPr>
          <a:xfrm>
            <a:off x="831150" y="2847550"/>
            <a:ext cx="2530100" cy="1797300"/>
          </a:xfrm>
          <a:prstGeom prst="rect">
            <a:avLst/>
          </a:prstGeom>
          <a:noFill/>
          <a:ln>
            <a:noFill/>
          </a:ln>
        </p:spPr>
      </p:pic>
      <p:pic>
        <p:nvPicPr>
          <p:cNvPr id="2525" name="Google Shape;2525;g312bfb4b743_5_798" descr="截屏2024-11-07 06.43.20.png"/>
          <p:cNvPicPr preferRelativeResize="0"/>
          <p:nvPr/>
        </p:nvPicPr>
        <p:blipFill rotWithShape="1">
          <a:blip r:embed="rId4">
            <a:alphaModFix/>
          </a:blip>
          <a:srcRect/>
          <a:stretch/>
        </p:blipFill>
        <p:spPr>
          <a:xfrm>
            <a:off x="3189775" y="2775775"/>
            <a:ext cx="2530110" cy="1935725"/>
          </a:xfrm>
          <a:prstGeom prst="rect">
            <a:avLst/>
          </a:prstGeom>
          <a:noFill/>
          <a:ln>
            <a:noFill/>
          </a:ln>
        </p:spPr>
      </p:pic>
      <p:pic>
        <p:nvPicPr>
          <p:cNvPr id="2526" name="Google Shape;2526;g312bfb4b743_5_798"/>
          <p:cNvPicPr preferRelativeResize="0"/>
          <p:nvPr/>
        </p:nvPicPr>
        <p:blipFill rotWithShape="1">
          <a:blip r:embed="rId5">
            <a:alphaModFix/>
          </a:blip>
          <a:srcRect/>
          <a:stretch/>
        </p:blipFill>
        <p:spPr>
          <a:xfrm>
            <a:off x="5687950" y="2847550"/>
            <a:ext cx="2416150" cy="1863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sp>
        <p:nvSpPr>
          <p:cNvPr id="2531" name="Google Shape;2531;g312bfb4b743_0_7"/>
          <p:cNvSpPr txBox="1"/>
          <p:nvPr/>
        </p:nvSpPr>
        <p:spPr>
          <a:xfrm>
            <a:off x="3316610" y="1529200"/>
            <a:ext cx="4809600" cy="1134000"/>
          </a:xfrm>
          <a:prstGeom prst="rect">
            <a:avLst/>
          </a:prstGeom>
          <a:noFill/>
          <a:ln>
            <a:noFill/>
          </a:ln>
        </p:spPr>
        <p:txBody>
          <a:bodyPr spcFirstLastPara="1" wrap="square" lIns="91425" tIns="91425" rIns="91425" bIns="91425" anchor="t" anchorCtr="0">
            <a:noAutofit/>
          </a:bodyPr>
          <a:lstStyle/>
          <a:p>
            <a:pPr marL="285750" marR="0" lvl="0" indent="-285750" algn="l" rtl="0">
              <a:lnSpc>
                <a:spcPct val="100000"/>
              </a:lnSpc>
              <a:spcBef>
                <a:spcPts val="0"/>
              </a:spcBef>
              <a:spcAft>
                <a:spcPts val="0"/>
              </a:spcAft>
              <a:buClr>
                <a:schemeClr val="accent1"/>
              </a:buClr>
              <a:buSzPts val="960"/>
              <a:buFont typeface="Noto Sans Symbols"/>
              <a:buChar char="●"/>
            </a:pPr>
            <a:r>
              <a:rPr lang="en" sz="1600" b="0" i="0" u="none" strike="noStrike" cap="none">
                <a:solidFill>
                  <a:schemeClr val="dk2"/>
                </a:solidFill>
                <a:latin typeface="Barlow Semi Condensed"/>
                <a:ea typeface="Barlow Semi Condensed"/>
                <a:cs typeface="Barlow Semi Condensed"/>
                <a:sym typeface="Barlow Semi Condensed"/>
              </a:rPr>
              <a:t>The login functionality handles invalid credentials with warning message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accent1"/>
              </a:buClr>
              <a:buSzPts val="960"/>
              <a:buFont typeface="Noto Sans Symbols"/>
              <a:buChar char="●"/>
            </a:pPr>
            <a:r>
              <a:rPr lang="en" sz="1600" b="0" i="0" u="none" strike="noStrike" cap="none">
                <a:solidFill>
                  <a:schemeClr val="dk2"/>
                </a:solidFill>
                <a:latin typeface="Barlow Semi Condensed"/>
                <a:ea typeface="Barlow Semi Condensed"/>
                <a:cs typeface="Barlow Semi Condensed"/>
                <a:sym typeface="Barlow Semi Condensed"/>
              </a:rPr>
              <a:t>This ensures users are alerted when entering incorrect information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accent1"/>
              </a:buClr>
              <a:buSzPts val="960"/>
              <a:buFont typeface="Noto Sans Symbols"/>
              <a:buChar char="●"/>
            </a:pPr>
            <a:r>
              <a:rPr lang="en" sz="1600" b="0" i="0" u="none" strike="noStrike" cap="none">
                <a:solidFill>
                  <a:schemeClr val="dk2"/>
                </a:solidFill>
                <a:latin typeface="Barlow Semi Condensed"/>
                <a:ea typeface="Barlow Semi Condensed"/>
                <a:cs typeface="Barlow Semi Condensed"/>
                <a:sym typeface="Barlow Semi Condensed"/>
              </a:rPr>
              <a:t>Screenshot shows an example message</a:t>
            </a:r>
            <a:endParaRPr sz="1400" b="0" i="0" u="none" strike="noStrike" cap="none">
              <a:solidFill>
                <a:srgbClr val="000000"/>
              </a:solidFill>
              <a:latin typeface="Arial"/>
              <a:ea typeface="Arial"/>
              <a:cs typeface="Arial"/>
              <a:sym typeface="Arial"/>
            </a:endParaRPr>
          </a:p>
        </p:txBody>
      </p:sp>
      <p:sp>
        <p:nvSpPr>
          <p:cNvPr id="2532" name="Google Shape;2532;g312bfb4b743_0_7"/>
          <p:cNvSpPr txBox="1"/>
          <p:nvPr/>
        </p:nvSpPr>
        <p:spPr>
          <a:xfrm>
            <a:off x="2493132" y="519347"/>
            <a:ext cx="4809600" cy="576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2800"/>
              <a:buFont typeface="Fjalla One"/>
              <a:buNone/>
            </a:pPr>
            <a:r>
              <a:rPr lang="en" sz="3200" b="0" i="0" u="none" strike="noStrike" cap="none">
                <a:solidFill>
                  <a:schemeClr val="accent1"/>
                </a:solidFill>
                <a:latin typeface="Fjalla One"/>
                <a:ea typeface="Fjalla One"/>
                <a:cs typeface="Fjalla One"/>
                <a:sym typeface="Fjalla One"/>
              </a:rPr>
              <a:t>Login Page Implementation</a:t>
            </a:r>
            <a:endParaRPr sz="1400" b="0" i="0" u="none" strike="noStrike" cap="none">
              <a:solidFill>
                <a:srgbClr val="000000"/>
              </a:solidFill>
              <a:latin typeface="Arial"/>
              <a:ea typeface="Arial"/>
              <a:cs typeface="Arial"/>
              <a:sym typeface="Arial"/>
            </a:endParaRPr>
          </a:p>
        </p:txBody>
      </p:sp>
      <p:pic>
        <p:nvPicPr>
          <p:cNvPr id="2533" name="Google Shape;2533;g312bfb4b743_0_7" descr="截屏2024-11-07 06.51.14.png"/>
          <p:cNvPicPr preferRelativeResize="0"/>
          <p:nvPr/>
        </p:nvPicPr>
        <p:blipFill rotWithShape="1">
          <a:blip r:embed="rId3">
            <a:alphaModFix/>
          </a:blip>
          <a:srcRect/>
          <a:stretch/>
        </p:blipFill>
        <p:spPr>
          <a:xfrm>
            <a:off x="1121869" y="2941553"/>
            <a:ext cx="4972290" cy="14502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7"/>
        <p:cNvGrpSpPr/>
        <p:nvPr/>
      </p:nvGrpSpPr>
      <p:grpSpPr>
        <a:xfrm>
          <a:off x="0" y="0"/>
          <a:ext cx="0" cy="0"/>
          <a:chOff x="0" y="0"/>
          <a:chExt cx="0" cy="0"/>
        </a:xfrm>
      </p:grpSpPr>
      <p:sp>
        <p:nvSpPr>
          <p:cNvPr id="2538" name="Google Shape;2538;g312bfb4b743_5_761"/>
          <p:cNvSpPr txBox="1">
            <a:spLocks noGrp="1"/>
          </p:cNvSpPr>
          <p:nvPr>
            <p:ph type="title"/>
          </p:nvPr>
        </p:nvSpPr>
        <p:spPr>
          <a:xfrm>
            <a:off x="1780306" y="174443"/>
            <a:ext cx="5496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4000">
                <a:solidFill>
                  <a:schemeClr val="accent1"/>
                </a:solidFill>
                <a:latin typeface="Fjalla One"/>
                <a:ea typeface="Fjalla One"/>
                <a:cs typeface="Fjalla One"/>
                <a:sym typeface="Fjalla One"/>
              </a:rPr>
              <a:t>Security</a:t>
            </a:r>
            <a:endParaRPr sz="4000">
              <a:solidFill>
                <a:schemeClr val="accent1"/>
              </a:solidFill>
              <a:latin typeface="Fjalla One"/>
              <a:ea typeface="Fjalla One"/>
              <a:cs typeface="Fjalla One"/>
              <a:sym typeface="Fjalla One"/>
            </a:endParaRPr>
          </a:p>
        </p:txBody>
      </p:sp>
      <p:sp>
        <p:nvSpPr>
          <p:cNvPr id="2539" name="Google Shape;2539;g312bfb4b743_5_761"/>
          <p:cNvSpPr txBox="1"/>
          <p:nvPr/>
        </p:nvSpPr>
        <p:spPr>
          <a:xfrm>
            <a:off x="1813431" y="1302561"/>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Barlow Semi Condensed"/>
                <a:ea typeface="Barlow Semi Condensed"/>
                <a:cs typeface="Barlow Semi Condensed"/>
                <a:sym typeface="Barlow Semi Condensed"/>
              </a:rPr>
              <a:t>CSRF protection on all forms</a:t>
            </a:r>
            <a:endParaRPr sz="1800" b="0" i="0" u="none" strike="noStrike" cap="none">
              <a:solidFill>
                <a:srgbClr val="000000"/>
              </a:solidFill>
              <a:latin typeface="Arial"/>
              <a:ea typeface="Arial"/>
              <a:cs typeface="Arial"/>
              <a:sym typeface="Arial"/>
            </a:endParaRPr>
          </a:p>
        </p:txBody>
      </p:sp>
      <p:sp>
        <p:nvSpPr>
          <p:cNvPr id="2540" name="Google Shape;2540;g312bfb4b743_5_761"/>
          <p:cNvSpPr txBox="1"/>
          <p:nvPr/>
        </p:nvSpPr>
        <p:spPr>
          <a:xfrm>
            <a:off x="4894309" y="1122306"/>
            <a:ext cx="26166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800" b="0" i="0" u="none" strike="noStrike" cap="none">
                <a:solidFill>
                  <a:schemeClr val="dk2"/>
                </a:solidFill>
                <a:latin typeface="Barlow Semi Condensed"/>
                <a:ea typeface="Barlow Semi Condensed"/>
                <a:cs typeface="Barlow Semi Condensed"/>
                <a:sym typeface="Barlow Semi Condensed"/>
              </a:rPr>
              <a:t>Django’s secure password hashing and session handling</a:t>
            </a:r>
            <a:endParaRPr sz="1800" b="0" i="0" u="none" strike="noStrike" cap="none">
              <a:solidFill>
                <a:srgbClr val="000000"/>
              </a:solidFill>
              <a:latin typeface="Arial"/>
              <a:ea typeface="Arial"/>
              <a:cs typeface="Arial"/>
              <a:sym typeface="Arial"/>
            </a:endParaRPr>
          </a:p>
        </p:txBody>
      </p:sp>
      <p:sp>
        <p:nvSpPr>
          <p:cNvPr id="2541" name="Google Shape;2541;g312bfb4b743_5_761"/>
          <p:cNvSpPr txBox="1"/>
          <p:nvPr/>
        </p:nvSpPr>
        <p:spPr>
          <a:xfrm>
            <a:off x="3490682" y="3705584"/>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800" b="0" i="0" u="none" strike="noStrike" cap="none">
                <a:solidFill>
                  <a:schemeClr val="dk2"/>
                </a:solidFill>
                <a:latin typeface="Barlow"/>
                <a:ea typeface="Barlow"/>
                <a:cs typeface="Barlow"/>
                <a:sym typeface="Barlow"/>
              </a:rPr>
              <a:t>Password validation enhances security against weak credentials</a:t>
            </a:r>
            <a:endParaRPr sz="1800" b="0" i="0" u="none" strike="noStrike" cap="none">
              <a:solidFill>
                <a:srgbClr val="000000"/>
              </a:solidFill>
              <a:latin typeface="Arial"/>
              <a:ea typeface="Arial"/>
              <a:cs typeface="Arial"/>
              <a:sym typeface="Arial"/>
            </a:endParaRPr>
          </a:p>
        </p:txBody>
      </p:sp>
      <p:grpSp>
        <p:nvGrpSpPr>
          <p:cNvPr id="2542" name="Google Shape;2542;g312bfb4b743_5_761"/>
          <p:cNvGrpSpPr/>
          <p:nvPr/>
        </p:nvGrpSpPr>
        <p:grpSpPr>
          <a:xfrm>
            <a:off x="2431830" y="2069708"/>
            <a:ext cx="4261296" cy="1517351"/>
            <a:chOff x="1621724" y="2106974"/>
            <a:chExt cx="4261296" cy="1517351"/>
          </a:xfrm>
        </p:grpSpPr>
        <p:grpSp>
          <p:nvGrpSpPr>
            <p:cNvPr id="2543" name="Google Shape;2543;g312bfb4b743_5_761"/>
            <p:cNvGrpSpPr/>
            <p:nvPr/>
          </p:nvGrpSpPr>
          <p:grpSpPr>
            <a:xfrm>
              <a:off x="2604811" y="2884996"/>
              <a:ext cx="2382882" cy="538"/>
              <a:chOff x="3762462" y="2553002"/>
              <a:chExt cx="664533" cy="150"/>
            </a:xfrm>
          </p:grpSpPr>
          <p:cxnSp>
            <p:nvCxnSpPr>
              <p:cNvPr id="2544" name="Google Shape;2544;g312bfb4b743_5_761"/>
              <p:cNvCxnSpPr/>
              <p:nvPr/>
            </p:nvCxnSpPr>
            <p:spPr>
              <a:xfrm>
                <a:off x="4195395" y="2553002"/>
                <a:ext cx="231600" cy="0"/>
              </a:xfrm>
              <a:prstGeom prst="straightConnector1">
                <a:avLst/>
              </a:prstGeom>
              <a:noFill/>
              <a:ln w="9525" cap="flat" cmpd="sng">
                <a:solidFill>
                  <a:srgbClr val="595959"/>
                </a:solidFill>
                <a:prstDash val="solid"/>
                <a:round/>
                <a:headEnd type="none" w="sm" len="sm"/>
                <a:tailEnd type="none" w="sm" len="sm"/>
              </a:ln>
            </p:spPr>
          </p:cxnSp>
          <p:cxnSp>
            <p:nvCxnSpPr>
              <p:cNvPr id="2545" name="Google Shape;2545;g312bfb4b743_5_761"/>
              <p:cNvCxnSpPr>
                <a:stCxn id="2546" idx="6"/>
                <a:endCxn id="2547" idx="2"/>
              </p:cNvCxnSpPr>
              <p:nvPr/>
            </p:nvCxnSpPr>
            <p:spPr>
              <a:xfrm>
                <a:off x="3762462" y="2553152"/>
                <a:ext cx="183000" cy="0"/>
              </a:xfrm>
              <a:prstGeom prst="straightConnector1">
                <a:avLst/>
              </a:prstGeom>
              <a:noFill/>
              <a:ln w="9525" cap="flat" cmpd="sng">
                <a:solidFill>
                  <a:srgbClr val="595959"/>
                </a:solidFill>
                <a:prstDash val="solid"/>
                <a:round/>
                <a:headEnd type="none" w="sm" len="sm"/>
                <a:tailEnd type="none" w="sm" len="sm"/>
              </a:ln>
            </p:spPr>
          </p:cxnSp>
        </p:grpSp>
        <p:cxnSp>
          <p:nvCxnSpPr>
            <p:cNvPr id="2548" name="Google Shape;2548;g312bfb4b743_5_761"/>
            <p:cNvCxnSpPr/>
            <p:nvPr/>
          </p:nvCxnSpPr>
          <p:spPr>
            <a:xfrm>
              <a:off x="3752008" y="3186309"/>
              <a:ext cx="0" cy="358221"/>
            </a:xfrm>
            <a:prstGeom prst="straightConnector1">
              <a:avLst/>
            </a:prstGeom>
            <a:noFill/>
            <a:ln w="9525" cap="flat" cmpd="sng">
              <a:solidFill>
                <a:schemeClr val="dk2"/>
              </a:solidFill>
              <a:prstDash val="solid"/>
              <a:round/>
              <a:headEnd type="none" w="sm" len="sm"/>
              <a:tailEnd type="none" w="sm" len="sm"/>
            </a:ln>
          </p:spPr>
        </p:cxnSp>
        <p:grpSp>
          <p:nvGrpSpPr>
            <p:cNvPr id="2549" name="Google Shape;2549;g312bfb4b743_5_761"/>
            <p:cNvGrpSpPr/>
            <p:nvPr/>
          </p:nvGrpSpPr>
          <p:grpSpPr>
            <a:xfrm>
              <a:off x="3261117" y="2393765"/>
              <a:ext cx="983055" cy="983055"/>
              <a:chOff x="3347725" y="2480342"/>
              <a:chExt cx="810032" cy="810032"/>
            </a:xfrm>
          </p:grpSpPr>
          <p:sp>
            <p:nvSpPr>
              <p:cNvPr id="2547" name="Google Shape;2547;g312bfb4b743_5_761"/>
              <p:cNvSpPr/>
              <p:nvPr/>
            </p:nvSpPr>
            <p:spPr>
              <a:xfrm>
                <a:off x="3347725" y="2480342"/>
                <a:ext cx="810032" cy="810032"/>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sp>
            <p:nvSpPr>
              <p:cNvPr id="2550" name="Google Shape;2550;g312bfb4b743_5_761"/>
              <p:cNvSpPr/>
              <p:nvPr/>
            </p:nvSpPr>
            <p:spPr>
              <a:xfrm>
                <a:off x="3451091" y="2583719"/>
                <a:ext cx="603490" cy="60349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grpSp>
        <p:cxnSp>
          <p:nvCxnSpPr>
            <p:cNvPr id="2551" name="Google Shape;2551;g312bfb4b743_5_761"/>
            <p:cNvCxnSpPr>
              <a:stCxn id="2552" idx="0"/>
            </p:cNvCxnSpPr>
            <p:nvPr/>
          </p:nvCxnSpPr>
          <p:spPr>
            <a:xfrm rot="10800000">
              <a:off x="5391615" y="2122100"/>
              <a:ext cx="0" cy="396900"/>
            </a:xfrm>
            <a:prstGeom prst="straightConnector1">
              <a:avLst/>
            </a:prstGeom>
            <a:noFill/>
            <a:ln w="9525" cap="flat" cmpd="sng">
              <a:solidFill>
                <a:schemeClr val="dk2"/>
              </a:solidFill>
              <a:prstDash val="solid"/>
              <a:round/>
              <a:headEnd type="none" w="sm" len="sm"/>
              <a:tailEnd type="none" w="sm" len="sm"/>
            </a:ln>
          </p:spPr>
        </p:cxnSp>
        <p:grpSp>
          <p:nvGrpSpPr>
            <p:cNvPr id="2553" name="Google Shape;2553;g312bfb4b743_5_761"/>
            <p:cNvGrpSpPr/>
            <p:nvPr/>
          </p:nvGrpSpPr>
          <p:grpSpPr>
            <a:xfrm>
              <a:off x="4899976" y="2393376"/>
              <a:ext cx="983044" cy="983044"/>
              <a:chOff x="4987056" y="2480342"/>
              <a:chExt cx="808956" cy="808956"/>
            </a:xfrm>
          </p:grpSpPr>
          <p:sp>
            <p:nvSpPr>
              <p:cNvPr id="2554" name="Google Shape;2554;g312bfb4b743_5_761"/>
              <p:cNvSpPr/>
              <p:nvPr/>
            </p:nvSpPr>
            <p:spPr>
              <a:xfrm>
                <a:off x="4987056" y="2480342"/>
                <a:ext cx="808956" cy="808956"/>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sp>
            <p:nvSpPr>
              <p:cNvPr id="2552" name="Google Shape;2552;g312bfb4b743_5_761"/>
              <p:cNvSpPr/>
              <p:nvPr/>
            </p:nvSpPr>
            <p:spPr>
              <a:xfrm>
                <a:off x="5090423" y="2583719"/>
                <a:ext cx="602414" cy="602414"/>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grpSp>
        <p:cxnSp>
          <p:nvCxnSpPr>
            <p:cNvPr id="2555" name="Google Shape;2555;g312bfb4b743_5_761"/>
            <p:cNvCxnSpPr>
              <a:stCxn id="2556" idx="0"/>
            </p:cNvCxnSpPr>
            <p:nvPr/>
          </p:nvCxnSpPr>
          <p:spPr>
            <a:xfrm rot="10800000">
              <a:off x="2113432" y="2122227"/>
              <a:ext cx="0" cy="397200"/>
            </a:xfrm>
            <a:prstGeom prst="straightConnector1">
              <a:avLst/>
            </a:prstGeom>
            <a:noFill/>
            <a:ln w="9525" cap="flat" cmpd="sng">
              <a:solidFill>
                <a:schemeClr val="dk2"/>
              </a:solidFill>
              <a:prstDash val="solid"/>
              <a:round/>
              <a:headEnd type="none" w="sm" len="sm"/>
              <a:tailEnd type="none" w="sm" len="sm"/>
            </a:ln>
          </p:spPr>
        </p:cxnSp>
        <p:grpSp>
          <p:nvGrpSpPr>
            <p:cNvPr id="2557" name="Google Shape;2557;g312bfb4b743_5_761"/>
            <p:cNvGrpSpPr/>
            <p:nvPr/>
          </p:nvGrpSpPr>
          <p:grpSpPr>
            <a:xfrm>
              <a:off x="1621724" y="2393805"/>
              <a:ext cx="983087" cy="983459"/>
              <a:chOff x="1708681" y="2480698"/>
              <a:chExt cx="809125" cy="809432"/>
            </a:xfrm>
          </p:grpSpPr>
          <p:sp>
            <p:nvSpPr>
              <p:cNvPr id="2546" name="Google Shape;2546;g312bfb4b743_5_761"/>
              <p:cNvSpPr/>
              <p:nvPr/>
            </p:nvSpPr>
            <p:spPr>
              <a:xfrm>
                <a:off x="1708681" y="2480698"/>
                <a:ext cx="809125" cy="809432"/>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sp>
            <p:nvSpPr>
              <p:cNvPr id="2556" name="Google Shape;2556;g312bfb4b743_5_761"/>
              <p:cNvSpPr/>
              <p:nvPr/>
            </p:nvSpPr>
            <p:spPr>
              <a:xfrm>
                <a:off x="1812063" y="2584091"/>
                <a:ext cx="602631" cy="602631"/>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grpSp>
        <p:sp>
          <p:nvSpPr>
            <p:cNvPr id="2558" name="Google Shape;2558;g312bfb4b743_5_761"/>
            <p:cNvSpPr/>
            <p:nvPr/>
          </p:nvSpPr>
          <p:spPr>
            <a:xfrm>
              <a:off x="2073125" y="2106975"/>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sp>
          <p:nvSpPr>
            <p:cNvPr id="2559" name="Google Shape;2559;g312bfb4b743_5_761"/>
            <p:cNvSpPr/>
            <p:nvPr/>
          </p:nvSpPr>
          <p:spPr>
            <a:xfrm>
              <a:off x="5351645" y="2106974"/>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sp>
          <p:nvSpPr>
            <p:cNvPr id="2560" name="Google Shape;2560;g312bfb4b743_5_761"/>
            <p:cNvSpPr/>
            <p:nvPr/>
          </p:nvSpPr>
          <p:spPr>
            <a:xfrm>
              <a:off x="3711575" y="3544525"/>
              <a:ext cx="79800" cy="798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Barlow"/>
                <a:ea typeface="Barlow"/>
                <a:cs typeface="Barlow"/>
                <a:sym typeface="Barlow"/>
              </a:endParaRPr>
            </a:p>
          </p:txBody>
        </p:sp>
      </p:grpSp>
      <p:sp>
        <p:nvSpPr>
          <p:cNvPr id="2561" name="Google Shape;2561;g312bfb4b743_5_761"/>
          <p:cNvSpPr txBox="1"/>
          <p:nvPr/>
        </p:nvSpPr>
        <p:spPr>
          <a:xfrm>
            <a:off x="2562914" y="2704883"/>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Barlow"/>
                <a:ea typeface="Barlow"/>
                <a:cs typeface="Barlow"/>
                <a:sym typeface="Barlow"/>
              </a:rPr>
              <a:t>1</a:t>
            </a:r>
            <a:endParaRPr sz="1800" b="0" i="0" u="none" strike="noStrike" cap="none">
              <a:solidFill>
                <a:schemeClr val="lt1"/>
              </a:solidFill>
              <a:latin typeface="Barlow"/>
              <a:ea typeface="Barlow"/>
              <a:cs typeface="Barlow"/>
              <a:sym typeface="Barlow"/>
            </a:endParaRPr>
          </a:p>
        </p:txBody>
      </p:sp>
      <p:sp>
        <p:nvSpPr>
          <p:cNvPr id="2562" name="Google Shape;2562;g312bfb4b743_5_761"/>
          <p:cNvSpPr txBox="1"/>
          <p:nvPr/>
        </p:nvSpPr>
        <p:spPr>
          <a:xfrm>
            <a:off x="4212478" y="2706969"/>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accent1"/>
                </a:solidFill>
                <a:latin typeface="Barlow"/>
                <a:ea typeface="Barlow"/>
                <a:cs typeface="Barlow"/>
                <a:sym typeface="Barlow"/>
              </a:rPr>
              <a:t>2</a:t>
            </a:r>
            <a:endParaRPr sz="1800" b="0" i="0" u="none" strike="noStrike" cap="none">
              <a:solidFill>
                <a:schemeClr val="accent1"/>
              </a:solidFill>
              <a:latin typeface="Barlow"/>
              <a:ea typeface="Barlow"/>
              <a:cs typeface="Barlow"/>
              <a:sym typeface="Barlow"/>
            </a:endParaRPr>
          </a:p>
        </p:txBody>
      </p:sp>
      <p:sp>
        <p:nvSpPr>
          <p:cNvPr id="2563" name="Google Shape;2563;g312bfb4b743_5_761"/>
          <p:cNvSpPr txBox="1"/>
          <p:nvPr/>
        </p:nvSpPr>
        <p:spPr>
          <a:xfrm>
            <a:off x="5850378" y="2706969"/>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Barlow"/>
                <a:ea typeface="Barlow"/>
                <a:cs typeface="Barlow"/>
                <a:sym typeface="Barlow"/>
              </a:rPr>
              <a:t>3</a:t>
            </a:r>
            <a:endParaRPr sz="1800" b="0" i="0" u="none" strike="noStrike" cap="none">
              <a:solidFill>
                <a:schemeClr val="lt1"/>
              </a:solidFill>
              <a:latin typeface="Barlow"/>
              <a:ea typeface="Barlow"/>
              <a:cs typeface="Barlow"/>
              <a:sym typeface="Barlo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67"/>
        <p:cNvGrpSpPr/>
        <p:nvPr/>
      </p:nvGrpSpPr>
      <p:grpSpPr>
        <a:xfrm>
          <a:off x="0" y="0"/>
          <a:ext cx="0" cy="0"/>
          <a:chOff x="0" y="0"/>
          <a:chExt cx="0" cy="0"/>
        </a:xfrm>
      </p:grpSpPr>
      <p:sp>
        <p:nvSpPr>
          <p:cNvPr id="2568" name="Google Shape;2568;g312bfb4b743_5_755"/>
          <p:cNvSpPr txBox="1">
            <a:spLocks noGrp="1"/>
          </p:cNvSpPr>
          <p:nvPr>
            <p:ph type="title"/>
          </p:nvPr>
        </p:nvSpPr>
        <p:spPr>
          <a:xfrm>
            <a:off x="1928191" y="635114"/>
            <a:ext cx="5287617" cy="5760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2800"/>
              <a:buNone/>
            </a:pPr>
            <a:r>
              <a:rPr lang="en" sz="3200">
                <a:solidFill>
                  <a:schemeClr val="accent1"/>
                </a:solidFill>
              </a:rPr>
              <a:t>Future Improvements for Signup and Login</a:t>
            </a:r>
            <a:br>
              <a:rPr lang="en" sz="3200">
                <a:solidFill>
                  <a:schemeClr val="accent1"/>
                </a:solidFill>
              </a:rPr>
            </a:br>
            <a:endParaRPr sz="3600">
              <a:solidFill>
                <a:schemeClr val="accent1"/>
              </a:solidFill>
            </a:endParaRPr>
          </a:p>
        </p:txBody>
      </p:sp>
      <p:sp>
        <p:nvSpPr>
          <p:cNvPr id="2569" name="Google Shape;2569;g312bfb4b743_5_755"/>
          <p:cNvSpPr txBox="1"/>
          <p:nvPr/>
        </p:nvSpPr>
        <p:spPr>
          <a:xfrm>
            <a:off x="1828801" y="2113615"/>
            <a:ext cx="5911253" cy="2490194"/>
          </a:xfrm>
          <a:prstGeom prst="rect">
            <a:avLst/>
          </a:prstGeom>
          <a:noFill/>
          <a:ln>
            <a:noFill/>
          </a:ln>
        </p:spPr>
        <p:txBody>
          <a:bodyPr spcFirstLastPara="1" wrap="square" lIns="91425" tIns="91425" rIns="91425" bIns="91425" anchor="t" anchorCtr="0">
            <a:noAutofit/>
          </a:bodyPr>
          <a:lstStyle/>
          <a:p>
            <a:pPr marL="139700" marR="0" lvl="0" indent="0" algn="l" rtl="0">
              <a:lnSpc>
                <a:spcPct val="100000"/>
              </a:lnSpc>
              <a:spcBef>
                <a:spcPts val="0"/>
              </a:spcBef>
              <a:spcAft>
                <a:spcPts val="0"/>
              </a:spcAft>
              <a:buClr>
                <a:schemeClr val="accent1"/>
              </a:buClr>
              <a:buSzPts val="1400"/>
              <a:buFont typeface="Arial"/>
              <a:buNone/>
            </a:pPr>
            <a:r>
              <a:rPr lang="en" sz="2000" b="1" i="0" u="none" strike="noStrike" cap="none">
                <a:solidFill>
                  <a:schemeClr val="dk2"/>
                </a:solidFill>
                <a:latin typeface="Barlow Semi Condensed"/>
                <a:ea typeface="Barlow Semi Condensed"/>
                <a:cs typeface="Barlow Semi Condensed"/>
                <a:sym typeface="Barlow Semi Condensed"/>
              </a:rPr>
              <a:t>User Experience Enhancements:</a:t>
            </a:r>
            <a:endParaRPr sz="20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accent1"/>
              </a:buClr>
              <a:buSzPts val="2000"/>
              <a:buFont typeface="Arial"/>
              <a:buChar char="●"/>
            </a:pPr>
            <a:r>
              <a:rPr lang="en" sz="2000" b="0" i="0" u="none" strike="noStrike" cap="none">
                <a:solidFill>
                  <a:schemeClr val="dk2"/>
                </a:solidFill>
                <a:latin typeface="Barlow Semi Condensed"/>
                <a:ea typeface="Barlow Semi Condensed"/>
                <a:cs typeface="Barlow Semi Condensed"/>
                <a:sym typeface="Barlow Semi Condensed"/>
              </a:rPr>
              <a:t>Tooltips or guidelines displayed next to fields.</a:t>
            </a:r>
            <a:endParaRPr sz="20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accent1"/>
              </a:buClr>
              <a:buSzPts val="2000"/>
              <a:buFont typeface="Arial"/>
              <a:buChar char="●"/>
            </a:pPr>
            <a:r>
              <a:rPr lang="en" sz="2000" b="0" i="0" u="none" strike="noStrike" cap="none">
                <a:solidFill>
                  <a:schemeClr val="dk2"/>
                </a:solidFill>
                <a:latin typeface="Barlow Semi Condensed"/>
                <a:ea typeface="Barlow Semi Condensed"/>
                <a:cs typeface="Barlow Semi Condensed"/>
                <a:sym typeface="Barlow Semi Condensed"/>
              </a:rPr>
              <a:t>Password strength meter for visual feedback.</a:t>
            </a:r>
            <a:endParaRPr sz="20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accent1"/>
              </a:buClr>
              <a:buSzPts val="1400"/>
              <a:buFont typeface="Arial"/>
              <a:buNone/>
            </a:pPr>
            <a:endParaRPr sz="2000" b="0" i="0" u="none" strike="noStrike" cap="none">
              <a:solidFill>
                <a:schemeClr val="dk2"/>
              </a:solidFill>
              <a:latin typeface="Barlow Semi Condensed"/>
              <a:ea typeface="Barlow Semi Condensed"/>
              <a:cs typeface="Barlow Semi Condensed"/>
              <a:sym typeface="Barlow Semi Condensed"/>
            </a:endParaRPr>
          </a:p>
          <a:p>
            <a:pPr marL="139700" marR="0" lvl="0" indent="0" algn="l" rtl="0">
              <a:lnSpc>
                <a:spcPct val="100000"/>
              </a:lnSpc>
              <a:spcBef>
                <a:spcPts val="0"/>
              </a:spcBef>
              <a:spcAft>
                <a:spcPts val="0"/>
              </a:spcAft>
              <a:buClr>
                <a:schemeClr val="accent1"/>
              </a:buClr>
              <a:buSzPts val="1400"/>
              <a:buFont typeface="Arial"/>
              <a:buNone/>
            </a:pPr>
            <a:r>
              <a:rPr lang="en" sz="2000" b="1" i="0" u="none" strike="noStrike" cap="none">
                <a:solidFill>
                  <a:schemeClr val="dk2"/>
                </a:solidFill>
                <a:latin typeface="Barlow Semi Condensed"/>
                <a:ea typeface="Barlow Semi Condensed"/>
                <a:cs typeface="Barlow Semi Condensed"/>
                <a:sym typeface="Barlow Semi Condensed"/>
              </a:rPr>
              <a:t>Advanced Security Measures:</a:t>
            </a:r>
            <a:endParaRPr sz="20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accent1"/>
              </a:buClr>
              <a:buSzPts val="2000"/>
              <a:buFont typeface="Arial"/>
              <a:buChar char="●"/>
            </a:pPr>
            <a:r>
              <a:rPr lang="en" sz="2000" b="0" i="0" u="none" strike="noStrike" cap="none">
                <a:solidFill>
                  <a:schemeClr val="dk2"/>
                </a:solidFill>
                <a:latin typeface="Barlow Semi Condensed"/>
                <a:ea typeface="Barlow Semi Condensed"/>
                <a:cs typeface="Barlow Semi Condensed"/>
                <a:sym typeface="Barlow Semi Condensed"/>
              </a:rPr>
              <a:t>Two-factor authentication for added security.</a:t>
            </a:r>
            <a:endParaRPr sz="20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accent1"/>
              </a:buClr>
              <a:buSzPts val="2000"/>
              <a:buFont typeface="Arial"/>
              <a:buChar char="●"/>
            </a:pPr>
            <a:r>
              <a:rPr lang="en" sz="2000" b="0" i="0" u="none" strike="noStrike" cap="none">
                <a:solidFill>
                  <a:schemeClr val="dk2"/>
                </a:solidFill>
                <a:latin typeface="Barlow Semi Condensed"/>
                <a:ea typeface="Barlow Semi Condensed"/>
                <a:cs typeface="Barlow Semi Condensed"/>
                <a:sym typeface="Barlow Semi Condensed"/>
              </a:rPr>
              <a:t>Email verification to confirm account ownership.</a:t>
            </a:r>
            <a:endParaRPr sz="200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chemeClr val="accent1"/>
              </a:buClr>
              <a:buSzPts val="1400"/>
              <a:buFont typeface="Arial"/>
              <a:buNone/>
            </a:pPr>
            <a:endParaRPr sz="2000" b="0" i="0" u="none" strike="noStrike" cap="none">
              <a:solidFill>
                <a:schemeClr val="dk2"/>
              </a:solidFill>
              <a:latin typeface="Barlow Semi Condensed"/>
              <a:ea typeface="Barlow Semi Condensed"/>
              <a:cs typeface="Barlow Semi Condensed"/>
              <a:sym typeface="Barlow Semi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49"/>
        <p:cNvGrpSpPr/>
        <p:nvPr/>
      </p:nvGrpSpPr>
      <p:grpSpPr>
        <a:xfrm>
          <a:off x="0" y="0"/>
          <a:ext cx="0" cy="0"/>
          <a:chOff x="0" y="0"/>
          <a:chExt cx="0" cy="0"/>
        </a:xfrm>
      </p:grpSpPr>
      <p:sp>
        <p:nvSpPr>
          <p:cNvPr id="4250" name="Google Shape;4250;g305ade67567_0_5"/>
          <p:cNvSpPr txBox="1">
            <a:spLocks noGrp="1"/>
          </p:cNvSpPr>
          <p:nvPr>
            <p:ph type="title"/>
          </p:nvPr>
        </p:nvSpPr>
        <p:spPr>
          <a:xfrm>
            <a:off x="2325000" y="2665475"/>
            <a:ext cx="4426200" cy="804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US" altLang="zh-CN" sz="4700" dirty="0"/>
              <a:t>Dashboard</a:t>
            </a:r>
            <a:endParaRPr sz="4700" dirty="0"/>
          </a:p>
        </p:txBody>
      </p:sp>
      <p:sp>
        <p:nvSpPr>
          <p:cNvPr id="4251" name="Google Shape;4251;g305ade67567_0_5"/>
          <p:cNvSpPr txBox="1">
            <a:spLocks noGrp="1"/>
          </p:cNvSpPr>
          <p:nvPr>
            <p:ph type="title" idx="2"/>
          </p:nvPr>
        </p:nvSpPr>
        <p:spPr>
          <a:xfrm>
            <a:off x="2971800" y="1161288"/>
            <a:ext cx="2967600" cy="10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dirty="0"/>
              <a:t>02</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2DE9-A9E6-6549-12CC-DBEBA6FEF163}"/>
            </a:ext>
          </a:extLst>
        </p:cNvPr>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6A50286B-3359-2CD2-282C-DAA0BC8197F4}"/>
              </a:ext>
            </a:extLst>
          </p:cNvPr>
          <p:cNvGraphicFramePr>
            <a:graphicFrameLocks noChangeAspect="1"/>
          </p:cNvGraphicFramePr>
          <p:nvPr>
            <p:extLst>
              <p:ext uri="{D42A27DB-BD31-4B8C-83A1-F6EECF244321}">
                <p14:modId xmlns:p14="http://schemas.microsoft.com/office/powerpoint/2010/main" val="2928008768"/>
              </p:ext>
            </p:extLst>
          </p:nvPr>
        </p:nvGraphicFramePr>
        <p:xfrm>
          <a:off x="3520439" y="1836420"/>
          <a:ext cx="5652655" cy="2590800"/>
        </p:xfrm>
        <a:graphic>
          <a:graphicData uri="http://schemas.openxmlformats.org/presentationml/2006/ole">
            <mc:AlternateContent xmlns:mc="http://schemas.openxmlformats.org/markup-compatibility/2006">
              <mc:Choice xmlns:v="urn:schemas-microsoft-com:vml" Requires="v">
                <p:oleObj r:id="rId2" imgW="18718863" imgH="8577624" progId="">
                  <p:embed/>
                </p:oleObj>
              </mc:Choice>
              <mc:Fallback>
                <p:oleObj r:id="rId2" imgW="18718863" imgH="8577624" progId="">
                  <p:embed/>
                  <p:pic>
                    <p:nvPicPr>
                      <p:cNvPr id="0" name=""/>
                      <p:cNvPicPr/>
                      <p:nvPr/>
                    </p:nvPicPr>
                    <p:blipFill>
                      <a:blip r:embed="rId3"/>
                      <a:stretch>
                        <a:fillRect/>
                      </a:stretch>
                    </p:blipFill>
                    <p:spPr>
                      <a:xfrm>
                        <a:off x="3520439" y="1836420"/>
                        <a:ext cx="5652655" cy="2590800"/>
                      </a:xfrm>
                      <a:prstGeom prst="rect">
                        <a:avLst/>
                      </a:prstGeom>
                    </p:spPr>
                  </p:pic>
                </p:oleObj>
              </mc:Fallback>
            </mc:AlternateContent>
          </a:graphicData>
        </a:graphic>
      </p:graphicFrame>
      <p:sp>
        <p:nvSpPr>
          <p:cNvPr id="7" name="Google Shape;4303;g3048a510704_1_0">
            <a:extLst>
              <a:ext uri="{FF2B5EF4-FFF2-40B4-BE49-F238E27FC236}">
                <a16:creationId xmlns:a16="http://schemas.microsoft.com/office/drawing/2014/main" id="{AEDFDBDF-C1F7-48F3-0FDC-7D466B61D9D9}"/>
              </a:ext>
            </a:extLst>
          </p:cNvPr>
          <p:cNvSpPr txBox="1">
            <a:spLocks/>
          </p:cNvSpPr>
          <p:nvPr/>
        </p:nvSpPr>
        <p:spPr>
          <a:xfrm>
            <a:off x="1718101" y="502920"/>
            <a:ext cx="5464200" cy="61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en-US" altLang="zh-CN" sz="1800" b="1" dirty="0"/>
              <a:t>Frontend</a:t>
            </a:r>
          </a:p>
          <a:p>
            <a:pPr algn="ctr">
              <a:buClr>
                <a:schemeClr val="dk1"/>
              </a:buClr>
              <a:buSzPts val="1100"/>
            </a:pPr>
            <a:r>
              <a:rPr lang="en-US" altLang="zh-CN" sz="1600" b="1" dirty="0"/>
              <a:t>Dashboard.html---Data Fetching &amp; Display </a:t>
            </a:r>
            <a:endParaRPr lang="en-CA" sz="1600" b="1" dirty="0"/>
          </a:p>
        </p:txBody>
      </p:sp>
      <p:sp>
        <p:nvSpPr>
          <p:cNvPr id="9" name="Google Shape;4159;p8">
            <a:extLst>
              <a:ext uri="{FF2B5EF4-FFF2-40B4-BE49-F238E27FC236}">
                <a16:creationId xmlns:a16="http://schemas.microsoft.com/office/drawing/2014/main" id="{A5E3D84B-14C3-5336-6AC8-E9495FB76E72}"/>
              </a:ext>
            </a:extLst>
          </p:cNvPr>
          <p:cNvSpPr/>
          <p:nvPr/>
        </p:nvSpPr>
        <p:spPr>
          <a:xfrm>
            <a:off x="901187" y="1255680"/>
            <a:ext cx="2451614" cy="282787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TextBox 9">
            <a:extLst>
              <a:ext uri="{FF2B5EF4-FFF2-40B4-BE49-F238E27FC236}">
                <a16:creationId xmlns:a16="http://schemas.microsoft.com/office/drawing/2014/main" id="{25240A98-A5F2-3607-7302-027E754F59E5}"/>
              </a:ext>
            </a:extLst>
          </p:cNvPr>
          <p:cNvSpPr txBox="1"/>
          <p:nvPr/>
        </p:nvSpPr>
        <p:spPr>
          <a:xfrm>
            <a:off x="901187" y="1572488"/>
            <a:ext cx="2560316" cy="2031325"/>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accent1"/>
                </a:solidFill>
              </a:rPr>
              <a:t>Handles data retrieval </a:t>
            </a:r>
          </a:p>
          <a:p>
            <a:r>
              <a:rPr lang="en-US" dirty="0">
                <a:solidFill>
                  <a:schemeClr val="accent1"/>
                </a:solidFill>
              </a:rPr>
              <a:t>from the backend</a:t>
            </a:r>
            <a:endParaRPr kumimoji="0" lang="en-US" altLang="en-US" sz="1400" i="0" u="none" strike="noStrike" cap="none" normalizeH="0" baseline="0" dirty="0">
              <a:ln>
                <a:noFill/>
              </a:ln>
              <a:solidFill>
                <a:schemeClr val="accent1"/>
              </a:solidFill>
              <a:effectLst/>
              <a:latin typeface="Arial" panose="020B0604020202020204" pitchFamily="34" charset="0"/>
            </a:endParaRPr>
          </a:p>
          <a:p>
            <a:endParaRPr lang="en-US" altLang="en-US" dirty="0">
              <a:solidFill>
                <a:schemeClr val="accent1"/>
              </a:solidFill>
              <a:latin typeface="Arial" panose="020B0604020202020204" pitchFamily="34" charset="0"/>
            </a:endParaRPr>
          </a:p>
          <a:p>
            <a:pPr marL="285750" indent="-285750">
              <a:buFont typeface="Arial" panose="020B0604020202020204" pitchFamily="34" charset="0"/>
              <a:buChar char="•"/>
            </a:pPr>
            <a:r>
              <a:rPr lang="en-US" dirty="0">
                <a:solidFill>
                  <a:schemeClr val="accent1"/>
                </a:solidFill>
              </a:rPr>
              <a:t>Displays the data in an</a:t>
            </a:r>
          </a:p>
          <a:p>
            <a:r>
              <a:rPr lang="en-US" dirty="0">
                <a:solidFill>
                  <a:schemeClr val="accent1"/>
                </a:solidFill>
              </a:rPr>
              <a:t>interactive format for the user.</a:t>
            </a:r>
            <a:endParaRPr kumimoji="0" lang="en-US" altLang="en-US" sz="1400" i="0" u="none" strike="noStrike" cap="none" normalizeH="0" baseline="0" dirty="0">
              <a:ln>
                <a:noFill/>
              </a:ln>
              <a:solidFill>
                <a:schemeClr val="accent1"/>
              </a:solidFill>
              <a:effectLst/>
              <a:latin typeface="Arial" panose="020B0604020202020204" pitchFamily="34" charset="0"/>
            </a:endParaRPr>
          </a:p>
          <a:p>
            <a:r>
              <a:rPr kumimoji="0" lang="en-US" altLang="en-US" sz="1400" i="0" u="none" strike="noStrike" cap="none" normalizeH="0" baseline="0" dirty="0">
                <a:ln>
                  <a:noFill/>
                </a:ln>
                <a:solidFill>
                  <a:schemeClr val="accent1"/>
                </a:solidFill>
                <a:effectLst/>
                <a:latin typeface="Arial" panose="020B0604020202020204" pitchFamily="34" charset="0"/>
              </a:rPr>
              <a:t> </a:t>
            </a:r>
          </a:p>
          <a:p>
            <a:pPr marL="285750" indent="-285750">
              <a:buFont typeface="Arial" panose="020B0604020202020204" pitchFamily="34" charset="0"/>
              <a:buChar char="•"/>
            </a:pPr>
            <a:r>
              <a:rPr kumimoji="0" lang="en-US" altLang="en-US" sz="1400" i="0" u="none" strike="noStrike" cap="none" normalizeH="0" baseline="0" dirty="0">
                <a:ln>
                  <a:noFill/>
                </a:ln>
                <a:solidFill>
                  <a:schemeClr val="accent1"/>
                </a:solidFill>
                <a:effectLst/>
                <a:latin typeface="Arial" panose="020B0604020202020204" pitchFamily="34" charset="0"/>
              </a:rPr>
              <a:t>Allows easy adjustments</a:t>
            </a:r>
          </a:p>
          <a:p>
            <a:r>
              <a:rPr kumimoji="0" lang="en-US" altLang="en-US" sz="1400" i="0" u="none" strike="noStrike" cap="none" normalizeH="0" baseline="0" dirty="0">
                <a:ln>
                  <a:noFill/>
                </a:ln>
                <a:solidFill>
                  <a:schemeClr val="accent1"/>
                </a:solidFill>
                <a:effectLst/>
                <a:latin typeface="Arial" panose="020B0604020202020204" pitchFamily="34" charset="0"/>
              </a:rPr>
              <a:t> for styles like colors, </a:t>
            </a:r>
          </a:p>
          <a:p>
            <a:r>
              <a:rPr kumimoji="0" lang="en-US" altLang="en-US" sz="1400" i="0" u="none" strike="noStrike" cap="none" normalizeH="0" baseline="0" dirty="0">
                <a:ln>
                  <a:noFill/>
                </a:ln>
                <a:solidFill>
                  <a:schemeClr val="accent1"/>
                </a:solidFill>
                <a:effectLst/>
                <a:latin typeface="Arial" panose="020B0604020202020204" pitchFamily="34" charset="0"/>
              </a:rPr>
              <a:t>themes, and layouts.</a:t>
            </a:r>
            <a:endParaRPr lang="en-CA" dirty="0">
              <a:solidFill>
                <a:schemeClr val="accent1"/>
              </a:solidFill>
            </a:endParaRPr>
          </a:p>
        </p:txBody>
      </p:sp>
    </p:spTree>
    <p:extLst>
      <p:ext uri="{BB962C8B-B14F-4D97-AF65-F5344CB8AC3E}">
        <p14:creationId xmlns:p14="http://schemas.microsoft.com/office/powerpoint/2010/main" val="567705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DD29-39C1-FB22-2617-D98B2A66807E}"/>
            </a:ext>
          </a:extLst>
        </p:cNvPr>
        <p:cNvGrpSpPr/>
        <p:nvPr/>
      </p:nvGrpSpPr>
      <p:grpSpPr>
        <a:xfrm>
          <a:off x="0" y="0"/>
          <a:ext cx="0" cy="0"/>
          <a:chOff x="0" y="0"/>
          <a:chExt cx="0" cy="0"/>
        </a:xfrm>
      </p:grpSpPr>
      <p:sp>
        <p:nvSpPr>
          <p:cNvPr id="7" name="Google Shape;4303;g3048a510704_1_0">
            <a:extLst>
              <a:ext uri="{FF2B5EF4-FFF2-40B4-BE49-F238E27FC236}">
                <a16:creationId xmlns:a16="http://schemas.microsoft.com/office/drawing/2014/main" id="{F6EF02CE-E68D-204D-F797-350C8558B02F}"/>
              </a:ext>
            </a:extLst>
          </p:cNvPr>
          <p:cNvSpPr txBox="1">
            <a:spLocks/>
          </p:cNvSpPr>
          <p:nvPr/>
        </p:nvSpPr>
        <p:spPr>
          <a:xfrm>
            <a:off x="1718101" y="502920"/>
            <a:ext cx="5464200" cy="61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en-US" altLang="zh-CN" sz="1800" b="1" dirty="0"/>
              <a:t>Frontend </a:t>
            </a:r>
          </a:p>
          <a:p>
            <a:pPr algn="ctr">
              <a:buClr>
                <a:schemeClr val="dk1"/>
              </a:buClr>
              <a:buSzPts val="1100"/>
            </a:pPr>
            <a:r>
              <a:rPr lang="en-US" altLang="zh-CN" sz="1800" b="1" dirty="0"/>
              <a:t>Charts-setup.js-manage chart styles</a:t>
            </a:r>
            <a:endParaRPr lang="en-CA" sz="1800" b="1" dirty="0"/>
          </a:p>
        </p:txBody>
      </p:sp>
      <p:graphicFrame>
        <p:nvGraphicFramePr>
          <p:cNvPr id="2" name="Object 1">
            <a:extLst>
              <a:ext uri="{FF2B5EF4-FFF2-40B4-BE49-F238E27FC236}">
                <a16:creationId xmlns:a16="http://schemas.microsoft.com/office/drawing/2014/main" id="{DCD00A16-9F1E-970F-AD86-8B424AA88EDA}"/>
              </a:ext>
            </a:extLst>
          </p:cNvPr>
          <p:cNvGraphicFramePr>
            <a:graphicFrameLocks noChangeAspect="1"/>
          </p:cNvGraphicFramePr>
          <p:nvPr>
            <p:extLst>
              <p:ext uri="{D42A27DB-BD31-4B8C-83A1-F6EECF244321}">
                <p14:modId xmlns:p14="http://schemas.microsoft.com/office/powerpoint/2010/main" val="2053264505"/>
              </p:ext>
            </p:extLst>
          </p:nvPr>
        </p:nvGraphicFramePr>
        <p:xfrm>
          <a:off x="3123109" y="1524001"/>
          <a:ext cx="6096000" cy="3030537"/>
        </p:xfrm>
        <a:graphic>
          <a:graphicData uri="http://schemas.openxmlformats.org/presentationml/2006/ole">
            <mc:AlternateContent xmlns:mc="http://schemas.openxmlformats.org/markup-compatibility/2006">
              <mc:Choice xmlns:v="urn:schemas-microsoft-com:vml" Requires="v">
                <p:oleObj r:id="rId2" imgW="17396682" imgH="8647386" progId="">
                  <p:embed/>
                </p:oleObj>
              </mc:Choice>
              <mc:Fallback>
                <p:oleObj r:id="rId2" imgW="17396682" imgH="8647386" progId="">
                  <p:embed/>
                  <p:pic>
                    <p:nvPicPr>
                      <p:cNvPr id="0" name=""/>
                      <p:cNvPicPr/>
                      <p:nvPr/>
                    </p:nvPicPr>
                    <p:blipFill>
                      <a:blip r:embed="rId3"/>
                      <a:stretch>
                        <a:fillRect/>
                      </a:stretch>
                    </p:blipFill>
                    <p:spPr>
                      <a:xfrm>
                        <a:off x="3123109" y="1524001"/>
                        <a:ext cx="6096000" cy="3030537"/>
                      </a:xfrm>
                      <a:prstGeom prst="rect">
                        <a:avLst/>
                      </a:prstGeom>
                    </p:spPr>
                  </p:pic>
                </p:oleObj>
              </mc:Fallback>
            </mc:AlternateContent>
          </a:graphicData>
        </a:graphic>
      </p:graphicFrame>
      <p:sp>
        <p:nvSpPr>
          <p:cNvPr id="4" name="Google Shape;4159;p8">
            <a:extLst>
              <a:ext uri="{FF2B5EF4-FFF2-40B4-BE49-F238E27FC236}">
                <a16:creationId xmlns:a16="http://schemas.microsoft.com/office/drawing/2014/main" id="{31F890C4-97E3-4E03-35F0-E3C086ADFCB6}"/>
              </a:ext>
            </a:extLst>
          </p:cNvPr>
          <p:cNvSpPr/>
          <p:nvPr/>
        </p:nvSpPr>
        <p:spPr>
          <a:xfrm>
            <a:off x="687826" y="1402081"/>
            <a:ext cx="2360173" cy="282787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Rectangle 2">
            <a:extLst>
              <a:ext uri="{FF2B5EF4-FFF2-40B4-BE49-F238E27FC236}">
                <a16:creationId xmlns:a16="http://schemas.microsoft.com/office/drawing/2014/main" id="{E8EF0F36-BF88-50C6-DE04-653E192DDD5B}"/>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7C5C135-35FA-3F90-D555-713A47B17CC6}"/>
              </a:ext>
            </a:extLst>
          </p:cNvPr>
          <p:cNvSpPr txBox="1"/>
          <p:nvPr/>
        </p:nvSpPr>
        <p:spPr>
          <a:xfrm>
            <a:off x="687827" y="1699029"/>
            <a:ext cx="2435282" cy="2246769"/>
          </a:xfrm>
          <a:prstGeom prst="rect">
            <a:avLst/>
          </a:prstGeom>
          <a:noFill/>
        </p:spPr>
        <p:txBody>
          <a:bodyPr wrap="none" rtlCol="0">
            <a:spAutoFit/>
          </a:bodyPr>
          <a:lstStyle/>
          <a:p>
            <a:pPr marL="285750" indent="-285750">
              <a:buFont typeface="Arial" panose="020B0604020202020204" pitchFamily="34" charset="0"/>
              <a:buChar char="•"/>
            </a:pPr>
            <a:r>
              <a:rPr kumimoji="0" lang="en-US" altLang="en-US" sz="1400" b="0" i="0" u="none" strike="noStrike" cap="none" normalizeH="0" baseline="0" dirty="0">
                <a:ln>
                  <a:noFill/>
                </a:ln>
                <a:solidFill>
                  <a:schemeClr val="accent1"/>
                </a:solidFill>
                <a:effectLst/>
                <a:latin typeface="Arial" panose="020B0604020202020204" pitchFamily="34" charset="0"/>
              </a:rPr>
              <a:t>Centralizes all chart </a:t>
            </a:r>
          </a:p>
          <a:p>
            <a:r>
              <a:rPr lang="en-US" altLang="en-US" dirty="0">
                <a:solidFill>
                  <a:schemeClr val="accent1"/>
                </a:solidFill>
                <a:latin typeface="Arial" panose="020B0604020202020204" pitchFamily="34" charset="0"/>
              </a:rPr>
              <a:t>s</a:t>
            </a:r>
            <a:r>
              <a:rPr kumimoji="0" lang="en-US" altLang="en-US" sz="1400" b="0" i="0" u="none" strike="noStrike" cap="none" normalizeH="0" baseline="0" dirty="0">
                <a:ln>
                  <a:noFill/>
                </a:ln>
                <a:solidFill>
                  <a:schemeClr val="accent1"/>
                </a:solidFill>
                <a:effectLst/>
                <a:latin typeface="Arial" panose="020B0604020202020204" pitchFamily="34" charset="0"/>
              </a:rPr>
              <a:t>tyles and options.</a:t>
            </a:r>
          </a:p>
          <a:p>
            <a:endParaRPr lang="en-US" altLang="en-US" dirty="0">
              <a:solidFill>
                <a:schemeClr val="accent1"/>
              </a:solidFill>
              <a:latin typeface="Arial" panose="020B0604020202020204" pitchFamily="34" charset="0"/>
            </a:endParaRPr>
          </a:p>
          <a:p>
            <a:pPr marL="285750" indent="-285750">
              <a:buFont typeface="Arial" panose="020B0604020202020204" pitchFamily="34" charset="0"/>
              <a:buChar char="•"/>
            </a:pPr>
            <a:r>
              <a:rPr kumimoji="0" lang="en-US" altLang="en-US" sz="1400" b="0" i="0" u="none" strike="noStrike" cap="none" normalizeH="0" baseline="0" dirty="0">
                <a:ln>
                  <a:noFill/>
                </a:ln>
                <a:solidFill>
                  <a:schemeClr val="accent1"/>
                </a:solidFill>
                <a:effectLst/>
                <a:latin typeface="Arial" panose="020B0604020202020204" pitchFamily="34" charset="0"/>
              </a:rPr>
              <a:t>Ensures consistent </a:t>
            </a:r>
          </a:p>
          <a:p>
            <a:r>
              <a:rPr kumimoji="0" lang="en-US" altLang="en-US" sz="1400" b="0" i="0" u="none" strike="noStrike" cap="none" normalizeH="0" baseline="0" dirty="0">
                <a:ln>
                  <a:noFill/>
                </a:ln>
                <a:solidFill>
                  <a:schemeClr val="accent1"/>
                </a:solidFill>
                <a:effectLst/>
                <a:latin typeface="Arial" panose="020B0604020202020204" pitchFamily="34" charset="0"/>
              </a:rPr>
              <a:t>visual themes across </a:t>
            </a:r>
          </a:p>
          <a:p>
            <a:r>
              <a:rPr kumimoji="0" lang="en-US" altLang="en-US" sz="1400" b="0" i="0" u="none" strike="noStrike" cap="none" normalizeH="0" baseline="0" dirty="0">
                <a:ln>
                  <a:noFill/>
                </a:ln>
                <a:solidFill>
                  <a:schemeClr val="accent1"/>
                </a:solidFill>
                <a:effectLst/>
                <a:latin typeface="Arial" panose="020B0604020202020204" pitchFamily="34" charset="0"/>
              </a:rPr>
              <a:t>all charts.</a:t>
            </a:r>
          </a:p>
          <a:p>
            <a:r>
              <a:rPr kumimoji="0" lang="en-US" altLang="en-US" sz="1400" b="0" i="0" u="none" strike="noStrike" cap="none" normalizeH="0" baseline="0" dirty="0">
                <a:ln>
                  <a:noFill/>
                </a:ln>
                <a:solidFill>
                  <a:schemeClr val="accent1"/>
                </a:solidFill>
                <a:effectLst/>
                <a:latin typeface="Arial" panose="020B0604020202020204" pitchFamily="34" charset="0"/>
              </a:rPr>
              <a:t> </a:t>
            </a:r>
          </a:p>
          <a:p>
            <a:pPr marL="285750" indent="-285750">
              <a:buFont typeface="Arial" panose="020B0604020202020204" pitchFamily="34" charset="0"/>
              <a:buChar char="•"/>
            </a:pPr>
            <a:r>
              <a:rPr kumimoji="0" lang="en-US" altLang="en-US" sz="1400" b="0" i="0" u="none" strike="noStrike" cap="none" normalizeH="0" baseline="0" dirty="0">
                <a:ln>
                  <a:noFill/>
                </a:ln>
                <a:solidFill>
                  <a:schemeClr val="accent1"/>
                </a:solidFill>
                <a:effectLst/>
                <a:latin typeface="Arial" panose="020B0604020202020204" pitchFamily="34" charset="0"/>
              </a:rPr>
              <a:t>Allows easy adjustments</a:t>
            </a:r>
          </a:p>
          <a:p>
            <a:r>
              <a:rPr kumimoji="0" lang="en-US" altLang="en-US" sz="1400" b="0" i="0" u="none" strike="noStrike" cap="none" normalizeH="0" baseline="0" dirty="0">
                <a:ln>
                  <a:noFill/>
                </a:ln>
                <a:solidFill>
                  <a:schemeClr val="accent1"/>
                </a:solidFill>
                <a:effectLst/>
                <a:latin typeface="Arial" panose="020B0604020202020204" pitchFamily="34" charset="0"/>
              </a:rPr>
              <a:t> for styles like colors, </a:t>
            </a:r>
          </a:p>
          <a:p>
            <a:r>
              <a:rPr kumimoji="0" lang="en-US" altLang="en-US" sz="1400" b="0" i="0" u="none" strike="noStrike" cap="none" normalizeH="0" baseline="0" dirty="0">
                <a:ln>
                  <a:noFill/>
                </a:ln>
                <a:solidFill>
                  <a:schemeClr val="accent1"/>
                </a:solidFill>
                <a:effectLst/>
                <a:latin typeface="Arial" panose="020B0604020202020204" pitchFamily="34" charset="0"/>
              </a:rPr>
              <a:t>themes, and layouts</a:t>
            </a:r>
            <a:r>
              <a:rPr kumimoji="0" lang="en-US" altLang="en-US" sz="1400" b="0" i="0" u="none" strike="noStrike" cap="none" normalizeH="0" baseline="0" dirty="0">
                <a:ln>
                  <a:noFill/>
                </a:ln>
                <a:solidFill>
                  <a:schemeClr val="tx1"/>
                </a:solidFill>
                <a:effectLst/>
                <a:latin typeface="Arial" panose="020B0604020202020204" pitchFamily="34" charset="0"/>
              </a:rPr>
              <a:t>.</a:t>
            </a:r>
            <a:endParaRPr lang="en-CA" dirty="0"/>
          </a:p>
        </p:txBody>
      </p:sp>
    </p:spTree>
    <p:extLst>
      <p:ext uri="{BB962C8B-B14F-4D97-AF65-F5344CB8AC3E}">
        <p14:creationId xmlns:p14="http://schemas.microsoft.com/office/powerpoint/2010/main" val="786059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E299-EB87-3C9C-2BE3-101014BE1869}"/>
            </a:ext>
          </a:extLst>
        </p:cNvPr>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A5F333B6-5618-D4FD-917F-D02F43A7B835}"/>
              </a:ext>
            </a:extLst>
          </p:cNvPr>
          <p:cNvGraphicFramePr>
            <a:graphicFrameLocks noChangeAspect="1"/>
          </p:cNvGraphicFramePr>
          <p:nvPr>
            <p:extLst>
              <p:ext uri="{D42A27DB-BD31-4B8C-83A1-F6EECF244321}">
                <p14:modId xmlns:p14="http://schemas.microsoft.com/office/powerpoint/2010/main" val="343365857"/>
              </p:ext>
            </p:extLst>
          </p:nvPr>
        </p:nvGraphicFramePr>
        <p:xfrm>
          <a:off x="-3306" y="1688400"/>
          <a:ext cx="6169913" cy="2827877"/>
        </p:xfrm>
        <a:graphic>
          <a:graphicData uri="http://schemas.openxmlformats.org/presentationml/2006/ole">
            <mc:AlternateContent xmlns:mc="http://schemas.openxmlformats.org/markup-compatibility/2006">
              <mc:Choice xmlns:v="urn:schemas-microsoft-com:vml" Requires="v">
                <p:oleObj r:id="rId2" imgW="18718863" imgH="8577624" progId="">
                  <p:embed/>
                </p:oleObj>
              </mc:Choice>
              <mc:Fallback>
                <p:oleObj r:id="rId2" imgW="18718863" imgH="8577624" progId="">
                  <p:embed/>
                  <p:pic>
                    <p:nvPicPr>
                      <p:cNvPr id="3" name="Object 2">
                        <a:extLst>
                          <a:ext uri="{FF2B5EF4-FFF2-40B4-BE49-F238E27FC236}">
                            <a16:creationId xmlns:a16="http://schemas.microsoft.com/office/drawing/2014/main" id="{6A50286B-3359-2CD2-282C-DAA0BC8197F4}"/>
                          </a:ext>
                        </a:extLst>
                      </p:cNvPr>
                      <p:cNvPicPr/>
                      <p:nvPr/>
                    </p:nvPicPr>
                    <p:blipFill>
                      <a:blip r:embed="rId3"/>
                      <a:stretch>
                        <a:fillRect/>
                      </a:stretch>
                    </p:blipFill>
                    <p:spPr>
                      <a:xfrm>
                        <a:off x="-3306" y="1688400"/>
                        <a:ext cx="6169913" cy="2827877"/>
                      </a:xfrm>
                      <a:prstGeom prst="rect">
                        <a:avLst/>
                      </a:prstGeom>
                    </p:spPr>
                  </p:pic>
                </p:oleObj>
              </mc:Fallback>
            </mc:AlternateContent>
          </a:graphicData>
        </a:graphic>
      </p:graphicFrame>
      <p:sp>
        <p:nvSpPr>
          <p:cNvPr id="7" name="Google Shape;4303;g3048a510704_1_0">
            <a:extLst>
              <a:ext uri="{FF2B5EF4-FFF2-40B4-BE49-F238E27FC236}">
                <a16:creationId xmlns:a16="http://schemas.microsoft.com/office/drawing/2014/main" id="{B33AC726-0D63-E8D1-CD40-5EAFD50BA8A0}"/>
              </a:ext>
            </a:extLst>
          </p:cNvPr>
          <p:cNvSpPr txBox="1">
            <a:spLocks/>
          </p:cNvSpPr>
          <p:nvPr/>
        </p:nvSpPr>
        <p:spPr>
          <a:xfrm>
            <a:off x="1718101" y="502920"/>
            <a:ext cx="5464200" cy="61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en-US" altLang="zh-CN" sz="1800" b="1" dirty="0"/>
              <a:t>Backend </a:t>
            </a:r>
          </a:p>
          <a:p>
            <a:pPr algn="ctr">
              <a:buClr>
                <a:schemeClr val="dk1"/>
              </a:buClr>
              <a:buSzPts val="1100"/>
            </a:pPr>
            <a:r>
              <a:rPr lang="en-US" altLang="zh-CN" sz="1800" b="1" dirty="0"/>
              <a:t>Views.py</a:t>
            </a:r>
          </a:p>
          <a:p>
            <a:pPr algn="ctr">
              <a:buClr>
                <a:schemeClr val="dk1"/>
              </a:buClr>
              <a:buSzPts val="1100"/>
            </a:pPr>
            <a:endParaRPr lang="en-CA" sz="1800" b="1" dirty="0"/>
          </a:p>
        </p:txBody>
      </p:sp>
      <p:sp>
        <p:nvSpPr>
          <p:cNvPr id="2" name="Google Shape;4159;p8">
            <a:extLst>
              <a:ext uri="{FF2B5EF4-FFF2-40B4-BE49-F238E27FC236}">
                <a16:creationId xmlns:a16="http://schemas.microsoft.com/office/drawing/2014/main" id="{4AC7EEE3-64EA-6D7E-F205-AB1CA9E2611E}"/>
              </a:ext>
            </a:extLst>
          </p:cNvPr>
          <p:cNvSpPr/>
          <p:nvPr/>
        </p:nvSpPr>
        <p:spPr>
          <a:xfrm>
            <a:off x="6230215" y="1119513"/>
            <a:ext cx="2451614" cy="282787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C4C7F79D-6D11-1820-CDE5-AA489499892C}"/>
              </a:ext>
            </a:extLst>
          </p:cNvPr>
          <p:cNvSpPr txBox="1"/>
          <p:nvPr/>
        </p:nvSpPr>
        <p:spPr>
          <a:xfrm>
            <a:off x="6230215" y="1436321"/>
            <a:ext cx="2552302" cy="2246769"/>
          </a:xfrm>
          <a:prstGeom prst="rect">
            <a:avLst/>
          </a:prstGeom>
          <a:noFill/>
        </p:spPr>
        <p:txBody>
          <a:bodyPr wrap="none" rtlCol="0">
            <a:spAutoFit/>
          </a:bodyPr>
          <a:lstStyle/>
          <a:p>
            <a:pPr marL="285750" indent="-285750">
              <a:buFont typeface="Arial" panose="020B0604020202020204" pitchFamily="34" charset="0"/>
              <a:buChar char="•"/>
            </a:pPr>
            <a:r>
              <a:rPr lang="en-CA" dirty="0">
                <a:solidFill>
                  <a:schemeClr val="accent1"/>
                </a:solidFill>
              </a:rPr>
              <a:t>Processes and prepares </a:t>
            </a:r>
          </a:p>
          <a:p>
            <a:r>
              <a:rPr lang="en-CA" dirty="0">
                <a:solidFill>
                  <a:schemeClr val="accent1"/>
                </a:solidFill>
              </a:rPr>
              <a:t>data for visualization</a:t>
            </a:r>
            <a:endParaRPr kumimoji="0" lang="en-US" altLang="en-US" sz="1400" i="0" u="none" strike="noStrike" cap="none" normalizeH="0" baseline="0" dirty="0">
              <a:ln>
                <a:noFill/>
              </a:ln>
              <a:solidFill>
                <a:schemeClr val="accent1"/>
              </a:solidFill>
              <a:effectLst/>
              <a:latin typeface="Arial" panose="020B0604020202020204" pitchFamily="34" charset="0"/>
            </a:endParaRPr>
          </a:p>
          <a:p>
            <a:endParaRPr lang="en-US" altLang="en-US" dirty="0">
              <a:solidFill>
                <a:schemeClr val="accent1"/>
              </a:solidFill>
              <a:latin typeface="Arial" panose="020B0604020202020204" pitchFamily="34" charset="0"/>
            </a:endParaRPr>
          </a:p>
          <a:p>
            <a:pPr marL="285750" indent="-285750">
              <a:buFont typeface="Arial" panose="020B0604020202020204" pitchFamily="34" charset="0"/>
              <a:buChar char="•"/>
            </a:pPr>
            <a:r>
              <a:rPr kumimoji="0" lang="en-US" altLang="en-US" sz="1400" b="0" i="0" u="none" strike="noStrike" cap="none" normalizeH="0" baseline="0" dirty="0">
                <a:ln>
                  <a:noFill/>
                </a:ln>
                <a:solidFill>
                  <a:schemeClr val="accent1"/>
                </a:solidFill>
                <a:effectLst/>
                <a:latin typeface="Arial" panose="020B0604020202020204" pitchFamily="34" charset="0"/>
              </a:rPr>
              <a:t>Sends data to </a:t>
            </a:r>
          </a:p>
          <a:p>
            <a:r>
              <a:rPr lang="en-US" altLang="en-US" dirty="0">
                <a:solidFill>
                  <a:schemeClr val="accent1"/>
                </a:solidFill>
              </a:rPr>
              <a:t>dashboard.html for display </a:t>
            </a:r>
          </a:p>
          <a:p>
            <a:endParaRPr kumimoji="0" lang="en-US" altLang="en-US" sz="1400" i="0" u="none" strike="noStrike" cap="none" normalizeH="0" baseline="0" dirty="0">
              <a:ln>
                <a:noFill/>
              </a:ln>
              <a:solidFill>
                <a:schemeClr val="accent1"/>
              </a:solidFill>
              <a:effectLst/>
              <a:latin typeface="Arial" panose="020B0604020202020204" pitchFamily="34" charset="0"/>
            </a:endParaRPr>
          </a:p>
          <a:p>
            <a:r>
              <a:rPr kumimoji="0" lang="en-US" altLang="en-US" sz="1400" i="0" u="none" strike="noStrike" cap="none" normalizeH="0" baseline="0" dirty="0">
                <a:ln>
                  <a:noFill/>
                </a:ln>
                <a:solidFill>
                  <a:schemeClr val="accent1"/>
                </a:solidFill>
                <a:effectLst/>
                <a:latin typeface="Arial" panose="020B0604020202020204" pitchFamily="34" charset="0"/>
              </a:rPr>
              <a:t> </a:t>
            </a:r>
          </a:p>
          <a:p>
            <a:pPr marL="285750" indent="-285750">
              <a:buFont typeface="Arial" panose="020B0604020202020204" pitchFamily="34" charset="0"/>
              <a:buChar char="•"/>
            </a:pPr>
            <a:r>
              <a:rPr lang="en-US" dirty="0">
                <a:solidFill>
                  <a:schemeClr val="accent1"/>
                </a:solidFill>
              </a:rPr>
              <a:t>Ensures data integrity and</a:t>
            </a:r>
          </a:p>
          <a:p>
            <a:r>
              <a:rPr lang="en-US" dirty="0">
                <a:solidFill>
                  <a:schemeClr val="accent1"/>
                </a:solidFill>
              </a:rPr>
              <a:t>efficient data flow from </a:t>
            </a:r>
          </a:p>
          <a:p>
            <a:r>
              <a:rPr lang="en-US" dirty="0">
                <a:solidFill>
                  <a:schemeClr val="accent1"/>
                </a:solidFill>
              </a:rPr>
              <a:t>backend to </a:t>
            </a:r>
            <a:r>
              <a:rPr lang="en-US" dirty="0" err="1">
                <a:solidFill>
                  <a:schemeClr val="accent1"/>
                </a:solidFill>
              </a:rPr>
              <a:t>fronten</a:t>
            </a:r>
            <a:r>
              <a:rPr lang="en-CA" dirty="0">
                <a:solidFill>
                  <a:schemeClr val="accent1"/>
                </a:solidFill>
              </a:rPr>
              <a:t>d</a:t>
            </a:r>
          </a:p>
        </p:txBody>
      </p:sp>
    </p:spTree>
    <p:extLst>
      <p:ext uri="{BB962C8B-B14F-4D97-AF65-F5344CB8AC3E}">
        <p14:creationId xmlns:p14="http://schemas.microsoft.com/office/powerpoint/2010/main" val="949521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51A68-56AA-388B-10BC-865202CD9FC4}"/>
            </a:ext>
          </a:extLst>
        </p:cNvPr>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AA737904-4175-5FC2-0B03-5A1E20ED8BB1}"/>
              </a:ext>
            </a:extLst>
          </p:cNvPr>
          <p:cNvGraphicFramePr>
            <a:graphicFrameLocks noChangeAspect="1"/>
          </p:cNvGraphicFramePr>
          <p:nvPr/>
        </p:nvGraphicFramePr>
        <p:xfrm>
          <a:off x="1386840" y="689610"/>
          <a:ext cx="6496050" cy="3897630"/>
        </p:xfrm>
        <a:graphic>
          <a:graphicData uri="http://schemas.openxmlformats.org/presentationml/2006/ole">
            <mc:AlternateContent xmlns:mc="http://schemas.openxmlformats.org/markup-compatibility/2006">
              <mc:Choice xmlns:v="urn:schemas-microsoft-com:vml" Requires="v">
                <p:oleObj r:id="rId2" imgW="11537420" imgH="6923427" progId="">
                  <p:embed/>
                </p:oleObj>
              </mc:Choice>
              <mc:Fallback>
                <p:oleObj r:id="rId2" imgW="11537420" imgH="6923427" progId="">
                  <p:embed/>
                  <p:pic>
                    <p:nvPicPr>
                      <p:cNvPr id="2" name="Object 1">
                        <a:extLst>
                          <a:ext uri="{FF2B5EF4-FFF2-40B4-BE49-F238E27FC236}">
                            <a16:creationId xmlns:a16="http://schemas.microsoft.com/office/drawing/2014/main" id="{AA737904-4175-5FC2-0B03-5A1E20ED8BB1}"/>
                          </a:ext>
                        </a:extLst>
                      </p:cNvPr>
                      <p:cNvPicPr/>
                      <p:nvPr/>
                    </p:nvPicPr>
                    <p:blipFill>
                      <a:blip r:embed="rId3"/>
                      <a:stretch>
                        <a:fillRect/>
                      </a:stretch>
                    </p:blipFill>
                    <p:spPr>
                      <a:xfrm>
                        <a:off x="1386840" y="689610"/>
                        <a:ext cx="6496050" cy="3897630"/>
                      </a:xfrm>
                      <a:prstGeom prst="rect">
                        <a:avLst/>
                      </a:prstGeom>
                    </p:spPr>
                  </p:pic>
                </p:oleObj>
              </mc:Fallback>
            </mc:AlternateContent>
          </a:graphicData>
        </a:graphic>
      </p:graphicFrame>
    </p:spTree>
    <p:extLst>
      <p:ext uri="{BB962C8B-B14F-4D97-AF65-F5344CB8AC3E}">
        <p14:creationId xmlns:p14="http://schemas.microsoft.com/office/powerpoint/2010/main" val="2470304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DFDD300B-91D0-3A5D-A072-8FDC3E23D62F}"/>
              </a:ext>
            </a:extLst>
          </p:cNvPr>
          <p:cNvGraphicFramePr>
            <a:graphicFrameLocks noChangeAspect="1"/>
          </p:cNvGraphicFramePr>
          <p:nvPr/>
        </p:nvGraphicFramePr>
        <p:xfrm>
          <a:off x="848043" y="67310"/>
          <a:ext cx="4310697" cy="3355240"/>
        </p:xfrm>
        <a:graphic>
          <a:graphicData uri="http://schemas.openxmlformats.org/presentationml/2006/ole">
            <mc:AlternateContent xmlns:mc="http://schemas.openxmlformats.org/markup-compatibility/2006">
              <mc:Choice xmlns:v="urn:schemas-microsoft-com:vml" Requires="v">
                <p:oleObj r:id="rId2" imgW="9074162" imgH="7062163" progId="">
                  <p:embed/>
                </p:oleObj>
              </mc:Choice>
              <mc:Fallback>
                <p:oleObj r:id="rId2" imgW="9074162" imgH="7062163" progId="">
                  <p:embed/>
                  <p:pic>
                    <p:nvPicPr>
                      <p:cNvPr id="4" name="Object 3">
                        <a:extLst>
                          <a:ext uri="{FF2B5EF4-FFF2-40B4-BE49-F238E27FC236}">
                            <a16:creationId xmlns:a16="http://schemas.microsoft.com/office/drawing/2014/main" id="{DFDD300B-91D0-3A5D-A072-8FDC3E23D62F}"/>
                          </a:ext>
                        </a:extLst>
                      </p:cNvPr>
                      <p:cNvPicPr/>
                      <p:nvPr/>
                    </p:nvPicPr>
                    <p:blipFill>
                      <a:blip r:embed="rId3"/>
                      <a:stretch>
                        <a:fillRect/>
                      </a:stretch>
                    </p:blipFill>
                    <p:spPr>
                      <a:xfrm>
                        <a:off x="848043" y="67310"/>
                        <a:ext cx="4310697" cy="335524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7A1ACF43-292F-A133-0ABA-750C09EB0F67}"/>
              </a:ext>
            </a:extLst>
          </p:cNvPr>
          <p:cNvGraphicFramePr>
            <a:graphicFrameLocks noChangeAspect="1"/>
          </p:cNvGraphicFramePr>
          <p:nvPr/>
        </p:nvGraphicFramePr>
        <p:xfrm>
          <a:off x="5236529" y="2046568"/>
          <a:ext cx="3831272" cy="3006762"/>
        </p:xfrm>
        <a:graphic>
          <a:graphicData uri="http://schemas.openxmlformats.org/presentationml/2006/ole">
            <mc:AlternateContent xmlns:mc="http://schemas.openxmlformats.org/markup-compatibility/2006">
              <mc:Choice xmlns:v="urn:schemas-microsoft-com:vml" Requires="v">
                <p:oleObj r:id="rId4" imgW="9018529" imgH="7076352" progId="">
                  <p:embed/>
                </p:oleObj>
              </mc:Choice>
              <mc:Fallback>
                <p:oleObj r:id="rId4" imgW="9018529" imgH="7076352" progId="">
                  <p:embed/>
                  <p:pic>
                    <p:nvPicPr>
                      <p:cNvPr id="5" name="Object 4">
                        <a:extLst>
                          <a:ext uri="{FF2B5EF4-FFF2-40B4-BE49-F238E27FC236}">
                            <a16:creationId xmlns:a16="http://schemas.microsoft.com/office/drawing/2014/main" id="{7A1ACF43-292F-A133-0ABA-750C09EB0F67}"/>
                          </a:ext>
                        </a:extLst>
                      </p:cNvPr>
                      <p:cNvPicPr/>
                      <p:nvPr/>
                    </p:nvPicPr>
                    <p:blipFill>
                      <a:blip r:embed="rId5"/>
                      <a:stretch>
                        <a:fillRect/>
                      </a:stretch>
                    </p:blipFill>
                    <p:spPr>
                      <a:xfrm>
                        <a:off x="5236529" y="2046568"/>
                        <a:ext cx="3831272" cy="3006762"/>
                      </a:xfrm>
                      <a:prstGeom prst="rect">
                        <a:avLst/>
                      </a:prstGeom>
                    </p:spPr>
                  </p:pic>
                </p:oleObj>
              </mc:Fallback>
            </mc:AlternateContent>
          </a:graphicData>
        </a:graphic>
      </p:graphicFrame>
    </p:spTree>
    <p:extLst>
      <p:ext uri="{BB962C8B-B14F-4D97-AF65-F5344CB8AC3E}">
        <p14:creationId xmlns:p14="http://schemas.microsoft.com/office/powerpoint/2010/main" val="1118849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DC6C1-6FAA-EB85-1801-03469023679D}"/>
            </a:ext>
          </a:extLst>
        </p:cNvPr>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C9BB6FDB-1AC4-C991-296E-4EEB39FAE822}"/>
              </a:ext>
            </a:extLst>
          </p:cNvPr>
          <p:cNvGraphicFramePr>
            <a:graphicFrameLocks noChangeAspect="1"/>
          </p:cNvGraphicFramePr>
          <p:nvPr/>
        </p:nvGraphicFramePr>
        <p:xfrm>
          <a:off x="853845" y="490655"/>
          <a:ext cx="7489646" cy="2453639"/>
        </p:xfrm>
        <a:graphic>
          <a:graphicData uri="http://schemas.openxmlformats.org/presentationml/2006/ole">
            <mc:AlternateContent xmlns:mc="http://schemas.openxmlformats.org/markup-compatibility/2006">
              <mc:Choice xmlns:v="urn:schemas-microsoft-com:vml" Requires="v">
                <p:oleObj r:id="rId2" imgW="21947967" imgH="7187499" progId="">
                  <p:embed/>
                </p:oleObj>
              </mc:Choice>
              <mc:Fallback>
                <p:oleObj r:id="rId2" imgW="21947967" imgH="7187499" progId="">
                  <p:embed/>
                  <p:pic>
                    <p:nvPicPr>
                      <p:cNvPr id="5" name="Object 4">
                        <a:extLst>
                          <a:ext uri="{FF2B5EF4-FFF2-40B4-BE49-F238E27FC236}">
                            <a16:creationId xmlns:a16="http://schemas.microsoft.com/office/drawing/2014/main" id="{C9BB6FDB-1AC4-C991-296E-4EEB39FAE822}"/>
                          </a:ext>
                        </a:extLst>
                      </p:cNvPr>
                      <p:cNvPicPr/>
                      <p:nvPr/>
                    </p:nvPicPr>
                    <p:blipFill>
                      <a:blip r:embed="rId3"/>
                      <a:stretch>
                        <a:fillRect/>
                      </a:stretch>
                    </p:blipFill>
                    <p:spPr>
                      <a:xfrm>
                        <a:off x="853845" y="490655"/>
                        <a:ext cx="7489646" cy="2453639"/>
                      </a:xfrm>
                      <a:prstGeom prst="rect">
                        <a:avLst/>
                      </a:prstGeom>
                    </p:spPr>
                  </p:pic>
                </p:oleObj>
              </mc:Fallback>
            </mc:AlternateContent>
          </a:graphicData>
        </a:graphic>
      </p:graphicFrame>
      <p:sp>
        <p:nvSpPr>
          <p:cNvPr id="7" name="Google Shape;4159;p8">
            <a:extLst>
              <a:ext uri="{FF2B5EF4-FFF2-40B4-BE49-F238E27FC236}">
                <a16:creationId xmlns:a16="http://schemas.microsoft.com/office/drawing/2014/main" id="{1A69197B-3A56-55CB-9908-1CA0E92FCB8C}"/>
              </a:ext>
            </a:extLst>
          </p:cNvPr>
          <p:cNvSpPr/>
          <p:nvPr/>
        </p:nvSpPr>
        <p:spPr>
          <a:xfrm>
            <a:off x="1045966" y="3271458"/>
            <a:ext cx="3148843" cy="74577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F691A4F3-CB67-F816-42DC-E9A7B68E480C}"/>
              </a:ext>
            </a:extLst>
          </p:cNvPr>
          <p:cNvSpPr txBox="1"/>
          <p:nvPr/>
        </p:nvSpPr>
        <p:spPr>
          <a:xfrm>
            <a:off x="1369815" y="3490454"/>
            <a:ext cx="3095503" cy="307777"/>
          </a:xfrm>
          <a:prstGeom prst="rect">
            <a:avLst/>
          </a:prstGeom>
          <a:noFill/>
        </p:spPr>
        <p:txBody>
          <a:bodyPr wrap="square">
            <a:spAutoFit/>
          </a:bodyPr>
          <a:lstStyle/>
          <a:p>
            <a:pPr marL="0" lvl="0" indent="0" algn="l" rtl="0">
              <a:lnSpc>
                <a:spcPct val="100000"/>
              </a:lnSpc>
              <a:spcBef>
                <a:spcPts val="0"/>
              </a:spcBef>
              <a:spcAft>
                <a:spcPts val="0"/>
              </a:spcAft>
              <a:buSzPts val="1600"/>
              <a:buNone/>
            </a:pPr>
            <a:r>
              <a:rPr lang="en-US" b="1" dirty="0">
                <a:solidFill>
                  <a:schemeClr val="accent1"/>
                </a:solidFill>
                <a:latin typeface="Barlow Semi Condensed"/>
                <a:ea typeface="Barlow Semi Condensed"/>
                <a:cs typeface="Barlow Semi Condensed"/>
                <a:sym typeface="Barlow Semi Condensed"/>
              </a:rPr>
              <a:t>Bubble Size</a:t>
            </a:r>
            <a:r>
              <a:rPr lang="zh-CN" altLang="en-US" b="1" dirty="0">
                <a:solidFill>
                  <a:schemeClr val="accent1"/>
                </a:solidFill>
                <a:latin typeface="Barlow Semi Condensed"/>
                <a:ea typeface="Barlow Semi Condensed"/>
                <a:cs typeface="Barlow Semi Condensed"/>
                <a:sym typeface="Barlow Semi Condensed"/>
              </a:rPr>
              <a:t>：</a:t>
            </a:r>
            <a:r>
              <a:rPr lang="en-US" altLang="zh-CN" b="1" dirty="0" err="1">
                <a:solidFill>
                  <a:schemeClr val="accent1"/>
                </a:solidFill>
                <a:latin typeface="Barlow Semi Condensed"/>
                <a:ea typeface="Barlow Semi Condensed"/>
                <a:cs typeface="Barlow Semi Condensed"/>
                <a:sym typeface="Barlow Semi Condensed"/>
              </a:rPr>
              <a:t>Movie_Gross</a:t>
            </a:r>
            <a:endParaRPr lang="en-US" b="1" dirty="0">
              <a:solidFill>
                <a:schemeClr val="accent1"/>
              </a:solidFill>
              <a:latin typeface="Barlow Semi Condensed"/>
              <a:ea typeface="Barlow Semi Condensed"/>
              <a:cs typeface="Barlow Semi Condensed"/>
              <a:sym typeface="Barlow Semi Condensed"/>
            </a:endParaRPr>
          </a:p>
        </p:txBody>
      </p:sp>
      <p:sp>
        <p:nvSpPr>
          <p:cNvPr id="10" name="Google Shape;4159;p8">
            <a:extLst>
              <a:ext uri="{FF2B5EF4-FFF2-40B4-BE49-F238E27FC236}">
                <a16:creationId xmlns:a16="http://schemas.microsoft.com/office/drawing/2014/main" id="{0196D532-071B-D6CE-B8A0-F3DBD36846C9}"/>
              </a:ext>
            </a:extLst>
          </p:cNvPr>
          <p:cNvSpPr/>
          <p:nvPr/>
        </p:nvSpPr>
        <p:spPr>
          <a:xfrm>
            <a:off x="4572000" y="3271458"/>
            <a:ext cx="3148843" cy="74577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6B9689F-74F9-D26F-20D2-D881D4D254FB}"/>
              </a:ext>
            </a:extLst>
          </p:cNvPr>
          <p:cNvSpPr txBox="1"/>
          <p:nvPr/>
        </p:nvSpPr>
        <p:spPr>
          <a:xfrm>
            <a:off x="4732022" y="3490453"/>
            <a:ext cx="3095503" cy="307777"/>
          </a:xfrm>
          <a:prstGeom prst="rect">
            <a:avLst/>
          </a:prstGeom>
          <a:noFill/>
        </p:spPr>
        <p:txBody>
          <a:bodyPr wrap="square">
            <a:spAutoFit/>
          </a:bodyPr>
          <a:lstStyle/>
          <a:p>
            <a:pPr marL="0" lvl="0" indent="0" algn="l" rtl="0">
              <a:lnSpc>
                <a:spcPct val="100000"/>
              </a:lnSpc>
              <a:spcBef>
                <a:spcPts val="0"/>
              </a:spcBef>
              <a:spcAft>
                <a:spcPts val="0"/>
              </a:spcAft>
              <a:buSzPts val="1600"/>
              <a:buNone/>
            </a:pPr>
            <a:r>
              <a:rPr lang="en-US" b="1" dirty="0">
                <a:solidFill>
                  <a:schemeClr val="accent1"/>
                </a:solidFill>
                <a:latin typeface="Barlow Semi Condensed"/>
                <a:ea typeface="Barlow Semi Condensed"/>
                <a:cs typeface="Barlow Semi Condensed"/>
                <a:sym typeface="Barlow Semi Condensed"/>
              </a:rPr>
              <a:t>Bubble </a:t>
            </a:r>
            <a:r>
              <a:rPr lang="en-US" altLang="zh-CN" b="1" dirty="0">
                <a:solidFill>
                  <a:schemeClr val="accent1"/>
                </a:solidFill>
                <a:latin typeface="Barlow Semi Condensed"/>
                <a:ea typeface="Barlow Semi Condensed"/>
                <a:cs typeface="Barlow Semi Condensed"/>
                <a:sym typeface="Barlow Semi Condensed"/>
              </a:rPr>
              <a:t>Color</a:t>
            </a:r>
            <a:r>
              <a:rPr lang="zh-CN" altLang="en-US" b="1" dirty="0">
                <a:solidFill>
                  <a:schemeClr val="accent1"/>
                </a:solidFill>
                <a:latin typeface="Barlow Semi Condensed"/>
                <a:ea typeface="Barlow Semi Condensed"/>
                <a:cs typeface="Barlow Semi Condensed"/>
                <a:sym typeface="Barlow Semi Condensed"/>
              </a:rPr>
              <a:t>：</a:t>
            </a:r>
            <a:r>
              <a:rPr lang="en-US" altLang="zh-CN" b="1" dirty="0" err="1">
                <a:solidFill>
                  <a:schemeClr val="accent1"/>
                </a:solidFill>
                <a:latin typeface="Barlow Semi Condensed"/>
                <a:ea typeface="Barlow Semi Condensed"/>
                <a:cs typeface="Barlow Semi Condensed"/>
                <a:sym typeface="Barlow Semi Condensed"/>
              </a:rPr>
              <a:t>Awards_Type</a:t>
            </a:r>
            <a:endParaRPr lang="en-US" b="1" dirty="0">
              <a:solidFill>
                <a:schemeClr val="accent1"/>
              </a:solidFill>
              <a:latin typeface="Barlow Semi Condensed"/>
              <a:ea typeface="Barlow Semi Condensed"/>
              <a:cs typeface="Barlow Semi Condensed"/>
              <a:sym typeface="Barlow Semi Condensed"/>
            </a:endParaRPr>
          </a:p>
        </p:txBody>
      </p:sp>
      <p:sp>
        <p:nvSpPr>
          <p:cNvPr id="12" name="Google Shape;4159;p8">
            <a:extLst>
              <a:ext uri="{FF2B5EF4-FFF2-40B4-BE49-F238E27FC236}">
                <a16:creationId xmlns:a16="http://schemas.microsoft.com/office/drawing/2014/main" id="{D21E2E64-3862-9D6A-8E50-AE50E3160DEE}"/>
              </a:ext>
            </a:extLst>
          </p:cNvPr>
          <p:cNvSpPr/>
          <p:nvPr/>
        </p:nvSpPr>
        <p:spPr>
          <a:xfrm>
            <a:off x="1019295" y="4233562"/>
            <a:ext cx="3148843" cy="74577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CA" b="1" dirty="0">
                <a:solidFill>
                  <a:schemeClr val="accent1"/>
                </a:solidFill>
              </a:rPr>
              <a:t>X axis: Movies Rates</a:t>
            </a:r>
            <a:br>
              <a:rPr lang="en-CA" b="1" dirty="0">
                <a:solidFill>
                  <a:schemeClr val="accent1"/>
                </a:solidFill>
              </a:rPr>
            </a:br>
            <a:r>
              <a:rPr lang="en-CA" b="1" dirty="0">
                <a:solidFill>
                  <a:schemeClr val="accent1"/>
                </a:solidFill>
              </a:rPr>
              <a:t>Y axis: Number of Awards</a:t>
            </a:r>
            <a:endParaRPr sz="1400" b="1" i="0" u="none" strike="noStrike" cap="none" dirty="0">
              <a:solidFill>
                <a:schemeClr val="accent1"/>
              </a:solidFill>
              <a:latin typeface="Arial"/>
              <a:ea typeface="Arial"/>
              <a:cs typeface="Arial"/>
              <a:sym typeface="Arial"/>
            </a:endParaRPr>
          </a:p>
        </p:txBody>
      </p:sp>
      <p:sp>
        <p:nvSpPr>
          <p:cNvPr id="13" name="Google Shape;4159;p8">
            <a:extLst>
              <a:ext uri="{FF2B5EF4-FFF2-40B4-BE49-F238E27FC236}">
                <a16:creationId xmlns:a16="http://schemas.microsoft.com/office/drawing/2014/main" id="{4B8E130F-2697-9B80-1D4B-15D420338737}"/>
              </a:ext>
            </a:extLst>
          </p:cNvPr>
          <p:cNvSpPr/>
          <p:nvPr/>
        </p:nvSpPr>
        <p:spPr>
          <a:xfrm>
            <a:off x="4545329" y="4233562"/>
            <a:ext cx="3148843" cy="745770"/>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TextBox 13">
            <a:extLst>
              <a:ext uri="{FF2B5EF4-FFF2-40B4-BE49-F238E27FC236}">
                <a16:creationId xmlns:a16="http://schemas.microsoft.com/office/drawing/2014/main" id="{7CE6D21A-E998-FC10-4B27-0F83E00063BB}"/>
              </a:ext>
            </a:extLst>
          </p:cNvPr>
          <p:cNvSpPr txBox="1"/>
          <p:nvPr/>
        </p:nvSpPr>
        <p:spPr>
          <a:xfrm>
            <a:off x="4598668" y="4452558"/>
            <a:ext cx="3148843" cy="307777"/>
          </a:xfrm>
          <a:prstGeom prst="rect">
            <a:avLst/>
          </a:prstGeom>
          <a:noFill/>
        </p:spPr>
        <p:txBody>
          <a:bodyPr wrap="square">
            <a:spAutoFit/>
          </a:bodyPr>
          <a:lstStyle/>
          <a:p>
            <a:pPr marL="0" lvl="0" indent="0" algn="l" rtl="0">
              <a:lnSpc>
                <a:spcPct val="100000"/>
              </a:lnSpc>
              <a:spcBef>
                <a:spcPts val="0"/>
              </a:spcBef>
              <a:spcAft>
                <a:spcPts val="0"/>
              </a:spcAft>
              <a:buSzPts val="1600"/>
              <a:buNone/>
            </a:pPr>
            <a:r>
              <a:rPr lang="en-US" altLang="zh-CN" b="1" dirty="0">
                <a:solidFill>
                  <a:schemeClr val="accent1"/>
                </a:solidFill>
                <a:latin typeface="Barlow Semi Condensed"/>
                <a:ea typeface="Barlow Semi Condensed"/>
                <a:cs typeface="Barlow Semi Condensed"/>
                <a:sym typeface="Barlow Semi Condensed"/>
              </a:rPr>
              <a:t>ToolTip: Title , Rating, Awards, and Gross</a:t>
            </a:r>
            <a:endParaRPr lang="en-US" b="1" dirty="0">
              <a:solidFill>
                <a:schemeClr val="accent1"/>
              </a:solidFill>
              <a:latin typeface="Barlow Semi Condensed"/>
              <a:ea typeface="Barlow Semi Condensed"/>
              <a:cs typeface="Barlow Semi Condensed"/>
              <a:sym typeface="Barlow Semi Condensed"/>
            </a:endParaRPr>
          </a:p>
        </p:txBody>
      </p:sp>
    </p:spTree>
    <p:extLst>
      <p:ext uri="{BB962C8B-B14F-4D97-AF65-F5344CB8AC3E}">
        <p14:creationId xmlns:p14="http://schemas.microsoft.com/office/powerpoint/2010/main" val="178576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77206089-E5D5-70EA-DB9D-6306A3E4F428}"/>
              </a:ext>
            </a:extLst>
          </p:cNvPr>
          <p:cNvGraphicFramePr>
            <a:graphicFrameLocks noChangeAspect="1"/>
          </p:cNvGraphicFramePr>
          <p:nvPr/>
        </p:nvGraphicFramePr>
        <p:xfrm>
          <a:off x="723899" y="1643063"/>
          <a:ext cx="7909561" cy="2506753"/>
        </p:xfrm>
        <a:graphic>
          <a:graphicData uri="http://schemas.openxmlformats.org/presentationml/2006/ole">
            <mc:AlternateContent xmlns:mc="http://schemas.openxmlformats.org/markup-compatibility/2006">
              <mc:Choice xmlns:v="urn:schemas-microsoft-com:vml" Requires="v">
                <p:oleObj r:id="rId2" imgW="22421049" imgH="7103942" progId="">
                  <p:embed/>
                </p:oleObj>
              </mc:Choice>
              <mc:Fallback>
                <p:oleObj r:id="rId2" imgW="22421049" imgH="7103942" progId="">
                  <p:embed/>
                  <p:pic>
                    <p:nvPicPr>
                      <p:cNvPr id="2" name="Object 1">
                        <a:extLst>
                          <a:ext uri="{FF2B5EF4-FFF2-40B4-BE49-F238E27FC236}">
                            <a16:creationId xmlns:a16="http://schemas.microsoft.com/office/drawing/2014/main" id="{77206089-E5D5-70EA-DB9D-6306A3E4F428}"/>
                          </a:ext>
                        </a:extLst>
                      </p:cNvPr>
                      <p:cNvPicPr/>
                      <p:nvPr/>
                    </p:nvPicPr>
                    <p:blipFill>
                      <a:blip r:embed="rId3"/>
                      <a:stretch>
                        <a:fillRect/>
                      </a:stretch>
                    </p:blipFill>
                    <p:spPr>
                      <a:xfrm>
                        <a:off x="723899" y="1643063"/>
                        <a:ext cx="7909561" cy="2506753"/>
                      </a:xfrm>
                      <a:prstGeom prst="rect">
                        <a:avLst/>
                      </a:prstGeom>
                    </p:spPr>
                  </p:pic>
                </p:oleObj>
              </mc:Fallback>
            </mc:AlternateContent>
          </a:graphicData>
        </a:graphic>
      </p:graphicFrame>
      <p:sp>
        <p:nvSpPr>
          <p:cNvPr id="3" name="Google Shape;4303;g3048a510704_1_0">
            <a:extLst>
              <a:ext uri="{FF2B5EF4-FFF2-40B4-BE49-F238E27FC236}">
                <a16:creationId xmlns:a16="http://schemas.microsoft.com/office/drawing/2014/main" id="{6394BFBD-A0D7-5EEA-0C30-E8D9AA5B9E93}"/>
              </a:ext>
            </a:extLst>
          </p:cNvPr>
          <p:cNvSpPr txBox="1">
            <a:spLocks/>
          </p:cNvSpPr>
          <p:nvPr/>
        </p:nvSpPr>
        <p:spPr>
          <a:xfrm>
            <a:off x="1344721" y="749805"/>
            <a:ext cx="5464200" cy="61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en-CA" sz="1800" b="1" dirty="0"/>
              <a:t>Light Mode-Bubble Chart</a:t>
            </a:r>
          </a:p>
        </p:txBody>
      </p:sp>
    </p:spTree>
    <p:extLst>
      <p:ext uri="{BB962C8B-B14F-4D97-AF65-F5344CB8AC3E}">
        <p14:creationId xmlns:p14="http://schemas.microsoft.com/office/powerpoint/2010/main" val="3680518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74FA03FB-6167-6128-458C-38ED27A363C6}"/>
              </a:ext>
            </a:extLst>
          </p:cNvPr>
          <p:cNvGraphicFramePr>
            <a:graphicFrameLocks noChangeAspect="1"/>
          </p:cNvGraphicFramePr>
          <p:nvPr/>
        </p:nvGraphicFramePr>
        <p:xfrm>
          <a:off x="68580" y="0"/>
          <a:ext cx="5684520" cy="3000657"/>
        </p:xfrm>
        <a:graphic>
          <a:graphicData uri="http://schemas.openxmlformats.org/presentationml/2006/ole">
            <mc:AlternateContent xmlns:mc="http://schemas.openxmlformats.org/markup-compatibility/2006">
              <mc:Choice xmlns:v="urn:schemas-microsoft-com:vml" Requires="v">
                <p:oleObj r:id="rId2" imgW="13458153" imgH="7103942" progId="">
                  <p:embed/>
                </p:oleObj>
              </mc:Choice>
              <mc:Fallback>
                <p:oleObj r:id="rId2" imgW="13458153" imgH="7103942" progId="">
                  <p:embed/>
                  <p:pic>
                    <p:nvPicPr>
                      <p:cNvPr id="2" name="Object 1">
                        <a:extLst>
                          <a:ext uri="{FF2B5EF4-FFF2-40B4-BE49-F238E27FC236}">
                            <a16:creationId xmlns:a16="http://schemas.microsoft.com/office/drawing/2014/main" id="{74FA03FB-6167-6128-458C-38ED27A363C6}"/>
                          </a:ext>
                        </a:extLst>
                      </p:cNvPr>
                      <p:cNvPicPr/>
                      <p:nvPr/>
                    </p:nvPicPr>
                    <p:blipFill>
                      <a:blip r:embed="rId3"/>
                      <a:stretch>
                        <a:fillRect/>
                      </a:stretch>
                    </p:blipFill>
                    <p:spPr>
                      <a:xfrm>
                        <a:off x="68580" y="0"/>
                        <a:ext cx="5684520" cy="3000657"/>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978231C2-28F4-4113-A869-C19E4D45220E}"/>
              </a:ext>
            </a:extLst>
          </p:cNvPr>
          <p:cNvGraphicFramePr>
            <a:graphicFrameLocks noChangeAspect="1"/>
          </p:cNvGraphicFramePr>
          <p:nvPr/>
        </p:nvGraphicFramePr>
        <p:xfrm>
          <a:off x="3048000" y="2122805"/>
          <a:ext cx="6096000" cy="3089275"/>
        </p:xfrm>
        <a:graphic>
          <a:graphicData uri="http://schemas.openxmlformats.org/presentationml/2006/ole">
            <mc:AlternateContent xmlns:mc="http://schemas.openxmlformats.org/markup-compatibility/2006">
              <mc:Choice xmlns:v="urn:schemas-microsoft-com:vml" Requires="v">
                <p:oleObj r:id="rId4" imgW="13611243" imgH="6895443" progId="">
                  <p:embed/>
                </p:oleObj>
              </mc:Choice>
              <mc:Fallback>
                <p:oleObj r:id="rId4" imgW="13611243" imgH="6895443" progId="">
                  <p:embed/>
                  <p:pic>
                    <p:nvPicPr>
                      <p:cNvPr id="3" name="Object 2">
                        <a:extLst>
                          <a:ext uri="{FF2B5EF4-FFF2-40B4-BE49-F238E27FC236}">
                            <a16:creationId xmlns:a16="http://schemas.microsoft.com/office/drawing/2014/main" id="{978231C2-28F4-4113-A869-C19E4D45220E}"/>
                          </a:ext>
                        </a:extLst>
                      </p:cNvPr>
                      <p:cNvPicPr/>
                      <p:nvPr/>
                    </p:nvPicPr>
                    <p:blipFill>
                      <a:blip r:embed="rId5"/>
                      <a:stretch>
                        <a:fillRect/>
                      </a:stretch>
                    </p:blipFill>
                    <p:spPr>
                      <a:xfrm>
                        <a:off x="3048000" y="2122805"/>
                        <a:ext cx="6096000" cy="3089275"/>
                      </a:xfrm>
                      <a:prstGeom prst="rect">
                        <a:avLst/>
                      </a:prstGeom>
                    </p:spPr>
                  </p:pic>
                </p:oleObj>
              </mc:Fallback>
            </mc:AlternateContent>
          </a:graphicData>
        </a:graphic>
      </p:graphicFrame>
    </p:spTree>
    <p:extLst>
      <p:ext uri="{BB962C8B-B14F-4D97-AF65-F5344CB8AC3E}">
        <p14:creationId xmlns:p14="http://schemas.microsoft.com/office/powerpoint/2010/main" val="334754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CEA49AAD-5B2D-6C57-CEF0-A56C7E7A0486}"/>
              </a:ext>
            </a:extLst>
          </p:cNvPr>
          <p:cNvGraphicFramePr>
            <a:graphicFrameLocks noChangeAspect="1"/>
          </p:cNvGraphicFramePr>
          <p:nvPr/>
        </p:nvGraphicFramePr>
        <p:xfrm>
          <a:off x="1781141" y="418465"/>
          <a:ext cx="5581718" cy="4306570"/>
        </p:xfrm>
        <a:graphic>
          <a:graphicData uri="http://schemas.openxmlformats.org/presentationml/2006/ole">
            <mc:AlternateContent xmlns:mc="http://schemas.openxmlformats.org/markup-compatibility/2006">
              <mc:Choice xmlns:v="urn:schemas-microsoft-com:vml" Requires="v">
                <p:oleObj r:id="rId2" imgW="12595243" imgH="9717865" progId="">
                  <p:embed/>
                </p:oleObj>
              </mc:Choice>
              <mc:Fallback>
                <p:oleObj r:id="rId2" imgW="12595243" imgH="9717865" progId="">
                  <p:embed/>
                  <p:pic>
                    <p:nvPicPr>
                      <p:cNvPr id="2" name="Object 1">
                        <a:extLst>
                          <a:ext uri="{FF2B5EF4-FFF2-40B4-BE49-F238E27FC236}">
                            <a16:creationId xmlns:a16="http://schemas.microsoft.com/office/drawing/2014/main" id="{CEA49AAD-5B2D-6C57-CEF0-A56C7E7A0486}"/>
                          </a:ext>
                        </a:extLst>
                      </p:cNvPr>
                      <p:cNvPicPr/>
                      <p:nvPr/>
                    </p:nvPicPr>
                    <p:blipFill>
                      <a:blip r:embed="rId3"/>
                      <a:stretch>
                        <a:fillRect/>
                      </a:stretch>
                    </p:blipFill>
                    <p:spPr>
                      <a:xfrm>
                        <a:off x="1781141" y="418465"/>
                        <a:ext cx="5581718" cy="4306570"/>
                      </a:xfrm>
                      <a:prstGeom prst="rect">
                        <a:avLst/>
                      </a:prstGeom>
                    </p:spPr>
                  </p:pic>
                </p:oleObj>
              </mc:Fallback>
            </mc:AlternateContent>
          </a:graphicData>
        </a:graphic>
      </p:graphicFrame>
    </p:spTree>
    <p:extLst>
      <p:ext uri="{BB962C8B-B14F-4D97-AF65-F5344CB8AC3E}">
        <p14:creationId xmlns:p14="http://schemas.microsoft.com/office/powerpoint/2010/main" val="285742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A1FB0010-B4ED-55B9-73D8-FE16D582BBBC}"/>
              </a:ext>
            </a:extLst>
          </p:cNvPr>
          <p:cNvGraphicFramePr>
            <a:graphicFrameLocks noChangeAspect="1"/>
          </p:cNvGraphicFramePr>
          <p:nvPr/>
        </p:nvGraphicFramePr>
        <p:xfrm>
          <a:off x="2519363" y="414020"/>
          <a:ext cx="4228347" cy="4710430"/>
        </p:xfrm>
        <a:graphic>
          <a:graphicData uri="http://schemas.openxmlformats.org/presentationml/2006/ole">
            <mc:AlternateContent xmlns:mc="http://schemas.openxmlformats.org/markup-compatibility/2006">
              <mc:Choice xmlns:v="urn:schemas-microsoft-com:vml" Requires="v">
                <p:oleObj r:id="rId2" imgW="8823615" imgH="9829012" progId="">
                  <p:embed/>
                </p:oleObj>
              </mc:Choice>
              <mc:Fallback>
                <p:oleObj r:id="rId2" imgW="8823615" imgH="9829012" progId="">
                  <p:embed/>
                  <p:pic>
                    <p:nvPicPr>
                      <p:cNvPr id="3" name="Object 2">
                        <a:extLst>
                          <a:ext uri="{FF2B5EF4-FFF2-40B4-BE49-F238E27FC236}">
                            <a16:creationId xmlns:a16="http://schemas.microsoft.com/office/drawing/2014/main" id="{A1FB0010-B4ED-55B9-73D8-FE16D582BBBC}"/>
                          </a:ext>
                        </a:extLst>
                      </p:cNvPr>
                      <p:cNvPicPr/>
                      <p:nvPr/>
                    </p:nvPicPr>
                    <p:blipFill>
                      <a:blip r:embed="rId3"/>
                      <a:stretch>
                        <a:fillRect/>
                      </a:stretch>
                    </p:blipFill>
                    <p:spPr>
                      <a:xfrm>
                        <a:off x="2519363" y="414020"/>
                        <a:ext cx="4228347" cy="4710430"/>
                      </a:xfrm>
                      <a:prstGeom prst="rect">
                        <a:avLst/>
                      </a:prstGeom>
                    </p:spPr>
                  </p:pic>
                </p:oleObj>
              </mc:Fallback>
            </mc:AlternateContent>
          </a:graphicData>
        </a:graphic>
      </p:graphicFrame>
      <p:sp>
        <p:nvSpPr>
          <p:cNvPr id="4" name="Google Shape;4406;g3048a510704_1_97">
            <a:extLst>
              <a:ext uri="{FF2B5EF4-FFF2-40B4-BE49-F238E27FC236}">
                <a16:creationId xmlns:a16="http://schemas.microsoft.com/office/drawing/2014/main" id="{E38F8922-8777-DC1D-9AD6-7940BFCEF843}"/>
              </a:ext>
            </a:extLst>
          </p:cNvPr>
          <p:cNvSpPr txBox="1">
            <a:spLocks noGrp="1"/>
          </p:cNvSpPr>
          <p:nvPr>
            <p:ph type="title"/>
          </p:nvPr>
        </p:nvSpPr>
        <p:spPr>
          <a:xfrm>
            <a:off x="-1493521" y="345948"/>
            <a:ext cx="5179155"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altLang="zh-CN" dirty="0"/>
              <a:t>Funnel</a:t>
            </a:r>
            <a:br>
              <a:rPr lang="en-US" altLang="zh-CN" dirty="0"/>
            </a:br>
            <a:r>
              <a:rPr lang="en-US" altLang="zh-CN" dirty="0"/>
              <a:t>Chart </a:t>
            </a:r>
            <a:endParaRPr dirty="0"/>
          </a:p>
        </p:txBody>
      </p:sp>
    </p:spTree>
    <p:extLst>
      <p:ext uri="{BB962C8B-B14F-4D97-AF65-F5344CB8AC3E}">
        <p14:creationId xmlns:p14="http://schemas.microsoft.com/office/powerpoint/2010/main" val="673841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73"/>
        <p:cNvGrpSpPr/>
        <p:nvPr/>
      </p:nvGrpSpPr>
      <p:grpSpPr>
        <a:xfrm>
          <a:off x="0" y="0"/>
          <a:ext cx="0" cy="0"/>
          <a:chOff x="0" y="0"/>
          <a:chExt cx="0" cy="0"/>
        </a:xfrm>
      </p:grpSpPr>
      <p:sp>
        <p:nvSpPr>
          <p:cNvPr id="4474" name="Google Shape;4474;p14"/>
          <p:cNvSpPr txBox="1">
            <a:spLocks noGrp="1"/>
          </p:cNvSpPr>
          <p:nvPr>
            <p:ph type="title"/>
          </p:nvPr>
        </p:nvSpPr>
        <p:spPr>
          <a:xfrm>
            <a:off x="1719072" y="338328"/>
            <a:ext cx="5577900" cy="59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Dynamic Demo-MDVP</a:t>
            </a:r>
            <a:endParaRPr/>
          </a:p>
        </p:txBody>
      </p:sp>
      <p:sp>
        <p:nvSpPr>
          <p:cNvPr id="4477" name="Google Shape;4477;p14">
            <a:hlinkClick r:id="rId3"/>
          </p:cNvPr>
          <p:cNvSpPr/>
          <p:nvPr/>
        </p:nvSpPr>
        <p:spPr>
          <a:xfrm>
            <a:off x="6370500" y="422275"/>
            <a:ext cx="926400" cy="468300"/>
          </a:xfrm>
          <a:prstGeom prst="rightArrow">
            <a:avLst>
              <a:gd name="adj1" fmla="val 50000"/>
              <a:gd name="adj2" fmla="val 50000"/>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aphicFrame>
        <p:nvGraphicFramePr>
          <p:cNvPr id="2" name="Object 1">
            <a:extLst>
              <a:ext uri="{FF2B5EF4-FFF2-40B4-BE49-F238E27FC236}">
                <a16:creationId xmlns:a16="http://schemas.microsoft.com/office/drawing/2014/main" id="{78D5F2A8-558B-E66C-5442-2A47C4FB91A9}"/>
              </a:ext>
            </a:extLst>
          </p:cNvPr>
          <p:cNvGraphicFramePr>
            <a:graphicFrameLocks noChangeAspect="1"/>
          </p:cNvGraphicFramePr>
          <p:nvPr/>
        </p:nvGraphicFramePr>
        <p:xfrm>
          <a:off x="1524000" y="1036638"/>
          <a:ext cx="6096000" cy="3070225"/>
        </p:xfrm>
        <a:graphic>
          <a:graphicData uri="http://schemas.openxmlformats.org/presentationml/2006/ole">
            <mc:AlternateContent xmlns:mc="http://schemas.openxmlformats.org/markup-compatibility/2006">
              <mc:Choice xmlns:v="urn:schemas-microsoft-com:vml" Requires="v">
                <p:oleObj r:id="rId4" imgW="26693772" imgH="13443651" progId="">
                  <p:embed/>
                </p:oleObj>
              </mc:Choice>
              <mc:Fallback>
                <p:oleObj r:id="rId4" imgW="26693772" imgH="13443651" progId="">
                  <p:embed/>
                  <p:pic>
                    <p:nvPicPr>
                      <p:cNvPr id="2" name="Object 1">
                        <a:extLst>
                          <a:ext uri="{FF2B5EF4-FFF2-40B4-BE49-F238E27FC236}">
                            <a16:creationId xmlns:a16="http://schemas.microsoft.com/office/drawing/2014/main" id="{78D5F2A8-558B-E66C-5442-2A47C4FB91A9}"/>
                          </a:ext>
                        </a:extLst>
                      </p:cNvPr>
                      <p:cNvPicPr/>
                      <p:nvPr/>
                    </p:nvPicPr>
                    <p:blipFill>
                      <a:blip r:embed="rId5"/>
                      <a:stretch>
                        <a:fillRect/>
                      </a:stretch>
                    </p:blipFill>
                    <p:spPr>
                      <a:xfrm>
                        <a:off x="1524000" y="1036638"/>
                        <a:ext cx="6096000" cy="3070225"/>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0"/>
        <p:cNvGrpSpPr/>
        <p:nvPr/>
      </p:nvGrpSpPr>
      <p:grpSpPr>
        <a:xfrm>
          <a:off x="0" y="0"/>
          <a:ext cx="0" cy="0"/>
          <a:chOff x="0" y="0"/>
          <a:chExt cx="0" cy="0"/>
        </a:xfrm>
      </p:grpSpPr>
      <p:sp>
        <p:nvSpPr>
          <p:cNvPr id="2331" name="Google Shape;2331;g312bfb4b743_5_689"/>
          <p:cNvSpPr txBox="1">
            <a:spLocks noGrp="1"/>
          </p:cNvSpPr>
          <p:nvPr>
            <p:ph type="title"/>
          </p:nvPr>
        </p:nvSpPr>
        <p:spPr>
          <a:xfrm>
            <a:off x="2739000" y="2880384"/>
            <a:ext cx="3201825" cy="804648"/>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 sz="4700"/>
              <a:t>Sentiment/wordcloud   and testing</a:t>
            </a:r>
            <a:br>
              <a:rPr lang="en" sz="4700"/>
            </a:br>
            <a:endParaRPr sz="4700"/>
          </a:p>
        </p:txBody>
      </p:sp>
      <p:sp>
        <p:nvSpPr>
          <p:cNvPr id="2332" name="Google Shape;2332;g312bfb4b743_5_689"/>
          <p:cNvSpPr txBox="1">
            <a:spLocks noGrp="1"/>
          </p:cNvSpPr>
          <p:nvPr>
            <p:ph type="title" idx="2"/>
          </p:nvPr>
        </p:nvSpPr>
        <p:spPr>
          <a:xfrm>
            <a:off x="2884213" y="635306"/>
            <a:ext cx="2967600" cy="10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a:t>03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6"/>
        <p:cNvGrpSpPr/>
        <p:nvPr/>
      </p:nvGrpSpPr>
      <p:grpSpPr>
        <a:xfrm>
          <a:off x="0" y="0"/>
          <a:ext cx="0" cy="0"/>
          <a:chOff x="0" y="0"/>
          <a:chExt cx="0" cy="0"/>
        </a:xfrm>
      </p:grpSpPr>
      <p:grpSp>
        <p:nvGrpSpPr>
          <p:cNvPr id="2337" name="Google Shape;2337;g312bfb4b743_5_695"/>
          <p:cNvGrpSpPr/>
          <p:nvPr/>
        </p:nvGrpSpPr>
        <p:grpSpPr>
          <a:xfrm>
            <a:off x="3732436" y="526916"/>
            <a:ext cx="1679127" cy="1679127"/>
            <a:chOff x="3614228" y="234880"/>
            <a:chExt cx="1915500" cy="1915500"/>
          </a:xfrm>
        </p:grpSpPr>
        <p:sp>
          <p:nvSpPr>
            <p:cNvPr id="2338" name="Google Shape;2338;g312bfb4b743_5_695"/>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9" name="Google Shape;2339;g312bfb4b743_5_695"/>
            <p:cNvSpPr/>
            <p:nvPr/>
          </p:nvSpPr>
          <p:spPr>
            <a:xfrm>
              <a:off x="3869711" y="490401"/>
              <a:ext cx="1404000" cy="14040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40" name="Google Shape;2340;g312bfb4b743_5_695"/>
          <p:cNvGrpSpPr/>
          <p:nvPr/>
        </p:nvGrpSpPr>
        <p:grpSpPr>
          <a:xfrm>
            <a:off x="4276542" y="950661"/>
            <a:ext cx="591455" cy="590639"/>
            <a:chOff x="1190625" y="238125"/>
            <a:chExt cx="5238750" cy="5231525"/>
          </a:xfrm>
        </p:grpSpPr>
        <p:sp>
          <p:nvSpPr>
            <p:cNvPr id="2341" name="Google Shape;2341;g312bfb4b743_5_695"/>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2" name="Google Shape;2342;g312bfb4b743_5_695"/>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3" name="Google Shape;2343;g312bfb4b743_5_695"/>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4" name="Google Shape;2344;g312bfb4b743_5_695"/>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5" name="Google Shape;2345;g312bfb4b743_5_695"/>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6" name="Google Shape;2346;g312bfb4b743_5_695"/>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7" name="Google Shape;2347;g312bfb4b743_5_695"/>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8" name="Google Shape;2348;g312bfb4b743_5_695"/>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49" name="Google Shape;2349;g312bfb4b743_5_695"/>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50" name="Google Shape;2350;g312bfb4b743_5_695"/>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sp>
        <p:nvSpPr>
          <p:cNvPr id="2351" name="Google Shape;2351;g312bfb4b743_5_695"/>
          <p:cNvSpPr txBox="1">
            <a:spLocks noGrp="1"/>
          </p:cNvSpPr>
          <p:nvPr>
            <p:ph type="title"/>
          </p:nvPr>
        </p:nvSpPr>
        <p:spPr>
          <a:xfrm>
            <a:off x="2167128" y="2478024"/>
            <a:ext cx="4809600" cy="576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Function Overview</a:t>
            </a:r>
            <a:endParaRPr/>
          </a:p>
        </p:txBody>
      </p:sp>
      <p:sp>
        <p:nvSpPr>
          <p:cNvPr id="2352" name="Google Shape;2352;g312bfb4b743_5_695"/>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000"/>
              <a:buNone/>
            </a:pPr>
            <a:r>
              <a:rPr lang="en" sz="2000"/>
              <a:t>Retrieves text from the database.</a:t>
            </a:r>
            <a:endParaRPr/>
          </a:p>
          <a:p>
            <a:pPr marL="0" lvl="0" indent="0" algn="ctr" rtl="0">
              <a:lnSpc>
                <a:spcPct val="100000"/>
              </a:lnSpc>
              <a:spcBef>
                <a:spcPts val="0"/>
              </a:spcBef>
              <a:spcAft>
                <a:spcPts val="0"/>
              </a:spcAft>
              <a:buSzPts val="2000"/>
              <a:buNone/>
            </a:pPr>
            <a:r>
              <a:rPr lang="en" sz="2000"/>
              <a:t>Generates a word cloud image.</a:t>
            </a:r>
            <a:endParaRPr/>
          </a:p>
          <a:p>
            <a:pPr marL="0" lvl="0" indent="0" algn="ctr" rtl="0">
              <a:lnSpc>
                <a:spcPct val="100000"/>
              </a:lnSpc>
              <a:spcBef>
                <a:spcPts val="0"/>
              </a:spcBef>
              <a:spcAft>
                <a:spcPts val="0"/>
              </a:spcAft>
              <a:buSzPts val="2000"/>
              <a:buNone/>
            </a:pPr>
            <a:r>
              <a:rPr lang="en" sz="2000"/>
              <a:t>Returns a PNG response.</a:t>
            </a:r>
            <a:endParaRPr>
              <a:latin typeface="Barlow Semi Condensed"/>
              <a:ea typeface="Barlow Semi Condensed"/>
              <a:cs typeface="Barlow Semi Condensed"/>
              <a:sym typeface="Barlow Semi Condensed"/>
            </a:endParaRPr>
          </a:p>
        </p:txBody>
      </p:sp>
      <p:sp>
        <p:nvSpPr>
          <p:cNvPr id="2353" name="Google Shape;2353;g312bfb4b743_5_695"/>
          <p:cNvSpPr txBox="1"/>
          <p:nvPr/>
        </p:nvSpPr>
        <p:spPr>
          <a:xfrm>
            <a:off x="4025246" y="1541300"/>
            <a:ext cx="1093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Word cloud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7"/>
        <p:cNvGrpSpPr/>
        <p:nvPr/>
      </p:nvGrpSpPr>
      <p:grpSpPr>
        <a:xfrm>
          <a:off x="0" y="0"/>
          <a:ext cx="0" cy="0"/>
          <a:chOff x="0" y="0"/>
          <a:chExt cx="0" cy="0"/>
        </a:xfrm>
      </p:grpSpPr>
      <p:grpSp>
        <p:nvGrpSpPr>
          <p:cNvPr id="2358" name="Google Shape;2358;g312bfb4b743_5_715"/>
          <p:cNvGrpSpPr/>
          <p:nvPr/>
        </p:nvGrpSpPr>
        <p:grpSpPr>
          <a:xfrm>
            <a:off x="1819024" y="3893816"/>
            <a:ext cx="175013" cy="27000"/>
            <a:chOff x="5662375" y="212375"/>
            <a:chExt cx="175013" cy="27000"/>
          </a:xfrm>
        </p:grpSpPr>
        <p:sp>
          <p:nvSpPr>
            <p:cNvPr id="2359" name="Google Shape;2359;g312bfb4b743_5_71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0" name="Google Shape;2360;g312bfb4b743_5_71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1" name="Google Shape;2361;g312bfb4b743_5_71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nvGrpSpPr>
          <p:cNvPr id="2362" name="Google Shape;2362;g312bfb4b743_5_715"/>
          <p:cNvGrpSpPr/>
          <p:nvPr/>
        </p:nvGrpSpPr>
        <p:grpSpPr>
          <a:xfrm>
            <a:off x="4484494" y="3893828"/>
            <a:ext cx="175013" cy="27000"/>
            <a:chOff x="5662375" y="212375"/>
            <a:chExt cx="175013" cy="27000"/>
          </a:xfrm>
        </p:grpSpPr>
        <p:sp>
          <p:nvSpPr>
            <p:cNvPr id="2363" name="Google Shape;2363;g312bfb4b743_5_71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4" name="Google Shape;2364;g312bfb4b743_5_71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5" name="Google Shape;2365;g312bfb4b743_5_71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grpSp>
        <p:nvGrpSpPr>
          <p:cNvPr id="2366" name="Google Shape;2366;g312bfb4b743_5_715"/>
          <p:cNvGrpSpPr/>
          <p:nvPr/>
        </p:nvGrpSpPr>
        <p:grpSpPr>
          <a:xfrm>
            <a:off x="7149964" y="3893816"/>
            <a:ext cx="175013" cy="27000"/>
            <a:chOff x="5662375" y="212375"/>
            <a:chExt cx="175013" cy="27000"/>
          </a:xfrm>
        </p:grpSpPr>
        <p:sp>
          <p:nvSpPr>
            <p:cNvPr id="2367" name="Google Shape;2367;g312bfb4b743_5_71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8" name="Google Shape;2368;g312bfb4b743_5_71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sp>
          <p:nvSpPr>
            <p:cNvPr id="2369" name="Google Shape;2369;g312bfb4b743_5_71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595959"/>
                </a:solidFill>
                <a:latin typeface="Arial"/>
                <a:ea typeface="Arial"/>
                <a:cs typeface="Arial"/>
                <a:sym typeface="Arial"/>
              </a:endParaRPr>
            </a:p>
          </p:txBody>
        </p:sp>
      </p:grpSp>
      <p:sp>
        <p:nvSpPr>
          <p:cNvPr id="2370" name="Google Shape;2370;g312bfb4b743_5_715"/>
          <p:cNvSpPr txBox="1">
            <a:spLocks noGrp="1"/>
          </p:cNvSpPr>
          <p:nvPr>
            <p:ph type="title"/>
          </p:nvPr>
        </p:nvSpPr>
        <p:spPr>
          <a:xfrm>
            <a:off x="1719072" y="338328"/>
            <a:ext cx="5577900" cy="59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Purpose of WordCloud</a:t>
            </a:r>
            <a:endParaRPr/>
          </a:p>
        </p:txBody>
      </p:sp>
      <p:sp>
        <p:nvSpPr>
          <p:cNvPr id="2371" name="Google Shape;2371;g312bfb4b743_5_715"/>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
              <a:t>Purpose in Project</a:t>
            </a:r>
            <a:endParaRPr/>
          </a:p>
        </p:txBody>
      </p:sp>
      <p:sp>
        <p:nvSpPr>
          <p:cNvPr id="2372" name="Google Shape;2372;g312bfb4b743_5_715"/>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
              <a:t>Definition</a:t>
            </a:r>
            <a:endParaRPr/>
          </a:p>
        </p:txBody>
      </p:sp>
      <p:sp>
        <p:nvSpPr>
          <p:cNvPr id="2373" name="Google Shape;2373;g312bfb4b743_5_715"/>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
              <a:t>Benefits</a:t>
            </a:r>
            <a:endParaRPr/>
          </a:p>
        </p:txBody>
      </p:sp>
      <p:sp>
        <p:nvSpPr>
          <p:cNvPr id="2374" name="Google Shape;2374;g312bfb4b743_5_715"/>
          <p:cNvSpPr txBox="1">
            <a:spLocks noGrp="1"/>
          </p:cNvSpPr>
          <p:nvPr>
            <p:ph type="subTitle" idx="4"/>
          </p:nvPr>
        </p:nvSpPr>
        <p:spPr>
          <a:xfrm>
            <a:off x="3684227" y="3163135"/>
            <a:ext cx="1764900" cy="107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Helps users visually analyze key terms or themes within their text data.</a:t>
            </a:r>
            <a:endParaRPr>
              <a:latin typeface="Barlow Semi Condensed"/>
              <a:ea typeface="Barlow Semi Condensed"/>
              <a:cs typeface="Barlow Semi Condensed"/>
              <a:sym typeface="Barlow Semi Condensed"/>
            </a:endParaRPr>
          </a:p>
        </p:txBody>
      </p:sp>
      <p:sp>
        <p:nvSpPr>
          <p:cNvPr id="2375" name="Google Shape;2375;g312bfb4b743_5_715"/>
          <p:cNvSpPr txBox="1">
            <a:spLocks noGrp="1"/>
          </p:cNvSpPr>
          <p:nvPr>
            <p:ph type="subTitle" idx="5"/>
          </p:nvPr>
        </p:nvSpPr>
        <p:spPr>
          <a:xfrm>
            <a:off x="879785" y="2825496"/>
            <a:ext cx="2080490" cy="107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A WordCloud is a visual representation of the frequency of words in a text, where more frequently appearing words are shown in larger font sizes.</a:t>
            </a:r>
            <a:endParaRPr>
              <a:latin typeface="Barlow Semi Condensed"/>
              <a:ea typeface="Barlow Semi Condensed"/>
              <a:cs typeface="Barlow Semi Condensed"/>
              <a:sym typeface="Barlow Semi Condensed"/>
            </a:endParaRPr>
          </a:p>
        </p:txBody>
      </p:sp>
      <p:sp>
        <p:nvSpPr>
          <p:cNvPr id="2376" name="Google Shape;2376;g312bfb4b743_5_715"/>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Provides a quick and intuitive overview of important words, enhancing data insights.</a:t>
            </a:r>
            <a:endParaRPr>
              <a:latin typeface="Barlow Semi Condensed"/>
              <a:ea typeface="Barlow Semi Condensed"/>
              <a:cs typeface="Barlow Semi Condensed"/>
              <a:sym typeface="Barlow Semi Condensed"/>
            </a:endParaRPr>
          </a:p>
        </p:txBody>
      </p:sp>
      <p:pic>
        <p:nvPicPr>
          <p:cNvPr id="2377" name="Google Shape;2377;g312bfb4b743_5_715" descr="A close-up of words&#10;&#10;Description automatically generated"/>
          <p:cNvPicPr preferRelativeResize="0"/>
          <p:nvPr/>
        </p:nvPicPr>
        <p:blipFill rotWithShape="1">
          <a:blip r:embed="rId3">
            <a:alphaModFix/>
          </a:blip>
          <a:srcRect/>
          <a:stretch/>
        </p:blipFill>
        <p:spPr>
          <a:xfrm>
            <a:off x="2849336" y="1097038"/>
            <a:ext cx="3331028" cy="113256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1"/>
        <p:cNvGrpSpPr/>
        <p:nvPr/>
      </p:nvGrpSpPr>
      <p:grpSpPr>
        <a:xfrm>
          <a:off x="0" y="0"/>
          <a:ext cx="0" cy="0"/>
          <a:chOff x="0" y="0"/>
          <a:chExt cx="0" cy="0"/>
        </a:xfrm>
      </p:grpSpPr>
      <p:sp>
        <p:nvSpPr>
          <p:cNvPr id="2382" name="Google Shape;2382;g312bfb4b743_5_738"/>
          <p:cNvSpPr txBox="1">
            <a:spLocks noGrp="1"/>
          </p:cNvSpPr>
          <p:nvPr>
            <p:ph type="title"/>
          </p:nvPr>
        </p:nvSpPr>
        <p:spPr>
          <a:xfrm>
            <a:off x="1568775" y="442350"/>
            <a:ext cx="6006300" cy="595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Test Case Information</a:t>
            </a:r>
            <a:endParaRPr/>
          </a:p>
        </p:txBody>
      </p:sp>
      <p:sp>
        <p:nvSpPr>
          <p:cNvPr id="2383" name="Google Shape;2383;g312bfb4b743_5_738"/>
          <p:cNvSpPr txBox="1">
            <a:spLocks noGrp="1"/>
          </p:cNvSpPr>
          <p:nvPr>
            <p:ph type="subTitle" idx="1"/>
          </p:nvPr>
        </p:nvSpPr>
        <p:spPr>
          <a:xfrm>
            <a:off x="1796432" y="1351370"/>
            <a:ext cx="1642683" cy="43628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 sz="2400" b="1"/>
              <a:t>Name:</a:t>
            </a:r>
            <a:r>
              <a:rPr lang="en" sz="2400"/>
              <a:t> WordCloud Generation</a:t>
            </a:r>
            <a:endParaRPr/>
          </a:p>
        </p:txBody>
      </p:sp>
      <p:sp>
        <p:nvSpPr>
          <p:cNvPr id="2384" name="Google Shape;2384;g312bfb4b743_5_738"/>
          <p:cNvSpPr txBox="1">
            <a:spLocks noGrp="1"/>
          </p:cNvSpPr>
          <p:nvPr>
            <p:ph type="subTitle" idx="3"/>
          </p:nvPr>
        </p:nvSpPr>
        <p:spPr>
          <a:xfrm>
            <a:off x="5469098" y="1803593"/>
            <a:ext cx="1947600" cy="375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 sz="2400" b="1"/>
              <a:t>Priority:</a:t>
            </a:r>
            <a:r>
              <a:rPr lang="en" sz="2400"/>
              <a:t> High</a:t>
            </a:r>
            <a:endParaRPr/>
          </a:p>
        </p:txBody>
      </p:sp>
      <p:sp>
        <p:nvSpPr>
          <p:cNvPr id="2385" name="Google Shape;2385;g312bfb4b743_5_738"/>
          <p:cNvSpPr txBox="1">
            <a:spLocks noGrp="1"/>
          </p:cNvSpPr>
          <p:nvPr>
            <p:ph type="subTitle" idx="5"/>
          </p:nvPr>
        </p:nvSpPr>
        <p:spPr>
          <a:xfrm>
            <a:off x="2828492" y="3387900"/>
            <a:ext cx="1945200" cy="375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 sz="2400" b="1"/>
              <a:t>New or Old:</a:t>
            </a:r>
            <a:r>
              <a:rPr lang="en" sz="2400"/>
              <a:t> New</a:t>
            </a:r>
            <a:endParaRPr/>
          </a:p>
        </p:txBody>
      </p:sp>
      <p:sp>
        <p:nvSpPr>
          <p:cNvPr id="2386" name="Google Shape;2386;g312bfb4b743_5_738"/>
          <p:cNvSpPr txBox="1">
            <a:spLocks noGrp="1"/>
          </p:cNvSpPr>
          <p:nvPr>
            <p:ph type="subTitle" idx="7"/>
          </p:nvPr>
        </p:nvSpPr>
        <p:spPr>
          <a:xfrm>
            <a:off x="5737253" y="3097782"/>
            <a:ext cx="2632043" cy="79551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Font typeface="Arial"/>
              <a:buNone/>
            </a:pPr>
            <a:endParaRPr/>
          </a:p>
          <a:p>
            <a:pPr marL="742950" lvl="1" indent="-285750" algn="l" rtl="0">
              <a:lnSpc>
                <a:spcPct val="100000"/>
              </a:lnSpc>
              <a:spcBef>
                <a:spcPts val="0"/>
              </a:spcBef>
              <a:spcAft>
                <a:spcPts val="0"/>
              </a:spcAft>
              <a:buSzPts val="2000"/>
              <a:buFont typeface="Arial"/>
              <a:buChar char="•"/>
            </a:pPr>
            <a:r>
              <a:rPr lang="en" sz="2000"/>
              <a:t>Importance: Core feature for user experience</a:t>
            </a:r>
            <a:r>
              <a:rPr lang="en"/>
              <a:t>.</a:t>
            </a:r>
            <a:endParaRPr/>
          </a:p>
        </p:txBody>
      </p:sp>
      <p:sp>
        <p:nvSpPr>
          <p:cNvPr id="2387" name="Google Shape;2387;g312bfb4b743_5_738"/>
          <p:cNvSpPr txBox="1"/>
          <p:nvPr/>
        </p:nvSpPr>
        <p:spPr>
          <a:xfrm>
            <a:off x="512064" y="1700784"/>
            <a:ext cx="1179600" cy="1079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7200"/>
              <a:buFont typeface="Arial"/>
              <a:buNone/>
            </a:pPr>
            <a:r>
              <a:rPr lang="en" sz="7200" b="0" i="0" u="none" strike="noStrike" cap="none">
                <a:solidFill>
                  <a:schemeClr val="accent1"/>
                </a:solidFill>
                <a:latin typeface="Fjalla One"/>
                <a:ea typeface="Fjalla One"/>
                <a:cs typeface="Fjalla One"/>
                <a:sym typeface="Fjalla One"/>
              </a:rPr>
              <a:t>01</a:t>
            </a:r>
            <a:endParaRPr sz="7200" b="0" i="0" u="none" strike="noStrike" cap="none">
              <a:solidFill>
                <a:schemeClr val="accent1"/>
              </a:solidFill>
              <a:latin typeface="Fjalla One"/>
              <a:ea typeface="Fjalla One"/>
              <a:cs typeface="Fjalla One"/>
              <a:sym typeface="Fjalla One"/>
            </a:endParaRPr>
          </a:p>
        </p:txBody>
      </p:sp>
      <p:sp>
        <p:nvSpPr>
          <p:cNvPr id="2388" name="Google Shape;2388;g312bfb4b743_5_738"/>
          <p:cNvSpPr txBox="1"/>
          <p:nvPr/>
        </p:nvSpPr>
        <p:spPr>
          <a:xfrm>
            <a:off x="1623369" y="3355848"/>
            <a:ext cx="1179600" cy="1074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7200"/>
              <a:buFont typeface="Arial"/>
              <a:buNone/>
            </a:pPr>
            <a:r>
              <a:rPr lang="en" sz="7200" b="0" i="0" u="none" strike="noStrike" cap="none">
                <a:solidFill>
                  <a:schemeClr val="accent1"/>
                </a:solidFill>
                <a:latin typeface="Fjalla One"/>
                <a:ea typeface="Fjalla One"/>
                <a:cs typeface="Fjalla One"/>
                <a:sym typeface="Fjalla One"/>
              </a:rPr>
              <a:t>03</a:t>
            </a:r>
            <a:endParaRPr sz="7200" b="0" i="0" u="none" strike="noStrike" cap="none">
              <a:solidFill>
                <a:schemeClr val="accent1"/>
              </a:solidFill>
              <a:latin typeface="Fjalla One"/>
              <a:ea typeface="Fjalla One"/>
              <a:cs typeface="Fjalla One"/>
              <a:sym typeface="Fjalla One"/>
            </a:endParaRPr>
          </a:p>
        </p:txBody>
      </p:sp>
      <p:sp>
        <p:nvSpPr>
          <p:cNvPr id="2389" name="Google Shape;2389;g312bfb4b743_5_738"/>
          <p:cNvSpPr txBox="1"/>
          <p:nvPr/>
        </p:nvSpPr>
        <p:spPr>
          <a:xfrm>
            <a:off x="5263298" y="3355848"/>
            <a:ext cx="1179600" cy="10749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7200"/>
              <a:buFont typeface="Arial"/>
              <a:buNone/>
            </a:pPr>
            <a:r>
              <a:rPr lang="en" sz="7200" b="0" i="0" u="none" strike="noStrike" cap="none">
                <a:solidFill>
                  <a:schemeClr val="accent1"/>
                </a:solidFill>
                <a:latin typeface="Fjalla One"/>
                <a:ea typeface="Fjalla One"/>
                <a:cs typeface="Fjalla One"/>
                <a:sym typeface="Fjalla One"/>
              </a:rPr>
              <a:t>04</a:t>
            </a:r>
            <a:endParaRPr sz="7200" b="0" i="0" u="none" strike="noStrike" cap="none">
              <a:solidFill>
                <a:schemeClr val="accent1"/>
              </a:solidFill>
              <a:latin typeface="Fjalla One"/>
              <a:ea typeface="Fjalla One"/>
              <a:cs typeface="Fjalla One"/>
              <a:sym typeface="Fjalla One"/>
            </a:endParaRPr>
          </a:p>
        </p:txBody>
      </p:sp>
      <p:sp>
        <p:nvSpPr>
          <p:cNvPr id="2390" name="Google Shape;2390;g312bfb4b743_5_738"/>
          <p:cNvSpPr txBox="1"/>
          <p:nvPr/>
        </p:nvSpPr>
        <p:spPr>
          <a:xfrm>
            <a:off x="4268116" y="1700784"/>
            <a:ext cx="1179600" cy="10791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7200"/>
              <a:buFont typeface="Arial"/>
              <a:buNone/>
            </a:pPr>
            <a:r>
              <a:rPr lang="en" sz="7200" b="0" i="0" u="none" strike="noStrike" cap="none">
                <a:solidFill>
                  <a:schemeClr val="accent1"/>
                </a:solidFill>
                <a:latin typeface="Fjalla One"/>
                <a:ea typeface="Fjalla One"/>
                <a:cs typeface="Fjalla One"/>
                <a:sym typeface="Fjalla One"/>
              </a:rPr>
              <a:t>02</a:t>
            </a:r>
            <a:endParaRPr sz="7200" b="0" i="0" u="none" strike="noStrike" cap="none">
              <a:solidFill>
                <a:schemeClr val="accent1"/>
              </a:solidFill>
              <a:latin typeface="Fjalla One"/>
              <a:ea typeface="Fjalla One"/>
              <a:cs typeface="Fjalla One"/>
              <a:sym typeface="Fjalla On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94"/>
        <p:cNvGrpSpPr/>
        <p:nvPr/>
      </p:nvGrpSpPr>
      <p:grpSpPr>
        <a:xfrm>
          <a:off x="0" y="0"/>
          <a:ext cx="0" cy="0"/>
          <a:chOff x="0" y="0"/>
          <a:chExt cx="0" cy="0"/>
        </a:xfrm>
      </p:grpSpPr>
      <p:sp>
        <p:nvSpPr>
          <p:cNvPr id="2395" name="Google Shape;2395;g312bfb4b743_5_750"/>
          <p:cNvSpPr txBox="1">
            <a:spLocks noGrp="1"/>
          </p:cNvSpPr>
          <p:nvPr>
            <p:ph type="title"/>
          </p:nvPr>
        </p:nvSpPr>
        <p:spPr>
          <a:xfrm>
            <a:off x="896112" y="2039112"/>
            <a:ext cx="3566100" cy="1362600"/>
          </a:xfrm>
          <a:prstGeom prst="rect">
            <a:avLst/>
          </a:prstGeom>
          <a:noFill/>
          <a:ln>
            <a:noFill/>
          </a:ln>
        </p:spPr>
        <p:txBody>
          <a:bodyPr spcFirstLastPara="1" wrap="square" lIns="91425" tIns="91425" rIns="91425" bIns="91425" anchor="b" anchorCtr="0">
            <a:normAutofit/>
          </a:bodyPr>
          <a:lstStyle/>
          <a:p>
            <a:pPr marL="0" lvl="0" indent="0" algn="ctr" rtl="0">
              <a:lnSpc>
                <a:spcPct val="90000"/>
              </a:lnSpc>
              <a:spcBef>
                <a:spcPts val="0"/>
              </a:spcBef>
              <a:spcAft>
                <a:spcPts val="0"/>
              </a:spcAft>
              <a:buSzPts val="4200"/>
              <a:buNone/>
            </a:pPr>
            <a:r>
              <a:rPr lang="en" sz="3600" b="0" i="0" u="none" strike="noStrike" cap="none">
                <a:latin typeface="Fjalla One"/>
                <a:ea typeface="Fjalla One"/>
                <a:cs typeface="Fjalla One"/>
                <a:sym typeface="Fjalla One"/>
              </a:rPr>
              <a:t>Preconditions and Dependencies</a:t>
            </a:r>
            <a:endParaRPr/>
          </a:p>
        </p:txBody>
      </p:sp>
      <p:sp>
        <p:nvSpPr>
          <p:cNvPr id="2396" name="Google Shape;2396;g312bfb4b743_5_750"/>
          <p:cNvSpPr txBox="1"/>
          <p:nvPr/>
        </p:nvSpPr>
        <p:spPr>
          <a:xfrm>
            <a:off x="4899150" y="821850"/>
            <a:ext cx="3096000" cy="3478800"/>
          </a:xfrm>
          <a:prstGeom prst="rect">
            <a:avLst/>
          </a:prstGeom>
          <a:noFill/>
          <a:ln>
            <a:noFill/>
          </a:ln>
        </p:spPr>
        <p:txBody>
          <a:bodyPr spcFirstLastPara="1" wrap="square" lIns="91425" tIns="91425" rIns="91425" bIns="91425" anchor="t" anchorCtr="0">
            <a:normAutofit/>
          </a:bodyPr>
          <a:lstStyle/>
          <a:p>
            <a:pPr marL="139700" marR="0" lvl="0" indent="0" algn="l" rtl="0">
              <a:lnSpc>
                <a:spcPct val="100000"/>
              </a:lnSpc>
              <a:spcBef>
                <a:spcPts val="0"/>
              </a:spcBef>
              <a:spcAft>
                <a:spcPts val="0"/>
              </a:spcAft>
              <a:buNone/>
            </a:pPr>
            <a:r>
              <a:rPr lang="en" sz="1400" b="0" i="0" u="none" strike="noStrike" cap="none">
                <a:solidFill>
                  <a:schemeClr val="accent5"/>
                </a:solidFill>
                <a:latin typeface="Barlow Semi Condensed"/>
                <a:ea typeface="Barlow Semi Condensed"/>
                <a:cs typeface="Barlow Semi Condensed"/>
                <a:sym typeface="Barlow Semi Condensed"/>
              </a:rPr>
              <a:t>Content:</a:t>
            </a:r>
            <a:endParaRPr/>
          </a:p>
          <a:p>
            <a:pPr marL="457200" marR="0" lvl="0" indent="-317500" algn="l" rtl="0">
              <a:lnSpc>
                <a:spcPct val="100000"/>
              </a:lnSpc>
              <a:spcBef>
                <a:spcPts val="600"/>
              </a:spcBef>
              <a:spcAft>
                <a:spcPts val="0"/>
              </a:spcAft>
              <a:buClr>
                <a:schemeClr val="accent5"/>
              </a:buClr>
              <a:buSzPts val="1400"/>
              <a:buFont typeface="Barlow Semi Condensed"/>
              <a:buChar char="●"/>
            </a:pPr>
            <a:r>
              <a:rPr lang="en" sz="1400" b="0" i="0" u="none" strike="noStrike" cap="none">
                <a:solidFill>
                  <a:schemeClr val="accent5"/>
                </a:solidFill>
                <a:latin typeface="Barlow Semi Condensed"/>
                <a:ea typeface="Barlow Semi Condensed"/>
                <a:cs typeface="Barlow Semi Condensed"/>
                <a:sym typeface="Barlow Semi Condensed"/>
              </a:rPr>
              <a:t>Django environment configured.</a:t>
            </a:r>
            <a:endParaRPr/>
          </a:p>
          <a:p>
            <a:pPr marL="457200" marR="0" lvl="0" indent="-317500" algn="l" rtl="0">
              <a:lnSpc>
                <a:spcPct val="100000"/>
              </a:lnSpc>
              <a:spcBef>
                <a:spcPts val="600"/>
              </a:spcBef>
              <a:spcAft>
                <a:spcPts val="0"/>
              </a:spcAft>
              <a:buClr>
                <a:schemeClr val="accent5"/>
              </a:buClr>
              <a:buSzPts val="1400"/>
              <a:buFont typeface="Barlow Semi Condensed"/>
              <a:buChar char="●"/>
            </a:pPr>
            <a:r>
              <a:rPr lang="en" sz="1400" b="0" i="0" u="none" strike="noStrike" cap="none">
                <a:solidFill>
                  <a:schemeClr val="accent5"/>
                </a:solidFill>
                <a:latin typeface="Barlow Semi Condensed"/>
                <a:ea typeface="Barlow Semi Condensed"/>
                <a:cs typeface="Barlow Semi Condensed"/>
                <a:sym typeface="Barlow Semi Condensed"/>
              </a:rPr>
              <a:t>UserText model available.</a:t>
            </a:r>
            <a:endParaRPr/>
          </a:p>
          <a:p>
            <a:pPr marL="457200" marR="0" lvl="0" indent="-317500" algn="l" rtl="0">
              <a:lnSpc>
                <a:spcPct val="100000"/>
              </a:lnSpc>
              <a:spcBef>
                <a:spcPts val="600"/>
              </a:spcBef>
              <a:spcAft>
                <a:spcPts val="600"/>
              </a:spcAft>
              <a:buClr>
                <a:schemeClr val="accent5"/>
              </a:buClr>
              <a:buSzPts val="1400"/>
              <a:buFont typeface="Barlow Semi Condensed"/>
              <a:buChar char="●"/>
            </a:pPr>
            <a:r>
              <a:rPr lang="en" sz="1400" b="0" i="0" u="none" strike="noStrike" cap="none">
                <a:solidFill>
                  <a:schemeClr val="accent5"/>
                </a:solidFill>
                <a:latin typeface="Barlow Semi Condensed"/>
                <a:ea typeface="Barlow Semi Condensed"/>
                <a:cs typeface="Barlow Semi Condensed"/>
                <a:sym typeface="Barlow Semi Condensed"/>
              </a:rPr>
              <a:t>Libraries: nltk and wordcloud.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0"/>
        <p:cNvGrpSpPr/>
        <p:nvPr/>
      </p:nvGrpSpPr>
      <p:grpSpPr>
        <a:xfrm>
          <a:off x="0" y="0"/>
          <a:ext cx="0" cy="0"/>
          <a:chOff x="0" y="0"/>
          <a:chExt cx="0" cy="0"/>
        </a:xfrm>
      </p:grpSpPr>
      <p:sp>
        <p:nvSpPr>
          <p:cNvPr id="2401" name="Google Shape;2401;g312bfb4b743_5_755"/>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rmAutofit/>
          </a:bodyPr>
          <a:lstStyle/>
          <a:p>
            <a:pPr marL="457200" lvl="0" indent="-317500" algn="l" rtl="0">
              <a:lnSpc>
                <a:spcPct val="100000"/>
              </a:lnSpc>
              <a:spcBef>
                <a:spcPts val="0"/>
              </a:spcBef>
              <a:spcAft>
                <a:spcPts val="0"/>
              </a:spcAft>
              <a:buSzPts val="1400"/>
              <a:buFont typeface="Arial"/>
              <a:buChar char="•"/>
            </a:pPr>
            <a:r>
              <a:rPr lang="en" b="1"/>
              <a:t>input:</a:t>
            </a:r>
            <a:r>
              <a:rPr lang="en"/>
              <a:t> UserText object with text "This is a test text for word cloud".</a:t>
            </a:r>
            <a:r>
              <a:rPr lang="en" b="1"/>
              <a:t>Expected Output:</a:t>
            </a:r>
            <a:r>
              <a:rPr lang="en"/>
              <a:t>Response type: HttpResponse.</a:t>
            </a:r>
            <a:endParaRPr/>
          </a:p>
          <a:p>
            <a:pPr marL="457200" lvl="0" indent="-317500" algn="l" rtl="0">
              <a:lnSpc>
                <a:spcPct val="100000"/>
              </a:lnSpc>
              <a:spcBef>
                <a:spcPts val="600"/>
              </a:spcBef>
              <a:spcAft>
                <a:spcPts val="0"/>
              </a:spcAft>
              <a:buSzPts val="1400"/>
              <a:buFont typeface="Arial"/>
              <a:buChar char="•"/>
            </a:pPr>
            <a:r>
              <a:rPr lang="en"/>
              <a:t>Content type: image/png.</a:t>
            </a:r>
            <a:endParaRPr/>
          </a:p>
          <a:p>
            <a:pPr marL="457200" lvl="0" indent="-317500" algn="l" rtl="0">
              <a:lnSpc>
                <a:spcPct val="100000"/>
              </a:lnSpc>
              <a:spcBef>
                <a:spcPts val="600"/>
              </a:spcBef>
              <a:spcAft>
                <a:spcPts val="0"/>
              </a:spcAft>
              <a:buSzPts val="1400"/>
              <a:buFont typeface="Arial"/>
              <a:buChar char="•"/>
            </a:pPr>
            <a:r>
              <a:rPr lang="en"/>
              <a:t>Content: Valid image data.</a:t>
            </a:r>
            <a:endParaRPr/>
          </a:p>
          <a:p>
            <a:pPr marL="457200" lvl="0" indent="-228600" algn="l" rtl="0">
              <a:lnSpc>
                <a:spcPct val="100000"/>
              </a:lnSpc>
              <a:spcBef>
                <a:spcPts val="600"/>
              </a:spcBef>
              <a:spcAft>
                <a:spcPts val="600"/>
              </a:spcAft>
              <a:buSzPts val="1400"/>
              <a:buNone/>
            </a:pPr>
            <a:endParaRPr/>
          </a:p>
        </p:txBody>
      </p:sp>
      <p:sp>
        <p:nvSpPr>
          <p:cNvPr id="2402" name="Google Shape;2402;g312bfb4b743_5_755"/>
          <p:cNvSpPr txBox="1">
            <a:spLocks noGrp="1"/>
          </p:cNvSpPr>
          <p:nvPr>
            <p:ph type="title"/>
          </p:nvPr>
        </p:nvSpPr>
        <p:spPr>
          <a:xfrm>
            <a:off x="2532888" y="338328"/>
            <a:ext cx="4087500" cy="576000"/>
          </a:xfrm>
          <a:prstGeom prst="rect">
            <a:avLst/>
          </a:prstGeom>
          <a:noFill/>
          <a:ln>
            <a:noFill/>
          </a:ln>
        </p:spPr>
        <p:txBody>
          <a:bodyPr spcFirstLastPara="1" wrap="square" lIns="91425" tIns="91425" rIns="91425" bIns="91425" anchor="t" anchorCtr="0">
            <a:normAutofit/>
          </a:bodyPr>
          <a:lstStyle/>
          <a:p>
            <a:pPr marL="0" lvl="0" indent="0" algn="ctr" rtl="0">
              <a:lnSpc>
                <a:spcPct val="90000"/>
              </a:lnSpc>
              <a:spcBef>
                <a:spcPts val="0"/>
              </a:spcBef>
              <a:spcAft>
                <a:spcPts val="0"/>
              </a:spcAft>
              <a:buSzPts val="2800"/>
              <a:buNone/>
            </a:pPr>
            <a:r>
              <a:rPr lang="en" sz="2600"/>
              <a:t>Input Data &amp; Expected Output</a:t>
            </a:r>
            <a:endParaRPr/>
          </a:p>
        </p:txBody>
      </p:sp>
      <p:pic>
        <p:nvPicPr>
          <p:cNvPr id="2403" name="Google Shape;2403;g312bfb4b743_5_755" descr="A diagram of a data flow&#10;&#10;Description automatically generated"/>
          <p:cNvPicPr preferRelativeResize="0"/>
          <p:nvPr/>
        </p:nvPicPr>
        <p:blipFill rotWithShape="1">
          <a:blip r:embed="rId3">
            <a:alphaModFix/>
          </a:blip>
          <a:srcRect/>
          <a:stretch/>
        </p:blipFill>
        <p:spPr>
          <a:xfrm>
            <a:off x="994055" y="1150082"/>
            <a:ext cx="3345242" cy="284333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7"/>
        <p:cNvGrpSpPr/>
        <p:nvPr/>
      </p:nvGrpSpPr>
      <p:grpSpPr>
        <a:xfrm>
          <a:off x="0" y="0"/>
          <a:ext cx="0" cy="0"/>
          <a:chOff x="0" y="0"/>
          <a:chExt cx="0" cy="0"/>
        </a:xfrm>
      </p:grpSpPr>
      <p:sp>
        <p:nvSpPr>
          <p:cNvPr id="2408" name="Google Shape;2408;g312bfb4b743_5_761"/>
          <p:cNvSpPr txBox="1">
            <a:spLocks noGrp="1"/>
          </p:cNvSpPr>
          <p:nvPr>
            <p:ph type="title"/>
          </p:nvPr>
        </p:nvSpPr>
        <p:spPr>
          <a:xfrm>
            <a:off x="1823475" y="338328"/>
            <a:ext cx="5496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Test Steps</a:t>
            </a:r>
            <a:endParaRPr/>
          </a:p>
        </p:txBody>
      </p:sp>
      <p:sp>
        <p:nvSpPr>
          <p:cNvPr id="2409" name="Google Shape;2409;g312bfb4b743_5_761"/>
          <p:cNvSpPr txBox="1"/>
          <p:nvPr/>
        </p:nvSpPr>
        <p:spPr>
          <a:xfrm>
            <a:off x="1040087" y="1159933"/>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000000"/>
                </a:solidFill>
                <a:latin typeface="Arial"/>
                <a:ea typeface="Arial"/>
                <a:cs typeface="Arial"/>
                <a:sym typeface="Arial"/>
              </a:rPr>
              <a:t>Mock UserText.objects.latest to return test data</a:t>
            </a:r>
            <a:r>
              <a:rPr lang="en" sz="1400" b="0" i="0" u="none" strike="noStrike" cap="none">
                <a:solidFill>
                  <a:srgbClr val="000000"/>
                </a:solidFill>
                <a:latin typeface="Arial"/>
                <a:ea typeface="Arial"/>
                <a:cs typeface="Arial"/>
                <a:sym typeface="Arial"/>
              </a:rPr>
              <a:t>.</a:t>
            </a:r>
            <a:endParaRPr sz="1400" b="0" i="0" u="none" strike="noStrike" cap="none">
              <a:solidFill>
                <a:schemeClr val="dk2"/>
              </a:solidFill>
              <a:latin typeface="Barlow Semi Condensed"/>
              <a:ea typeface="Barlow Semi Condensed"/>
              <a:cs typeface="Barlow Semi Condensed"/>
              <a:sym typeface="Barlow Semi Condensed"/>
            </a:endParaRPr>
          </a:p>
        </p:txBody>
      </p:sp>
      <p:sp>
        <p:nvSpPr>
          <p:cNvPr id="2410" name="Google Shape;2410;g312bfb4b743_5_761"/>
          <p:cNvSpPr txBox="1"/>
          <p:nvPr/>
        </p:nvSpPr>
        <p:spPr>
          <a:xfrm>
            <a:off x="4280273" y="1367973"/>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000000"/>
                </a:solidFill>
                <a:latin typeface="Arial"/>
                <a:ea typeface="Arial"/>
                <a:cs typeface="Arial"/>
                <a:sym typeface="Arial"/>
              </a:rPr>
              <a:t>Call function and capture response</a:t>
            </a:r>
            <a:r>
              <a:rPr lang="en" sz="2000" b="0" i="0" u="none" strike="noStrike" cap="none">
                <a:solidFill>
                  <a:srgbClr val="000000"/>
                </a:solidFill>
                <a:latin typeface="Arial"/>
                <a:ea typeface="Arial"/>
                <a:cs typeface="Arial"/>
                <a:sym typeface="Arial"/>
              </a:rPr>
              <a:t>.</a:t>
            </a:r>
            <a:endParaRPr sz="1600" b="0" i="0" u="none" strike="noStrike" cap="none">
              <a:solidFill>
                <a:schemeClr val="dk2"/>
              </a:solidFill>
              <a:latin typeface="Barlow Semi Condensed"/>
              <a:ea typeface="Barlow Semi Condensed"/>
              <a:cs typeface="Barlow Semi Condensed"/>
              <a:sym typeface="Barlow Semi Condensed"/>
            </a:endParaRPr>
          </a:p>
        </p:txBody>
      </p:sp>
      <p:sp>
        <p:nvSpPr>
          <p:cNvPr id="2411" name="Google Shape;2411;g312bfb4b743_5_761"/>
          <p:cNvSpPr txBox="1"/>
          <p:nvPr/>
        </p:nvSpPr>
        <p:spPr>
          <a:xfrm>
            <a:off x="2643350" y="3609329"/>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000000"/>
                </a:solidFill>
                <a:latin typeface="Arial"/>
                <a:ea typeface="Arial"/>
                <a:cs typeface="Arial"/>
                <a:sym typeface="Arial"/>
              </a:rPr>
              <a:t>Simulate GET request to generate_wordcloud</a:t>
            </a:r>
            <a:endParaRPr sz="1500" b="0" i="0" u="none" strike="noStrike" cap="none">
              <a:solidFill>
                <a:schemeClr val="dk2"/>
              </a:solidFill>
              <a:latin typeface="Barlow Semi Condensed"/>
              <a:ea typeface="Barlow Semi Condensed"/>
              <a:cs typeface="Barlow Semi Condensed"/>
              <a:sym typeface="Barlow Semi Condensed"/>
            </a:endParaRPr>
          </a:p>
        </p:txBody>
      </p:sp>
      <p:sp>
        <p:nvSpPr>
          <p:cNvPr id="2412" name="Google Shape;2412;g312bfb4b743_5_761"/>
          <p:cNvSpPr txBox="1"/>
          <p:nvPr/>
        </p:nvSpPr>
        <p:spPr>
          <a:xfrm>
            <a:off x="5919147" y="3711758"/>
            <a:ext cx="2219400" cy="63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000000"/>
                </a:solidFill>
                <a:latin typeface="Arial"/>
                <a:ea typeface="Arial"/>
                <a:cs typeface="Arial"/>
                <a:sym typeface="Arial"/>
              </a:rPr>
              <a:t>Verify response format and content</a:t>
            </a:r>
            <a:endParaRPr sz="1500" b="0" i="0" u="none" strike="noStrike" cap="none">
              <a:solidFill>
                <a:schemeClr val="dk2"/>
              </a:solidFill>
              <a:latin typeface="Barlow Semi Condensed"/>
              <a:ea typeface="Barlow Semi Condensed"/>
              <a:cs typeface="Barlow Semi Condensed"/>
              <a:sym typeface="Barlow Semi Condensed"/>
            </a:endParaRPr>
          </a:p>
        </p:txBody>
      </p:sp>
      <p:grpSp>
        <p:nvGrpSpPr>
          <p:cNvPr id="2413" name="Google Shape;2413;g312bfb4b743_5_761"/>
          <p:cNvGrpSpPr/>
          <p:nvPr/>
        </p:nvGrpSpPr>
        <p:grpSpPr>
          <a:xfrm>
            <a:off x="1620199" y="2106974"/>
            <a:ext cx="5900365" cy="1517351"/>
            <a:chOff x="1621724" y="2106974"/>
            <a:chExt cx="5900365" cy="1517351"/>
          </a:xfrm>
        </p:grpSpPr>
        <p:grpSp>
          <p:nvGrpSpPr>
            <p:cNvPr id="2414" name="Google Shape;2414;g312bfb4b743_5_761"/>
            <p:cNvGrpSpPr/>
            <p:nvPr/>
          </p:nvGrpSpPr>
          <p:grpSpPr>
            <a:xfrm>
              <a:off x="2604811" y="2884996"/>
              <a:ext cx="4021725" cy="539"/>
              <a:chOff x="3762462" y="2553002"/>
              <a:chExt cx="1121570" cy="150"/>
            </a:xfrm>
          </p:grpSpPr>
          <p:cxnSp>
            <p:nvCxnSpPr>
              <p:cNvPr id="2415" name="Google Shape;2415;g312bfb4b743_5_761"/>
              <p:cNvCxnSpPr/>
              <p:nvPr/>
            </p:nvCxnSpPr>
            <p:spPr>
              <a:xfrm>
                <a:off x="4195395" y="2553002"/>
                <a:ext cx="231600" cy="0"/>
              </a:xfrm>
              <a:prstGeom prst="straightConnector1">
                <a:avLst/>
              </a:prstGeom>
              <a:noFill/>
              <a:ln w="9525" cap="flat" cmpd="sng">
                <a:solidFill>
                  <a:srgbClr val="595959"/>
                </a:solidFill>
                <a:prstDash val="solid"/>
                <a:round/>
                <a:headEnd type="none" w="sm" len="sm"/>
                <a:tailEnd type="none" w="sm" len="sm"/>
              </a:ln>
            </p:spPr>
          </p:cxnSp>
          <p:cxnSp>
            <p:nvCxnSpPr>
              <p:cNvPr id="2416" name="Google Shape;2416;g312bfb4b743_5_761"/>
              <p:cNvCxnSpPr/>
              <p:nvPr/>
            </p:nvCxnSpPr>
            <p:spPr>
              <a:xfrm>
                <a:off x="4652432" y="2553002"/>
                <a:ext cx="231600" cy="0"/>
              </a:xfrm>
              <a:prstGeom prst="straightConnector1">
                <a:avLst/>
              </a:prstGeom>
              <a:noFill/>
              <a:ln w="9525" cap="flat" cmpd="sng">
                <a:solidFill>
                  <a:srgbClr val="595959"/>
                </a:solidFill>
                <a:prstDash val="solid"/>
                <a:round/>
                <a:headEnd type="none" w="sm" len="sm"/>
                <a:tailEnd type="none" w="sm" len="sm"/>
              </a:ln>
            </p:spPr>
          </p:cxnSp>
          <p:cxnSp>
            <p:nvCxnSpPr>
              <p:cNvPr id="2417" name="Google Shape;2417;g312bfb4b743_5_761"/>
              <p:cNvCxnSpPr>
                <a:stCxn id="2418" idx="6"/>
                <a:endCxn id="2419" idx="2"/>
              </p:cNvCxnSpPr>
              <p:nvPr/>
            </p:nvCxnSpPr>
            <p:spPr>
              <a:xfrm>
                <a:off x="3762462" y="2553152"/>
                <a:ext cx="183000" cy="0"/>
              </a:xfrm>
              <a:prstGeom prst="straightConnector1">
                <a:avLst/>
              </a:prstGeom>
              <a:noFill/>
              <a:ln w="9525" cap="flat" cmpd="sng">
                <a:solidFill>
                  <a:srgbClr val="595959"/>
                </a:solidFill>
                <a:prstDash val="solid"/>
                <a:round/>
                <a:headEnd type="none" w="sm" len="sm"/>
                <a:tailEnd type="none" w="sm" len="sm"/>
              </a:ln>
            </p:spPr>
          </p:cxnSp>
        </p:grpSp>
        <p:cxnSp>
          <p:nvCxnSpPr>
            <p:cNvPr id="2420" name="Google Shape;2420;g312bfb4b743_5_761"/>
            <p:cNvCxnSpPr/>
            <p:nvPr/>
          </p:nvCxnSpPr>
          <p:spPr>
            <a:xfrm>
              <a:off x="3752008" y="3186309"/>
              <a:ext cx="0" cy="358221"/>
            </a:xfrm>
            <a:prstGeom prst="straightConnector1">
              <a:avLst/>
            </a:prstGeom>
            <a:noFill/>
            <a:ln w="9525" cap="flat" cmpd="sng">
              <a:solidFill>
                <a:schemeClr val="dk2"/>
              </a:solidFill>
              <a:prstDash val="solid"/>
              <a:round/>
              <a:headEnd type="none" w="sm" len="sm"/>
              <a:tailEnd type="none" w="sm" len="sm"/>
            </a:ln>
          </p:spPr>
        </p:cxnSp>
        <p:grpSp>
          <p:nvGrpSpPr>
            <p:cNvPr id="2421" name="Google Shape;2421;g312bfb4b743_5_761"/>
            <p:cNvGrpSpPr/>
            <p:nvPr/>
          </p:nvGrpSpPr>
          <p:grpSpPr>
            <a:xfrm>
              <a:off x="3261117" y="2393765"/>
              <a:ext cx="983055" cy="983055"/>
              <a:chOff x="3347725" y="2480342"/>
              <a:chExt cx="810032" cy="810032"/>
            </a:xfrm>
          </p:grpSpPr>
          <p:sp>
            <p:nvSpPr>
              <p:cNvPr id="2419" name="Google Shape;2419;g312bfb4b743_5_761"/>
              <p:cNvSpPr/>
              <p:nvPr/>
            </p:nvSpPr>
            <p:spPr>
              <a:xfrm>
                <a:off x="3347725" y="2480342"/>
                <a:ext cx="810032" cy="810032"/>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2" name="Google Shape;2422;g312bfb4b743_5_761"/>
              <p:cNvSpPr/>
              <p:nvPr/>
            </p:nvSpPr>
            <p:spPr>
              <a:xfrm>
                <a:off x="3451091" y="2583719"/>
                <a:ext cx="603490" cy="60349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423" name="Google Shape;2423;g312bfb4b743_5_761"/>
            <p:cNvCxnSpPr>
              <a:stCxn id="2424" idx="0"/>
            </p:cNvCxnSpPr>
            <p:nvPr/>
          </p:nvCxnSpPr>
          <p:spPr>
            <a:xfrm rot="10800000">
              <a:off x="5391615" y="2122100"/>
              <a:ext cx="0" cy="396900"/>
            </a:xfrm>
            <a:prstGeom prst="straightConnector1">
              <a:avLst/>
            </a:prstGeom>
            <a:noFill/>
            <a:ln w="9525" cap="flat" cmpd="sng">
              <a:solidFill>
                <a:schemeClr val="dk2"/>
              </a:solidFill>
              <a:prstDash val="solid"/>
              <a:round/>
              <a:headEnd type="none" w="sm" len="sm"/>
              <a:tailEnd type="none" w="sm" len="sm"/>
            </a:ln>
          </p:spPr>
        </p:cxnSp>
        <p:grpSp>
          <p:nvGrpSpPr>
            <p:cNvPr id="2425" name="Google Shape;2425;g312bfb4b743_5_761"/>
            <p:cNvGrpSpPr/>
            <p:nvPr/>
          </p:nvGrpSpPr>
          <p:grpSpPr>
            <a:xfrm>
              <a:off x="4899976" y="2393376"/>
              <a:ext cx="983044" cy="983044"/>
              <a:chOff x="4987056" y="2480342"/>
              <a:chExt cx="808956" cy="808956"/>
            </a:xfrm>
          </p:grpSpPr>
          <p:sp>
            <p:nvSpPr>
              <p:cNvPr id="2426" name="Google Shape;2426;g312bfb4b743_5_761"/>
              <p:cNvSpPr/>
              <p:nvPr/>
            </p:nvSpPr>
            <p:spPr>
              <a:xfrm>
                <a:off x="4987056" y="2480342"/>
                <a:ext cx="808956" cy="808956"/>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4" name="Google Shape;2424;g312bfb4b743_5_761"/>
              <p:cNvSpPr/>
              <p:nvPr/>
            </p:nvSpPr>
            <p:spPr>
              <a:xfrm>
                <a:off x="5090423" y="2583719"/>
                <a:ext cx="602414" cy="602414"/>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427" name="Google Shape;2427;g312bfb4b743_5_761"/>
            <p:cNvCxnSpPr/>
            <p:nvPr/>
          </p:nvCxnSpPr>
          <p:spPr>
            <a:xfrm>
              <a:off x="7031106" y="3186309"/>
              <a:ext cx="0" cy="357146"/>
            </a:xfrm>
            <a:prstGeom prst="straightConnector1">
              <a:avLst/>
            </a:prstGeom>
            <a:noFill/>
            <a:ln w="9525" cap="flat" cmpd="sng">
              <a:solidFill>
                <a:schemeClr val="dk2"/>
              </a:solidFill>
              <a:prstDash val="solid"/>
              <a:round/>
              <a:headEnd type="none" w="sm" len="sm"/>
              <a:tailEnd type="none" w="sm" len="sm"/>
            </a:ln>
          </p:spPr>
        </p:cxnSp>
        <p:grpSp>
          <p:nvGrpSpPr>
            <p:cNvPr id="2428" name="Google Shape;2428;g312bfb4b743_5_761"/>
            <p:cNvGrpSpPr/>
            <p:nvPr/>
          </p:nvGrpSpPr>
          <p:grpSpPr>
            <a:xfrm>
              <a:off x="6539045" y="2393178"/>
              <a:ext cx="983044" cy="983044"/>
              <a:chOff x="6626363" y="2480342"/>
              <a:chExt cx="808956" cy="808956"/>
            </a:xfrm>
          </p:grpSpPr>
          <p:sp>
            <p:nvSpPr>
              <p:cNvPr id="2429" name="Google Shape;2429;g312bfb4b743_5_761"/>
              <p:cNvSpPr/>
              <p:nvPr/>
            </p:nvSpPr>
            <p:spPr>
              <a:xfrm>
                <a:off x="6626363" y="2480342"/>
                <a:ext cx="808956" cy="808956"/>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0" name="Google Shape;2430;g312bfb4b743_5_761"/>
              <p:cNvSpPr/>
              <p:nvPr/>
            </p:nvSpPr>
            <p:spPr>
              <a:xfrm>
                <a:off x="6729729" y="2583719"/>
                <a:ext cx="602414" cy="602414"/>
              </a:xfrm>
              <a:prstGeom prst="ellipse">
                <a:avLst/>
              </a:prstGeom>
              <a:solidFill>
                <a:schemeClr val="lt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431" name="Google Shape;2431;g312bfb4b743_5_761"/>
            <p:cNvCxnSpPr>
              <a:stCxn id="2432" idx="0"/>
            </p:cNvCxnSpPr>
            <p:nvPr/>
          </p:nvCxnSpPr>
          <p:spPr>
            <a:xfrm rot="10800000">
              <a:off x="2113432" y="2122227"/>
              <a:ext cx="0" cy="397200"/>
            </a:xfrm>
            <a:prstGeom prst="straightConnector1">
              <a:avLst/>
            </a:prstGeom>
            <a:noFill/>
            <a:ln w="9525" cap="flat" cmpd="sng">
              <a:solidFill>
                <a:schemeClr val="dk2"/>
              </a:solidFill>
              <a:prstDash val="solid"/>
              <a:round/>
              <a:headEnd type="none" w="sm" len="sm"/>
              <a:tailEnd type="none" w="sm" len="sm"/>
            </a:ln>
          </p:spPr>
        </p:cxnSp>
        <p:grpSp>
          <p:nvGrpSpPr>
            <p:cNvPr id="2433" name="Google Shape;2433;g312bfb4b743_5_761"/>
            <p:cNvGrpSpPr/>
            <p:nvPr/>
          </p:nvGrpSpPr>
          <p:grpSpPr>
            <a:xfrm>
              <a:off x="1621724" y="2393805"/>
              <a:ext cx="983087" cy="983459"/>
              <a:chOff x="1708681" y="2480698"/>
              <a:chExt cx="809125" cy="809432"/>
            </a:xfrm>
          </p:grpSpPr>
          <p:sp>
            <p:nvSpPr>
              <p:cNvPr id="2418" name="Google Shape;2418;g312bfb4b743_5_761"/>
              <p:cNvSpPr/>
              <p:nvPr/>
            </p:nvSpPr>
            <p:spPr>
              <a:xfrm>
                <a:off x="1708681" y="2480698"/>
                <a:ext cx="809125" cy="809432"/>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2" name="Google Shape;2432;g312bfb4b743_5_761"/>
              <p:cNvSpPr/>
              <p:nvPr/>
            </p:nvSpPr>
            <p:spPr>
              <a:xfrm>
                <a:off x="1812063" y="2584091"/>
                <a:ext cx="602631" cy="602631"/>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34" name="Google Shape;2434;g312bfb4b743_5_761"/>
            <p:cNvSpPr/>
            <p:nvPr/>
          </p:nvSpPr>
          <p:spPr>
            <a:xfrm>
              <a:off x="2073125" y="2106975"/>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5" name="Google Shape;2435;g312bfb4b743_5_761"/>
            <p:cNvSpPr/>
            <p:nvPr/>
          </p:nvSpPr>
          <p:spPr>
            <a:xfrm>
              <a:off x="5351645" y="2106974"/>
              <a:ext cx="79800" cy="79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6" name="Google Shape;2436;g312bfb4b743_5_761"/>
            <p:cNvSpPr/>
            <p:nvPr/>
          </p:nvSpPr>
          <p:spPr>
            <a:xfrm>
              <a:off x="3711575" y="3544525"/>
              <a:ext cx="79800" cy="798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7" name="Google Shape;2437;g312bfb4b743_5_761"/>
            <p:cNvSpPr/>
            <p:nvPr/>
          </p:nvSpPr>
          <p:spPr>
            <a:xfrm>
              <a:off x="6990966" y="3544525"/>
              <a:ext cx="79800" cy="798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38" name="Google Shape;2438;g312bfb4b743_5_761"/>
          <p:cNvSpPr txBox="1"/>
          <p:nvPr/>
        </p:nvSpPr>
        <p:spPr>
          <a:xfrm>
            <a:off x="1727430" y="2742149"/>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Barlow Semi Condensed Medium"/>
                <a:ea typeface="Barlow Semi Condensed Medium"/>
                <a:cs typeface="Barlow Semi Condensed Medium"/>
                <a:sym typeface="Barlow Semi Condensed Medium"/>
              </a:rPr>
              <a:t>1</a:t>
            </a:r>
            <a:endParaRPr sz="1800" b="0" i="0" u="none" strike="noStrike" cap="none">
              <a:solidFill>
                <a:schemeClr val="lt1"/>
              </a:solidFill>
              <a:latin typeface="Barlow Semi Condensed Medium"/>
              <a:ea typeface="Barlow Semi Condensed Medium"/>
              <a:cs typeface="Barlow Semi Condensed Medium"/>
              <a:sym typeface="Barlow Semi Condensed Medium"/>
            </a:endParaRPr>
          </a:p>
        </p:txBody>
      </p:sp>
      <p:sp>
        <p:nvSpPr>
          <p:cNvPr id="2439" name="Google Shape;2439;g312bfb4b743_5_761"/>
          <p:cNvSpPr txBox="1"/>
          <p:nvPr/>
        </p:nvSpPr>
        <p:spPr>
          <a:xfrm>
            <a:off x="3400847" y="2744235"/>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accent1"/>
                </a:solidFill>
                <a:latin typeface="Barlow Semi Condensed Medium"/>
                <a:ea typeface="Barlow Semi Condensed Medium"/>
                <a:cs typeface="Barlow Semi Condensed Medium"/>
                <a:sym typeface="Barlow Semi Condensed Medium"/>
              </a:rPr>
              <a:t>2</a:t>
            </a:r>
            <a:endParaRPr sz="1800" b="0" i="0" u="none" strike="noStrike" cap="none">
              <a:solidFill>
                <a:schemeClr val="accent1"/>
              </a:solidFill>
              <a:latin typeface="Barlow Semi Condensed Medium"/>
              <a:ea typeface="Barlow Semi Condensed Medium"/>
              <a:cs typeface="Barlow Semi Condensed Medium"/>
              <a:sym typeface="Barlow Semi Condensed Medium"/>
            </a:endParaRPr>
          </a:p>
        </p:txBody>
      </p:sp>
      <p:sp>
        <p:nvSpPr>
          <p:cNvPr id="2440" name="Google Shape;2440;g312bfb4b743_5_761"/>
          <p:cNvSpPr txBox="1"/>
          <p:nvPr/>
        </p:nvSpPr>
        <p:spPr>
          <a:xfrm>
            <a:off x="5038747" y="2744235"/>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Barlow Semi Condensed Medium"/>
                <a:ea typeface="Barlow Semi Condensed Medium"/>
                <a:cs typeface="Barlow Semi Condensed Medium"/>
                <a:sym typeface="Barlow Semi Condensed Medium"/>
              </a:rPr>
              <a:t>3</a:t>
            </a:r>
            <a:endParaRPr sz="1800" b="0" i="0" u="none" strike="noStrike" cap="none">
              <a:solidFill>
                <a:schemeClr val="lt1"/>
              </a:solidFill>
              <a:latin typeface="Barlow Semi Condensed Medium"/>
              <a:ea typeface="Barlow Semi Condensed Medium"/>
              <a:cs typeface="Barlow Semi Condensed Medium"/>
              <a:sym typeface="Barlow Semi Condensed Medium"/>
            </a:endParaRPr>
          </a:p>
        </p:txBody>
      </p:sp>
      <p:sp>
        <p:nvSpPr>
          <p:cNvPr id="2441" name="Google Shape;2441;g312bfb4b743_5_761"/>
          <p:cNvSpPr txBox="1"/>
          <p:nvPr/>
        </p:nvSpPr>
        <p:spPr>
          <a:xfrm>
            <a:off x="6676647" y="2744235"/>
            <a:ext cx="704400" cy="28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accent1"/>
                </a:solidFill>
                <a:latin typeface="Barlow Semi Condensed Medium"/>
                <a:ea typeface="Barlow Semi Condensed Medium"/>
                <a:cs typeface="Barlow Semi Condensed Medium"/>
                <a:sym typeface="Barlow Semi Condensed Medium"/>
              </a:rPr>
              <a:t>4</a:t>
            </a:r>
            <a:endParaRPr sz="1800" b="0" i="0" u="none" strike="noStrike" cap="none">
              <a:solidFill>
                <a:schemeClr val="accent1"/>
              </a:solidFill>
              <a:latin typeface="Barlow Semi Condensed Medium"/>
              <a:ea typeface="Barlow Semi Condensed Medium"/>
              <a:cs typeface="Barlow Semi Condensed Medium"/>
              <a:sym typeface="Barlow Semi Condensed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45"/>
        <p:cNvGrpSpPr/>
        <p:nvPr/>
      </p:nvGrpSpPr>
      <p:grpSpPr>
        <a:xfrm>
          <a:off x="0" y="0"/>
          <a:ext cx="0" cy="0"/>
          <a:chOff x="0" y="0"/>
          <a:chExt cx="0" cy="0"/>
        </a:xfrm>
      </p:grpSpPr>
      <p:sp>
        <p:nvSpPr>
          <p:cNvPr id="2446" name="Google Shape;2446;g312bfb4b743_5_798"/>
          <p:cNvSpPr txBox="1">
            <a:spLocks noGrp="1"/>
          </p:cNvSpPr>
          <p:nvPr>
            <p:ph type="body" idx="1"/>
          </p:nvPr>
        </p:nvSpPr>
        <p:spPr>
          <a:xfrm>
            <a:off x="1881348" y="1246850"/>
            <a:ext cx="2743200" cy="36576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Clr>
                <a:schemeClr val="accent1"/>
              </a:buClr>
              <a:buSzPts val="1400"/>
              <a:buChar char="●"/>
            </a:pPr>
            <a:r>
              <a:rPr lang="en" sz="2000"/>
              <a:t>If Pass: Function works as expected.</a:t>
            </a:r>
            <a:endParaRPr/>
          </a:p>
        </p:txBody>
      </p:sp>
      <p:sp>
        <p:nvSpPr>
          <p:cNvPr id="2447" name="Google Shape;2447;g312bfb4b743_5_798"/>
          <p:cNvSpPr txBox="1">
            <a:spLocks noGrp="1"/>
          </p:cNvSpPr>
          <p:nvPr>
            <p:ph type="body" idx="2"/>
          </p:nvPr>
        </p:nvSpPr>
        <p:spPr>
          <a:xfrm>
            <a:off x="4220325" y="1246850"/>
            <a:ext cx="2743200" cy="36576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Clr>
                <a:schemeClr val="accent1"/>
              </a:buClr>
              <a:buSzPts val="1400"/>
              <a:buChar char="●"/>
            </a:pPr>
            <a:r>
              <a:rPr lang="en" sz="2000"/>
              <a:t>If Fail: Investigate and create issue</a:t>
            </a:r>
            <a:r>
              <a:rPr lang="en"/>
              <a:t>.</a:t>
            </a:r>
            <a:endParaRPr/>
          </a:p>
        </p:txBody>
      </p:sp>
      <p:sp>
        <p:nvSpPr>
          <p:cNvPr id="2448" name="Google Shape;2448;g312bfb4b743_5_798"/>
          <p:cNvSpPr txBox="1">
            <a:spLocks noGrp="1"/>
          </p:cNvSpPr>
          <p:nvPr>
            <p:ph type="title"/>
          </p:nvPr>
        </p:nvSpPr>
        <p:spPr>
          <a:xfrm>
            <a:off x="2532888" y="338328"/>
            <a:ext cx="4087500" cy="576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Test Results</a:t>
            </a:r>
            <a:endParaRPr/>
          </a:p>
        </p:txBody>
      </p:sp>
      <p:grpSp>
        <p:nvGrpSpPr>
          <p:cNvPr id="2449" name="Google Shape;2449;g312bfb4b743_5_798"/>
          <p:cNvGrpSpPr/>
          <p:nvPr/>
        </p:nvGrpSpPr>
        <p:grpSpPr>
          <a:xfrm>
            <a:off x="2340890" y="2571750"/>
            <a:ext cx="1419894" cy="1575237"/>
            <a:chOff x="1260950" y="-166737"/>
            <a:chExt cx="5129675" cy="5643987"/>
          </a:xfrm>
        </p:grpSpPr>
        <p:sp>
          <p:nvSpPr>
            <p:cNvPr id="2450" name="Google Shape;2450;g312bfb4b743_5_798"/>
            <p:cNvSpPr/>
            <p:nvPr/>
          </p:nvSpPr>
          <p:spPr>
            <a:xfrm>
              <a:off x="1260950" y="395850"/>
              <a:ext cx="5129675" cy="4941275"/>
            </a:xfrm>
            <a:custGeom>
              <a:avLst/>
              <a:gdLst/>
              <a:ahLst/>
              <a:cxnLst/>
              <a:rect l="l" t="t" r="r" b="b"/>
              <a:pathLst>
                <a:path w="205187" h="197651" extrusionOk="0">
                  <a:moveTo>
                    <a:pt x="118352" y="1"/>
                  </a:moveTo>
                  <a:cubicBezTo>
                    <a:pt x="118262" y="1"/>
                    <a:pt x="118173" y="1"/>
                    <a:pt x="118084" y="3"/>
                  </a:cubicBezTo>
                  <a:cubicBezTo>
                    <a:pt x="89771" y="436"/>
                    <a:pt x="90673" y="18108"/>
                    <a:pt x="82269" y="42454"/>
                  </a:cubicBezTo>
                  <a:cubicBezTo>
                    <a:pt x="73866" y="66763"/>
                    <a:pt x="45553" y="55726"/>
                    <a:pt x="26546" y="64563"/>
                  </a:cubicBezTo>
                  <a:cubicBezTo>
                    <a:pt x="7538" y="73399"/>
                    <a:pt x="13742" y="109647"/>
                    <a:pt x="14607" y="117618"/>
                  </a:cubicBezTo>
                  <a:cubicBezTo>
                    <a:pt x="15509" y="125588"/>
                    <a:pt x="6204" y="119385"/>
                    <a:pt x="3102" y="125120"/>
                  </a:cubicBezTo>
                  <a:cubicBezTo>
                    <a:pt x="0" y="130890"/>
                    <a:pt x="2164" y="141747"/>
                    <a:pt x="2164" y="141747"/>
                  </a:cubicBezTo>
                  <a:lnTo>
                    <a:pt x="178677" y="197651"/>
                  </a:lnTo>
                  <a:cubicBezTo>
                    <a:pt x="178677" y="197651"/>
                    <a:pt x="179975" y="195451"/>
                    <a:pt x="185746" y="186145"/>
                  </a:cubicBezTo>
                  <a:cubicBezTo>
                    <a:pt x="191481" y="176876"/>
                    <a:pt x="172906" y="151232"/>
                    <a:pt x="173736" y="140160"/>
                  </a:cubicBezTo>
                  <a:cubicBezTo>
                    <a:pt x="174565" y="129087"/>
                    <a:pt x="205186" y="110548"/>
                    <a:pt x="202084" y="89305"/>
                  </a:cubicBezTo>
                  <a:cubicBezTo>
                    <a:pt x="199028" y="68164"/>
                    <a:pt x="146727" y="1"/>
                    <a:pt x="11835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1" name="Google Shape;2451;g312bfb4b743_5_798"/>
            <p:cNvSpPr/>
            <p:nvPr/>
          </p:nvSpPr>
          <p:spPr>
            <a:xfrm>
              <a:off x="1297025" y="395900"/>
              <a:ext cx="5022350" cy="4941225"/>
            </a:xfrm>
            <a:custGeom>
              <a:avLst/>
              <a:gdLst/>
              <a:ahLst/>
              <a:cxnLst/>
              <a:rect l="l" t="t" r="r" b="b"/>
              <a:pathLst>
                <a:path w="200894" h="197649" extrusionOk="0">
                  <a:moveTo>
                    <a:pt x="116641" y="1"/>
                  </a:moveTo>
                  <a:cubicBezTo>
                    <a:pt x="88328" y="434"/>
                    <a:pt x="89230" y="18106"/>
                    <a:pt x="80826" y="42452"/>
                  </a:cubicBezTo>
                  <a:cubicBezTo>
                    <a:pt x="72423" y="66761"/>
                    <a:pt x="44110" y="55724"/>
                    <a:pt x="25103" y="64561"/>
                  </a:cubicBezTo>
                  <a:cubicBezTo>
                    <a:pt x="14030" y="69719"/>
                    <a:pt x="11505" y="84145"/>
                    <a:pt x="11505" y="96913"/>
                  </a:cubicBezTo>
                  <a:cubicBezTo>
                    <a:pt x="11505" y="106038"/>
                    <a:pt x="12804" y="114297"/>
                    <a:pt x="13164" y="117616"/>
                  </a:cubicBezTo>
                  <a:cubicBezTo>
                    <a:pt x="13201" y="117976"/>
                    <a:pt x="13237" y="118301"/>
                    <a:pt x="13237" y="118589"/>
                  </a:cubicBezTo>
                  <a:cubicBezTo>
                    <a:pt x="13237" y="125045"/>
                    <a:pt x="4617" y="119635"/>
                    <a:pt x="1659" y="125118"/>
                  </a:cubicBezTo>
                  <a:cubicBezTo>
                    <a:pt x="361" y="127534"/>
                    <a:pt x="0" y="130816"/>
                    <a:pt x="0" y="133846"/>
                  </a:cubicBezTo>
                  <a:cubicBezTo>
                    <a:pt x="0" y="138066"/>
                    <a:pt x="721" y="141745"/>
                    <a:pt x="721" y="141745"/>
                  </a:cubicBezTo>
                  <a:lnTo>
                    <a:pt x="41946" y="154801"/>
                  </a:lnTo>
                  <a:cubicBezTo>
                    <a:pt x="42199" y="153430"/>
                    <a:pt x="42559" y="151591"/>
                    <a:pt x="42992" y="149571"/>
                  </a:cubicBezTo>
                  <a:cubicBezTo>
                    <a:pt x="43858" y="145387"/>
                    <a:pt x="44976" y="140482"/>
                    <a:pt x="45986" y="137417"/>
                  </a:cubicBezTo>
                  <a:cubicBezTo>
                    <a:pt x="48041" y="131249"/>
                    <a:pt x="52189" y="128616"/>
                    <a:pt x="54678" y="127282"/>
                  </a:cubicBezTo>
                  <a:cubicBezTo>
                    <a:pt x="55327" y="126921"/>
                    <a:pt x="56156" y="126344"/>
                    <a:pt x="57094" y="125659"/>
                  </a:cubicBezTo>
                  <a:cubicBezTo>
                    <a:pt x="58934" y="124288"/>
                    <a:pt x="60989" y="122629"/>
                    <a:pt x="61891" y="121872"/>
                  </a:cubicBezTo>
                  <a:cubicBezTo>
                    <a:pt x="62035" y="121727"/>
                    <a:pt x="62144" y="121619"/>
                    <a:pt x="62252" y="121583"/>
                  </a:cubicBezTo>
                  <a:cubicBezTo>
                    <a:pt x="62252" y="121547"/>
                    <a:pt x="62252" y="121547"/>
                    <a:pt x="62288" y="121547"/>
                  </a:cubicBezTo>
                  <a:cubicBezTo>
                    <a:pt x="62396" y="121150"/>
                    <a:pt x="62829" y="119599"/>
                    <a:pt x="63658" y="117688"/>
                  </a:cubicBezTo>
                  <a:cubicBezTo>
                    <a:pt x="64596" y="115488"/>
                    <a:pt x="66039" y="112855"/>
                    <a:pt x="68059" y="110943"/>
                  </a:cubicBezTo>
                  <a:cubicBezTo>
                    <a:pt x="70078" y="109032"/>
                    <a:pt x="73397" y="107481"/>
                    <a:pt x="76246" y="106399"/>
                  </a:cubicBezTo>
                  <a:cubicBezTo>
                    <a:pt x="78807" y="105425"/>
                    <a:pt x="80971" y="104812"/>
                    <a:pt x="81367" y="104704"/>
                  </a:cubicBezTo>
                  <a:cubicBezTo>
                    <a:pt x="82954" y="103369"/>
                    <a:pt x="85407" y="102143"/>
                    <a:pt x="88184" y="101061"/>
                  </a:cubicBezTo>
                  <a:cubicBezTo>
                    <a:pt x="90997" y="99979"/>
                    <a:pt x="94135" y="99041"/>
                    <a:pt x="97057" y="98248"/>
                  </a:cubicBezTo>
                  <a:cubicBezTo>
                    <a:pt x="102358" y="96877"/>
                    <a:pt x="106975" y="96011"/>
                    <a:pt x="107877" y="95867"/>
                  </a:cubicBezTo>
                  <a:cubicBezTo>
                    <a:pt x="108129" y="95362"/>
                    <a:pt x="109067" y="93595"/>
                    <a:pt x="110978" y="91142"/>
                  </a:cubicBezTo>
                  <a:cubicBezTo>
                    <a:pt x="112169" y="89591"/>
                    <a:pt x="114225" y="88437"/>
                    <a:pt x="116028" y="87644"/>
                  </a:cubicBezTo>
                  <a:cubicBezTo>
                    <a:pt x="117615" y="86923"/>
                    <a:pt x="118985" y="86526"/>
                    <a:pt x="119274" y="86454"/>
                  </a:cubicBezTo>
                  <a:cubicBezTo>
                    <a:pt x="119310" y="86382"/>
                    <a:pt x="119454" y="86309"/>
                    <a:pt x="119635" y="86201"/>
                  </a:cubicBezTo>
                  <a:cubicBezTo>
                    <a:pt x="119887" y="86021"/>
                    <a:pt x="120284" y="85732"/>
                    <a:pt x="120825" y="85336"/>
                  </a:cubicBezTo>
                  <a:cubicBezTo>
                    <a:pt x="121907" y="84578"/>
                    <a:pt x="123530" y="83424"/>
                    <a:pt x="125730" y="81873"/>
                  </a:cubicBezTo>
                  <a:cubicBezTo>
                    <a:pt x="129337" y="79276"/>
                    <a:pt x="134422" y="76716"/>
                    <a:pt x="136153" y="75850"/>
                  </a:cubicBezTo>
                  <a:cubicBezTo>
                    <a:pt x="134278" y="74984"/>
                    <a:pt x="132763" y="73361"/>
                    <a:pt x="131465" y="71342"/>
                  </a:cubicBezTo>
                  <a:cubicBezTo>
                    <a:pt x="130022" y="69069"/>
                    <a:pt x="128868" y="66292"/>
                    <a:pt x="127858" y="63479"/>
                  </a:cubicBezTo>
                  <a:cubicBezTo>
                    <a:pt x="125874" y="57925"/>
                    <a:pt x="122051" y="52010"/>
                    <a:pt x="118985" y="49160"/>
                  </a:cubicBezTo>
                  <a:cubicBezTo>
                    <a:pt x="117867" y="48114"/>
                    <a:pt x="116930" y="47249"/>
                    <a:pt x="116244" y="46275"/>
                  </a:cubicBezTo>
                  <a:cubicBezTo>
                    <a:pt x="115595" y="45373"/>
                    <a:pt x="115198" y="44327"/>
                    <a:pt x="115198" y="43101"/>
                  </a:cubicBezTo>
                  <a:cubicBezTo>
                    <a:pt x="115198" y="42091"/>
                    <a:pt x="115451" y="40937"/>
                    <a:pt x="115992" y="39530"/>
                  </a:cubicBezTo>
                  <a:cubicBezTo>
                    <a:pt x="116677" y="37655"/>
                    <a:pt x="118228" y="35419"/>
                    <a:pt x="120031" y="33327"/>
                  </a:cubicBezTo>
                  <a:cubicBezTo>
                    <a:pt x="121835" y="31199"/>
                    <a:pt x="123927" y="29179"/>
                    <a:pt x="125694" y="27772"/>
                  </a:cubicBezTo>
                  <a:cubicBezTo>
                    <a:pt x="126884" y="26835"/>
                    <a:pt x="127930" y="26149"/>
                    <a:pt x="128723" y="25861"/>
                  </a:cubicBezTo>
                  <a:cubicBezTo>
                    <a:pt x="130022" y="25428"/>
                    <a:pt x="131392" y="24887"/>
                    <a:pt x="132547" y="24887"/>
                  </a:cubicBezTo>
                  <a:cubicBezTo>
                    <a:pt x="132907" y="24887"/>
                    <a:pt x="133268" y="24923"/>
                    <a:pt x="133556" y="25067"/>
                  </a:cubicBezTo>
                  <a:cubicBezTo>
                    <a:pt x="133881" y="25176"/>
                    <a:pt x="134170" y="25392"/>
                    <a:pt x="134386" y="25681"/>
                  </a:cubicBezTo>
                  <a:cubicBezTo>
                    <a:pt x="134819" y="26258"/>
                    <a:pt x="135071" y="27123"/>
                    <a:pt x="135071" y="28386"/>
                  </a:cubicBezTo>
                  <a:cubicBezTo>
                    <a:pt x="135071" y="28458"/>
                    <a:pt x="135071" y="28566"/>
                    <a:pt x="135071" y="28638"/>
                  </a:cubicBezTo>
                  <a:cubicBezTo>
                    <a:pt x="134999" y="30874"/>
                    <a:pt x="133701" y="32714"/>
                    <a:pt x="132258" y="34192"/>
                  </a:cubicBezTo>
                  <a:cubicBezTo>
                    <a:pt x="130815" y="35707"/>
                    <a:pt x="129192" y="36897"/>
                    <a:pt x="128399" y="37691"/>
                  </a:cubicBezTo>
                  <a:cubicBezTo>
                    <a:pt x="128182" y="37943"/>
                    <a:pt x="128038" y="38160"/>
                    <a:pt x="127966" y="38268"/>
                  </a:cubicBezTo>
                  <a:cubicBezTo>
                    <a:pt x="127641" y="39025"/>
                    <a:pt x="127461" y="39927"/>
                    <a:pt x="127461" y="40937"/>
                  </a:cubicBezTo>
                  <a:cubicBezTo>
                    <a:pt x="127461" y="41947"/>
                    <a:pt x="127641" y="43029"/>
                    <a:pt x="128074" y="44111"/>
                  </a:cubicBezTo>
                  <a:cubicBezTo>
                    <a:pt x="128507" y="45193"/>
                    <a:pt x="129842" y="47681"/>
                    <a:pt x="131501" y="50459"/>
                  </a:cubicBezTo>
                  <a:cubicBezTo>
                    <a:pt x="133124" y="53236"/>
                    <a:pt x="135107" y="56338"/>
                    <a:pt x="136911" y="58610"/>
                  </a:cubicBezTo>
                  <a:cubicBezTo>
                    <a:pt x="139580" y="62072"/>
                    <a:pt x="144882" y="68709"/>
                    <a:pt x="147767" y="72748"/>
                  </a:cubicBezTo>
                  <a:cubicBezTo>
                    <a:pt x="148741" y="74083"/>
                    <a:pt x="149426" y="75129"/>
                    <a:pt x="149715" y="75706"/>
                  </a:cubicBezTo>
                  <a:cubicBezTo>
                    <a:pt x="150039" y="76427"/>
                    <a:pt x="150256" y="76968"/>
                    <a:pt x="150256" y="77509"/>
                  </a:cubicBezTo>
                  <a:cubicBezTo>
                    <a:pt x="150256" y="78086"/>
                    <a:pt x="150039" y="78591"/>
                    <a:pt x="149715" y="79240"/>
                  </a:cubicBezTo>
                  <a:cubicBezTo>
                    <a:pt x="149390" y="79889"/>
                    <a:pt x="148885" y="80719"/>
                    <a:pt x="148272" y="81909"/>
                  </a:cubicBezTo>
                  <a:cubicBezTo>
                    <a:pt x="147262" y="83749"/>
                    <a:pt x="145206" y="86237"/>
                    <a:pt x="143403" y="88257"/>
                  </a:cubicBezTo>
                  <a:cubicBezTo>
                    <a:pt x="142068" y="89772"/>
                    <a:pt x="140842" y="90998"/>
                    <a:pt x="140301" y="91575"/>
                  </a:cubicBezTo>
                  <a:lnTo>
                    <a:pt x="140914" y="91864"/>
                  </a:lnTo>
                  <a:cubicBezTo>
                    <a:pt x="141022" y="91792"/>
                    <a:pt x="141203" y="91647"/>
                    <a:pt x="141455" y="91503"/>
                  </a:cubicBezTo>
                  <a:cubicBezTo>
                    <a:pt x="141888" y="91178"/>
                    <a:pt x="142465" y="90782"/>
                    <a:pt x="143150" y="90313"/>
                  </a:cubicBezTo>
                  <a:cubicBezTo>
                    <a:pt x="144521" y="89339"/>
                    <a:pt x="146252" y="88149"/>
                    <a:pt x="147587" y="87139"/>
                  </a:cubicBezTo>
                  <a:cubicBezTo>
                    <a:pt x="149931" y="85372"/>
                    <a:pt x="153105" y="84145"/>
                    <a:pt x="153970" y="83821"/>
                  </a:cubicBezTo>
                  <a:cubicBezTo>
                    <a:pt x="153934" y="83280"/>
                    <a:pt x="153826" y="81873"/>
                    <a:pt x="153826" y="79962"/>
                  </a:cubicBezTo>
                  <a:cubicBezTo>
                    <a:pt x="153826" y="76102"/>
                    <a:pt x="154151" y="70260"/>
                    <a:pt x="155882" y="65427"/>
                  </a:cubicBezTo>
                  <a:cubicBezTo>
                    <a:pt x="157289" y="61495"/>
                    <a:pt x="159381" y="55400"/>
                    <a:pt x="161256" y="49701"/>
                  </a:cubicBezTo>
                  <a:cubicBezTo>
                    <a:pt x="163131" y="44003"/>
                    <a:pt x="164755" y="38665"/>
                    <a:pt x="165187" y="36429"/>
                  </a:cubicBezTo>
                  <a:cubicBezTo>
                    <a:pt x="165368" y="35419"/>
                    <a:pt x="165476" y="34481"/>
                    <a:pt x="165548" y="33651"/>
                  </a:cubicBezTo>
                  <a:cubicBezTo>
                    <a:pt x="149137" y="15293"/>
                    <a:pt x="130346" y="1"/>
                    <a:pt x="116930" y="1"/>
                  </a:cubicBezTo>
                  <a:close/>
                  <a:moveTo>
                    <a:pt x="171499" y="40540"/>
                  </a:moveTo>
                  <a:cubicBezTo>
                    <a:pt x="171391" y="40612"/>
                    <a:pt x="171283" y="40721"/>
                    <a:pt x="171211" y="40829"/>
                  </a:cubicBezTo>
                  <a:cubicBezTo>
                    <a:pt x="170850" y="41262"/>
                    <a:pt x="170561" y="41766"/>
                    <a:pt x="170381" y="42163"/>
                  </a:cubicBezTo>
                  <a:cubicBezTo>
                    <a:pt x="170237" y="42416"/>
                    <a:pt x="170165" y="42632"/>
                    <a:pt x="170165" y="42704"/>
                  </a:cubicBezTo>
                  <a:lnTo>
                    <a:pt x="170129" y="42740"/>
                  </a:lnTo>
                  <a:lnTo>
                    <a:pt x="170129" y="42812"/>
                  </a:lnTo>
                  <a:cubicBezTo>
                    <a:pt x="170129" y="42885"/>
                    <a:pt x="170129" y="42993"/>
                    <a:pt x="170092" y="43101"/>
                  </a:cubicBezTo>
                  <a:cubicBezTo>
                    <a:pt x="170056" y="43353"/>
                    <a:pt x="170020" y="43714"/>
                    <a:pt x="169984" y="44147"/>
                  </a:cubicBezTo>
                  <a:cubicBezTo>
                    <a:pt x="169876" y="45013"/>
                    <a:pt x="169732" y="46275"/>
                    <a:pt x="169587" y="47754"/>
                  </a:cubicBezTo>
                  <a:cubicBezTo>
                    <a:pt x="169263" y="50783"/>
                    <a:pt x="168830" y="54823"/>
                    <a:pt x="168397" y="59115"/>
                  </a:cubicBezTo>
                  <a:cubicBezTo>
                    <a:pt x="167496" y="67663"/>
                    <a:pt x="166522" y="77112"/>
                    <a:pt x="166125" y="80899"/>
                  </a:cubicBezTo>
                  <a:cubicBezTo>
                    <a:pt x="165728" y="84722"/>
                    <a:pt x="165223" y="87716"/>
                    <a:pt x="163817" y="90818"/>
                  </a:cubicBezTo>
                  <a:cubicBezTo>
                    <a:pt x="162446" y="93920"/>
                    <a:pt x="160174" y="97093"/>
                    <a:pt x="156279" y="101385"/>
                  </a:cubicBezTo>
                  <a:cubicBezTo>
                    <a:pt x="148813" y="109609"/>
                    <a:pt x="139940" y="113360"/>
                    <a:pt x="139183" y="113648"/>
                  </a:cubicBezTo>
                  <a:lnTo>
                    <a:pt x="127533" y="124072"/>
                  </a:lnTo>
                  <a:cubicBezTo>
                    <a:pt x="127533" y="124360"/>
                    <a:pt x="127461" y="125370"/>
                    <a:pt x="127209" y="128796"/>
                  </a:cubicBezTo>
                  <a:cubicBezTo>
                    <a:pt x="127064" y="130924"/>
                    <a:pt x="126523" y="132547"/>
                    <a:pt x="125982" y="133738"/>
                  </a:cubicBezTo>
                  <a:cubicBezTo>
                    <a:pt x="125441" y="134928"/>
                    <a:pt x="124864" y="135721"/>
                    <a:pt x="124612" y="136154"/>
                  </a:cubicBezTo>
                  <a:cubicBezTo>
                    <a:pt x="124612" y="136190"/>
                    <a:pt x="124612" y="136190"/>
                    <a:pt x="124612" y="136190"/>
                  </a:cubicBezTo>
                  <a:cubicBezTo>
                    <a:pt x="124540" y="136298"/>
                    <a:pt x="124504" y="136407"/>
                    <a:pt x="124504" y="136443"/>
                  </a:cubicBezTo>
                  <a:cubicBezTo>
                    <a:pt x="124504" y="136515"/>
                    <a:pt x="124468" y="136623"/>
                    <a:pt x="124468" y="136731"/>
                  </a:cubicBezTo>
                  <a:cubicBezTo>
                    <a:pt x="124431" y="136803"/>
                    <a:pt x="124395" y="136875"/>
                    <a:pt x="124395" y="136984"/>
                  </a:cubicBezTo>
                  <a:cubicBezTo>
                    <a:pt x="124395" y="136984"/>
                    <a:pt x="124359" y="137020"/>
                    <a:pt x="124359" y="137020"/>
                  </a:cubicBezTo>
                  <a:cubicBezTo>
                    <a:pt x="124359" y="137056"/>
                    <a:pt x="124359" y="137056"/>
                    <a:pt x="124359" y="137092"/>
                  </a:cubicBezTo>
                  <a:cubicBezTo>
                    <a:pt x="124359" y="137092"/>
                    <a:pt x="124359" y="137092"/>
                    <a:pt x="124359" y="137128"/>
                  </a:cubicBezTo>
                  <a:cubicBezTo>
                    <a:pt x="124251" y="137453"/>
                    <a:pt x="124107" y="137849"/>
                    <a:pt x="123963" y="138354"/>
                  </a:cubicBezTo>
                  <a:cubicBezTo>
                    <a:pt x="123638" y="139364"/>
                    <a:pt x="123205" y="140699"/>
                    <a:pt x="122736" y="142105"/>
                  </a:cubicBezTo>
                  <a:cubicBezTo>
                    <a:pt x="121726" y="144991"/>
                    <a:pt x="120464" y="148345"/>
                    <a:pt x="119346" y="150653"/>
                  </a:cubicBezTo>
                  <a:cubicBezTo>
                    <a:pt x="118192" y="152961"/>
                    <a:pt x="117146" y="154837"/>
                    <a:pt x="115379" y="156640"/>
                  </a:cubicBezTo>
                  <a:cubicBezTo>
                    <a:pt x="113647" y="158444"/>
                    <a:pt x="111195" y="160139"/>
                    <a:pt x="107300" y="162122"/>
                  </a:cubicBezTo>
                  <a:cubicBezTo>
                    <a:pt x="100555" y="165549"/>
                    <a:pt x="95506" y="169228"/>
                    <a:pt x="94388" y="170093"/>
                  </a:cubicBezTo>
                  <a:cubicBezTo>
                    <a:pt x="94207" y="170202"/>
                    <a:pt x="94135" y="170274"/>
                    <a:pt x="94135" y="170274"/>
                  </a:cubicBezTo>
                  <a:cubicBezTo>
                    <a:pt x="94063" y="170310"/>
                    <a:pt x="93991" y="170310"/>
                    <a:pt x="93955" y="170310"/>
                  </a:cubicBezTo>
                  <a:cubicBezTo>
                    <a:pt x="93883" y="170310"/>
                    <a:pt x="93811" y="170310"/>
                    <a:pt x="93738" y="170274"/>
                  </a:cubicBezTo>
                  <a:lnTo>
                    <a:pt x="88473" y="165982"/>
                  </a:lnTo>
                  <a:cubicBezTo>
                    <a:pt x="88364" y="165910"/>
                    <a:pt x="88328" y="165729"/>
                    <a:pt x="88400" y="165621"/>
                  </a:cubicBezTo>
                  <a:cubicBezTo>
                    <a:pt x="88400" y="165621"/>
                    <a:pt x="88869" y="164828"/>
                    <a:pt x="89591" y="163637"/>
                  </a:cubicBezTo>
                  <a:cubicBezTo>
                    <a:pt x="90312" y="162411"/>
                    <a:pt x="91286" y="160788"/>
                    <a:pt x="92296" y="159057"/>
                  </a:cubicBezTo>
                  <a:cubicBezTo>
                    <a:pt x="94352" y="155558"/>
                    <a:pt x="96588" y="151663"/>
                    <a:pt x="97381" y="150040"/>
                  </a:cubicBezTo>
                  <a:cubicBezTo>
                    <a:pt x="98211" y="148309"/>
                    <a:pt x="100194" y="146830"/>
                    <a:pt x="101926" y="145748"/>
                  </a:cubicBezTo>
                  <a:cubicBezTo>
                    <a:pt x="103404" y="144810"/>
                    <a:pt x="104739" y="144197"/>
                    <a:pt x="105136" y="144017"/>
                  </a:cubicBezTo>
                  <a:lnTo>
                    <a:pt x="107336" y="137200"/>
                  </a:lnTo>
                  <a:cubicBezTo>
                    <a:pt x="107336" y="137200"/>
                    <a:pt x="107336" y="137200"/>
                    <a:pt x="107336" y="137164"/>
                  </a:cubicBezTo>
                  <a:lnTo>
                    <a:pt x="107624" y="136298"/>
                  </a:lnTo>
                  <a:lnTo>
                    <a:pt x="107624" y="136298"/>
                  </a:lnTo>
                  <a:cubicBezTo>
                    <a:pt x="106326" y="136479"/>
                    <a:pt x="102575" y="136984"/>
                    <a:pt x="98066" y="136984"/>
                  </a:cubicBezTo>
                  <a:cubicBezTo>
                    <a:pt x="95470" y="136984"/>
                    <a:pt x="92620" y="136803"/>
                    <a:pt x="89843" y="136334"/>
                  </a:cubicBezTo>
                  <a:cubicBezTo>
                    <a:pt x="81872" y="135000"/>
                    <a:pt x="74803" y="130456"/>
                    <a:pt x="73649" y="129698"/>
                  </a:cubicBezTo>
                  <a:cubicBezTo>
                    <a:pt x="72747" y="130275"/>
                    <a:pt x="68491" y="133088"/>
                    <a:pt x="65786" y="134856"/>
                  </a:cubicBezTo>
                  <a:cubicBezTo>
                    <a:pt x="64813" y="135469"/>
                    <a:pt x="64019" y="135974"/>
                    <a:pt x="63694" y="136190"/>
                  </a:cubicBezTo>
                  <a:cubicBezTo>
                    <a:pt x="63586" y="136226"/>
                    <a:pt x="63550" y="136262"/>
                    <a:pt x="63514" y="136298"/>
                  </a:cubicBezTo>
                  <a:lnTo>
                    <a:pt x="63478" y="136371"/>
                  </a:lnTo>
                  <a:cubicBezTo>
                    <a:pt x="63406" y="136443"/>
                    <a:pt x="63370" y="136551"/>
                    <a:pt x="63298" y="136659"/>
                  </a:cubicBezTo>
                  <a:cubicBezTo>
                    <a:pt x="63153" y="136948"/>
                    <a:pt x="62937" y="137344"/>
                    <a:pt x="62721" y="137849"/>
                  </a:cubicBezTo>
                  <a:cubicBezTo>
                    <a:pt x="62252" y="138859"/>
                    <a:pt x="61567" y="140194"/>
                    <a:pt x="60773" y="141745"/>
                  </a:cubicBezTo>
                  <a:cubicBezTo>
                    <a:pt x="59114" y="144774"/>
                    <a:pt x="56842" y="148489"/>
                    <a:pt x="53992" y="151302"/>
                  </a:cubicBezTo>
                  <a:cubicBezTo>
                    <a:pt x="51576" y="153683"/>
                    <a:pt x="50205" y="155666"/>
                    <a:pt x="49412" y="157181"/>
                  </a:cubicBezTo>
                  <a:lnTo>
                    <a:pt x="110041" y="176369"/>
                  </a:lnTo>
                  <a:lnTo>
                    <a:pt x="167532" y="194439"/>
                  </a:lnTo>
                  <a:cubicBezTo>
                    <a:pt x="167640" y="194475"/>
                    <a:pt x="167712" y="194547"/>
                    <a:pt x="167748" y="194655"/>
                  </a:cubicBezTo>
                  <a:lnTo>
                    <a:pt x="177234" y="197649"/>
                  </a:lnTo>
                  <a:cubicBezTo>
                    <a:pt x="177234" y="197649"/>
                    <a:pt x="178532" y="195449"/>
                    <a:pt x="184303" y="186143"/>
                  </a:cubicBezTo>
                  <a:cubicBezTo>
                    <a:pt x="185060" y="184917"/>
                    <a:pt x="185385" y="183366"/>
                    <a:pt x="185385" y="181599"/>
                  </a:cubicBezTo>
                  <a:cubicBezTo>
                    <a:pt x="185421" y="170526"/>
                    <a:pt x="172256" y="150761"/>
                    <a:pt x="172256" y="140879"/>
                  </a:cubicBezTo>
                  <a:cubicBezTo>
                    <a:pt x="172256" y="140626"/>
                    <a:pt x="172256" y="140410"/>
                    <a:pt x="172293" y="140158"/>
                  </a:cubicBezTo>
                  <a:cubicBezTo>
                    <a:pt x="173086" y="129626"/>
                    <a:pt x="200894" y="112314"/>
                    <a:pt x="200858" y="92333"/>
                  </a:cubicBezTo>
                  <a:cubicBezTo>
                    <a:pt x="200858" y="91323"/>
                    <a:pt x="200786" y="90313"/>
                    <a:pt x="200641" y="89303"/>
                  </a:cubicBezTo>
                  <a:cubicBezTo>
                    <a:pt x="199199" y="79421"/>
                    <a:pt x="187008" y="59223"/>
                    <a:pt x="171499" y="4054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2" name="Google Shape;2452;g312bfb4b743_5_798"/>
            <p:cNvSpPr/>
            <p:nvPr/>
          </p:nvSpPr>
          <p:spPr>
            <a:xfrm>
              <a:off x="5625075" y="5303525"/>
              <a:ext cx="225425" cy="80725"/>
            </a:xfrm>
            <a:custGeom>
              <a:avLst/>
              <a:gdLst/>
              <a:ahLst/>
              <a:cxnLst/>
              <a:rect l="l" t="t" r="r" b="b"/>
              <a:pathLst>
                <a:path w="9017" h="3229" extrusionOk="0">
                  <a:moveTo>
                    <a:pt x="359" y="0"/>
                  </a:moveTo>
                  <a:cubicBezTo>
                    <a:pt x="233" y="0"/>
                    <a:pt x="102" y="75"/>
                    <a:pt x="72" y="226"/>
                  </a:cubicBezTo>
                  <a:cubicBezTo>
                    <a:pt x="0" y="370"/>
                    <a:pt x="108" y="550"/>
                    <a:pt x="253" y="586"/>
                  </a:cubicBezTo>
                  <a:lnTo>
                    <a:pt x="8584" y="3219"/>
                  </a:lnTo>
                  <a:cubicBezTo>
                    <a:pt x="8614" y="3225"/>
                    <a:pt x="8643" y="3228"/>
                    <a:pt x="8671" y="3228"/>
                  </a:cubicBezTo>
                  <a:cubicBezTo>
                    <a:pt x="8810" y="3228"/>
                    <a:pt x="8921" y="3153"/>
                    <a:pt x="8981" y="3003"/>
                  </a:cubicBezTo>
                  <a:cubicBezTo>
                    <a:pt x="9017" y="2858"/>
                    <a:pt x="8945" y="2678"/>
                    <a:pt x="8764" y="2642"/>
                  </a:cubicBezTo>
                  <a:lnTo>
                    <a:pt x="433" y="9"/>
                  </a:lnTo>
                  <a:cubicBezTo>
                    <a:pt x="409" y="3"/>
                    <a:pt x="384" y="0"/>
                    <a:pt x="3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3" name="Google Shape;2453;g312bfb4b743_5_798"/>
            <p:cNvSpPr/>
            <p:nvPr/>
          </p:nvSpPr>
          <p:spPr>
            <a:xfrm>
              <a:off x="1607200" y="4042075"/>
              <a:ext cx="3884450" cy="1229450"/>
            </a:xfrm>
            <a:custGeom>
              <a:avLst/>
              <a:gdLst/>
              <a:ahLst/>
              <a:cxnLst/>
              <a:rect l="l" t="t" r="r" b="b"/>
              <a:pathLst>
                <a:path w="155378" h="49178" extrusionOk="0">
                  <a:moveTo>
                    <a:pt x="356" y="0"/>
                  </a:moveTo>
                  <a:cubicBezTo>
                    <a:pt x="231" y="0"/>
                    <a:pt x="102" y="70"/>
                    <a:pt x="72" y="190"/>
                  </a:cubicBezTo>
                  <a:cubicBezTo>
                    <a:pt x="0" y="370"/>
                    <a:pt x="108" y="550"/>
                    <a:pt x="253" y="586"/>
                  </a:cubicBezTo>
                  <a:lnTo>
                    <a:pt x="154944" y="49169"/>
                  </a:lnTo>
                  <a:cubicBezTo>
                    <a:pt x="154968" y="49175"/>
                    <a:pt x="154993" y="49178"/>
                    <a:pt x="155019" y="49178"/>
                  </a:cubicBezTo>
                  <a:cubicBezTo>
                    <a:pt x="155145" y="49178"/>
                    <a:pt x="155275" y="49103"/>
                    <a:pt x="155305" y="48952"/>
                  </a:cubicBezTo>
                  <a:cubicBezTo>
                    <a:pt x="155377" y="48808"/>
                    <a:pt x="155269" y="48628"/>
                    <a:pt x="155125" y="48592"/>
                  </a:cubicBezTo>
                  <a:lnTo>
                    <a:pt x="433" y="9"/>
                  </a:lnTo>
                  <a:cubicBezTo>
                    <a:pt x="408" y="3"/>
                    <a:pt x="382" y="0"/>
                    <a:pt x="3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4" name="Google Shape;2454;g312bfb4b743_5_798"/>
            <p:cNvSpPr/>
            <p:nvPr/>
          </p:nvSpPr>
          <p:spPr>
            <a:xfrm>
              <a:off x="2109425" y="4449850"/>
              <a:ext cx="1904375" cy="1019825"/>
            </a:xfrm>
            <a:custGeom>
              <a:avLst/>
              <a:gdLst/>
              <a:ahLst/>
              <a:cxnLst/>
              <a:rect l="l" t="t" r="r" b="b"/>
              <a:pathLst>
                <a:path w="76175" h="40793" extrusionOk="0">
                  <a:moveTo>
                    <a:pt x="16880" y="1"/>
                  </a:moveTo>
                  <a:lnTo>
                    <a:pt x="0" y="20775"/>
                  </a:lnTo>
                  <a:lnTo>
                    <a:pt x="57419" y="40792"/>
                  </a:lnTo>
                  <a:lnTo>
                    <a:pt x="76174" y="20018"/>
                  </a:lnTo>
                  <a:lnTo>
                    <a:pt x="1688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5" name="Google Shape;2455;g312bfb4b743_5_798"/>
            <p:cNvSpPr/>
            <p:nvPr/>
          </p:nvSpPr>
          <p:spPr>
            <a:xfrm>
              <a:off x="2101300" y="4442275"/>
              <a:ext cx="1920600" cy="1034975"/>
            </a:xfrm>
            <a:custGeom>
              <a:avLst/>
              <a:gdLst/>
              <a:ahLst/>
              <a:cxnLst/>
              <a:rect l="l" t="t" r="r" b="b"/>
              <a:pathLst>
                <a:path w="76824" h="41399" extrusionOk="0">
                  <a:moveTo>
                    <a:pt x="17313" y="628"/>
                  </a:moveTo>
                  <a:lnTo>
                    <a:pt x="75994" y="20465"/>
                  </a:lnTo>
                  <a:lnTo>
                    <a:pt x="57671" y="40756"/>
                  </a:lnTo>
                  <a:lnTo>
                    <a:pt x="57671" y="40756"/>
                  </a:lnTo>
                  <a:lnTo>
                    <a:pt x="830" y="20934"/>
                  </a:lnTo>
                  <a:lnTo>
                    <a:pt x="17313" y="628"/>
                  </a:lnTo>
                  <a:close/>
                  <a:moveTo>
                    <a:pt x="17220" y="1"/>
                  </a:moveTo>
                  <a:cubicBezTo>
                    <a:pt x="17133" y="1"/>
                    <a:pt x="17041" y="34"/>
                    <a:pt x="16988" y="87"/>
                  </a:cubicBezTo>
                  <a:lnTo>
                    <a:pt x="73" y="20862"/>
                  </a:lnTo>
                  <a:cubicBezTo>
                    <a:pt x="37" y="20970"/>
                    <a:pt x="1" y="21042"/>
                    <a:pt x="37" y="21150"/>
                  </a:cubicBezTo>
                  <a:cubicBezTo>
                    <a:pt x="73" y="21259"/>
                    <a:pt x="145" y="21331"/>
                    <a:pt x="217" y="21367"/>
                  </a:cubicBezTo>
                  <a:lnTo>
                    <a:pt x="57636" y="41384"/>
                  </a:lnTo>
                  <a:cubicBezTo>
                    <a:pt x="57665" y="41394"/>
                    <a:pt x="57697" y="41398"/>
                    <a:pt x="57729" y="41398"/>
                  </a:cubicBezTo>
                  <a:cubicBezTo>
                    <a:pt x="57816" y="41398"/>
                    <a:pt x="57908" y="41365"/>
                    <a:pt x="57961" y="41312"/>
                  </a:cubicBezTo>
                  <a:lnTo>
                    <a:pt x="76716" y="20537"/>
                  </a:lnTo>
                  <a:cubicBezTo>
                    <a:pt x="76788" y="20429"/>
                    <a:pt x="76824" y="20357"/>
                    <a:pt x="76788" y="20249"/>
                  </a:cubicBezTo>
                  <a:cubicBezTo>
                    <a:pt x="76788" y="20140"/>
                    <a:pt x="76716" y="20068"/>
                    <a:pt x="76607" y="20032"/>
                  </a:cubicBezTo>
                  <a:lnTo>
                    <a:pt x="17313" y="15"/>
                  </a:lnTo>
                  <a:cubicBezTo>
                    <a:pt x="17284" y="5"/>
                    <a:pt x="17252" y="1"/>
                    <a:pt x="172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6" name="Google Shape;2456;g312bfb4b743_5_798"/>
            <p:cNvSpPr/>
            <p:nvPr/>
          </p:nvSpPr>
          <p:spPr>
            <a:xfrm>
              <a:off x="2372725" y="4594125"/>
              <a:ext cx="1442700" cy="737600"/>
            </a:xfrm>
            <a:custGeom>
              <a:avLst/>
              <a:gdLst/>
              <a:ahLst/>
              <a:cxnLst/>
              <a:rect l="l" t="t" r="r" b="b"/>
              <a:pathLst>
                <a:path w="57708" h="29504" extrusionOk="0">
                  <a:moveTo>
                    <a:pt x="12587" y="0"/>
                  </a:moveTo>
                  <a:lnTo>
                    <a:pt x="0" y="14571"/>
                  </a:lnTo>
                  <a:lnTo>
                    <a:pt x="45084" y="29503"/>
                  </a:lnTo>
                  <a:lnTo>
                    <a:pt x="57707" y="15906"/>
                  </a:lnTo>
                  <a:lnTo>
                    <a:pt x="1258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7" name="Google Shape;2457;g312bfb4b743_5_798"/>
            <p:cNvSpPr/>
            <p:nvPr/>
          </p:nvSpPr>
          <p:spPr>
            <a:xfrm>
              <a:off x="2364600" y="4586550"/>
              <a:ext cx="1458025" cy="752725"/>
            </a:xfrm>
            <a:custGeom>
              <a:avLst/>
              <a:gdLst/>
              <a:ahLst/>
              <a:cxnLst/>
              <a:rect l="l" t="t" r="r" b="b"/>
              <a:pathLst>
                <a:path w="58321" h="30109" extrusionOk="0">
                  <a:moveTo>
                    <a:pt x="13021" y="628"/>
                  </a:moveTo>
                  <a:lnTo>
                    <a:pt x="57491" y="16353"/>
                  </a:lnTo>
                  <a:lnTo>
                    <a:pt x="45320" y="29452"/>
                  </a:lnTo>
                  <a:lnTo>
                    <a:pt x="45320" y="29452"/>
                  </a:lnTo>
                  <a:lnTo>
                    <a:pt x="830" y="14730"/>
                  </a:lnTo>
                  <a:lnTo>
                    <a:pt x="13021" y="628"/>
                  </a:lnTo>
                  <a:close/>
                  <a:moveTo>
                    <a:pt x="12928" y="1"/>
                  </a:moveTo>
                  <a:cubicBezTo>
                    <a:pt x="12840" y="1"/>
                    <a:pt x="12749" y="34"/>
                    <a:pt x="12696" y="87"/>
                  </a:cubicBezTo>
                  <a:lnTo>
                    <a:pt x="73" y="14694"/>
                  </a:lnTo>
                  <a:cubicBezTo>
                    <a:pt x="0" y="14766"/>
                    <a:pt x="0" y="14874"/>
                    <a:pt x="37" y="14947"/>
                  </a:cubicBezTo>
                  <a:cubicBezTo>
                    <a:pt x="37" y="15055"/>
                    <a:pt x="109" y="15127"/>
                    <a:pt x="217" y="15163"/>
                  </a:cubicBezTo>
                  <a:lnTo>
                    <a:pt x="45337" y="30095"/>
                  </a:lnTo>
                  <a:cubicBezTo>
                    <a:pt x="45366" y="30104"/>
                    <a:pt x="45395" y="30109"/>
                    <a:pt x="45423" y="30109"/>
                  </a:cubicBezTo>
                  <a:cubicBezTo>
                    <a:pt x="45500" y="30109"/>
                    <a:pt x="45573" y="30075"/>
                    <a:pt x="45625" y="30023"/>
                  </a:cubicBezTo>
                  <a:lnTo>
                    <a:pt x="58249" y="16425"/>
                  </a:lnTo>
                  <a:cubicBezTo>
                    <a:pt x="58321" y="16353"/>
                    <a:pt x="58321" y="16245"/>
                    <a:pt x="58321" y="16137"/>
                  </a:cubicBezTo>
                  <a:cubicBezTo>
                    <a:pt x="58285" y="16029"/>
                    <a:pt x="58213" y="15956"/>
                    <a:pt x="58105" y="15920"/>
                  </a:cubicBezTo>
                  <a:lnTo>
                    <a:pt x="13021" y="15"/>
                  </a:lnTo>
                  <a:cubicBezTo>
                    <a:pt x="12992" y="5"/>
                    <a:pt x="12960" y="1"/>
                    <a:pt x="129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8" name="Google Shape;2458;g312bfb4b743_5_798"/>
            <p:cNvSpPr/>
            <p:nvPr/>
          </p:nvSpPr>
          <p:spPr>
            <a:xfrm>
              <a:off x="2342050" y="1025400"/>
              <a:ext cx="3594125" cy="3621050"/>
            </a:xfrm>
            <a:custGeom>
              <a:avLst/>
              <a:gdLst/>
              <a:ahLst/>
              <a:cxnLst/>
              <a:rect l="l" t="t" r="r" b="b"/>
              <a:pathLst>
                <a:path w="143765" h="144842" extrusionOk="0">
                  <a:moveTo>
                    <a:pt x="90743" y="0"/>
                  </a:moveTo>
                  <a:cubicBezTo>
                    <a:pt x="89664" y="0"/>
                    <a:pt x="88322" y="517"/>
                    <a:pt x="87031" y="969"/>
                  </a:cubicBezTo>
                  <a:cubicBezTo>
                    <a:pt x="84109" y="1979"/>
                    <a:pt x="76247" y="9626"/>
                    <a:pt x="74443" y="14422"/>
                  </a:cubicBezTo>
                  <a:cubicBezTo>
                    <a:pt x="72676" y="19255"/>
                    <a:pt x="74227" y="20842"/>
                    <a:pt x="77365" y="23728"/>
                  </a:cubicBezTo>
                  <a:cubicBezTo>
                    <a:pt x="80503" y="26649"/>
                    <a:pt x="84326" y="32600"/>
                    <a:pt x="86345" y="38227"/>
                  </a:cubicBezTo>
                  <a:cubicBezTo>
                    <a:pt x="88365" y="43817"/>
                    <a:pt x="90926" y="49191"/>
                    <a:pt x="95074" y="50670"/>
                  </a:cubicBezTo>
                  <a:cubicBezTo>
                    <a:pt x="95074" y="50670"/>
                    <a:pt x="88473" y="53808"/>
                    <a:pt x="84109" y="56946"/>
                  </a:cubicBezTo>
                  <a:cubicBezTo>
                    <a:pt x="79709" y="60083"/>
                    <a:pt x="77581" y="61526"/>
                    <a:pt x="77581" y="61526"/>
                  </a:cubicBezTo>
                  <a:cubicBezTo>
                    <a:pt x="77581" y="61526"/>
                    <a:pt x="71666" y="63221"/>
                    <a:pt x="69394" y="66143"/>
                  </a:cubicBezTo>
                  <a:cubicBezTo>
                    <a:pt x="67158" y="69028"/>
                    <a:pt x="66256" y="70940"/>
                    <a:pt x="66256" y="70940"/>
                  </a:cubicBezTo>
                  <a:cubicBezTo>
                    <a:pt x="66256" y="70940"/>
                    <a:pt x="45986" y="74438"/>
                    <a:pt x="39711" y="79812"/>
                  </a:cubicBezTo>
                  <a:cubicBezTo>
                    <a:pt x="39711" y="79812"/>
                    <a:pt x="30405" y="82265"/>
                    <a:pt x="26474" y="85980"/>
                  </a:cubicBezTo>
                  <a:cubicBezTo>
                    <a:pt x="22543" y="89695"/>
                    <a:pt x="20739" y="96511"/>
                    <a:pt x="20739" y="96511"/>
                  </a:cubicBezTo>
                  <a:cubicBezTo>
                    <a:pt x="20739" y="96511"/>
                    <a:pt x="15474" y="101020"/>
                    <a:pt x="13021" y="102354"/>
                  </a:cubicBezTo>
                  <a:cubicBezTo>
                    <a:pt x="10532" y="103689"/>
                    <a:pt x="6493" y="106285"/>
                    <a:pt x="4473" y="112345"/>
                  </a:cubicBezTo>
                  <a:cubicBezTo>
                    <a:pt x="2453" y="118368"/>
                    <a:pt x="1" y="132073"/>
                    <a:pt x="1" y="132073"/>
                  </a:cubicBezTo>
                  <a:lnTo>
                    <a:pt x="6276" y="134995"/>
                  </a:lnTo>
                  <a:cubicBezTo>
                    <a:pt x="6276" y="134995"/>
                    <a:pt x="6385" y="131388"/>
                    <a:pt x="12011" y="125906"/>
                  </a:cubicBezTo>
                  <a:cubicBezTo>
                    <a:pt x="17602" y="120388"/>
                    <a:pt x="21064" y="111082"/>
                    <a:pt x="21533" y="110866"/>
                  </a:cubicBezTo>
                  <a:cubicBezTo>
                    <a:pt x="21966" y="110650"/>
                    <a:pt x="31848" y="104157"/>
                    <a:pt x="31848" y="104157"/>
                  </a:cubicBezTo>
                  <a:cubicBezTo>
                    <a:pt x="31848" y="104157"/>
                    <a:pt x="39458" y="109423"/>
                    <a:pt x="48114" y="110866"/>
                  </a:cubicBezTo>
                  <a:cubicBezTo>
                    <a:pt x="50854" y="111336"/>
                    <a:pt x="53685" y="111496"/>
                    <a:pt x="56272" y="111496"/>
                  </a:cubicBezTo>
                  <a:cubicBezTo>
                    <a:pt x="61825" y="111496"/>
                    <a:pt x="66256" y="110758"/>
                    <a:pt x="66256" y="110758"/>
                  </a:cubicBezTo>
                  <a:lnTo>
                    <a:pt x="66256" y="110758"/>
                  </a:lnTo>
                  <a:lnTo>
                    <a:pt x="63587" y="119053"/>
                  </a:lnTo>
                  <a:cubicBezTo>
                    <a:pt x="63587" y="119053"/>
                    <a:pt x="57420" y="121758"/>
                    <a:pt x="55833" y="125004"/>
                  </a:cubicBezTo>
                  <a:cubicBezTo>
                    <a:pt x="54282" y="128250"/>
                    <a:pt x="46888" y="140585"/>
                    <a:pt x="46888" y="140585"/>
                  </a:cubicBezTo>
                  <a:lnTo>
                    <a:pt x="52154" y="144841"/>
                  </a:lnTo>
                  <a:cubicBezTo>
                    <a:pt x="52154" y="144841"/>
                    <a:pt x="57636" y="140585"/>
                    <a:pt x="65390" y="136654"/>
                  </a:cubicBezTo>
                  <a:cubicBezTo>
                    <a:pt x="73109" y="132723"/>
                    <a:pt x="75020" y="129945"/>
                    <a:pt x="77256" y="125329"/>
                  </a:cubicBezTo>
                  <a:cubicBezTo>
                    <a:pt x="79493" y="120748"/>
                    <a:pt x="82306" y="111984"/>
                    <a:pt x="82414" y="111191"/>
                  </a:cubicBezTo>
                  <a:cubicBezTo>
                    <a:pt x="82522" y="110433"/>
                    <a:pt x="84758" y="108413"/>
                    <a:pt x="85119" y="103580"/>
                  </a:cubicBezTo>
                  <a:lnTo>
                    <a:pt x="85444" y="98747"/>
                  </a:lnTo>
                  <a:lnTo>
                    <a:pt x="97202" y="88216"/>
                  </a:lnTo>
                  <a:cubicBezTo>
                    <a:pt x="97202" y="88216"/>
                    <a:pt x="106543" y="84537"/>
                    <a:pt x="114261" y="75989"/>
                  </a:cubicBezTo>
                  <a:cubicBezTo>
                    <a:pt x="122016" y="67477"/>
                    <a:pt x="123242" y="63329"/>
                    <a:pt x="124036" y="55719"/>
                  </a:cubicBezTo>
                  <a:cubicBezTo>
                    <a:pt x="124793" y="48073"/>
                    <a:pt x="127931" y="17921"/>
                    <a:pt x="128039" y="17452"/>
                  </a:cubicBezTo>
                  <a:cubicBezTo>
                    <a:pt x="128183" y="17019"/>
                    <a:pt x="129193" y="14783"/>
                    <a:pt x="130528" y="14567"/>
                  </a:cubicBezTo>
                  <a:cubicBezTo>
                    <a:pt x="130553" y="14562"/>
                    <a:pt x="130580" y="14560"/>
                    <a:pt x="130610" y="14560"/>
                  </a:cubicBezTo>
                  <a:cubicBezTo>
                    <a:pt x="132140" y="14560"/>
                    <a:pt x="139275" y="20855"/>
                    <a:pt x="140266" y="21492"/>
                  </a:cubicBezTo>
                  <a:cubicBezTo>
                    <a:pt x="140695" y="21783"/>
                    <a:pt x="141308" y="22009"/>
                    <a:pt x="141886" y="22009"/>
                  </a:cubicBezTo>
                  <a:cubicBezTo>
                    <a:pt x="142668" y="22009"/>
                    <a:pt x="143387" y="21596"/>
                    <a:pt x="143512" y="20374"/>
                  </a:cubicBezTo>
                  <a:cubicBezTo>
                    <a:pt x="143764" y="18246"/>
                    <a:pt x="141961" y="12980"/>
                    <a:pt x="136226" y="7245"/>
                  </a:cubicBezTo>
                  <a:cubicBezTo>
                    <a:pt x="132064" y="3083"/>
                    <a:pt x="128730" y="1480"/>
                    <a:pt x="126700" y="1480"/>
                  </a:cubicBezTo>
                  <a:cubicBezTo>
                    <a:pt x="125950" y="1480"/>
                    <a:pt x="125379" y="1698"/>
                    <a:pt x="125009" y="2087"/>
                  </a:cubicBezTo>
                  <a:cubicBezTo>
                    <a:pt x="123675" y="3566"/>
                    <a:pt x="124577" y="6704"/>
                    <a:pt x="123675" y="11285"/>
                  </a:cubicBezTo>
                  <a:cubicBezTo>
                    <a:pt x="122773" y="15901"/>
                    <a:pt x="117183" y="32492"/>
                    <a:pt x="114370" y="40355"/>
                  </a:cubicBezTo>
                  <a:cubicBezTo>
                    <a:pt x="111556" y="48181"/>
                    <a:pt x="112458" y="58857"/>
                    <a:pt x="112458" y="58857"/>
                  </a:cubicBezTo>
                  <a:cubicBezTo>
                    <a:pt x="112458" y="58857"/>
                    <a:pt x="108671" y="60192"/>
                    <a:pt x="105966" y="62211"/>
                  </a:cubicBezTo>
                  <a:cubicBezTo>
                    <a:pt x="103261" y="64231"/>
                    <a:pt x="99113" y="67044"/>
                    <a:pt x="99113" y="67044"/>
                  </a:cubicBezTo>
                  <a:lnTo>
                    <a:pt x="97995" y="66467"/>
                  </a:lnTo>
                  <a:cubicBezTo>
                    <a:pt x="97995" y="66467"/>
                    <a:pt x="104271" y="60192"/>
                    <a:pt x="106182" y="56585"/>
                  </a:cubicBezTo>
                  <a:cubicBezTo>
                    <a:pt x="108094" y="53014"/>
                    <a:pt x="108671" y="52798"/>
                    <a:pt x="107661" y="50670"/>
                  </a:cubicBezTo>
                  <a:cubicBezTo>
                    <a:pt x="106651" y="48542"/>
                    <a:pt x="98464" y="38227"/>
                    <a:pt x="94857" y="33610"/>
                  </a:cubicBezTo>
                  <a:cubicBezTo>
                    <a:pt x="91287" y="29030"/>
                    <a:pt x="86886" y="21275"/>
                    <a:pt x="86021" y="19039"/>
                  </a:cubicBezTo>
                  <a:cubicBezTo>
                    <a:pt x="85119" y="16803"/>
                    <a:pt x="85227" y="14567"/>
                    <a:pt x="85877" y="12980"/>
                  </a:cubicBezTo>
                  <a:cubicBezTo>
                    <a:pt x="86562" y="11393"/>
                    <a:pt x="92837" y="8255"/>
                    <a:pt x="92946" y="3458"/>
                  </a:cubicBezTo>
                  <a:cubicBezTo>
                    <a:pt x="93005" y="788"/>
                    <a:pt x="92075" y="0"/>
                    <a:pt x="9074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9" name="Google Shape;2459;g312bfb4b743_5_798"/>
            <p:cNvSpPr/>
            <p:nvPr/>
          </p:nvSpPr>
          <p:spPr>
            <a:xfrm>
              <a:off x="3621525" y="3838525"/>
              <a:ext cx="734900" cy="798900"/>
            </a:xfrm>
            <a:custGeom>
              <a:avLst/>
              <a:gdLst/>
              <a:ahLst/>
              <a:cxnLst/>
              <a:rect l="l" t="t" r="r" b="b"/>
              <a:pathLst>
                <a:path w="29396" h="31956" extrusionOk="0">
                  <a:moveTo>
                    <a:pt x="26835" y="0"/>
                  </a:moveTo>
                  <a:cubicBezTo>
                    <a:pt x="26655" y="1948"/>
                    <a:pt x="26186" y="5086"/>
                    <a:pt x="25104" y="7358"/>
                  </a:cubicBezTo>
                  <a:cubicBezTo>
                    <a:pt x="23481" y="10856"/>
                    <a:pt x="20920" y="12046"/>
                    <a:pt x="20920" y="12046"/>
                  </a:cubicBezTo>
                  <a:cubicBezTo>
                    <a:pt x="20920" y="12046"/>
                    <a:pt x="21136" y="16014"/>
                    <a:pt x="17854" y="19043"/>
                  </a:cubicBezTo>
                  <a:cubicBezTo>
                    <a:pt x="14608" y="22073"/>
                    <a:pt x="6421" y="26978"/>
                    <a:pt x="1263" y="30260"/>
                  </a:cubicBezTo>
                  <a:cubicBezTo>
                    <a:pt x="831" y="30549"/>
                    <a:pt x="398" y="30837"/>
                    <a:pt x="1" y="31162"/>
                  </a:cubicBezTo>
                  <a:lnTo>
                    <a:pt x="975" y="31956"/>
                  </a:lnTo>
                  <a:cubicBezTo>
                    <a:pt x="1985" y="31162"/>
                    <a:pt x="7142" y="27375"/>
                    <a:pt x="14067" y="23876"/>
                  </a:cubicBezTo>
                  <a:cubicBezTo>
                    <a:pt x="17926" y="21929"/>
                    <a:pt x="20307" y="20234"/>
                    <a:pt x="21966" y="18502"/>
                  </a:cubicBezTo>
                  <a:cubicBezTo>
                    <a:pt x="23661" y="16771"/>
                    <a:pt x="24707" y="14968"/>
                    <a:pt x="25825" y="12696"/>
                  </a:cubicBezTo>
                  <a:cubicBezTo>
                    <a:pt x="27015" y="10243"/>
                    <a:pt x="28350" y="6600"/>
                    <a:pt x="29396" y="3607"/>
                  </a:cubicBezTo>
                  <a:cubicBezTo>
                    <a:pt x="28927" y="2272"/>
                    <a:pt x="28169" y="1010"/>
                    <a:pt x="26835"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0" name="Google Shape;2460;g312bfb4b743_5_798"/>
            <p:cNvSpPr/>
            <p:nvPr/>
          </p:nvSpPr>
          <p:spPr>
            <a:xfrm>
              <a:off x="2437625" y="3653675"/>
              <a:ext cx="495950" cy="734875"/>
            </a:xfrm>
            <a:custGeom>
              <a:avLst/>
              <a:gdLst/>
              <a:ahLst/>
              <a:cxnLst/>
              <a:rect l="l" t="t" r="r" b="b"/>
              <a:pathLst>
                <a:path w="19838" h="29395" extrusionOk="0">
                  <a:moveTo>
                    <a:pt x="19621" y="0"/>
                  </a:moveTo>
                  <a:cubicBezTo>
                    <a:pt x="17493" y="1118"/>
                    <a:pt x="15690" y="2128"/>
                    <a:pt x="15690" y="2128"/>
                  </a:cubicBezTo>
                  <a:cubicBezTo>
                    <a:pt x="15690" y="2128"/>
                    <a:pt x="15438" y="8692"/>
                    <a:pt x="10785" y="12660"/>
                  </a:cubicBezTo>
                  <a:cubicBezTo>
                    <a:pt x="6096" y="16627"/>
                    <a:pt x="722" y="25896"/>
                    <a:pt x="722" y="25896"/>
                  </a:cubicBezTo>
                  <a:lnTo>
                    <a:pt x="1" y="28385"/>
                  </a:lnTo>
                  <a:lnTo>
                    <a:pt x="2201" y="29395"/>
                  </a:lnTo>
                  <a:cubicBezTo>
                    <a:pt x="2417" y="28277"/>
                    <a:pt x="3391" y="25031"/>
                    <a:pt x="7972" y="20559"/>
                  </a:cubicBezTo>
                  <a:cubicBezTo>
                    <a:pt x="11723" y="16844"/>
                    <a:pt x="14572" y="11361"/>
                    <a:pt x="16123" y="8188"/>
                  </a:cubicBezTo>
                  <a:cubicBezTo>
                    <a:pt x="16628" y="7106"/>
                    <a:pt x="17025" y="6312"/>
                    <a:pt x="17241" y="5879"/>
                  </a:cubicBezTo>
                  <a:cubicBezTo>
                    <a:pt x="17313" y="5771"/>
                    <a:pt x="17349" y="5663"/>
                    <a:pt x="17421" y="5591"/>
                  </a:cubicBezTo>
                  <a:cubicBezTo>
                    <a:pt x="17457" y="5555"/>
                    <a:pt x="17493" y="5519"/>
                    <a:pt x="17566" y="5482"/>
                  </a:cubicBezTo>
                  <a:cubicBezTo>
                    <a:pt x="17566" y="5482"/>
                    <a:pt x="17602" y="5446"/>
                    <a:pt x="17674" y="5410"/>
                  </a:cubicBezTo>
                  <a:cubicBezTo>
                    <a:pt x="17746" y="5374"/>
                    <a:pt x="17818" y="5338"/>
                    <a:pt x="17890" y="5266"/>
                  </a:cubicBezTo>
                  <a:cubicBezTo>
                    <a:pt x="18107" y="5158"/>
                    <a:pt x="18359" y="4978"/>
                    <a:pt x="18648" y="4797"/>
                  </a:cubicBezTo>
                  <a:cubicBezTo>
                    <a:pt x="18972" y="4581"/>
                    <a:pt x="19333" y="4364"/>
                    <a:pt x="19694" y="4112"/>
                  </a:cubicBezTo>
                  <a:cubicBezTo>
                    <a:pt x="19766" y="3571"/>
                    <a:pt x="19838" y="2886"/>
                    <a:pt x="19838" y="2200"/>
                  </a:cubicBezTo>
                  <a:cubicBezTo>
                    <a:pt x="19838" y="1479"/>
                    <a:pt x="19766" y="722"/>
                    <a:pt x="19621"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1" name="Google Shape;2461;g312bfb4b743_5_798"/>
            <p:cNvSpPr/>
            <p:nvPr/>
          </p:nvSpPr>
          <p:spPr>
            <a:xfrm>
              <a:off x="2333950" y="1018075"/>
              <a:ext cx="3604025" cy="3636025"/>
            </a:xfrm>
            <a:custGeom>
              <a:avLst/>
              <a:gdLst/>
              <a:ahLst/>
              <a:cxnLst/>
              <a:rect l="l" t="t" r="r" b="b"/>
              <a:pathLst>
                <a:path w="144161" h="145441" extrusionOk="0">
                  <a:moveTo>
                    <a:pt x="91070" y="613"/>
                  </a:moveTo>
                  <a:cubicBezTo>
                    <a:pt x="91394" y="613"/>
                    <a:pt x="91647" y="649"/>
                    <a:pt x="91863" y="721"/>
                  </a:cubicBezTo>
                  <a:cubicBezTo>
                    <a:pt x="92188" y="866"/>
                    <a:pt x="92440" y="1082"/>
                    <a:pt x="92657" y="1515"/>
                  </a:cubicBezTo>
                  <a:cubicBezTo>
                    <a:pt x="92873" y="1948"/>
                    <a:pt x="92981" y="2597"/>
                    <a:pt x="92981" y="3499"/>
                  </a:cubicBezTo>
                  <a:cubicBezTo>
                    <a:pt x="92981" y="3571"/>
                    <a:pt x="92981" y="3643"/>
                    <a:pt x="92981" y="3751"/>
                  </a:cubicBezTo>
                  <a:cubicBezTo>
                    <a:pt x="92945" y="4869"/>
                    <a:pt x="92548" y="5915"/>
                    <a:pt x="91971" y="6889"/>
                  </a:cubicBezTo>
                  <a:cubicBezTo>
                    <a:pt x="91070" y="8332"/>
                    <a:pt x="89735" y="9594"/>
                    <a:pt x="88509" y="10604"/>
                  </a:cubicBezTo>
                  <a:cubicBezTo>
                    <a:pt x="87932" y="11109"/>
                    <a:pt x="87355" y="11578"/>
                    <a:pt x="86922" y="12010"/>
                  </a:cubicBezTo>
                  <a:cubicBezTo>
                    <a:pt x="86453" y="12407"/>
                    <a:pt x="86092" y="12768"/>
                    <a:pt x="85948" y="13165"/>
                  </a:cubicBezTo>
                  <a:cubicBezTo>
                    <a:pt x="85587" y="13994"/>
                    <a:pt x="85371" y="14968"/>
                    <a:pt x="85371" y="16050"/>
                  </a:cubicBezTo>
                  <a:cubicBezTo>
                    <a:pt x="85371" y="17132"/>
                    <a:pt x="85587" y="18286"/>
                    <a:pt x="86056" y="19440"/>
                  </a:cubicBezTo>
                  <a:cubicBezTo>
                    <a:pt x="86525" y="20594"/>
                    <a:pt x="87824" y="23083"/>
                    <a:pt x="89483" y="25896"/>
                  </a:cubicBezTo>
                  <a:cubicBezTo>
                    <a:pt x="91142" y="28673"/>
                    <a:pt x="93161" y="31775"/>
                    <a:pt x="94965" y="34084"/>
                  </a:cubicBezTo>
                  <a:cubicBezTo>
                    <a:pt x="96732" y="36392"/>
                    <a:pt x="99690" y="40107"/>
                    <a:pt x="102323" y="43533"/>
                  </a:cubicBezTo>
                  <a:cubicBezTo>
                    <a:pt x="103621" y="45228"/>
                    <a:pt x="104847" y="46887"/>
                    <a:pt x="105821" y="48222"/>
                  </a:cubicBezTo>
                  <a:cubicBezTo>
                    <a:pt x="106759" y="49556"/>
                    <a:pt x="107480" y="50602"/>
                    <a:pt x="107697" y="51071"/>
                  </a:cubicBezTo>
                  <a:cubicBezTo>
                    <a:pt x="108021" y="51756"/>
                    <a:pt x="108165" y="52225"/>
                    <a:pt x="108165" y="52622"/>
                  </a:cubicBezTo>
                  <a:cubicBezTo>
                    <a:pt x="108165" y="53019"/>
                    <a:pt x="108021" y="53452"/>
                    <a:pt x="107697" y="54065"/>
                  </a:cubicBezTo>
                  <a:cubicBezTo>
                    <a:pt x="107372" y="54714"/>
                    <a:pt x="106903" y="55543"/>
                    <a:pt x="106254" y="56734"/>
                  </a:cubicBezTo>
                  <a:cubicBezTo>
                    <a:pt x="105316" y="58501"/>
                    <a:pt x="103296" y="60954"/>
                    <a:pt x="101493" y="62973"/>
                  </a:cubicBezTo>
                  <a:cubicBezTo>
                    <a:pt x="100591" y="63983"/>
                    <a:pt x="99726" y="64885"/>
                    <a:pt x="99113" y="65498"/>
                  </a:cubicBezTo>
                  <a:cubicBezTo>
                    <a:pt x="98824" y="65823"/>
                    <a:pt x="98572" y="66111"/>
                    <a:pt x="98391" y="66255"/>
                  </a:cubicBezTo>
                  <a:cubicBezTo>
                    <a:pt x="98211" y="66436"/>
                    <a:pt x="98103" y="66544"/>
                    <a:pt x="98103" y="66544"/>
                  </a:cubicBezTo>
                  <a:cubicBezTo>
                    <a:pt x="98031" y="66616"/>
                    <a:pt x="98031" y="66724"/>
                    <a:pt x="98031" y="66796"/>
                  </a:cubicBezTo>
                  <a:cubicBezTo>
                    <a:pt x="98031" y="66905"/>
                    <a:pt x="98103" y="66977"/>
                    <a:pt x="98211" y="67013"/>
                  </a:cubicBezTo>
                  <a:lnTo>
                    <a:pt x="99329" y="67590"/>
                  </a:lnTo>
                  <a:cubicBezTo>
                    <a:pt x="99359" y="67605"/>
                    <a:pt x="99401" y="67614"/>
                    <a:pt x="99445" y="67614"/>
                  </a:cubicBezTo>
                  <a:cubicBezTo>
                    <a:pt x="99508" y="67614"/>
                    <a:pt x="99575" y="67596"/>
                    <a:pt x="99617" y="67554"/>
                  </a:cubicBezTo>
                  <a:cubicBezTo>
                    <a:pt x="99617" y="67554"/>
                    <a:pt x="103765" y="64777"/>
                    <a:pt x="106470" y="62757"/>
                  </a:cubicBezTo>
                  <a:cubicBezTo>
                    <a:pt x="107769" y="61747"/>
                    <a:pt x="109392" y="60917"/>
                    <a:pt x="110690" y="60340"/>
                  </a:cubicBezTo>
                  <a:cubicBezTo>
                    <a:pt x="111303" y="60052"/>
                    <a:pt x="111880" y="59799"/>
                    <a:pt x="112277" y="59655"/>
                  </a:cubicBezTo>
                  <a:cubicBezTo>
                    <a:pt x="112457" y="59583"/>
                    <a:pt x="112638" y="59511"/>
                    <a:pt x="112746" y="59475"/>
                  </a:cubicBezTo>
                  <a:cubicBezTo>
                    <a:pt x="112854" y="59439"/>
                    <a:pt x="112890" y="59403"/>
                    <a:pt x="112890" y="59403"/>
                  </a:cubicBezTo>
                  <a:cubicBezTo>
                    <a:pt x="113034" y="59367"/>
                    <a:pt x="113107" y="59258"/>
                    <a:pt x="113107" y="59114"/>
                  </a:cubicBezTo>
                  <a:cubicBezTo>
                    <a:pt x="113107" y="59114"/>
                    <a:pt x="113071" y="59006"/>
                    <a:pt x="113071" y="58826"/>
                  </a:cubicBezTo>
                  <a:cubicBezTo>
                    <a:pt x="113034" y="58248"/>
                    <a:pt x="112962" y="56878"/>
                    <a:pt x="112962" y="55075"/>
                  </a:cubicBezTo>
                  <a:cubicBezTo>
                    <a:pt x="112962" y="51251"/>
                    <a:pt x="113287" y="45445"/>
                    <a:pt x="114982" y="40720"/>
                  </a:cubicBezTo>
                  <a:cubicBezTo>
                    <a:pt x="116389" y="36789"/>
                    <a:pt x="118481" y="30693"/>
                    <a:pt x="120356" y="24995"/>
                  </a:cubicBezTo>
                  <a:cubicBezTo>
                    <a:pt x="122232" y="19260"/>
                    <a:pt x="123855" y="13994"/>
                    <a:pt x="124287" y="11650"/>
                  </a:cubicBezTo>
                  <a:cubicBezTo>
                    <a:pt x="124756" y="9305"/>
                    <a:pt x="124756" y="7358"/>
                    <a:pt x="124828" y="5843"/>
                  </a:cubicBezTo>
                  <a:cubicBezTo>
                    <a:pt x="124828" y="5049"/>
                    <a:pt x="124864" y="4400"/>
                    <a:pt x="125009" y="3859"/>
                  </a:cubicBezTo>
                  <a:cubicBezTo>
                    <a:pt x="125117" y="3318"/>
                    <a:pt x="125297" y="2922"/>
                    <a:pt x="125586" y="2597"/>
                  </a:cubicBezTo>
                  <a:cubicBezTo>
                    <a:pt x="125874" y="2272"/>
                    <a:pt x="126343" y="2092"/>
                    <a:pt x="127028" y="2092"/>
                  </a:cubicBezTo>
                  <a:cubicBezTo>
                    <a:pt x="127966" y="2092"/>
                    <a:pt x="129265" y="2453"/>
                    <a:pt x="130852" y="3354"/>
                  </a:cubicBezTo>
                  <a:cubicBezTo>
                    <a:pt x="132439" y="4256"/>
                    <a:pt x="134278" y="5699"/>
                    <a:pt x="136370" y="7754"/>
                  </a:cubicBezTo>
                  <a:cubicBezTo>
                    <a:pt x="139039" y="10460"/>
                    <a:pt x="140842" y="13020"/>
                    <a:pt x="141996" y="15220"/>
                  </a:cubicBezTo>
                  <a:cubicBezTo>
                    <a:pt x="143114" y="17420"/>
                    <a:pt x="143583" y="19224"/>
                    <a:pt x="143583" y="20306"/>
                  </a:cubicBezTo>
                  <a:cubicBezTo>
                    <a:pt x="143583" y="20414"/>
                    <a:pt x="143547" y="20522"/>
                    <a:pt x="143547" y="20630"/>
                  </a:cubicBezTo>
                  <a:cubicBezTo>
                    <a:pt x="143511" y="21208"/>
                    <a:pt x="143295" y="21532"/>
                    <a:pt x="143078" y="21712"/>
                  </a:cubicBezTo>
                  <a:cubicBezTo>
                    <a:pt x="142862" y="21929"/>
                    <a:pt x="142573" y="22001"/>
                    <a:pt x="142213" y="22001"/>
                  </a:cubicBezTo>
                  <a:cubicBezTo>
                    <a:pt x="141708" y="22001"/>
                    <a:pt x="141131" y="21785"/>
                    <a:pt x="140770" y="21532"/>
                  </a:cubicBezTo>
                  <a:cubicBezTo>
                    <a:pt x="140662" y="21460"/>
                    <a:pt x="140445" y="21316"/>
                    <a:pt x="140157" y="21063"/>
                  </a:cubicBezTo>
                  <a:cubicBezTo>
                    <a:pt x="139111" y="20234"/>
                    <a:pt x="137199" y="18647"/>
                    <a:pt x="135360" y="17204"/>
                  </a:cubicBezTo>
                  <a:cubicBezTo>
                    <a:pt x="134422" y="16519"/>
                    <a:pt x="133521" y="15834"/>
                    <a:pt x="132763" y="15365"/>
                  </a:cubicBezTo>
                  <a:cubicBezTo>
                    <a:pt x="132366" y="15112"/>
                    <a:pt x="132042" y="14932"/>
                    <a:pt x="131717" y="14788"/>
                  </a:cubicBezTo>
                  <a:cubicBezTo>
                    <a:pt x="131429" y="14643"/>
                    <a:pt x="131176" y="14535"/>
                    <a:pt x="130924" y="14535"/>
                  </a:cubicBezTo>
                  <a:lnTo>
                    <a:pt x="130779" y="14535"/>
                  </a:lnTo>
                  <a:cubicBezTo>
                    <a:pt x="129986" y="14679"/>
                    <a:pt x="129373" y="15365"/>
                    <a:pt x="128904" y="16050"/>
                  </a:cubicBezTo>
                  <a:cubicBezTo>
                    <a:pt x="128688" y="16375"/>
                    <a:pt x="128471" y="16735"/>
                    <a:pt x="128363" y="17024"/>
                  </a:cubicBezTo>
                  <a:cubicBezTo>
                    <a:pt x="128219" y="17312"/>
                    <a:pt x="128110" y="17529"/>
                    <a:pt x="128074" y="17673"/>
                  </a:cubicBezTo>
                  <a:lnTo>
                    <a:pt x="128074" y="17745"/>
                  </a:lnTo>
                  <a:cubicBezTo>
                    <a:pt x="128038" y="18106"/>
                    <a:pt x="127786" y="20198"/>
                    <a:pt x="127461" y="23263"/>
                  </a:cubicBezTo>
                  <a:cubicBezTo>
                    <a:pt x="126487" y="32424"/>
                    <a:pt x="124612" y="50350"/>
                    <a:pt x="124035" y="55976"/>
                  </a:cubicBezTo>
                  <a:cubicBezTo>
                    <a:pt x="123638" y="59763"/>
                    <a:pt x="123169" y="62685"/>
                    <a:pt x="121799" y="65678"/>
                  </a:cubicBezTo>
                  <a:cubicBezTo>
                    <a:pt x="120428" y="68708"/>
                    <a:pt x="118228" y="71846"/>
                    <a:pt x="114369" y="76102"/>
                  </a:cubicBezTo>
                  <a:cubicBezTo>
                    <a:pt x="110510" y="80322"/>
                    <a:pt x="106290" y="83351"/>
                    <a:pt x="103008" y="85335"/>
                  </a:cubicBezTo>
                  <a:cubicBezTo>
                    <a:pt x="101385" y="86345"/>
                    <a:pt x="99978" y="87066"/>
                    <a:pt x="99004" y="87535"/>
                  </a:cubicBezTo>
                  <a:cubicBezTo>
                    <a:pt x="98499" y="87787"/>
                    <a:pt x="98103" y="87932"/>
                    <a:pt x="97850" y="88076"/>
                  </a:cubicBezTo>
                  <a:cubicBezTo>
                    <a:pt x="97706" y="88112"/>
                    <a:pt x="97598" y="88148"/>
                    <a:pt x="97526" y="88184"/>
                  </a:cubicBezTo>
                  <a:cubicBezTo>
                    <a:pt x="97453" y="88220"/>
                    <a:pt x="97417" y="88220"/>
                    <a:pt x="97417" y="88220"/>
                  </a:cubicBezTo>
                  <a:lnTo>
                    <a:pt x="97345" y="88292"/>
                  </a:lnTo>
                  <a:lnTo>
                    <a:pt x="85551" y="98824"/>
                  </a:lnTo>
                  <a:cubicBezTo>
                    <a:pt x="85515" y="98896"/>
                    <a:pt x="85479" y="98968"/>
                    <a:pt x="85479" y="99040"/>
                  </a:cubicBezTo>
                  <a:cubicBezTo>
                    <a:pt x="85479" y="99040"/>
                    <a:pt x="85479" y="99040"/>
                    <a:pt x="85443" y="99654"/>
                  </a:cubicBezTo>
                  <a:cubicBezTo>
                    <a:pt x="85371" y="100231"/>
                    <a:pt x="85299" y="101457"/>
                    <a:pt x="85119" y="103837"/>
                  </a:cubicBezTo>
                  <a:cubicBezTo>
                    <a:pt x="84974" y="106218"/>
                    <a:pt x="84325" y="107877"/>
                    <a:pt x="83748" y="109067"/>
                  </a:cubicBezTo>
                  <a:cubicBezTo>
                    <a:pt x="83423" y="109644"/>
                    <a:pt x="83135" y="110113"/>
                    <a:pt x="82918" y="110510"/>
                  </a:cubicBezTo>
                  <a:cubicBezTo>
                    <a:pt x="82774" y="110690"/>
                    <a:pt x="82702" y="110870"/>
                    <a:pt x="82594" y="111015"/>
                  </a:cubicBezTo>
                  <a:cubicBezTo>
                    <a:pt x="82522" y="111159"/>
                    <a:pt x="82450" y="111303"/>
                    <a:pt x="82450" y="111447"/>
                  </a:cubicBezTo>
                  <a:cubicBezTo>
                    <a:pt x="82450" y="111520"/>
                    <a:pt x="82377" y="111736"/>
                    <a:pt x="82305" y="112061"/>
                  </a:cubicBezTo>
                  <a:cubicBezTo>
                    <a:pt x="81656" y="114297"/>
                    <a:pt x="79276" y="121510"/>
                    <a:pt x="77328" y="125514"/>
                  </a:cubicBezTo>
                  <a:cubicBezTo>
                    <a:pt x="76210" y="127786"/>
                    <a:pt x="75164" y="129589"/>
                    <a:pt x="73469" y="131320"/>
                  </a:cubicBezTo>
                  <a:cubicBezTo>
                    <a:pt x="71810" y="133052"/>
                    <a:pt x="69429" y="134747"/>
                    <a:pt x="65570" y="136694"/>
                  </a:cubicBezTo>
                  <a:cubicBezTo>
                    <a:pt x="58632" y="140212"/>
                    <a:pt x="53484" y="143989"/>
                    <a:pt x="52477" y="144771"/>
                  </a:cubicBezTo>
                  <a:lnTo>
                    <a:pt x="52477" y="144771"/>
                  </a:lnTo>
                  <a:lnTo>
                    <a:pt x="47587" y="140819"/>
                  </a:lnTo>
                  <a:lnTo>
                    <a:pt x="47587" y="140819"/>
                  </a:lnTo>
                  <a:cubicBezTo>
                    <a:pt x="48029" y="140079"/>
                    <a:pt x="49617" y="137424"/>
                    <a:pt x="51360" y="134458"/>
                  </a:cubicBezTo>
                  <a:cubicBezTo>
                    <a:pt x="53416" y="130960"/>
                    <a:pt x="55652" y="127065"/>
                    <a:pt x="56445" y="125405"/>
                  </a:cubicBezTo>
                  <a:cubicBezTo>
                    <a:pt x="57167" y="123891"/>
                    <a:pt x="59078" y="122412"/>
                    <a:pt x="60773" y="121366"/>
                  </a:cubicBezTo>
                  <a:cubicBezTo>
                    <a:pt x="61639" y="120825"/>
                    <a:pt x="62468" y="120392"/>
                    <a:pt x="63045" y="120104"/>
                  </a:cubicBezTo>
                  <a:cubicBezTo>
                    <a:pt x="63334" y="119923"/>
                    <a:pt x="63586" y="119815"/>
                    <a:pt x="63767" y="119743"/>
                  </a:cubicBezTo>
                  <a:cubicBezTo>
                    <a:pt x="63947" y="119671"/>
                    <a:pt x="64019" y="119635"/>
                    <a:pt x="64019" y="119635"/>
                  </a:cubicBezTo>
                  <a:cubicBezTo>
                    <a:pt x="64091" y="119599"/>
                    <a:pt x="64164" y="119527"/>
                    <a:pt x="64200" y="119454"/>
                  </a:cubicBezTo>
                  <a:lnTo>
                    <a:pt x="66869" y="111159"/>
                  </a:lnTo>
                  <a:cubicBezTo>
                    <a:pt x="66905" y="111051"/>
                    <a:pt x="66905" y="110943"/>
                    <a:pt x="66833" y="110870"/>
                  </a:cubicBezTo>
                  <a:cubicBezTo>
                    <a:pt x="66778" y="110789"/>
                    <a:pt x="66704" y="110749"/>
                    <a:pt x="66625" y="110749"/>
                  </a:cubicBezTo>
                  <a:cubicBezTo>
                    <a:pt x="66598" y="110749"/>
                    <a:pt x="66571" y="110753"/>
                    <a:pt x="66544" y="110762"/>
                  </a:cubicBezTo>
                  <a:cubicBezTo>
                    <a:pt x="66544" y="110762"/>
                    <a:pt x="66255" y="110798"/>
                    <a:pt x="65787" y="110870"/>
                  </a:cubicBezTo>
                  <a:cubicBezTo>
                    <a:pt x="64272" y="111087"/>
                    <a:pt x="60737" y="111484"/>
                    <a:pt x="56589" y="111484"/>
                  </a:cubicBezTo>
                  <a:cubicBezTo>
                    <a:pt x="53993" y="111484"/>
                    <a:pt x="51179" y="111339"/>
                    <a:pt x="48474" y="110870"/>
                  </a:cubicBezTo>
                  <a:cubicBezTo>
                    <a:pt x="44218" y="110149"/>
                    <a:pt x="40179" y="108490"/>
                    <a:pt x="37185" y="106975"/>
                  </a:cubicBezTo>
                  <a:cubicBezTo>
                    <a:pt x="35707" y="106254"/>
                    <a:pt x="34480" y="105532"/>
                    <a:pt x="33651" y="105028"/>
                  </a:cubicBezTo>
                  <a:cubicBezTo>
                    <a:pt x="33218" y="104775"/>
                    <a:pt x="32893" y="104559"/>
                    <a:pt x="32677" y="104414"/>
                  </a:cubicBezTo>
                  <a:cubicBezTo>
                    <a:pt x="32569" y="104342"/>
                    <a:pt x="32497" y="104270"/>
                    <a:pt x="32424" y="104234"/>
                  </a:cubicBezTo>
                  <a:cubicBezTo>
                    <a:pt x="32352" y="104198"/>
                    <a:pt x="32352" y="104198"/>
                    <a:pt x="32352" y="104198"/>
                  </a:cubicBezTo>
                  <a:cubicBezTo>
                    <a:pt x="32298" y="104162"/>
                    <a:pt x="32235" y="104144"/>
                    <a:pt x="32172" y="104144"/>
                  </a:cubicBezTo>
                  <a:cubicBezTo>
                    <a:pt x="32109" y="104144"/>
                    <a:pt x="32046" y="104162"/>
                    <a:pt x="31992" y="104198"/>
                  </a:cubicBezTo>
                  <a:cubicBezTo>
                    <a:pt x="31992" y="104198"/>
                    <a:pt x="31379" y="104595"/>
                    <a:pt x="30441" y="105208"/>
                  </a:cubicBezTo>
                  <a:cubicBezTo>
                    <a:pt x="29070" y="106110"/>
                    <a:pt x="26942" y="107516"/>
                    <a:pt x="25139" y="108670"/>
                  </a:cubicBezTo>
                  <a:cubicBezTo>
                    <a:pt x="24237" y="109283"/>
                    <a:pt x="23444" y="109824"/>
                    <a:pt x="22795" y="110221"/>
                  </a:cubicBezTo>
                  <a:cubicBezTo>
                    <a:pt x="22506" y="110402"/>
                    <a:pt x="22254" y="110582"/>
                    <a:pt x="22037" y="110690"/>
                  </a:cubicBezTo>
                  <a:cubicBezTo>
                    <a:pt x="21965" y="110762"/>
                    <a:pt x="21893" y="110798"/>
                    <a:pt x="21821" y="110834"/>
                  </a:cubicBezTo>
                  <a:cubicBezTo>
                    <a:pt x="21749" y="110870"/>
                    <a:pt x="21713" y="110906"/>
                    <a:pt x="21713" y="110906"/>
                  </a:cubicBezTo>
                  <a:cubicBezTo>
                    <a:pt x="21640" y="110943"/>
                    <a:pt x="21604" y="110979"/>
                    <a:pt x="21568" y="111015"/>
                  </a:cubicBezTo>
                  <a:cubicBezTo>
                    <a:pt x="21496" y="111087"/>
                    <a:pt x="21460" y="111195"/>
                    <a:pt x="21388" y="111303"/>
                  </a:cubicBezTo>
                  <a:cubicBezTo>
                    <a:pt x="21172" y="111736"/>
                    <a:pt x="20775" y="112530"/>
                    <a:pt x="20270" y="113612"/>
                  </a:cubicBezTo>
                  <a:cubicBezTo>
                    <a:pt x="18719" y="116785"/>
                    <a:pt x="15870" y="122268"/>
                    <a:pt x="12119" y="125983"/>
                  </a:cubicBezTo>
                  <a:cubicBezTo>
                    <a:pt x="7545" y="130440"/>
                    <a:pt x="6571" y="133698"/>
                    <a:pt x="6366" y="134823"/>
                  </a:cubicBezTo>
                  <a:lnTo>
                    <a:pt x="6366" y="134823"/>
                  </a:lnTo>
                  <a:lnTo>
                    <a:pt x="656" y="132165"/>
                  </a:lnTo>
                  <a:lnTo>
                    <a:pt x="656" y="132165"/>
                  </a:lnTo>
                  <a:cubicBezTo>
                    <a:pt x="718" y="131825"/>
                    <a:pt x="848" y="131131"/>
                    <a:pt x="1046" y="130166"/>
                  </a:cubicBezTo>
                  <a:cubicBezTo>
                    <a:pt x="1840" y="126055"/>
                    <a:pt x="3607" y="117218"/>
                    <a:pt x="5086" y="112710"/>
                  </a:cubicBezTo>
                  <a:cubicBezTo>
                    <a:pt x="7069" y="106759"/>
                    <a:pt x="11037" y="104234"/>
                    <a:pt x="13489" y="102900"/>
                  </a:cubicBezTo>
                  <a:cubicBezTo>
                    <a:pt x="14752" y="102214"/>
                    <a:pt x="16663" y="100736"/>
                    <a:pt x="18322" y="99473"/>
                  </a:cubicBezTo>
                  <a:cubicBezTo>
                    <a:pt x="19945" y="98175"/>
                    <a:pt x="21280" y="97057"/>
                    <a:pt x="21280" y="97057"/>
                  </a:cubicBezTo>
                  <a:cubicBezTo>
                    <a:pt x="21316" y="96985"/>
                    <a:pt x="21352" y="96949"/>
                    <a:pt x="21352" y="96876"/>
                  </a:cubicBezTo>
                  <a:cubicBezTo>
                    <a:pt x="21352" y="96876"/>
                    <a:pt x="21388" y="96768"/>
                    <a:pt x="21460" y="96588"/>
                  </a:cubicBezTo>
                  <a:cubicBezTo>
                    <a:pt x="21821" y="95253"/>
                    <a:pt x="23624" y="89627"/>
                    <a:pt x="26978" y="86489"/>
                  </a:cubicBezTo>
                  <a:cubicBezTo>
                    <a:pt x="28890" y="84686"/>
                    <a:pt x="32172" y="83135"/>
                    <a:pt x="34985" y="82089"/>
                  </a:cubicBezTo>
                  <a:cubicBezTo>
                    <a:pt x="36392" y="81548"/>
                    <a:pt x="37654" y="81115"/>
                    <a:pt x="38592" y="80826"/>
                  </a:cubicBezTo>
                  <a:cubicBezTo>
                    <a:pt x="39061" y="80682"/>
                    <a:pt x="39422" y="80574"/>
                    <a:pt x="39710" y="80502"/>
                  </a:cubicBezTo>
                  <a:cubicBezTo>
                    <a:pt x="39963" y="80430"/>
                    <a:pt x="40107" y="80394"/>
                    <a:pt x="40107" y="80394"/>
                  </a:cubicBezTo>
                  <a:lnTo>
                    <a:pt x="40215" y="80322"/>
                  </a:lnTo>
                  <a:cubicBezTo>
                    <a:pt x="41730" y="79023"/>
                    <a:pt x="44146" y="77797"/>
                    <a:pt x="46923" y="76715"/>
                  </a:cubicBezTo>
                  <a:cubicBezTo>
                    <a:pt x="51071" y="75128"/>
                    <a:pt x="56012" y="73829"/>
                    <a:pt x="59908" y="72928"/>
                  </a:cubicBezTo>
                  <a:cubicBezTo>
                    <a:pt x="61855" y="72459"/>
                    <a:pt x="63550" y="72134"/>
                    <a:pt x="64741" y="71882"/>
                  </a:cubicBezTo>
                  <a:cubicBezTo>
                    <a:pt x="65354" y="71774"/>
                    <a:pt x="65823" y="71702"/>
                    <a:pt x="66147" y="71629"/>
                  </a:cubicBezTo>
                  <a:cubicBezTo>
                    <a:pt x="66472" y="71557"/>
                    <a:pt x="66652" y="71557"/>
                    <a:pt x="66652" y="71557"/>
                  </a:cubicBezTo>
                  <a:cubicBezTo>
                    <a:pt x="66724" y="71521"/>
                    <a:pt x="66833" y="71449"/>
                    <a:pt x="66869" y="71377"/>
                  </a:cubicBezTo>
                  <a:cubicBezTo>
                    <a:pt x="66869" y="71377"/>
                    <a:pt x="66869" y="71341"/>
                    <a:pt x="66905" y="71305"/>
                  </a:cubicBezTo>
                  <a:cubicBezTo>
                    <a:pt x="67085" y="70908"/>
                    <a:pt x="68023" y="69141"/>
                    <a:pt x="69970" y="66616"/>
                  </a:cubicBezTo>
                  <a:cubicBezTo>
                    <a:pt x="71016" y="65209"/>
                    <a:pt x="73036" y="64091"/>
                    <a:pt x="74803" y="63298"/>
                  </a:cubicBezTo>
                  <a:cubicBezTo>
                    <a:pt x="75669" y="62901"/>
                    <a:pt x="76462" y="62613"/>
                    <a:pt x="77039" y="62432"/>
                  </a:cubicBezTo>
                  <a:cubicBezTo>
                    <a:pt x="77364" y="62324"/>
                    <a:pt x="77580" y="62252"/>
                    <a:pt x="77761" y="62180"/>
                  </a:cubicBezTo>
                  <a:cubicBezTo>
                    <a:pt x="77905" y="62144"/>
                    <a:pt x="78013" y="62108"/>
                    <a:pt x="78013" y="62108"/>
                  </a:cubicBezTo>
                  <a:lnTo>
                    <a:pt x="78085" y="62072"/>
                  </a:lnTo>
                  <a:cubicBezTo>
                    <a:pt x="78085" y="62072"/>
                    <a:pt x="80213" y="60629"/>
                    <a:pt x="84614" y="57491"/>
                  </a:cubicBezTo>
                  <a:cubicBezTo>
                    <a:pt x="86778" y="55904"/>
                    <a:pt x="89519" y="54353"/>
                    <a:pt x="91683" y="53163"/>
                  </a:cubicBezTo>
                  <a:cubicBezTo>
                    <a:pt x="92801" y="52586"/>
                    <a:pt x="93775" y="52117"/>
                    <a:pt x="94460" y="51756"/>
                  </a:cubicBezTo>
                  <a:cubicBezTo>
                    <a:pt x="95145" y="51432"/>
                    <a:pt x="95542" y="51215"/>
                    <a:pt x="95542" y="51215"/>
                  </a:cubicBezTo>
                  <a:cubicBezTo>
                    <a:pt x="95650" y="51179"/>
                    <a:pt x="95722" y="51071"/>
                    <a:pt x="95722" y="50927"/>
                  </a:cubicBezTo>
                  <a:cubicBezTo>
                    <a:pt x="95722" y="50819"/>
                    <a:pt x="95614" y="50710"/>
                    <a:pt x="95506" y="50674"/>
                  </a:cubicBezTo>
                  <a:cubicBezTo>
                    <a:pt x="93522" y="49989"/>
                    <a:pt x="91899" y="48330"/>
                    <a:pt x="90493" y="46130"/>
                  </a:cubicBezTo>
                  <a:cubicBezTo>
                    <a:pt x="89086" y="43930"/>
                    <a:pt x="87968" y="41189"/>
                    <a:pt x="86958" y="38412"/>
                  </a:cubicBezTo>
                  <a:cubicBezTo>
                    <a:pt x="84902" y="32749"/>
                    <a:pt x="81079" y="26798"/>
                    <a:pt x="77905" y="23804"/>
                  </a:cubicBezTo>
                  <a:cubicBezTo>
                    <a:pt x="76787" y="22794"/>
                    <a:pt x="75885" y="21929"/>
                    <a:pt x="75272" y="21063"/>
                  </a:cubicBezTo>
                  <a:cubicBezTo>
                    <a:pt x="74659" y="20198"/>
                    <a:pt x="74334" y="19332"/>
                    <a:pt x="74334" y="18214"/>
                  </a:cubicBezTo>
                  <a:cubicBezTo>
                    <a:pt x="74334" y="17312"/>
                    <a:pt x="74551" y="16194"/>
                    <a:pt x="75056" y="14824"/>
                  </a:cubicBezTo>
                  <a:cubicBezTo>
                    <a:pt x="75921" y="12515"/>
                    <a:pt x="78338" y="9414"/>
                    <a:pt x="80863" y="6781"/>
                  </a:cubicBezTo>
                  <a:cubicBezTo>
                    <a:pt x="82125" y="5482"/>
                    <a:pt x="83423" y="4292"/>
                    <a:pt x="84578" y="3354"/>
                  </a:cubicBezTo>
                  <a:cubicBezTo>
                    <a:pt x="85732" y="2453"/>
                    <a:pt x="86778" y="1803"/>
                    <a:pt x="87427" y="1551"/>
                  </a:cubicBezTo>
                  <a:cubicBezTo>
                    <a:pt x="88761" y="1118"/>
                    <a:pt x="90096" y="613"/>
                    <a:pt x="91070" y="613"/>
                  </a:cubicBezTo>
                  <a:close/>
                  <a:moveTo>
                    <a:pt x="91070" y="0"/>
                  </a:moveTo>
                  <a:cubicBezTo>
                    <a:pt x="89915" y="0"/>
                    <a:pt x="88545" y="541"/>
                    <a:pt x="87246" y="974"/>
                  </a:cubicBezTo>
                  <a:cubicBezTo>
                    <a:pt x="86453" y="1262"/>
                    <a:pt x="85407" y="1948"/>
                    <a:pt x="84217" y="2885"/>
                  </a:cubicBezTo>
                  <a:cubicBezTo>
                    <a:pt x="82450" y="4292"/>
                    <a:pt x="80358" y="6312"/>
                    <a:pt x="78554" y="8440"/>
                  </a:cubicBezTo>
                  <a:cubicBezTo>
                    <a:pt x="76751" y="10532"/>
                    <a:pt x="75200" y="12768"/>
                    <a:pt x="74515" y="14643"/>
                  </a:cubicBezTo>
                  <a:cubicBezTo>
                    <a:pt x="73974" y="16050"/>
                    <a:pt x="73721" y="17204"/>
                    <a:pt x="73721" y="18214"/>
                  </a:cubicBezTo>
                  <a:cubicBezTo>
                    <a:pt x="73721" y="19440"/>
                    <a:pt x="74118" y="20486"/>
                    <a:pt x="74767" y="21388"/>
                  </a:cubicBezTo>
                  <a:cubicBezTo>
                    <a:pt x="75453" y="22362"/>
                    <a:pt x="76390" y="23227"/>
                    <a:pt x="77508" y="24273"/>
                  </a:cubicBezTo>
                  <a:cubicBezTo>
                    <a:pt x="80574" y="27123"/>
                    <a:pt x="84397" y="33038"/>
                    <a:pt x="86381" y="38592"/>
                  </a:cubicBezTo>
                  <a:cubicBezTo>
                    <a:pt x="87391" y="41405"/>
                    <a:pt x="88545" y="44182"/>
                    <a:pt x="89988" y="46455"/>
                  </a:cubicBezTo>
                  <a:cubicBezTo>
                    <a:pt x="91288" y="48469"/>
                    <a:pt x="92822" y="50104"/>
                    <a:pt x="94696" y="50961"/>
                  </a:cubicBezTo>
                  <a:lnTo>
                    <a:pt x="94696" y="50961"/>
                  </a:lnTo>
                  <a:cubicBezTo>
                    <a:pt x="92972" y="51806"/>
                    <a:pt x="87861" y="54384"/>
                    <a:pt x="84253" y="56986"/>
                  </a:cubicBezTo>
                  <a:cubicBezTo>
                    <a:pt x="82053" y="58537"/>
                    <a:pt x="80430" y="59691"/>
                    <a:pt x="79348" y="60449"/>
                  </a:cubicBezTo>
                  <a:cubicBezTo>
                    <a:pt x="78807" y="60845"/>
                    <a:pt x="78410" y="61134"/>
                    <a:pt x="78158" y="61314"/>
                  </a:cubicBezTo>
                  <a:cubicBezTo>
                    <a:pt x="77968" y="61432"/>
                    <a:pt x="77857" y="61504"/>
                    <a:pt x="77802" y="61540"/>
                  </a:cubicBezTo>
                  <a:lnTo>
                    <a:pt x="77802" y="61540"/>
                  </a:lnTo>
                  <a:cubicBezTo>
                    <a:pt x="77579" y="61605"/>
                    <a:pt x="76171" y="62029"/>
                    <a:pt x="74551" y="62757"/>
                  </a:cubicBezTo>
                  <a:cubicBezTo>
                    <a:pt x="72748" y="63550"/>
                    <a:pt x="70692" y="64704"/>
                    <a:pt x="69501" y="66255"/>
                  </a:cubicBezTo>
                  <a:cubicBezTo>
                    <a:pt x="67589" y="68714"/>
                    <a:pt x="66648" y="70458"/>
                    <a:pt x="66397" y="70970"/>
                  </a:cubicBezTo>
                  <a:lnTo>
                    <a:pt x="66397" y="70970"/>
                  </a:lnTo>
                  <a:cubicBezTo>
                    <a:pt x="65525" y="71123"/>
                    <a:pt x="60874" y="71964"/>
                    <a:pt x="55580" y="73361"/>
                  </a:cubicBezTo>
                  <a:cubicBezTo>
                    <a:pt x="52658" y="74154"/>
                    <a:pt x="49520" y="75092"/>
                    <a:pt x="46707" y="76174"/>
                  </a:cubicBezTo>
                  <a:cubicBezTo>
                    <a:pt x="43936" y="77240"/>
                    <a:pt x="41514" y="78446"/>
                    <a:pt x="39891" y="79826"/>
                  </a:cubicBezTo>
                  <a:lnTo>
                    <a:pt x="39891" y="79826"/>
                  </a:lnTo>
                  <a:cubicBezTo>
                    <a:pt x="39591" y="79907"/>
                    <a:pt x="37413" y="80508"/>
                    <a:pt x="34769" y="81512"/>
                  </a:cubicBezTo>
                  <a:cubicBezTo>
                    <a:pt x="31920" y="82594"/>
                    <a:pt x="28601" y="84145"/>
                    <a:pt x="26582" y="86056"/>
                  </a:cubicBezTo>
                  <a:cubicBezTo>
                    <a:pt x="24562" y="87968"/>
                    <a:pt x="23119" y="90601"/>
                    <a:pt x="22181" y="92801"/>
                  </a:cubicBezTo>
                  <a:cubicBezTo>
                    <a:pt x="21351" y="94750"/>
                    <a:pt x="20888" y="96331"/>
                    <a:pt x="20793" y="96666"/>
                  </a:cubicBezTo>
                  <a:lnTo>
                    <a:pt x="20793" y="96666"/>
                  </a:lnTo>
                  <a:cubicBezTo>
                    <a:pt x="20662" y="96780"/>
                    <a:pt x="20391" y="97010"/>
                    <a:pt x="20017" y="97309"/>
                  </a:cubicBezTo>
                  <a:cubicBezTo>
                    <a:pt x="19224" y="97958"/>
                    <a:pt x="17962" y="98968"/>
                    <a:pt x="16699" y="99978"/>
                  </a:cubicBezTo>
                  <a:cubicBezTo>
                    <a:pt x="15401" y="100952"/>
                    <a:pt x="14066" y="101890"/>
                    <a:pt x="13201" y="102395"/>
                  </a:cubicBezTo>
                  <a:cubicBezTo>
                    <a:pt x="10712" y="103729"/>
                    <a:pt x="6564" y="106362"/>
                    <a:pt x="4509" y="112530"/>
                  </a:cubicBezTo>
                  <a:cubicBezTo>
                    <a:pt x="3499" y="115595"/>
                    <a:pt x="2381" y="120500"/>
                    <a:pt x="1515" y="124684"/>
                  </a:cubicBezTo>
                  <a:cubicBezTo>
                    <a:pt x="649" y="128868"/>
                    <a:pt x="36" y="132294"/>
                    <a:pt x="36" y="132294"/>
                  </a:cubicBezTo>
                  <a:cubicBezTo>
                    <a:pt x="0" y="132439"/>
                    <a:pt x="72" y="132583"/>
                    <a:pt x="181" y="132619"/>
                  </a:cubicBezTo>
                  <a:lnTo>
                    <a:pt x="6492" y="135540"/>
                  </a:lnTo>
                  <a:cubicBezTo>
                    <a:pt x="6528" y="135558"/>
                    <a:pt x="6573" y="135567"/>
                    <a:pt x="6618" y="135567"/>
                  </a:cubicBezTo>
                  <a:cubicBezTo>
                    <a:pt x="6664" y="135567"/>
                    <a:pt x="6709" y="135558"/>
                    <a:pt x="6745" y="135540"/>
                  </a:cubicBezTo>
                  <a:cubicBezTo>
                    <a:pt x="6853" y="135468"/>
                    <a:pt x="6889" y="135396"/>
                    <a:pt x="6889" y="135288"/>
                  </a:cubicBezTo>
                  <a:cubicBezTo>
                    <a:pt x="6925" y="135144"/>
                    <a:pt x="7141" y="131681"/>
                    <a:pt x="12515" y="126415"/>
                  </a:cubicBezTo>
                  <a:cubicBezTo>
                    <a:pt x="15365" y="123602"/>
                    <a:pt x="17637" y="119887"/>
                    <a:pt x="19296" y="116858"/>
                  </a:cubicBezTo>
                  <a:cubicBezTo>
                    <a:pt x="20090" y="115307"/>
                    <a:pt x="20775" y="113972"/>
                    <a:pt x="21244" y="112962"/>
                  </a:cubicBezTo>
                  <a:cubicBezTo>
                    <a:pt x="21460" y="112457"/>
                    <a:pt x="21676" y="112061"/>
                    <a:pt x="21821" y="111772"/>
                  </a:cubicBezTo>
                  <a:cubicBezTo>
                    <a:pt x="21893" y="111664"/>
                    <a:pt x="21929" y="111556"/>
                    <a:pt x="22001" y="111484"/>
                  </a:cubicBezTo>
                  <a:lnTo>
                    <a:pt x="22032" y="111422"/>
                  </a:lnTo>
                  <a:lnTo>
                    <a:pt x="22032" y="111422"/>
                  </a:lnTo>
                  <a:cubicBezTo>
                    <a:pt x="22072" y="111393"/>
                    <a:pt x="22134" y="111359"/>
                    <a:pt x="22217" y="111303"/>
                  </a:cubicBezTo>
                  <a:cubicBezTo>
                    <a:pt x="23547" y="110473"/>
                    <a:pt x="30999" y="105570"/>
                    <a:pt x="32191" y="104804"/>
                  </a:cubicBezTo>
                  <a:lnTo>
                    <a:pt x="32191" y="104804"/>
                  </a:lnTo>
                  <a:cubicBezTo>
                    <a:pt x="33450" y="105644"/>
                    <a:pt x="40477" y="110105"/>
                    <a:pt x="48366" y="111447"/>
                  </a:cubicBezTo>
                  <a:cubicBezTo>
                    <a:pt x="51143" y="111916"/>
                    <a:pt x="53993" y="112097"/>
                    <a:pt x="56589" y="112097"/>
                  </a:cubicBezTo>
                  <a:cubicBezTo>
                    <a:pt x="61074" y="112097"/>
                    <a:pt x="64816" y="111609"/>
                    <a:pt x="66140" y="111416"/>
                  </a:cubicBezTo>
                  <a:lnTo>
                    <a:pt x="66140" y="111416"/>
                  </a:lnTo>
                  <a:lnTo>
                    <a:pt x="63675" y="119111"/>
                  </a:lnTo>
                  <a:lnTo>
                    <a:pt x="63675" y="119111"/>
                  </a:lnTo>
                  <a:cubicBezTo>
                    <a:pt x="63317" y="119290"/>
                    <a:pt x="61962" y="119903"/>
                    <a:pt x="60449" y="120861"/>
                  </a:cubicBezTo>
                  <a:cubicBezTo>
                    <a:pt x="58717" y="121943"/>
                    <a:pt x="56734" y="123422"/>
                    <a:pt x="55904" y="125153"/>
                  </a:cubicBezTo>
                  <a:cubicBezTo>
                    <a:pt x="55111" y="126776"/>
                    <a:pt x="52875" y="130671"/>
                    <a:pt x="50819" y="134170"/>
                  </a:cubicBezTo>
                  <a:cubicBezTo>
                    <a:pt x="49809" y="135901"/>
                    <a:pt x="48835" y="137524"/>
                    <a:pt x="48114" y="138750"/>
                  </a:cubicBezTo>
                  <a:cubicBezTo>
                    <a:pt x="47392" y="139941"/>
                    <a:pt x="46923" y="140734"/>
                    <a:pt x="46923" y="140734"/>
                  </a:cubicBezTo>
                  <a:cubicBezTo>
                    <a:pt x="46851" y="140842"/>
                    <a:pt x="46887" y="141023"/>
                    <a:pt x="46996" y="141095"/>
                  </a:cubicBezTo>
                  <a:lnTo>
                    <a:pt x="52261" y="145387"/>
                  </a:lnTo>
                  <a:cubicBezTo>
                    <a:pt x="52315" y="145423"/>
                    <a:pt x="52388" y="145441"/>
                    <a:pt x="52460" y="145441"/>
                  </a:cubicBezTo>
                  <a:cubicBezTo>
                    <a:pt x="52532" y="145441"/>
                    <a:pt x="52604" y="145423"/>
                    <a:pt x="52658" y="145387"/>
                  </a:cubicBezTo>
                  <a:cubicBezTo>
                    <a:pt x="52658" y="145387"/>
                    <a:pt x="52730" y="145315"/>
                    <a:pt x="52911" y="145206"/>
                  </a:cubicBezTo>
                  <a:cubicBezTo>
                    <a:pt x="54029" y="144341"/>
                    <a:pt x="59078" y="140662"/>
                    <a:pt x="65823" y="137235"/>
                  </a:cubicBezTo>
                  <a:cubicBezTo>
                    <a:pt x="69718" y="135252"/>
                    <a:pt x="72170" y="133557"/>
                    <a:pt x="73902" y="131753"/>
                  </a:cubicBezTo>
                  <a:cubicBezTo>
                    <a:pt x="75669" y="129950"/>
                    <a:pt x="76715" y="128074"/>
                    <a:pt x="77869" y="125766"/>
                  </a:cubicBezTo>
                  <a:cubicBezTo>
                    <a:pt x="78987" y="123458"/>
                    <a:pt x="80249" y="120104"/>
                    <a:pt x="81259" y="117218"/>
                  </a:cubicBezTo>
                  <a:cubicBezTo>
                    <a:pt x="81728" y="115812"/>
                    <a:pt x="82161" y="114477"/>
                    <a:pt x="82486" y="113467"/>
                  </a:cubicBezTo>
                  <a:cubicBezTo>
                    <a:pt x="82630" y="112962"/>
                    <a:pt x="82774" y="112566"/>
                    <a:pt x="82882" y="112241"/>
                  </a:cubicBezTo>
                  <a:cubicBezTo>
                    <a:pt x="82954" y="111880"/>
                    <a:pt x="83027" y="111664"/>
                    <a:pt x="83027" y="111556"/>
                  </a:cubicBezTo>
                  <a:cubicBezTo>
                    <a:pt x="83027" y="111520"/>
                    <a:pt x="83063" y="111411"/>
                    <a:pt x="83135" y="111267"/>
                  </a:cubicBezTo>
                  <a:cubicBezTo>
                    <a:pt x="83387" y="110834"/>
                    <a:pt x="83964" y="110041"/>
                    <a:pt x="84505" y="108851"/>
                  </a:cubicBezTo>
                  <a:cubicBezTo>
                    <a:pt x="85046" y="107660"/>
                    <a:pt x="85587" y="106037"/>
                    <a:pt x="85732" y="103909"/>
                  </a:cubicBezTo>
                  <a:lnTo>
                    <a:pt x="86045" y="99238"/>
                  </a:lnTo>
                  <a:lnTo>
                    <a:pt x="86045" y="99238"/>
                  </a:lnTo>
                  <a:lnTo>
                    <a:pt x="97667" y="88792"/>
                  </a:lnTo>
                  <a:lnTo>
                    <a:pt x="97670" y="88797"/>
                  </a:lnTo>
                  <a:cubicBezTo>
                    <a:pt x="97670" y="88797"/>
                    <a:pt x="107011" y="85082"/>
                    <a:pt x="114802" y="76498"/>
                  </a:cubicBezTo>
                  <a:cubicBezTo>
                    <a:pt x="118697" y="72206"/>
                    <a:pt x="120969" y="69033"/>
                    <a:pt x="122340" y="65931"/>
                  </a:cubicBezTo>
                  <a:cubicBezTo>
                    <a:pt x="123746" y="62829"/>
                    <a:pt x="124251" y="59835"/>
                    <a:pt x="124648" y="56012"/>
                  </a:cubicBezTo>
                  <a:cubicBezTo>
                    <a:pt x="125045" y="52225"/>
                    <a:pt x="126019" y="42776"/>
                    <a:pt x="126920" y="34228"/>
                  </a:cubicBezTo>
                  <a:cubicBezTo>
                    <a:pt x="127353" y="29936"/>
                    <a:pt x="127786" y="25896"/>
                    <a:pt x="128110" y="22867"/>
                  </a:cubicBezTo>
                  <a:cubicBezTo>
                    <a:pt x="128255" y="21388"/>
                    <a:pt x="128399" y="20126"/>
                    <a:pt x="128507" y="19260"/>
                  </a:cubicBezTo>
                  <a:cubicBezTo>
                    <a:pt x="128543" y="18827"/>
                    <a:pt x="128579" y="18466"/>
                    <a:pt x="128615" y="18214"/>
                  </a:cubicBezTo>
                  <a:cubicBezTo>
                    <a:pt x="128652" y="18106"/>
                    <a:pt x="128652" y="17998"/>
                    <a:pt x="128652" y="17925"/>
                  </a:cubicBezTo>
                  <a:lnTo>
                    <a:pt x="128652" y="17853"/>
                  </a:lnTo>
                  <a:lnTo>
                    <a:pt x="128688" y="17817"/>
                  </a:lnTo>
                  <a:cubicBezTo>
                    <a:pt x="128688" y="17745"/>
                    <a:pt x="128760" y="17529"/>
                    <a:pt x="128904" y="17276"/>
                  </a:cubicBezTo>
                  <a:cubicBezTo>
                    <a:pt x="129084" y="16879"/>
                    <a:pt x="129373" y="16375"/>
                    <a:pt x="129734" y="15942"/>
                  </a:cubicBezTo>
                  <a:cubicBezTo>
                    <a:pt x="130094" y="15509"/>
                    <a:pt x="130491" y="15184"/>
                    <a:pt x="130888" y="15148"/>
                  </a:cubicBezTo>
                  <a:lnTo>
                    <a:pt x="130924" y="15148"/>
                  </a:lnTo>
                  <a:cubicBezTo>
                    <a:pt x="130996" y="15148"/>
                    <a:pt x="131284" y="15220"/>
                    <a:pt x="131609" y="15365"/>
                  </a:cubicBezTo>
                  <a:cubicBezTo>
                    <a:pt x="132763" y="15942"/>
                    <a:pt x="134747" y="17493"/>
                    <a:pt x="136550" y="18935"/>
                  </a:cubicBezTo>
                  <a:cubicBezTo>
                    <a:pt x="137452" y="19657"/>
                    <a:pt x="138317" y="20342"/>
                    <a:pt x="139003" y="20919"/>
                  </a:cubicBezTo>
                  <a:cubicBezTo>
                    <a:pt x="139688" y="21460"/>
                    <a:pt x="140193" y="21893"/>
                    <a:pt x="140445" y="22037"/>
                  </a:cubicBezTo>
                  <a:cubicBezTo>
                    <a:pt x="140914" y="22362"/>
                    <a:pt x="141564" y="22614"/>
                    <a:pt x="142213" y="22614"/>
                  </a:cubicBezTo>
                  <a:cubicBezTo>
                    <a:pt x="142682" y="22614"/>
                    <a:pt x="143114" y="22506"/>
                    <a:pt x="143475" y="22181"/>
                  </a:cubicBezTo>
                  <a:cubicBezTo>
                    <a:pt x="143836" y="21857"/>
                    <a:pt x="144088" y="21352"/>
                    <a:pt x="144160" y="20703"/>
                  </a:cubicBezTo>
                  <a:cubicBezTo>
                    <a:pt x="144160" y="20594"/>
                    <a:pt x="144160" y="20450"/>
                    <a:pt x="144160" y="20306"/>
                  </a:cubicBezTo>
                  <a:cubicBezTo>
                    <a:pt x="144160" y="19044"/>
                    <a:pt x="143691" y="17204"/>
                    <a:pt x="142501" y="14932"/>
                  </a:cubicBezTo>
                  <a:cubicBezTo>
                    <a:pt x="141347" y="12696"/>
                    <a:pt x="139508" y="10063"/>
                    <a:pt x="136767" y="7358"/>
                  </a:cubicBezTo>
                  <a:cubicBezTo>
                    <a:pt x="134675" y="5230"/>
                    <a:pt x="132799" y="3787"/>
                    <a:pt x="131140" y="2849"/>
                  </a:cubicBezTo>
                  <a:cubicBezTo>
                    <a:pt x="129517" y="1912"/>
                    <a:pt x="128147" y="1479"/>
                    <a:pt x="127028" y="1479"/>
                  </a:cubicBezTo>
                  <a:cubicBezTo>
                    <a:pt x="126235" y="1479"/>
                    <a:pt x="125550" y="1731"/>
                    <a:pt x="125117" y="2200"/>
                  </a:cubicBezTo>
                  <a:cubicBezTo>
                    <a:pt x="124756" y="2597"/>
                    <a:pt x="124540" y="3138"/>
                    <a:pt x="124396" y="3751"/>
                  </a:cubicBezTo>
                  <a:cubicBezTo>
                    <a:pt x="124215" y="4653"/>
                    <a:pt x="124215" y="5735"/>
                    <a:pt x="124179" y="7033"/>
                  </a:cubicBezTo>
                  <a:cubicBezTo>
                    <a:pt x="124143" y="8332"/>
                    <a:pt x="124035" y="9846"/>
                    <a:pt x="123710" y="11542"/>
                  </a:cubicBezTo>
                  <a:cubicBezTo>
                    <a:pt x="123278" y="13778"/>
                    <a:pt x="121654" y="19116"/>
                    <a:pt x="119779" y="24814"/>
                  </a:cubicBezTo>
                  <a:cubicBezTo>
                    <a:pt x="117904" y="30513"/>
                    <a:pt x="115812" y="36608"/>
                    <a:pt x="114405" y="40540"/>
                  </a:cubicBezTo>
                  <a:cubicBezTo>
                    <a:pt x="112674" y="45373"/>
                    <a:pt x="112349" y="51215"/>
                    <a:pt x="112349" y="55075"/>
                  </a:cubicBezTo>
                  <a:cubicBezTo>
                    <a:pt x="112349" y="57010"/>
                    <a:pt x="112439" y="58429"/>
                    <a:pt x="112477" y="58941"/>
                  </a:cubicBezTo>
                  <a:lnTo>
                    <a:pt x="112477" y="58941"/>
                  </a:lnTo>
                  <a:cubicBezTo>
                    <a:pt x="111604" y="59257"/>
                    <a:pt x="108459" y="60490"/>
                    <a:pt x="106110" y="62252"/>
                  </a:cubicBezTo>
                  <a:cubicBezTo>
                    <a:pt x="104775" y="63262"/>
                    <a:pt x="103044" y="64452"/>
                    <a:pt x="101673" y="65426"/>
                  </a:cubicBezTo>
                  <a:cubicBezTo>
                    <a:pt x="100988" y="65895"/>
                    <a:pt x="100411" y="66291"/>
                    <a:pt x="99978" y="66616"/>
                  </a:cubicBezTo>
                  <a:cubicBezTo>
                    <a:pt x="99741" y="66774"/>
                    <a:pt x="99558" y="66900"/>
                    <a:pt x="99441" y="66981"/>
                  </a:cubicBezTo>
                  <a:lnTo>
                    <a:pt x="99441" y="66981"/>
                  </a:lnTo>
                  <a:lnTo>
                    <a:pt x="98825" y="66683"/>
                  </a:lnTo>
                  <a:lnTo>
                    <a:pt x="98825" y="66683"/>
                  </a:lnTo>
                  <a:cubicBezTo>
                    <a:pt x="99364" y="66134"/>
                    <a:pt x="100585" y="64872"/>
                    <a:pt x="101926" y="63370"/>
                  </a:cubicBezTo>
                  <a:cubicBezTo>
                    <a:pt x="103729" y="61350"/>
                    <a:pt x="105785" y="58862"/>
                    <a:pt x="106795" y="57022"/>
                  </a:cubicBezTo>
                  <a:cubicBezTo>
                    <a:pt x="107408" y="55832"/>
                    <a:pt x="107913" y="55002"/>
                    <a:pt x="108238" y="54353"/>
                  </a:cubicBezTo>
                  <a:cubicBezTo>
                    <a:pt x="108562" y="53704"/>
                    <a:pt x="108779" y="53199"/>
                    <a:pt x="108779" y="52622"/>
                  </a:cubicBezTo>
                  <a:cubicBezTo>
                    <a:pt x="108779" y="52081"/>
                    <a:pt x="108562" y="51540"/>
                    <a:pt x="108238" y="50819"/>
                  </a:cubicBezTo>
                  <a:cubicBezTo>
                    <a:pt x="107949" y="50242"/>
                    <a:pt x="107264" y="49196"/>
                    <a:pt x="106290" y="47861"/>
                  </a:cubicBezTo>
                  <a:cubicBezTo>
                    <a:pt x="103405" y="43822"/>
                    <a:pt x="98103" y="37185"/>
                    <a:pt x="95434" y="33723"/>
                  </a:cubicBezTo>
                  <a:cubicBezTo>
                    <a:pt x="93630" y="31451"/>
                    <a:pt x="91647" y="28349"/>
                    <a:pt x="90024" y="25572"/>
                  </a:cubicBezTo>
                  <a:cubicBezTo>
                    <a:pt x="88365" y="22794"/>
                    <a:pt x="87030" y="20306"/>
                    <a:pt x="86597" y="19224"/>
                  </a:cubicBezTo>
                  <a:cubicBezTo>
                    <a:pt x="86164" y="18142"/>
                    <a:pt x="85984" y="17060"/>
                    <a:pt x="85984" y="16050"/>
                  </a:cubicBezTo>
                  <a:cubicBezTo>
                    <a:pt x="85984" y="15040"/>
                    <a:pt x="86164" y="14138"/>
                    <a:pt x="86489" y="13381"/>
                  </a:cubicBezTo>
                  <a:cubicBezTo>
                    <a:pt x="86561" y="13273"/>
                    <a:pt x="86705" y="13056"/>
                    <a:pt x="86922" y="12804"/>
                  </a:cubicBezTo>
                  <a:cubicBezTo>
                    <a:pt x="87715" y="12010"/>
                    <a:pt x="89338" y="10820"/>
                    <a:pt x="90781" y="9305"/>
                  </a:cubicBezTo>
                  <a:cubicBezTo>
                    <a:pt x="92224" y="7827"/>
                    <a:pt x="93522" y="5987"/>
                    <a:pt x="93594" y="3751"/>
                  </a:cubicBezTo>
                  <a:cubicBezTo>
                    <a:pt x="93594" y="3679"/>
                    <a:pt x="93594" y="3571"/>
                    <a:pt x="93594" y="3499"/>
                  </a:cubicBezTo>
                  <a:cubicBezTo>
                    <a:pt x="93594" y="2236"/>
                    <a:pt x="93342" y="1371"/>
                    <a:pt x="92909" y="794"/>
                  </a:cubicBezTo>
                  <a:cubicBezTo>
                    <a:pt x="92693" y="505"/>
                    <a:pt x="92404" y="289"/>
                    <a:pt x="92079" y="180"/>
                  </a:cubicBezTo>
                  <a:cubicBezTo>
                    <a:pt x="91791" y="36"/>
                    <a:pt x="91430" y="0"/>
                    <a:pt x="910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2" name="Google Shape;2462;g312bfb4b743_5_798"/>
            <p:cNvSpPr/>
            <p:nvPr/>
          </p:nvSpPr>
          <p:spPr>
            <a:xfrm>
              <a:off x="2728875" y="2701500"/>
              <a:ext cx="2002650" cy="1227200"/>
            </a:xfrm>
            <a:custGeom>
              <a:avLst/>
              <a:gdLst/>
              <a:ahLst/>
              <a:cxnLst/>
              <a:rect l="l" t="t" r="r" b="b"/>
              <a:pathLst>
                <a:path w="80106" h="49088" extrusionOk="0">
                  <a:moveTo>
                    <a:pt x="57852" y="0"/>
                  </a:moveTo>
                  <a:cubicBezTo>
                    <a:pt x="56446" y="0"/>
                    <a:pt x="54714" y="109"/>
                    <a:pt x="53055" y="289"/>
                  </a:cubicBezTo>
                  <a:cubicBezTo>
                    <a:pt x="51468" y="2525"/>
                    <a:pt x="50783" y="3896"/>
                    <a:pt x="50783" y="3896"/>
                  </a:cubicBezTo>
                  <a:cubicBezTo>
                    <a:pt x="50783" y="3896"/>
                    <a:pt x="30513" y="7394"/>
                    <a:pt x="24238" y="12768"/>
                  </a:cubicBezTo>
                  <a:cubicBezTo>
                    <a:pt x="24238" y="12768"/>
                    <a:pt x="14932" y="15221"/>
                    <a:pt x="11001" y="18936"/>
                  </a:cubicBezTo>
                  <a:cubicBezTo>
                    <a:pt x="7070" y="22651"/>
                    <a:pt x="5266" y="29467"/>
                    <a:pt x="5266" y="29467"/>
                  </a:cubicBezTo>
                  <a:cubicBezTo>
                    <a:pt x="5266" y="29467"/>
                    <a:pt x="2489" y="31848"/>
                    <a:pt x="1" y="33651"/>
                  </a:cubicBezTo>
                  <a:cubicBezTo>
                    <a:pt x="364" y="33624"/>
                    <a:pt x="773" y="33606"/>
                    <a:pt x="1210" y="33606"/>
                  </a:cubicBezTo>
                  <a:cubicBezTo>
                    <a:pt x="3118" y="33606"/>
                    <a:pt x="5553" y="33951"/>
                    <a:pt x="6962" y="35418"/>
                  </a:cubicBezTo>
                  <a:cubicBezTo>
                    <a:pt x="8729" y="37258"/>
                    <a:pt x="8585" y="40504"/>
                    <a:pt x="8332" y="42379"/>
                  </a:cubicBezTo>
                  <a:cubicBezTo>
                    <a:pt x="11398" y="40396"/>
                    <a:pt x="16375" y="37113"/>
                    <a:pt x="16375" y="37113"/>
                  </a:cubicBezTo>
                  <a:cubicBezTo>
                    <a:pt x="16375" y="37113"/>
                    <a:pt x="23985" y="42379"/>
                    <a:pt x="32641" y="43822"/>
                  </a:cubicBezTo>
                  <a:cubicBezTo>
                    <a:pt x="35381" y="44292"/>
                    <a:pt x="38212" y="44452"/>
                    <a:pt x="40799" y="44452"/>
                  </a:cubicBezTo>
                  <a:cubicBezTo>
                    <a:pt x="46352" y="44452"/>
                    <a:pt x="50783" y="43714"/>
                    <a:pt x="50783" y="43714"/>
                  </a:cubicBezTo>
                  <a:lnTo>
                    <a:pt x="50783" y="43714"/>
                  </a:lnTo>
                  <a:lnTo>
                    <a:pt x="50350" y="45048"/>
                  </a:lnTo>
                  <a:cubicBezTo>
                    <a:pt x="51450" y="44242"/>
                    <a:pt x="53412" y="43153"/>
                    <a:pt x="56145" y="43153"/>
                  </a:cubicBezTo>
                  <a:cubicBezTo>
                    <a:pt x="57445" y="43153"/>
                    <a:pt x="58919" y="43399"/>
                    <a:pt x="60557" y="44038"/>
                  </a:cubicBezTo>
                  <a:cubicBezTo>
                    <a:pt x="63334" y="45156"/>
                    <a:pt x="64741" y="47068"/>
                    <a:pt x="65390" y="49088"/>
                  </a:cubicBezTo>
                  <a:cubicBezTo>
                    <a:pt x="66256" y="46563"/>
                    <a:pt x="66905" y="44507"/>
                    <a:pt x="66941" y="44147"/>
                  </a:cubicBezTo>
                  <a:cubicBezTo>
                    <a:pt x="67049" y="43389"/>
                    <a:pt x="69285" y="41369"/>
                    <a:pt x="69646" y="36536"/>
                  </a:cubicBezTo>
                  <a:lnTo>
                    <a:pt x="69971" y="31703"/>
                  </a:lnTo>
                  <a:lnTo>
                    <a:pt x="79889" y="22831"/>
                  </a:lnTo>
                  <a:cubicBezTo>
                    <a:pt x="80106" y="20667"/>
                    <a:pt x="79817" y="17349"/>
                    <a:pt x="77833" y="12768"/>
                  </a:cubicBezTo>
                  <a:cubicBezTo>
                    <a:pt x="73902" y="3787"/>
                    <a:pt x="61351" y="0"/>
                    <a:pt x="5785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3" name="Google Shape;2463;g312bfb4b743_5_798"/>
            <p:cNvSpPr/>
            <p:nvPr/>
          </p:nvSpPr>
          <p:spPr>
            <a:xfrm>
              <a:off x="2941675" y="3491375"/>
              <a:ext cx="1069400" cy="313800"/>
            </a:xfrm>
            <a:custGeom>
              <a:avLst/>
              <a:gdLst/>
              <a:ahLst/>
              <a:cxnLst/>
              <a:rect l="l" t="t" r="r" b="b"/>
              <a:pathLst>
                <a:path w="42776" h="12552" extrusionOk="0">
                  <a:moveTo>
                    <a:pt x="8620" y="0"/>
                  </a:moveTo>
                  <a:cubicBezTo>
                    <a:pt x="8620" y="0"/>
                    <a:pt x="7683" y="2777"/>
                    <a:pt x="5122" y="3715"/>
                  </a:cubicBezTo>
                  <a:cubicBezTo>
                    <a:pt x="3968" y="4148"/>
                    <a:pt x="1912" y="5194"/>
                    <a:pt x="0" y="6204"/>
                  </a:cubicBezTo>
                  <a:cubicBezTo>
                    <a:pt x="217" y="7033"/>
                    <a:pt x="289" y="7899"/>
                    <a:pt x="289" y="8692"/>
                  </a:cubicBezTo>
                  <a:cubicBezTo>
                    <a:pt x="289" y="9233"/>
                    <a:pt x="253" y="9738"/>
                    <a:pt x="217" y="10171"/>
                  </a:cubicBezTo>
                  <a:cubicBezTo>
                    <a:pt x="2453" y="8692"/>
                    <a:pt x="5447" y="6745"/>
                    <a:pt x="6853" y="5807"/>
                  </a:cubicBezTo>
                  <a:cubicBezTo>
                    <a:pt x="7394" y="5446"/>
                    <a:pt x="7683" y="5266"/>
                    <a:pt x="7683" y="5266"/>
                  </a:cubicBezTo>
                  <a:cubicBezTo>
                    <a:pt x="7755" y="5230"/>
                    <a:pt x="7791" y="5194"/>
                    <a:pt x="7863" y="5194"/>
                  </a:cubicBezTo>
                  <a:cubicBezTo>
                    <a:pt x="7935" y="5194"/>
                    <a:pt x="7971" y="5230"/>
                    <a:pt x="8043" y="5266"/>
                  </a:cubicBezTo>
                  <a:cubicBezTo>
                    <a:pt x="8043" y="5266"/>
                    <a:pt x="8043" y="5266"/>
                    <a:pt x="8115" y="5302"/>
                  </a:cubicBezTo>
                  <a:cubicBezTo>
                    <a:pt x="8188" y="5338"/>
                    <a:pt x="8260" y="5410"/>
                    <a:pt x="8368" y="5482"/>
                  </a:cubicBezTo>
                  <a:cubicBezTo>
                    <a:pt x="8584" y="5627"/>
                    <a:pt x="8909" y="5843"/>
                    <a:pt x="9342" y="6096"/>
                  </a:cubicBezTo>
                  <a:cubicBezTo>
                    <a:pt x="10171" y="6600"/>
                    <a:pt x="11398" y="7322"/>
                    <a:pt x="12876" y="8043"/>
                  </a:cubicBezTo>
                  <a:cubicBezTo>
                    <a:pt x="15870" y="9558"/>
                    <a:pt x="19909" y="11217"/>
                    <a:pt x="24165" y="11938"/>
                  </a:cubicBezTo>
                  <a:cubicBezTo>
                    <a:pt x="26870" y="12407"/>
                    <a:pt x="29684" y="12552"/>
                    <a:pt x="32280" y="12552"/>
                  </a:cubicBezTo>
                  <a:cubicBezTo>
                    <a:pt x="36428" y="12552"/>
                    <a:pt x="39963" y="12155"/>
                    <a:pt x="41478" y="11938"/>
                  </a:cubicBezTo>
                  <a:cubicBezTo>
                    <a:pt x="41802" y="11902"/>
                    <a:pt x="42055" y="11866"/>
                    <a:pt x="42163" y="11830"/>
                  </a:cubicBezTo>
                  <a:cubicBezTo>
                    <a:pt x="42596" y="10640"/>
                    <a:pt x="42776" y="9378"/>
                    <a:pt x="42019" y="8873"/>
                  </a:cubicBezTo>
                  <a:cubicBezTo>
                    <a:pt x="40612" y="7935"/>
                    <a:pt x="41081" y="5375"/>
                    <a:pt x="41081" y="5374"/>
                  </a:cubicBezTo>
                  <a:lnTo>
                    <a:pt x="41081" y="5374"/>
                  </a:lnTo>
                  <a:cubicBezTo>
                    <a:pt x="41081" y="5375"/>
                    <a:pt x="40287" y="7142"/>
                    <a:pt x="34697" y="7719"/>
                  </a:cubicBezTo>
                  <a:cubicBezTo>
                    <a:pt x="33651" y="8981"/>
                    <a:pt x="32389" y="9414"/>
                    <a:pt x="31162" y="9414"/>
                  </a:cubicBezTo>
                  <a:cubicBezTo>
                    <a:pt x="29215" y="9414"/>
                    <a:pt x="27303" y="8296"/>
                    <a:pt x="26257" y="7466"/>
                  </a:cubicBezTo>
                  <a:cubicBezTo>
                    <a:pt x="17781" y="5735"/>
                    <a:pt x="8620" y="0"/>
                    <a:pt x="86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4" name="Google Shape;2464;g312bfb4b743_5_798"/>
            <p:cNvSpPr/>
            <p:nvPr/>
          </p:nvSpPr>
          <p:spPr>
            <a:xfrm>
              <a:off x="4294200" y="3286675"/>
              <a:ext cx="393150" cy="620400"/>
            </a:xfrm>
            <a:custGeom>
              <a:avLst/>
              <a:gdLst/>
              <a:ahLst/>
              <a:cxnLst/>
              <a:rect l="l" t="t" r="r" b="b"/>
              <a:pathLst>
                <a:path w="15726" h="24816" extrusionOk="0">
                  <a:moveTo>
                    <a:pt x="15256" y="1"/>
                  </a:moveTo>
                  <a:lnTo>
                    <a:pt x="5663" y="4437"/>
                  </a:lnTo>
                  <a:cubicBezTo>
                    <a:pt x="5663" y="4437"/>
                    <a:pt x="6131" y="11687"/>
                    <a:pt x="3571" y="15402"/>
                  </a:cubicBezTo>
                  <a:cubicBezTo>
                    <a:pt x="1010" y="19153"/>
                    <a:pt x="72" y="20307"/>
                    <a:pt x="72" y="20307"/>
                  </a:cubicBezTo>
                  <a:cubicBezTo>
                    <a:pt x="72" y="20307"/>
                    <a:pt x="72" y="20740"/>
                    <a:pt x="0" y="21389"/>
                  </a:cubicBezTo>
                  <a:cubicBezTo>
                    <a:pt x="1335" y="22327"/>
                    <a:pt x="2236" y="23517"/>
                    <a:pt x="2777" y="24815"/>
                  </a:cubicBezTo>
                  <a:cubicBezTo>
                    <a:pt x="3282" y="23264"/>
                    <a:pt x="3715" y="21966"/>
                    <a:pt x="3895" y="21244"/>
                  </a:cubicBezTo>
                  <a:cubicBezTo>
                    <a:pt x="3967" y="20956"/>
                    <a:pt x="4040" y="20776"/>
                    <a:pt x="4040" y="20703"/>
                  </a:cubicBezTo>
                  <a:cubicBezTo>
                    <a:pt x="4040" y="20559"/>
                    <a:pt x="4112" y="20415"/>
                    <a:pt x="4184" y="20271"/>
                  </a:cubicBezTo>
                  <a:cubicBezTo>
                    <a:pt x="4292" y="20126"/>
                    <a:pt x="4364" y="19946"/>
                    <a:pt x="4508" y="19766"/>
                  </a:cubicBezTo>
                  <a:cubicBezTo>
                    <a:pt x="4725" y="19369"/>
                    <a:pt x="5013" y="18900"/>
                    <a:pt x="5338" y="18323"/>
                  </a:cubicBezTo>
                  <a:cubicBezTo>
                    <a:pt x="5915" y="17133"/>
                    <a:pt x="6564" y="15474"/>
                    <a:pt x="6709" y="13093"/>
                  </a:cubicBezTo>
                  <a:cubicBezTo>
                    <a:pt x="6889" y="10713"/>
                    <a:pt x="6961" y="9487"/>
                    <a:pt x="7033" y="8910"/>
                  </a:cubicBezTo>
                  <a:cubicBezTo>
                    <a:pt x="7069" y="8296"/>
                    <a:pt x="7069" y="8296"/>
                    <a:pt x="7069" y="8296"/>
                  </a:cubicBezTo>
                  <a:cubicBezTo>
                    <a:pt x="7069" y="8224"/>
                    <a:pt x="7105" y="8152"/>
                    <a:pt x="7141" y="8080"/>
                  </a:cubicBezTo>
                  <a:lnTo>
                    <a:pt x="15725" y="398"/>
                  </a:lnTo>
                  <a:lnTo>
                    <a:pt x="1525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5" name="Google Shape;2465;g312bfb4b743_5_798"/>
            <p:cNvSpPr/>
            <p:nvPr/>
          </p:nvSpPr>
          <p:spPr>
            <a:xfrm>
              <a:off x="2720750" y="2693375"/>
              <a:ext cx="2014375" cy="1243450"/>
            </a:xfrm>
            <a:custGeom>
              <a:avLst/>
              <a:gdLst/>
              <a:ahLst/>
              <a:cxnLst/>
              <a:rect l="l" t="t" r="r" b="b"/>
              <a:pathLst>
                <a:path w="80575" h="49738" extrusionOk="0">
                  <a:moveTo>
                    <a:pt x="58177" y="614"/>
                  </a:moveTo>
                  <a:cubicBezTo>
                    <a:pt x="59007" y="614"/>
                    <a:pt x="60413" y="830"/>
                    <a:pt x="62145" y="1335"/>
                  </a:cubicBezTo>
                  <a:cubicBezTo>
                    <a:pt x="64705" y="2057"/>
                    <a:pt x="67915" y="3391"/>
                    <a:pt x="70873" y="5339"/>
                  </a:cubicBezTo>
                  <a:cubicBezTo>
                    <a:pt x="73794" y="7322"/>
                    <a:pt x="76427" y="9919"/>
                    <a:pt x="77870" y="13201"/>
                  </a:cubicBezTo>
                  <a:cubicBezTo>
                    <a:pt x="79493" y="16952"/>
                    <a:pt x="79962" y="19838"/>
                    <a:pt x="79962" y="21894"/>
                  </a:cubicBezTo>
                  <a:cubicBezTo>
                    <a:pt x="79962" y="22323"/>
                    <a:pt x="79962" y="22692"/>
                    <a:pt x="79934" y="23029"/>
                  </a:cubicBezTo>
                  <a:lnTo>
                    <a:pt x="79934" y="23029"/>
                  </a:lnTo>
                  <a:lnTo>
                    <a:pt x="70079" y="31812"/>
                  </a:lnTo>
                  <a:cubicBezTo>
                    <a:pt x="70043" y="31884"/>
                    <a:pt x="70007" y="31956"/>
                    <a:pt x="70007" y="32028"/>
                  </a:cubicBezTo>
                  <a:cubicBezTo>
                    <a:pt x="70007" y="32028"/>
                    <a:pt x="70007" y="32028"/>
                    <a:pt x="69971" y="32642"/>
                  </a:cubicBezTo>
                  <a:cubicBezTo>
                    <a:pt x="69899" y="33219"/>
                    <a:pt x="69827" y="34445"/>
                    <a:pt x="69647" y="36825"/>
                  </a:cubicBezTo>
                  <a:cubicBezTo>
                    <a:pt x="69502" y="39206"/>
                    <a:pt x="68853" y="40865"/>
                    <a:pt x="68276" y="42055"/>
                  </a:cubicBezTo>
                  <a:cubicBezTo>
                    <a:pt x="67951" y="42632"/>
                    <a:pt x="67663" y="43101"/>
                    <a:pt x="67446" y="43498"/>
                  </a:cubicBezTo>
                  <a:cubicBezTo>
                    <a:pt x="67302" y="43678"/>
                    <a:pt x="67230" y="43858"/>
                    <a:pt x="67122" y="44003"/>
                  </a:cubicBezTo>
                  <a:cubicBezTo>
                    <a:pt x="67050" y="44147"/>
                    <a:pt x="66978" y="44291"/>
                    <a:pt x="66978" y="44435"/>
                  </a:cubicBezTo>
                  <a:cubicBezTo>
                    <a:pt x="66978" y="44508"/>
                    <a:pt x="66905" y="44688"/>
                    <a:pt x="66833" y="44976"/>
                  </a:cubicBezTo>
                  <a:cubicBezTo>
                    <a:pt x="66648" y="45688"/>
                    <a:pt x="66250" y="46984"/>
                    <a:pt x="65707" y="48545"/>
                  </a:cubicBezTo>
                  <a:lnTo>
                    <a:pt x="65707" y="48545"/>
                  </a:lnTo>
                  <a:cubicBezTo>
                    <a:pt x="64932" y="46727"/>
                    <a:pt x="63512" y="45088"/>
                    <a:pt x="60990" y="44111"/>
                  </a:cubicBezTo>
                  <a:cubicBezTo>
                    <a:pt x="59295" y="43426"/>
                    <a:pt x="57780" y="43173"/>
                    <a:pt x="56446" y="43173"/>
                  </a:cubicBezTo>
                  <a:cubicBezTo>
                    <a:pt x="54166" y="43173"/>
                    <a:pt x="52431" y="43907"/>
                    <a:pt x="51241" y="44627"/>
                  </a:cubicBezTo>
                  <a:lnTo>
                    <a:pt x="51241" y="44627"/>
                  </a:lnTo>
                  <a:lnTo>
                    <a:pt x="51397" y="44147"/>
                  </a:lnTo>
                  <a:cubicBezTo>
                    <a:pt x="51433" y="44039"/>
                    <a:pt x="51433" y="43931"/>
                    <a:pt x="51361" y="43858"/>
                  </a:cubicBezTo>
                  <a:cubicBezTo>
                    <a:pt x="51306" y="43777"/>
                    <a:pt x="51232" y="43737"/>
                    <a:pt x="51153" y="43737"/>
                  </a:cubicBezTo>
                  <a:cubicBezTo>
                    <a:pt x="51126" y="43737"/>
                    <a:pt x="51099" y="43741"/>
                    <a:pt x="51072" y="43750"/>
                  </a:cubicBezTo>
                  <a:cubicBezTo>
                    <a:pt x="51072" y="43750"/>
                    <a:pt x="50783" y="43786"/>
                    <a:pt x="50315" y="43858"/>
                  </a:cubicBezTo>
                  <a:cubicBezTo>
                    <a:pt x="48800" y="44075"/>
                    <a:pt x="45265" y="44472"/>
                    <a:pt x="41117" y="44472"/>
                  </a:cubicBezTo>
                  <a:cubicBezTo>
                    <a:pt x="38521" y="44472"/>
                    <a:pt x="35707" y="44327"/>
                    <a:pt x="33002" y="43858"/>
                  </a:cubicBezTo>
                  <a:cubicBezTo>
                    <a:pt x="28746" y="43137"/>
                    <a:pt x="24707" y="41478"/>
                    <a:pt x="21713" y="39963"/>
                  </a:cubicBezTo>
                  <a:cubicBezTo>
                    <a:pt x="20235" y="39242"/>
                    <a:pt x="19008" y="38520"/>
                    <a:pt x="18179" y="38016"/>
                  </a:cubicBezTo>
                  <a:cubicBezTo>
                    <a:pt x="17746" y="37763"/>
                    <a:pt x="17421" y="37547"/>
                    <a:pt x="17205" y="37402"/>
                  </a:cubicBezTo>
                  <a:cubicBezTo>
                    <a:pt x="17097" y="37330"/>
                    <a:pt x="17025" y="37258"/>
                    <a:pt x="16952" y="37222"/>
                  </a:cubicBezTo>
                  <a:cubicBezTo>
                    <a:pt x="16880" y="37186"/>
                    <a:pt x="16880" y="37186"/>
                    <a:pt x="16880" y="37186"/>
                  </a:cubicBezTo>
                  <a:cubicBezTo>
                    <a:pt x="16826" y="37150"/>
                    <a:pt x="16763" y="37132"/>
                    <a:pt x="16700" y="37132"/>
                  </a:cubicBezTo>
                  <a:cubicBezTo>
                    <a:pt x="16637" y="37132"/>
                    <a:pt x="16574" y="37150"/>
                    <a:pt x="16520" y="37186"/>
                  </a:cubicBezTo>
                  <a:cubicBezTo>
                    <a:pt x="16520" y="37186"/>
                    <a:pt x="16231" y="37366"/>
                    <a:pt x="15690" y="37727"/>
                  </a:cubicBezTo>
                  <a:cubicBezTo>
                    <a:pt x="14291" y="38660"/>
                    <a:pt x="11291" y="40639"/>
                    <a:pt x="9050" y="42102"/>
                  </a:cubicBezTo>
                  <a:lnTo>
                    <a:pt x="9050" y="42102"/>
                  </a:lnTo>
                  <a:cubicBezTo>
                    <a:pt x="9093" y="41645"/>
                    <a:pt x="9126" y="41145"/>
                    <a:pt x="9126" y="40612"/>
                  </a:cubicBezTo>
                  <a:cubicBezTo>
                    <a:pt x="9126" y="38917"/>
                    <a:pt x="8801" y="36897"/>
                    <a:pt x="7503" y="35527"/>
                  </a:cubicBezTo>
                  <a:cubicBezTo>
                    <a:pt x="6745" y="34733"/>
                    <a:pt x="5736" y="34265"/>
                    <a:pt x="4690" y="34012"/>
                  </a:cubicBezTo>
                  <a:cubicBezTo>
                    <a:pt x="3644" y="33724"/>
                    <a:pt x="2526" y="33651"/>
                    <a:pt x="1588" y="33651"/>
                  </a:cubicBezTo>
                  <a:cubicBezTo>
                    <a:pt x="1486" y="33651"/>
                    <a:pt x="1385" y="33651"/>
                    <a:pt x="1287" y="33652"/>
                  </a:cubicBezTo>
                  <a:lnTo>
                    <a:pt x="1287" y="33652"/>
                  </a:lnTo>
                  <a:cubicBezTo>
                    <a:pt x="3541" y="31957"/>
                    <a:pt x="5775" y="30045"/>
                    <a:pt x="5808" y="30045"/>
                  </a:cubicBezTo>
                  <a:cubicBezTo>
                    <a:pt x="5844" y="29973"/>
                    <a:pt x="5880" y="29937"/>
                    <a:pt x="5880" y="29864"/>
                  </a:cubicBezTo>
                  <a:cubicBezTo>
                    <a:pt x="5880" y="29864"/>
                    <a:pt x="5916" y="29756"/>
                    <a:pt x="5988" y="29576"/>
                  </a:cubicBezTo>
                  <a:cubicBezTo>
                    <a:pt x="6349" y="28241"/>
                    <a:pt x="8152" y="22615"/>
                    <a:pt x="11506" y="19477"/>
                  </a:cubicBezTo>
                  <a:cubicBezTo>
                    <a:pt x="13418" y="17674"/>
                    <a:pt x="16700" y="16123"/>
                    <a:pt x="19513" y="15077"/>
                  </a:cubicBezTo>
                  <a:cubicBezTo>
                    <a:pt x="20920" y="14536"/>
                    <a:pt x="22182" y="14103"/>
                    <a:pt x="23120" y="13814"/>
                  </a:cubicBezTo>
                  <a:cubicBezTo>
                    <a:pt x="23589" y="13670"/>
                    <a:pt x="23950" y="13562"/>
                    <a:pt x="24238" y="13490"/>
                  </a:cubicBezTo>
                  <a:cubicBezTo>
                    <a:pt x="24491" y="13418"/>
                    <a:pt x="24635" y="13382"/>
                    <a:pt x="24635" y="13382"/>
                  </a:cubicBezTo>
                  <a:lnTo>
                    <a:pt x="24743" y="13310"/>
                  </a:lnTo>
                  <a:cubicBezTo>
                    <a:pt x="26258" y="12011"/>
                    <a:pt x="28674" y="10785"/>
                    <a:pt x="31451" y="9703"/>
                  </a:cubicBezTo>
                  <a:cubicBezTo>
                    <a:pt x="35599" y="8116"/>
                    <a:pt x="40540" y="6817"/>
                    <a:pt x="44436" y="5916"/>
                  </a:cubicBezTo>
                  <a:cubicBezTo>
                    <a:pt x="46383" y="5447"/>
                    <a:pt x="48078" y="5122"/>
                    <a:pt x="49269" y="4870"/>
                  </a:cubicBezTo>
                  <a:cubicBezTo>
                    <a:pt x="49882" y="4762"/>
                    <a:pt x="50351" y="4690"/>
                    <a:pt x="50675" y="4617"/>
                  </a:cubicBezTo>
                  <a:cubicBezTo>
                    <a:pt x="51000" y="4545"/>
                    <a:pt x="51180" y="4545"/>
                    <a:pt x="51180" y="4545"/>
                  </a:cubicBezTo>
                  <a:cubicBezTo>
                    <a:pt x="51252" y="4509"/>
                    <a:pt x="51361" y="4437"/>
                    <a:pt x="51397" y="4365"/>
                  </a:cubicBezTo>
                  <a:lnTo>
                    <a:pt x="51433" y="4293"/>
                  </a:lnTo>
                  <a:cubicBezTo>
                    <a:pt x="51575" y="4009"/>
                    <a:pt x="52205" y="2747"/>
                    <a:pt x="53565" y="886"/>
                  </a:cubicBezTo>
                  <a:lnTo>
                    <a:pt x="53565" y="886"/>
                  </a:lnTo>
                  <a:cubicBezTo>
                    <a:pt x="55147" y="716"/>
                    <a:pt x="56848" y="614"/>
                    <a:pt x="58177" y="614"/>
                  </a:cubicBezTo>
                  <a:close/>
                  <a:moveTo>
                    <a:pt x="58177" y="1"/>
                  </a:moveTo>
                  <a:cubicBezTo>
                    <a:pt x="56771" y="1"/>
                    <a:pt x="55003" y="145"/>
                    <a:pt x="53344" y="325"/>
                  </a:cubicBezTo>
                  <a:cubicBezTo>
                    <a:pt x="53272" y="325"/>
                    <a:pt x="53164" y="361"/>
                    <a:pt x="53128" y="434"/>
                  </a:cubicBezTo>
                  <a:cubicBezTo>
                    <a:pt x="51832" y="2259"/>
                    <a:pt x="51137" y="3532"/>
                    <a:pt x="50926" y="3957"/>
                  </a:cubicBezTo>
                  <a:lnTo>
                    <a:pt x="50926" y="3957"/>
                  </a:lnTo>
                  <a:cubicBezTo>
                    <a:pt x="50056" y="4111"/>
                    <a:pt x="45404" y="4952"/>
                    <a:pt x="40108" y="6349"/>
                  </a:cubicBezTo>
                  <a:cubicBezTo>
                    <a:pt x="37186" y="7142"/>
                    <a:pt x="34048" y="8080"/>
                    <a:pt x="31235" y="9162"/>
                  </a:cubicBezTo>
                  <a:cubicBezTo>
                    <a:pt x="28464" y="10228"/>
                    <a:pt x="26042" y="11434"/>
                    <a:pt x="24419" y="12814"/>
                  </a:cubicBezTo>
                  <a:lnTo>
                    <a:pt x="24419" y="12814"/>
                  </a:lnTo>
                  <a:cubicBezTo>
                    <a:pt x="24119" y="12895"/>
                    <a:pt x="21941" y="13496"/>
                    <a:pt x="19297" y="14500"/>
                  </a:cubicBezTo>
                  <a:cubicBezTo>
                    <a:pt x="16448" y="15582"/>
                    <a:pt x="13129" y="17133"/>
                    <a:pt x="11110" y="19044"/>
                  </a:cubicBezTo>
                  <a:cubicBezTo>
                    <a:pt x="9090" y="20956"/>
                    <a:pt x="7647" y="23589"/>
                    <a:pt x="6709" y="25789"/>
                  </a:cubicBezTo>
                  <a:cubicBezTo>
                    <a:pt x="5884" y="27725"/>
                    <a:pt x="5422" y="29299"/>
                    <a:pt x="5323" y="29648"/>
                  </a:cubicBezTo>
                  <a:lnTo>
                    <a:pt x="5323" y="29648"/>
                  </a:lnTo>
                  <a:cubicBezTo>
                    <a:pt x="5243" y="29714"/>
                    <a:pt x="5111" y="29825"/>
                    <a:pt x="4942" y="29973"/>
                  </a:cubicBezTo>
                  <a:cubicBezTo>
                    <a:pt x="4040" y="30730"/>
                    <a:pt x="1985" y="32389"/>
                    <a:pt x="145" y="33760"/>
                  </a:cubicBezTo>
                  <a:cubicBezTo>
                    <a:pt x="37" y="33832"/>
                    <a:pt x="1" y="33976"/>
                    <a:pt x="37" y="34084"/>
                  </a:cubicBezTo>
                  <a:cubicBezTo>
                    <a:pt x="109" y="34228"/>
                    <a:pt x="217" y="34301"/>
                    <a:pt x="362" y="34301"/>
                  </a:cubicBezTo>
                  <a:cubicBezTo>
                    <a:pt x="722" y="34265"/>
                    <a:pt x="1119" y="34228"/>
                    <a:pt x="1588" y="34228"/>
                  </a:cubicBezTo>
                  <a:cubicBezTo>
                    <a:pt x="2490" y="34228"/>
                    <a:pt x="3572" y="34337"/>
                    <a:pt x="4545" y="34589"/>
                  </a:cubicBezTo>
                  <a:cubicBezTo>
                    <a:pt x="5519" y="34842"/>
                    <a:pt x="6421" y="35274"/>
                    <a:pt x="7070" y="35960"/>
                  </a:cubicBezTo>
                  <a:cubicBezTo>
                    <a:pt x="8188" y="37114"/>
                    <a:pt x="8513" y="38953"/>
                    <a:pt x="8513" y="40612"/>
                  </a:cubicBezTo>
                  <a:cubicBezTo>
                    <a:pt x="8513" y="41370"/>
                    <a:pt x="8441" y="42091"/>
                    <a:pt x="8369" y="42668"/>
                  </a:cubicBezTo>
                  <a:cubicBezTo>
                    <a:pt x="8369" y="42776"/>
                    <a:pt x="8405" y="42885"/>
                    <a:pt x="8513" y="42957"/>
                  </a:cubicBezTo>
                  <a:cubicBezTo>
                    <a:pt x="8567" y="42975"/>
                    <a:pt x="8621" y="42984"/>
                    <a:pt x="8675" y="42984"/>
                  </a:cubicBezTo>
                  <a:cubicBezTo>
                    <a:pt x="8729" y="42984"/>
                    <a:pt x="8783" y="42975"/>
                    <a:pt x="8837" y="42957"/>
                  </a:cubicBezTo>
                  <a:cubicBezTo>
                    <a:pt x="11549" y="41181"/>
                    <a:pt x="15850" y="38365"/>
                    <a:pt x="16723" y="37794"/>
                  </a:cubicBezTo>
                  <a:lnTo>
                    <a:pt x="16723" y="37794"/>
                  </a:lnTo>
                  <a:cubicBezTo>
                    <a:pt x="17991" y="38640"/>
                    <a:pt x="25012" y="43095"/>
                    <a:pt x="32894" y="44435"/>
                  </a:cubicBezTo>
                  <a:cubicBezTo>
                    <a:pt x="35671" y="44904"/>
                    <a:pt x="38521" y="45085"/>
                    <a:pt x="41117" y="45085"/>
                  </a:cubicBezTo>
                  <a:cubicBezTo>
                    <a:pt x="45600" y="45085"/>
                    <a:pt x="49341" y="44598"/>
                    <a:pt x="50666" y="44405"/>
                  </a:cubicBezTo>
                  <a:lnTo>
                    <a:pt x="50666" y="44405"/>
                  </a:lnTo>
                  <a:lnTo>
                    <a:pt x="50387" y="45265"/>
                  </a:lnTo>
                  <a:cubicBezTo>
                    <a:pt x="50351" y="45409"/>
                    <a:pt x="50423" y="45554"/>
                    <a:pt x="50531" y="45626"/>
                  </a:cubicBezTo>
                  <a:cubicBezTo>
                    <a:pt x="50567" y="45662"/>
                    <a:pt x="50621" y="45680"/>
                    <a:pt x="50680" y="45680"/>
                  </a:cubicBezTo>
                  <a:cubicBezTo>
                    <a:pt x="50738" y="45680"/>
                    <a:pt x="50801" y="45662"/>
                    <a:pt x="50856" y="45626"/>
                  </a:cubicBezTo>
                  <a:cubicBezTo>
                    <a:pt x="51938" y="44832"/>
                    <a:pt x="53813" y="43786"/>
                    <a:pt x="56446" y="43786"/>
                  </a:cubicBezTo>
                  <a:cubicBezTo>
                    <a:pt x="57708" y="43786"/>
                    <a:pt x="59151" y="44039"/>
                    <a:pt x="60774" y="44652"/>
                  </a:cubicBezTo>
                  <a:cubicBezTo>
                    <a:pt x="63479" y="45734"/>
                    <a:pt x="64814" y="47537"/>
                    <a:pt x="65427" y="49521"/>
                  </a:cubicBezTo>
                  <a:cubicBezTo>
                    <a:pt x="65499" y="49629"/>
                    <a:pt x="65607" y="49737"/>
                    <a:pt x="65715" y="49737"/>
                  </a:cubicBezTo>
                  <a:cubicBezTo>
                    <a:pt x="65859" y="49737"/>
                    <a:pt x="65968" y="49665"/>
                    <a:pt x="66004" y="49521"/>
                  </a:cubicBezTo>
                  <a:cubicBezTo>
                    <a:pt x="66437" y="48259"/>
                    <a:pt x="66833" y="47104"/>
                    <a:pt x="67086" y="46239"/>
                  </a:cubicBezTo>
                  <a:cubicBezTo>
                    <a:pt x="67230" y="45806"/>
                    <a:pt x="67338" y="45409"/>
                    <a:pt x="67410" y="45121"/>
                  </a:cubicBezTo>
                  <a:cubicBezTo>
                    <a:pt x="67482" y="44832"/>
                    <a:pt x="67555" y="44652"/>
                    <a:pt x="67555" y="44544"/>
                  </a:cubicBezTo>
                  <a:cubicBezTo>
                    <a:pt x="67555" y="44508"/>
                    <a:pt x="67591" y="44399"/>
                    <a:pt x="67663" y="44255"/>
                  </a:cubicBezTo>
                  <a:cubicBezTo>
                    <a:pt x="67915" y="43822"/>
                    <a:pt x="68492" y="43029"/>
                    <a:pt x="69033" y="41839"/>
                  </a:cubicBezTo>
                  <a:cubicBezTo>
                    <a:pt x="69574" y="40648"/>
                    <a:pt x="70115" y="39025"/>
                    <a:pt x="70260" y="36897"/>
                  </a:cubicBezTo>
                  <a:lnTo>
                    <a:pt x="70573" y="32226"/>
                  </a:lnTo>
                  <a:lnTo>
                    <a:pt x="80431" y="23372"/>
                  </a:lnTo>
                  <a:cubicBezTo>
                    <a:pt x="80467" y="23336"/>
                    <a:pt x="80503" y="23264"/>
                    <a:pt x="80503" y="23192"/>
                  </a:cubicBezTo>
                  <a:cubicBezTo>
                    <a:pt x="80539" y="22795"/>
                    <a:pt x="80575" y="22362"/>
                    <a:pt x="80575" y="21894"/>
                  </a:cubicBezTo>
                  <a:cubicBezTo>
                    <a:pt x="80575" y="19730"/>
                    <a:pt x="80106" y="16772"/>
                    <a:pt x="78411" y="12985"/>
                  </a:cubicBezTo>
                  <a:cubicBezTo>
                    <a:pt x="76427" y="8404"/>
                    <a:pt x="72243" y="5158"/>
                    <a:pt x="68132" y="3066"/>
                  </a:cubicBezTo>
                  <a:cubicBezTo>
                    <a:pt x="66076" y="2021"/>
                    <a:pt x="64056" y="1263"/>
                    <a:pt x="62289" y="758"/>
                  </a:cubicBezTo>
                  <a:cubicBezTo>
                    <a:pt x="60558" y="253"/>
                    <a:pt x="59115" y="1"/>
                    <a:pt x="581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6" name="Google Shape;2466;g312bfb4b743_5_798"/>
            <p:cNvSpPr/>
            <p:nvPr/>
          </p:nvSpPr>
          <p:spPr>
            <a:xfrm>
              <a:off x="3962375" y="3422450"/>
              <a:ext cx="140675" cy="348425"/>
            </a:xfrm>
            <a:custGeom>
              <a:avLst/>
              <a:gdLst/>
              <a:ahLst/>
              <a:cxnLst/>
              <a:rect l="l" t="t" r="r" b="b"/>
              <a:pathLst>
                <a:path w="5627" h="13937" extrusionOk="0">
                  <a:moveTo>
                    <a:pt x="5273" y="0"/>
                  </a:moveTo>
                  <a:cubicBezTo>
                    <a:pt x="5222" y="0"/>
                    <a:pt x="5170" y="16"/>
                    <a:pt x="5122" y="52"/>
                  </a:cubicBezTo>
                  <a:cubicBezTo>
                    <a:pt x="5086" y="52"/>
                    <a:pt x="1659" y="2108"/>
                    <a:pt x="505" y="6616"/>
                  </a:cubicBezTo>
                  <a:cubicBezTo>
                    <a:pt x="145" y="8023"/>
                    <a:pt x="0" y="9213"/>
                    <a:pt x="0" y="10259"/>
                  </a:cubicBezTo>
                  <a:cubicBezTo>
                    <a:pt x="0" y="12495"/>
                    <a:pt x="613" y="13758"/>
                    <a:pt x="613" y="13758"/>
                  </a:cubicBezTo>
                  <a:cubicBezTo>
                    <a:pt x="663" y="13881"/>
                    <a:pt x="763" y="13937"/>
                    <a:pt x="867" y="13937"/>
                  </a:cubicBezTo>
                  <a:cubicBezTo>
                    <a:pt x="915" y="13937"/>
                    <a:pt x="965" y="13925"/>
                    <a:pt x="1010" y="13902"/>
                  </a:cubicBezTo>
                  <a:cubicBezTo>
                    <a:pt x="1191" y="13830"/>
                    <a:pt x="1227" y="13649"/>
                    <a:pt x="1154" y="13505"/>
                  </a:cubicBezTo>
                  <a:cubicBezTo>
                    <a:pt x="1118" y="13397"/>
                    <a:pt x="613" y="12243"/>
                    <a:pt x="613" y="10259"/>
                  </a:cubicBezTo>
                  <a:cubicBezTo>
                    <a:pt x="613" y="9285"/>
                    <a:pt x="722" y="8095"/>
                    <a:pt x="1082" y="6761"/>
                  </a:cubicBezTo>
                  <a:cubicBezTo>
                    <a:pt x="1623" y="4633"/>
                    <a:pt x="2705" y="3082"/>
                    <a:pt x="3679" y="2072"/>
                  </a:cubicBezTo>
                  <a:cubicBezTo>
                    <a:pt x="4148" y="1567"/>
                    <a:pt x="4581" y="1170"/>
                    <a:pt x="4905" y="918"/>
                  </a:cubicBezTo>
                  <a:cubicBezTo>
                    <a:pt x="5086" y="810"/>
                    <a:pt x="5194" y="701"/>
                    <a:pt x="5302" y="629"/>
                  </a:cubicBezTo>
                  <a:lnTo>
                    <a:pt x="5410" y="593"/>
                  </a:lnTo>
                  <a:lnTo>
                    <a:pt x="5410" y="557"/>
                  </a:lnTo>
                  <a:cubicBezTo>
                    <a:pt x="5555" y="485"/>
                    <a:pt x="5627" y="305"/>
                    <a:pt x="5519" y="160"/>
                  </a:cubicBezTo>
                  <a:cubicBezTo>
                    <a:pt x="5471" y="64"/>
                    <a:pt x="5374" y="0"/>
                    <a:pt x="52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7" name="Google Shape;2467;g312bfb4b743_5_798"/>
            <p:cNvSpPr/>
            <p:nvPr/>
          </p:nvSpPr>
          <p:spPr>
            <a:xfrm>
              <a:off x="3011100" y="2579750"/>
              <a:ext cx="993675" cy="569675"/>
            </a:xfrm>
            <a:custGeom>
              <a:avLst/>
              <a:gdLst/>
              <a:ahLst/>
              <a:cxnLst/>
              <a:rect l="l" t="t" r="r" b="b"/>
              <a:pathLst>
                <a:path w="39747" h="22787" extrusionOk="0">
                  <a:moveTo>
                    <a:pt x="18201" y="0"/>
                  </a:moveTo>
                  <a:cubicBezTo>
                    <a:pt x="13076" y="0"/>
                    <a:pt x="8219" y="1488"/>
                    <a:pt x="6168" y="3103"/>
                  </a:cubicBezTo>
                  <a:cubicBezTo>
                    <a:pt x="3283" y="5375"/>
                    <a:pt x="5916" y="6097"/>
                    <a:pt x="7286" y="6493"/>
                  </a:cubicBezTo>
                  <a:cubicBezTo>
                    <a:pt x="8693" y="6854"/>
                    <a:pt x="4545" y="7107"/>
                    <a:pt x="2381" y="9523"/>
                  </a:cubicBezTo>
                  <a:cubicBezTo>
                    <a:pt x="253" y="11903"/>
                    <a:pt x="1" y="16195"/>
                    <a:pt x="1768" y="17169"/>
                  </a:cubicBezTo>
                  <a:cubicBezTo>
                    <a:pt x="2093" y="17355"/>
                    <a:pt x="2529" y="17431"/>
                    <a:pt x="3023" y="17431"/>
                  </a:cubicBezTo>
                  <a:cubicBezTo>
                    <a:pt x="5212" y="17431"/>
                    <a:pt x="8548" y="15943"/>
                    <a:pt x="8548" y="15943"/>
                  </a:cubicBezTo>
                  <a:lnTo>
                    <a:pt x="9811" y="16809"/>
                  </a:lnTo>
                  <a:lnTo>
                    <a:pt x="22651" y="13527"/>
                  </a:lnTo>
                  <a:lnTo>
                    <a:pt x="22759" y="14428"/>
                  </a:lnTo>
                  <a:cubicBezTo>
                    <a:pt x="22850" y="14975"/>
                    <a:pt x="24797" y="15076"/>
                    <a:pt x="26501" y="15076"/>
                  </a:cubicBezTo>
                  <a:cubicBezTo>
                    <a:pt x="27495" y="15076"/>
                    <a:pt x="28406" y="15041"/>
                    <a:pt x="28818" y="15041"/>
                  </a:cubicBezTo>
                  <a:cubicBezTo>
                    <a:pt x="29936" y="15041"/>
                    <a:pt x="30946" y="20199"/>
                    <a:pt x="32713" y="21714"/>
                  </a:cubicBezTo>
                  <a:cubicBezTo>
                    <a:pt x="33597" y="22471"/>
                    <a:pt x="34418" y="22787"/>
                    <a:pt x="35143" y="22787"/>
                  </a:cubicBezTo>
                  <a:cubicBezTo>
                    <a:pt x="35869" y="22787"/>
                    <a:pt x="36500" y="22471"/>
                    <a:pt x="37005" y="21966"/>
                  </a:cubicBezTo>
                  <a:cubicBezTo>
                    <a:pt x="38015" y="20956"/>
                    <a:pt x="39747" y="18576"/>
                    <a:pt x="39494" y="15943"/>
                  </a:cubicBezTo>
                  <a:cubicBezTo>
                    <a:pt x="39278" y="13274"/>
                    <a:pt x="38123" y="12156"/>
                    <a:pt x="38123" y="12156"/>
                  </a:cubicBezTo>
                  <a:cubicBezTo>
                    <a:pt x="38123" y="12156"/>
                    <a:pt x="38881" y="11507"/>
                    <a:pt x="38376" y="10533"/>
                  </a:cubicBezTo>
                  <a:cubicBezTo>
                    <a:pt x="38232" y="10244"/>
                    <a:pt x="37881" y="10141"/>
                    <a:pt x="37454" y="10141"/>
                  </a:cubicBezTo>
                  <a:cubicBezTo>
                    <a:pt x="36387" y="10141"/>
                    <a:pt x="34841" y="10785"/>
                    <a:pt x="34841" y="10785"/>
                  </a:cubicBezTo>
                  <a:cubicBezTo>
                    <a:pt x="34841" y="10785"/>
                    <a:pt x="34841" y="10136"/>
                    <a:pt x="34336" y="8369"/>
                  </a:cubicBezTo>
                  <a:cubicBezTo>
                    <a:pt x="33831" y="6602"/>
                    <a:pt x="31343" y="2851"/>
                    <a:pt x="24418" y="831"/>
                  </a:cubicBezTo>
                  <a:cubicBezTo>
                    <a:pt x="22415" y="247"/>
                    <a:pt x="20286" y="0"/>
                    <a:pt x="182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8" name="Google Shape;2468;g312bfb4b743_5_798"/>
            <p:cNvSpPr/>
            <p:nvPr/>
          </p:nvSpPr>
          <p:spPr>
            <a:xfrm>
              <a:off x="3018325" y="2572550"/>
              <a:ext cx="988250" cy="584325"/>
            </a:xfrm>
            <a:custGeom>
              <a:avLst/>
              <a:gdLst/>
              <a:ahLst/>
              <a:cxnLst/>
              <a:rect l="l" t="t" r="r" b="b"/>
              <a:pathLst>
                <a:path w="39530" h="23373" extrusionOk="0">
                  <a:moveTo>
                    <a:pt x="17925" y="578"/>
                  </a:moveTo>
                  <a:cubicBezTo>
                    <a:pt x="19981" y="578"/>
                    <a:pt x="22073" y="830"/>
                    <a:pt x="24057" y="1407"/>
                  </a:cubicBezTo>
                  <a:cubicBezTo>
                    <a:pt x="27447" y="2417"/>
                    <a:pt x="29792" y="3824"/>
                    <a:pt x="31306" y="5194"/>
                  </a:cubicBezTo>
                  <a:cubicBezTo>
                    <a:pt x="32821" y="6601"/>
                    <a:pt x="33542" y="7936"/>
                    <a:pt x="33759" y="8765"/>
                  </a:cubicBezTo>
                  <a:cubicBezTo>
                    <a:pt x="34011" y="9631"/>
                    <a:pt x="34156" y="10208"/>
                    <a:pt x="34192" y="10568"/>
                  </a:cubicBezTo>
                  <a:cubicBezTo>
                    <a:pt x="34228" y="10749"/>
                    <a:pt x="34264" y="10893"/>
                    <a:pt x="34264" y="10965"/>
                  </a:cubicBezTo>
                  <a:lnTo>
                    <a:pt x="34264" y="11037"/>
                  </a:lnTo>
                  <a:lnTo>
                    <a:pt x="34264" y="11073"/>
                  </a:lnTo>
                  <a:cubicBezTo>
                    <a:pt x="34264" y="11146"/>
                    <a:pt x="34300" y="11254"/>
                    <a:pt x="34408" y="11290"/>
                  </a:cubicBezTo>
                  <a:cubicBezTo>
                    <a:pt x="34450" y="11332"/>
                    <a:pt x="34505" y="11350"/>
                    <a:pt x="34565" y="11350"/>
                  </a:cubicBezTo>
                  <a:cubicBezTo>
                    <a:pt x="34607" y="11350"/>
                    <a:pt x="34652" y="11341"/>
                    <a:pt x="34697" y="11326"/>
                  </a:cubicBezTo>
                  <a:lnTo>
                    <a:pt x="34733" y="11326"/>
                  </a:lnTo>
                  <a:cubicBezTo>
                    <a:pt x="34877" y="11254"/>
                    <a:pt x="35274" y="11109"/>
                    <a:pt x="35743" y="10965"/>
                  </a:cubicBezTo>
                  <a:cubicBezTo>
                    <a:pt x="36211" y="10821"/>
                    <a:pt x="36752" y="10713"/>
                    <a:pt x="37185" y="10713"/>
                  </a:cubicBezTo>
                  <a:cubicBezTo>
                    <a:pt x="37366" y="10713"/>
                    <a:pt x="37510" y="10749"/>
                    <a:pt x="37618" y="10785"/>
                  </a:cubicBezTo>
                  <a:cubicBezTo>
                    <a:pt x="37726" y="10821"/>
                    <a:pt x="37798" y="10857"/>
                    <a:pt x="37834" y="10929"/>
                  </a:cubicBezTo>
                  <a:cubicBezTo>
                    <a:pt x="37943" y="11146"/>
                    <a:pt x="37979" y="11326"/>
                    <a:pt x="37979" y="11470"/>
                  </a:cubicBezTo>
                  <a:cubicBezTo>
                    <a:pt x="37979" y="11723"/>
                    <a:pt x="37871" y="11903"/>
                    <a:pt x="37798" y="12011"/>
                  </a:cubicBezTo>
                  <a:cubicBezTo>
                    <a:pt x="37762" y="12083"/>
                    <a:pt x="37726" y="12155"/>
                    <a:pt x="37690" y="12155"/>
                  </a:cubicBezTo>
                  <a:lnTo>
                    <a:pt x="37654" y="12191"/>
                  </a:lnTo>
                  <a:lnTo>
                    <a:pt x="37654" y="12228"/>
                  </a:lnTo>
                  <a:cubicBezTo>
                    <a:pt x="37582" y="12264"/>
                    <a:pt x="37546" y="12336"/>
                    <a:pt x="37546" y="12444"/>
                  </a:cubicBezTo>
                  <a:cubicBezTo>
                    <a:pt x="37546" y="12516"/>
                    <a:pt x="37582" y="12588"/>
                    <a:pt x="37618" y="12660"/>
                  </a:cubicBezTo>
                  <a:cubicBezTo>
                    <a:pt x="37654" y="12696"/>
                    <a:pt x="38700" y="13778"/>
                    <a:pt x="38916" y="16231"/>
                  </a:cubicBezTo>
                  <a:cubicBezTo>
                    <a:pt x="38953" y="16411"/>
                    <a:pt x="38953" y="16556"/>
                    <a:pt x="38953" y="16736"/>
                  </a:cubicBezTo>
                  <a:cubicBezTo>
                    <a:pt x="38953" y="17890"/>
                    <a:pt x="38556" y="18972"/>
                    <a:pt x="38051" y="19910"/>
                  </a:cubicBezTo>
                  <a:cubicBezTo>
                    <a:pt x="37582" y="20848"/>
                    <a:pt x="36933" y="21605"/>
                    <a:pt x="36500" y="22038"/>
                  </a:cubicBezTo>
                  <a:cubicBezTo>
                    <a:pt x="36031" y="22507"/>
                    <a:pt x="35490" y="22759"/>
                    <a:pt x="34841" y="22759"/>
                  </a:cubicBezTo>
                  <a:cubicBezTo>
                    <a:pt x="34228" y="22759"/>
                    <a:pt x="33470" y="22507"/>
                    <a:pt x="32641" y="21785"/>
                  </a:cubicBezTo>
                  <a:cubicBezTo>
                    <a:pt x="32244" y="21461"/>
                    <a:pt x="31847" y="20884"/>
                    <a:pt x="31487" y="20198"/>
                  </a:cubicBezTo>
                  <a:cubicBezTo>
                    <a:pt x="30982" y="19152"/>
                    <a:pt x="30513" y="17926"/>
                    <a:pt x="30080" y="16916"/>
                  </a:cubicBezTo>
                  <a:cubicBezTo>
                    <a:pt x="29864" y="16411"/>
                    <a:pt x="29647" y="15979"/>
                    <a:pt x="29395" y="15654"/>
                  </a:cubicBezTo>
                  <a:cubicBezTo>
                    <a:pt x="29287" y="15474"/>
                    <a:pt x="29178" y="15329"/>
                    <a:pt x="29034" y="15221"/>
                  </a:cubicBezTo>
                  <a:cubicBezTo>
                    <a:pt x="28890" y="15113"/>
                    <a:pt x="28710" y="15041"/>
                    <a:pt x="28529" y="15041"/>
                  </a:cubicBezTo>
                  <a:cubicBezTo>
                    <a:pt x="28096" y="15041"/>
                    <a:pt x="27231" y="15077"/>
                    <a:pt x="26257" y="15077"/>
                  </a:cubicBezTo>
                  <a:cubicBezTo>
                    <a:pt x="25391" y="15077"/>
                    <a:pt x="24490" y="15041"/>
                    <a:pt x="23804" y="14933"/>
                  </a:cubicBezTo>
                  <a:cubicBezTo>
                    <a:pt x="23444" y="14897"/>
                    <a:pt x="23155" y="14824"/>
                    <a:pt x="22975" y="14752"/>
                  </a:cubicBezTo>
                  <a:cubicBezTo>
                    <a:pt x="22903" y="14716"/>
                    <a:pt x="22831" y="14680"/>
                    <a:pt x="22795" y="14680"/>
                  </a:cubicBezTo>
                  <a:lnTo>
                    <a:pt x="22795" y="14644"/>
                  </a:lnTo>
                  <a:lnTo>
                    <a:pt x="22790" y="14649"/>
                  </a:lnTo>
                  <a:lnTo>
                    <a:pt x="22790" y="14649"/>
                  </a:lnTo>
                  <a:lnTo>
                    <a:pt x="22650" y="13778"/>
                  </a:lnTo>
                  <a:cubicBezTo>
                    <a:pt x="22650" y="13706"/>
                    <a:pt x="22614" y="13634"/>
                    <a:pt x="22542" y="13562"/>
                  </a:cubicBezTo>
                  <a:cubicBezTo>
                    <a:pt x="22470" y="13526"/>
                    <a:pt x="22362" y="13526"/>
                    <a:pt x="22290" y="13526"/>
                  </a:cubicBezTo>
                  <a:lnTo>
                    <a:pt x="9594" y="16772"/>
                  </a:lnTo>
                  <a:lnTo>
                    <a:pt x="8440" y="15979"/>
                  </a:lnTo>
                  <a:cubicBezTo>
                    <a:pt x="8398" y="15936"/>
                    <a:pt x="8343" y="15919"/>
                    <a:pt x="8283" y="15919"/>
                  </a:cubicBezTo>
                  <a:cubicBezTo>
                    <a:pt x="8241" y="15919"/>
                    <a:pt x="8196" y="15928"/>
                    <a:pt x="8151" y="15942"/>
                  </a:cubicBezTo>
                  <a:cubicBezTo>
                    <a:pt x="8151" y="15942"/>
                    <a:pt x="8079" y="15979"/>
                    <a:pt x="8007" y="16015"/>
                  </a:cubicBezTo>
                  <a:cubicBezTo>
                    <a:pt x="7682" y="16159"/>
                    <a:pt x="6817" y="16520"/>
                    <a:pt x="5807" y="16844"/>
                  </a:cubicBezTo>
                  <a:cubicBezTo>
                    <a:pt x="4761" y="17169"/>
                    <a:pt x="3607" y="17421"/>
                    <a:pt x="2705" y="17421"/>
                  </a:cubicBezTo>
                  <a:cubicBezTo>
                    <a:pt x="2236" y="17421"/>
                    <a:pt x="1876" y="17349"/>
                    <a:pt x="1623" y="17205"/>
                  </a:cubicBezTo>
                  <a:cubicBezTo>
                    <a:pt x="1299" y="17024"/>
                    <a:pt x="1046" y="16700"/>
                    <a:pt x="866" y="16267"/>
                  </a:cubicBezTo>
                  <a:cubicBezTo>
                    <a:pt x="685" y="15834"/>
                    <a:pt x="613" y="15257"/>
                    <a:pt x="613" y="14644"/>
                  </a:cubicBezTo>
                  <a:cubicBezTo>
                    <a:pt x="613" y="13129"/>
                    <a:pt x="1190" y="11254"/>
                    <a:pt x="2344" y="9991"/>
                  </a:cubicBezTo>
                  <a:cubicBezTo>
                    <a:pt x="3210" y="9018"/>
                    <a:pt x="4436" y="8404"/>
                    <a:pt x="5482" y="8008"/>
                  </a:cubicBezTo>
                  <a:cubicBezTo>
                    <a:pt x="6023" y="7791"/>
                    <a:pt x="6492" y="7647"/>
                    <a:pt x="6853" y="7503"/>
                  </a:cubicBezTo>
                  <a:cubicBezTo>
                    <a:pt x="6997" y="7467"/>
                    <a:pt x="7141" y="7395"/>
                    <a:pt x="7286" y="7322"/>
                  </a:cubicBezTo>
                  <a:cubicBezTo>
                    <a:pt x="7322" y="7286"/>
                    <a:pt x="7394" y="7286"/>
                    <a:pt x="7466" y="7214"/>
                  </a:cubicBezTo>
                  <a:lnTo>
                    <a:pt x="7538" y="7106"/>
                  </a:lnTo>
                  <a:cubicBezTo>
                    <a:pt x="7574" y="7070"/>
                    <a:pt x="7574" y="6998"/>
                    <a:pt x="7574" y="6926"/>
                  </a:cubicBezTo>
                  <a:cubicBezTo>
                    <a:pt x="7574" y="6854"/>
                    <a:pt x="7538" y="6745"/>
                    <a:pt x="7502" y="6709"/>
                  </a:cubicBezTo>
                  <a:cubicBezTo>
                    <a:pt x="7430" y="6637"/>
                    <a:pt x="7358" y="6601"/>
                    <a:pt x="7322" y="6565"/>
                  </a:cubicBezTo>
                  <a:cubicBezTo>
                    <a:pt x="7250" y="6529"/>
                    <a:pt x="7177" y="6529"/>
                    <a:pt x="7105" y="6493"/>
                  </a:cubicBezTo>
                  <a:cubicBezTo>
                    <a:pt x="6636" y="6349"/>
                    <a:pt x="6023" y="6204"/>
                    <a:pt x="5590" y="5952"/>
                  </a:cubicBezTo>
                  <a:cubicBezTo>
                    <a:pt x="5374" y="5844"/>
                    <a:pt x="5158" y="5699"/>
                    <a:pt x="5049" y="5591"/>
                  </a:cubicBezTo>
                  <a:cubicBezTo>
                    <a:pt x="4941" y="5447"/>
                    <a:pt x="4869" y="5303"/>
                    <a:pt x="4869" y="5158"/>
                  </a:cubicBezTo>
                  <a:cubicBezTo>
                    <a:pt x="4869" y="5014"/>
                    <a:pt x="4941" y="4798"/>
                    <a:pt x="5122" y="4545"/>
                  </a:cubicBezTo>
                  <a:cubicBezTo>
                    <a:pt x="5302" y="4293"/>
                    <a:pt x="5590" y="3968"/>
                    <a:pt x="6059" y="3608"/>
                  </a:cubicBezTo>
                  <a:cubicBezTo>
                    <a:pt x="7033" y="2850"/>
                    <a:pt x="8728" y="2093"/>
                    <a:pt x="10820" y="1516"/>
                  </a:cubicBezTo>
                  <a:cubicBezTo>
                    <a:pt x="12912" y="975"/>
                    <a:pt x="15365" y="578"/>
                    <a:pt x="17925" y="578"/>
                  </a:cubicBezTo>
                  <a:close/>
                  <a:moveTo>
                    <a:pt x="17925" y="1"/>
                  </a:moveTo>
                  <a:cubicBezTo>
                    <a:pt x="15329" y="1"/>
                    <a:pt x="12804" y="361"/>
                    <a:pt x="10676" y="939"/>
                  </a:cubicBezTo>
                  <a:cubicBezTo>
                    <a:pt x="8512" y="1516"/>
                    <a:pt x="6781" y="2309"/>
                    <a:pt x="5699" y="3139"/>
                  </a:cubicBezTo>
                  <a:cubicBezTo>
                    <a:pt x="5194" y="3535"/>
                    <a:pt x="4869" y="3860"/>
                    <a:pt x="4617" y="4221"/>
                  </a:cubicBezTo>
                  <a:cubicBezTo>
                    <a:pt x="4400" y="4545"/>
                    <a:pt x="4292" y="4834"/>
                    <a:pt x="4292" y="5158"/>
                  </a:cubicBezTo>
                  <a:cubicBezTo>
                    <a:pt x="4292" y="5483"/>
                    <a:pt x="4400" y="5772"/>
                    <a:pt x="4617" y="5988"/>
                  </a:cubicBezTo>
                  <a:cubicBezTo>
                    <a:pt x="4905" y="6313"/>
                    <a:pt x="5302" y="6493"/>
                    <a:pt x="5735" y="6673"/>
                  </a:cubicBezTo>
                  <a:cubicBezTo>
                    <a:pt x="6016" y="6801"/>
                    <a:pt x="6315" y="6893"/>
                    <a:pt x="6594" y="6974"/>
                  </a:cubicBezTo>
                  <a:lnTo>
                    <a:pt x="6594" y="6974"/>
                  </a:lnTo>
                  <a:cubicBezTo>
                    <a:pt x="6121" y="7126"/>
                    <a:pt x="5394" y="7360"/>
                    <a:pt x="4617" y="7719"/>
                  </a:cubicBezTo>
                  <a:cubicBezTo>
                    <a:pt x="3679" y="8116"/>
                    <a:pt x="2669" y="8729"/>
                    <a:pt x="1876" y="9595"/>
                  </a:cubicBezTo>
                  <a:cubicBezTo>
                    <a:pt x="613" y="11001"/>
                    <a:pt x="0" y="12985"/>
                    <a:pt x="0" y="14644"/>
                  </a:cubicBezTo>
                  <a:cubicBezTo>
                    <a:pt x="0" y="15329"/>
                    <a:pt x="108" y="15942"/>
                    <a:pt x="325" y="16483"/>
                  </a:cubicBezTo>
                  <a:cubicBezTo>
                    <a:pt x="541" y="17024"/>
                    <a:pt x="866" y="17457"/>
                    <a:pt x="1335" y="17746"/>
                  </a:cubicBezTo>
                  <a:cubicBezTo>
                    <a:pt x="1731" y="17962"/>
                    <a:pt x="2200" y="18034"/>
                    <a:pt x="2705" y="18034"/>
                  </a:cubicBezTo>
                  <a:cubicBezTo>
                    <a:pt x="3859" y="18034"/>
                    <a:pt x="5266" y="17638"/>
                    <a:pt x="6420" y="17277"/>
                  </a:cubicBezTo>
                  <a:cubicBezTo>
                    <a:pt x="7244" y="16985"/>
                    <a:pt x="7930" y="16692"/>
                    <a:pt x="8235" y="16559"/>
                  </a:cubicBezTo>
                  <a:lnTo>
                    <a:pt x="8235" y="16559"/>
                  </a:lnTo>
                  <a:lnTo>
                    <a:pt x="9341" y="17349"/>
                  </a:lnTo>
                  <a:cubicBezTo>
                    <a:pt x="9392" y="17375"/>
                    <a:pt x="9462" y="17400"/>
                    <a:pt x="9523" y="17400"/>
                  </a:cubicBezTo>
                  <a:cubicBezTo>
                    <a:pt x="9549" y="17400"/>
                    <a:pt x="9573" y="17396"/>
                    <a:pt x="9594" y="17385"/>
                  </a:cubicBezTo>
                  <a:lnTo>
                    <a:pt x="22106" y="14187"/>
                  </a:lnTo>
                  <a:lnTo>
                    <a:pt x="22106" y="14187"/>
                  </a:lnTo>
                  <a:cubicBezTo>
                    <a:pt x="22121" y="14314"/>
                    <a:pt x="22138" y="14495"/>
                    <a:pt x="22181" y="14752"/>
                  </a:cubicBezTo>
                  <a:cubicBezTo>
                    <a:pt x="22217" y="14897"/>
                    <a:pt x="22290" y="15041"/>
                    <a:pt x="22398" y="15113"/>
                  </a:cubicBezTo>
                  <a:cubicBezTo>
                    <a:pt x="22578" y="15293"/>
                    <a:pt x="22795" y="15365"/>
                    <a:pt x="23083" y="15438"/>
                  </a:cubicBezTo>
                  <a:cubicBezTo>
                    <a:pt x="23877" y="15618"/>
                    <a:pt x="25103" y="15654"/>
                    <a:pt x="26257" y="15654"/>
                  </a:cubicBezTo>
                  <a:lnTo>
                    <a:pt x="28529" y="15654"/>
                  </a:lnTo>
                  <a:cubicBezTo>
                    <a:pt x="28538" y="15645"/>
                    <a:pt x="28549" y="15640"/>
                    <a:pt x="28563" y="15640"/>
                  </a:cubicBezTo>
                  <a:cubicBezTo>
                    <a:pt x="28604" y="15640"/>
                    <a:pt x="28664" y="15681"/>
                    <a:pt x="28746" y="15762"/>
                  </a:cubicBezTo>
                  <a:cubicBezTo>
                    <a:pt x="28926" y="15979"/>
                    <a:pt x="29178" y="16411"/>
                    <a:pt x="29431" y="16916"/>
                  </a:cubicBezTo>
                  <a:cubicBezTo>
                    <a:pt x="29792" y="17746"/>
                    <a:pt x="30188" y="18792"/>
                    <a:pt x="30621" y="19766"/>
                  </a:cubicBezTo>
                  <a:cubicBezTo>
                    <a:pt x="31090" y="20775"/>
                    <a:pt x="31595" y="21677"/>
                    <a:pt x="32244" y="22218"/>
                  </a:cubicBezTo>
                  <a:cubicBezTo>
                    <a:pt x="33146" y="23012"/>
                    <a:pt x="34047" y="23372"/>
                    <a:pt x="34841" y="23372"/>
                  </a:cubicBezTo>
                  <a:cubicBezTo>
                    <a:pt x="35670" y="23372"/>
                    <a:pt x="36356" y="23012"/>
                    <a:pt x="36933" y="22471"/>
                  </a:cubicBezTo>
                  <a:cubicBezTo>
                    <a:pt x="37402" y="21966"/>
                    <a:pt x="38051" y="21172"/>
                    <a:pt x="38592" y="20198"/>
                  </a:cubicBezTo>
                  <a:cubicBezTo>
                    <a:pt x="39133" y="19225"/>
                    <a:pt x="39530" y="17998"/>
                    <a:pt x="39530" y="16736"/>
                  </a:cubicBezTo>
                  <a:cubicBezTo>
                    <a:pt x="39530" y="16556"/>
                    <a:pt x="39530" y="16375"/>
                    <a:pt x="39530" y="16195"/>
                  </a:cubicBezTo>
                  <a:cubicBezTo>
                    <a:pt x="39335" y="14081"/>
                    <a:pt x="38583" y="12890"/>
                    <a:pt x="38232" y="12438"/>
                  </a:cubicBezTo>
                  <a:lnTo>
                    <a:pt x="38232" y="12438"/>
                  </a:lnTo>
                  <a:cubicBezTo>
                    <a:pt x="38255" y="12407"/>
                    <a:pt x="38278" y="12373"/>
                    <a:pt x="38303" y="12336"/>
                  </a:cubicBezTo>
                  <a:cubicBezTo>
                    <a:pt x="38448" y="12155"/>
                    <a:pt x="38556" y="11867"/>
                    <a:pt x="38556" y="11470"/>
                  </a:cubicBezTo>
                  <a:cubicBezTo>
                    <a:pt x="38556" y="11254"/>
                    <a:pt x="38520" y="10965"/>
                    <a:pt x="38375" y="10677"/>
                  </a:cubicBezTo>
                  <a:cubicBezTo>
                    <a:pt x="38267" y="10460"/>
                    <a:pt x="38051" y="10316"/>
                    <a:pt x="37834" y="10208"/>
                  </a:cubicBezTo>
                  <a:cubicBezTo>
                    <a:pt x="37618" y="10136"/>
                    <a:pt x="37402" y="10100"/>
                    <a:pt x="37185" y="10100"/>
                  </a:cubicBezTo>
                  <a:cubicBezTo>
                    <a:pt x="36572" y="10100"/>
                    <a:pt x="35923" y="10280"/>
                    <a:pt x="35382" y="10460"/>
                  </a:cubicBezTo>
                  <a:cubicBezTo>
                    <a:pt x="35174" y="10516"/>
                    <a:pt x="34987" y="10577"/>
                    <a:pt x="34836" y="10630"/>
                  </a:cubicBezTo>
                  <a:lnTo>
                    <a:pt x="34836" y="10630"/>
                  </a:lnTo>
                  <a:cubicBezTo>
                    <a:pt x="34780" y="10251"/>
                    <a:pt x="34648" y="9604"/>
                    <a:pt x="34336" y="8585"/>
                  </a:cubicBezTo>
                  <a:cubicBezTo>
                    <a:pt x="34084" y="7647"/>
                    <a:pt x="33290" y="6204"/>
                    <a:pt x="31703" y="4762"/>
                  </a:cubicBezTo>
                  <a:cubicBezTo>
                    <a:pt x="30116" y="3319"/>
                    <a:pt x="27700" y="1840"/>
                    <a:pt x="24201" y="830"/>
                  </a:cubicBezTo>
                  <a:cubicBezTo>
                    <a:pt x="22181" y="253"/>
                    <a:pt x="20017" y="1"/>
                    <a:pt x="179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9" name="Google Shape;2469;g312bfb4b743_5_798"/>
            <p:cNvSpPr/>
            <p:nvPr/>
          </p:nvSpPr>
          <p:spPr>
            <a:xfrm>
              <a:off x="3553000" y="3237875"/>
              <a:ext cx="350775" cy="489200"/>
            </a:xfrm>
            <a:custGeom>
              <a:avLst/>
              <a:gdLst/>
              <a:ahLst/>
              <a:cxnLst/>
              <a:rect l="l" t="t" r="r" b="b"/>
              <a:pathLst>
                <a:path w="14031" h="19568" extrusionOk="0">
                  <a:moveTo>
                    <a:pt x="12612" y="1"/>
                  </a:moveTo>
                  <a:cubicBezTo>
                    <a:pt x="11647" y="1"/>
                    <a:pt x="9796" y="3410"/>
                    <a:pt x="8513" y="6678"/>
                  </a:cubicBezTo>
                  <a:cubicBezTo>
                    <a:pt x="6962" y="10717"/>
                    <a:pt x="1" y="15875"/>
                    <a:pt x="1227" y="17101"/>
                  </a:cubicBezTo>
                  <a:cubicBezTo>
                    <a:pt x="1976" y="17850"/>
                    <a:pt x="4325" y="19567"/>
                    <a:pt x="6731" y="19567"/>
                  </a:cubicBezTo>
                  <a:cubicBezTo>
                    <a:pt x="8265" y="19567"/>
                    <a:pt x="9822" y="18869"/>
                    <a:pt x="11001" y="16777"/>
                  </a:cubicBezTo>
                  <a:cubicBezTo>
                    <a:pt x="14031" y="11366"/>
                    <a:pt x="13129" y="618"/>
                    <a:pt x="13129" y="618"/>
                  </a:cubicBezTo>
                  <a:cubicBezTo>
                    <a:pt x="13019" y="191"/>
                    <a:pt x="12840" y="1"/>
                    <a:pt x="1261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0" name="Google Shape;2470;g312bfb4b743_5_798"/>
            <p:cNvSpPr/>
            <p:nvPr/>
          </p:nvSpPr>
          <p:spPr>
            <a:xfrm>
              <a:off x="3580050" y="3238000"/>
              <a:ext cx="303900" cy="488725"/>
            </a:xfrm>
            <a:custGeom>
              <a:avLst/>
              <a:gdLst/>
              <a:ahLst/>
              <a:cxnLst/>
              <a:rect l="l" t="t" r="r" b="b"/>
              <a:pathLst>
                <a:path w="12156" h="19549" extrusionOk="0">
                  <a:moveTo>
                    <a:pt x="11542" y="0"/>
                  </a:moveTo>
                  <a:cubicBezTo>
                    <a:pt x="10569" y="0"/>
                    <a:pt x="8729" y="3391"/>
                    <a:pt x="7431" y="6673"/>
                  </a:cubicBezTo>
                  <a:cubicBezTo>
                    <a:pt x="5988" y="10388"/>
                    <a:pt x="1" y="15040"/>
                    <a:pt x="1" y="16735"/>
                  </a:cubicBezTo>
                  <a:cubicBezTo>
                    <a:pt x="1" y="16880"/>
                    <a:pt x="73" y="16988"/>
                    <a:pt x="145" y="17096"/>
                  </a:cubicBezTo>
                  <a:cubicBezTo>
                    <a:pt x="903" y="17854"/>
                    <a:pt x="3247" y="19549"/>
                    <a:pt x="5627" y="19549"/>
                  </a:cubicBezTo>
                  <a:cubicBezTo>
                    <a:pt x="7178" y="19549"/>
                    <a:pt x="8729" y="18863"/>
                    <a:pt x="9919" y="16772"/>
                  </a:cubicBezTo>
                  <a:cubicBezTo>
                    <a:pt x="11795" y="13381"/>
                    <a:pt x="12156" y="7863"/>
                    <a:pt x="12156" y="4256"/>
                  </a:cubicBezTo>
                  <a:cubicBezTo>
                    <a:pt x="12156" y="2092"/>
                    <a:pt x="12047" y="613"/>
                    <a:pt x="12047" y="613"/>
                  </a:cubicBezTo>
                  <a:cubicBezTo>
                    <a:pt x="11939" y="181"/>
                    <a:pt x="11759" y="0"/>
                    <a:pt x="11542" y="0"/>
                  </a:cubicBezTo>
                  <a:close/>
                </a:path>
              </a:pathLst>
            </a:custGeom>
            <a:solidFill>
              <a:srgbClr val="4747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1" name="Google Shape;2471;g312bfb4b743_5_798"/>
            <p:cNvSpPr/>
            <p:nvPr/>
          </p:nvSpPr>
          <p:spPr>
            <a:xfrm>
              <a:off x="3572850" y="3229875"/>
              <a:ext cx="319225" cy="504975"/>
            </a:xfrm>
            <a:custGeom>
              <a:avLst/>
              <a:gdLst/>
              <a:ahLst/>
              <a:cxnLst/>
              <a:rect l="l" t="t" r="r" b="b"/>
              <a:pathLst>
                <a:path w="12769" h="20199" extrusionOk="0">
                  <a:moveTo>
                    <a:pt x="11830" y="614"/>
                  </a:moveTo>
                  <a:lnTo>
                    <a:pt x="11903" y="650"/>
                  </a:lnTo>
                  <a:cubicBezTo>
                    <a:pt x="11939" y="722"/>
                    <a:pt x="11975" y="830"/>
                    <a:pt x="12047" y="1011"/>
                  </a:cubicBezTo>
                  <a:cubicBezTo>
                    <a:pt x="12047" y="1049"/>
                    <a:pt x="12047" y="1118"/>
                    <a:pt x="12047" y="1227"/>
                  </a:cubicBezTo>
                  <a:cubicBezTo>
                    <a:pt x="12083" y="1732"/>
                    <a:pt x="12155" y="2958"/>
                    <a:pt x="12155" y="4581"/>
                  </a:cubicBezTo>
                  <a:cubicBezTo>
                    <a:pt x="12155" y="6385"/>
                    <a:pt x="12047" y="8657"/>
                    <a:pt x="11758" y="10893"/>
                  </a:cubicBezTo>
                  <a:cubicBezTo>
                    <a:pt x="11434" y="13129"/>
                    <a:pt x="10857" y="15293"/>
                    <a:pt x="9919" y="16952"/>
                  </a:cubicBezTo>
                  <a:cubicBezTo>
                    <a:pt x="9378" y="17962"/>
                    <a:pt x="8729" y="18611"/>
                    <a:pt x="8043" y="19008"/>
                  </a:cubicBezTo>
                  <a:cubicBezTo>
                    <a:pt x="7358" y="19405"/>
                    <a:pt x="6637" y="19585"/>
                    <a:pt x="5915" y="19585"/>
                  </a:cubicBezTo>
                  <a:cubicBezTo>
                    <a:pt x="4797" y="19585"/>
                    <a:pt x="3643" y="19188"/>
                    <a:pt x="2705" y="18684"/>
                  </a:cubicBezTo>
                  <a:cubicBezTo>
                    <a:pt x="1768" y="18179"/>
                    <a:pt x="1010" y="17565"/>
                    <a:pt x="650" y="17205"/>
                  </a:cubicBezTo>
                  <a:cubicBezTo>
                    <a:pt x="614" y="17169"/>
                    <a:pt x="614" y="17133"/>
                    <a:pt x="614" y="17060"/>
                  </a:cubicBezTo>
                  <a:cubicBezTo>
                    <a:pt x="577" y="16916"/>
                    <a:pt x="650" y="16700"/>
                    <a:pt x="830" y="16447"/>
                  </a:cubicBezTo>
                  <a:cubicBezTo>
                    <a:pt x="1082" y="15942"/>
                    <a:pt x="1587" y="15329"/>
                    <a:pt x="2200" y="14608"/>
                  </a:cubicBezTo>
                  <a:cubicBezTo>
                    <a:pt x="3138" y="13562"/>
                    <a:pt x="4364" y="12300"/>
                    <a:pt x="5446" y="11001"/>
                  </a:cubicBezTo>
                  <a:cubicBezTo>
                    <a:pt x="6529" y="9703"/>
                    <a:pt x="7502" y="8368"/>
                    <a:pt x="8007" y="7106"/>
                  </a:cubicBezTo>
                  <a:cubicBezTo>
                    <a:pt x="8656" y="5483"/>
                    <a:pt x="9414" y="3824"/>
                    <a:pt x="10135" y="2598"/>
                  </a:cubicBezTo>
                  <a:cubicBezTo>
                    <a:pt x="10532" y="1948"/>
                    <a:pt x="10857" y="1443"/>
                    <a:pt x="11181" y="1119"/>
                  </a:cubicBezTo>
                  <a:cubicBezTo>
                    <a:pt x="11325" y="938"/>
                    <a:pt x="11470" y="794"/>
                    <a:pt x="11578" y="722"/>
                  </a:cubicBezTo>
                  <a:cubicBezTo>
                    <a:pt x="11686" y="650"/>
                    <a:pt x="11794" y="614"/>
                    <a:pt x="11830" y="614"/>
                  </a:cubicBezTo>
                  <a:close/>
                  <a:moveTo>
                    <a:pt x="11830" y="1"/>
                  </a:moveTo>
                  <a:cubicBezTo>
                    <a:pt x="11614" y="37"/>
                    <a:pt x="11434" y="109"/>
                    <a:pt x="11253" y="217"/>
                  </a:cubicBezTo>
                  <a:cubicBezTo>
                    <a:pt x="10929" y="434"/>
                    <a:pt x="10640" y="758"/>
                    <a:pt x="10316" y="1191"/>
                  </a:cubicBezTo>
                  <a:cubicBezTo>
                    <a:pt x="9378" y="2525"/>
                    <a:pt x="8296" y="4726"/>
                    <a:pt x="7466" y="6890"/>
                  </a:cubicBezTo>
                  <a:cubicBezTo>
                    <a:pt x="6781" y="8657"/>
                    <a:pt x="4942" y="10749"/>
                    <a:pt x="3246" y="12588"/>
                  </a:cubicBezTo>
                  <a:cubicBezTo>
                    <a:pt x="2417" y="13490"/>
                    <a:pt x="1623" y="14355"/>
                    <a:pt x="1010" y="15113"/>
                  </a:cubicBezTo>
                  <a:cubicBezTo>
                    <a:pt x="722" y="15474"/>
                    <a:pt x="469" y="15834"/>
                    <a:pt x="289" y="16123"/>
                  </a:cubicBezTo>
                  <a:cubicBezTo>
                    <a:pt x="109" y="16447"/>
                    <a:pt x="0" y="16736"/>
                    <a:pt x="0" y="17060"/>
                  </a:cubicBezTo>
                  <a:cubicBezTo>
                    <a:pt x="0" y="17241"/>
                    <a:pt x="72" y="17493"/>
                    <a:pt x="217" y="17638"/>
                  </a:cubicBezTo>
                  <a:cubicBezTo>
                    <a:pt x="650" y="18034"/>
                    <a:pt x="1407" y="18647"/>
                    <a:pt x="2417" y="19188"/>
                  </a:cubicBezTo>
                  <a:cubicBezTo>
                    <a:pt x="3427" y="19729"/>
                    <a:pt x="4653" y="20198"/>
                    <a:pt x="5915" y="20198"/>
                  </a:cubicBezTo>
                  <a:cubicBezTo>
                    <a:pt x="6745" y="20198"/>
                    <a:pt x="7574" y="19982"/>
                    <a:pt x="8332" y="19513"/>
                  </a:cubicBezTo>
                  <a:cubicBezTo>
                    <a:pt x="9125" y="19080"/>
                    <a:pt x="9847" y="18323"/>
                    <a:pt x="10460" y="17241"/>
                  </a:cubicBezTo>
                  <a:cubicBezTo>
                    <a:pt x="11434" y="15474"/>
                    <a:pt x="12011" y="13237"/>
                    <a:pt x="12335" y="10965"/>
                  </a:cubicBezTo>
                  <a:cubicBezTo>
                    <a:pt x="12660" y="8693"/>
                    <a:pt x="12768" y="6385"/>
                    <a:pt x="12768" y="4581"/>
                  </a:cubicBezTo>
                  <a:cubicBezTo>
                    <a:pt x="12768" y="2417"/>
                    <a:pt x="12624" y="902"/>
                    <a:pt x="12624" y="902"/>
                  </a:cubicBezTo>
                  <a:lnTo>
                    <a:pt x="12624" y="866"/>
                  </a:lnTo>
                  <a:cubicBezTo>
                    <a:pt x="12552" y="614"/>
                    <a:pt x="12480" y="434"/>
                    <a:pt x="12335" y="289"/>
                  </a:cubicBezTo>
                  <a:cubicBezTo>
                    <a:pt x="12227" y="109"/>
                    <a:pt x="12011" y="1"/>
                    <a:pt x="118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2" name="Google Shape;2472;g312bfb4b743_5_798"/>
            <p:cNvSpPr/>
            <p:nvPr/>
          </p:nvSpPr>
          <p:spPr>
            <a:xfrm>
              <a:off x="3224800" y="2836750"/>
              <a:ext cx="786275" cy="880150"/>
            </a:xfrm>
            <a:custGeom>
              <a:avLst/>
              <a:gdLst/>
              <a:ahLst/>
              <a:cxnLst/>
              <a:rect l="l" t="t" r="r" b="b"/>
              <a:pathLst>
                <a:path w="31451" h="35206" extrusionOk="0">
                  <a:moveTo>
                    <a:pt x="19513" y="0"/>
                  </a:moveTo>
                  <a:cubicBezTo>
                    <a:pt x="19512" y="1"/>
                    <a:pt x="3138" y="4256"/>
                    <a:pt x="0" y="5663"/>
                  </a:cubicBezTo>
                  <a:cubicBezTo>
                    <a:pt x="0" y="5663"/>
                    <a:pt x="253" y="14211"/>
                    <a:pt x="3535" y="23156"/>
                  </a:cubicBezTo>
                  <a:cubicBezTo>
                    <a:pt x="6817" y="32064"/>
                    <a:pt x="12335" y="35094"/>
                    <a:pt x="14716" y="35202"/>
                  </a:cubicBezTo>
                  <a:cubicBezTo>
                    <a:pt x="14753" y="35204"/>
                    <a:pt x="14791" y="35205"/>
                    <a:pt x="14830" y="35205"/>
                  </a:cubicBezTo>
                  <a:cubicBezTo>
                    <a:pt x="17272" y="35205"/>
                    <a:pt x="21672" y="30736"/>
                    <a:pt x="23660" y="26546"/>
                  </a:cubicBezTo>
                  <a:cubicBezTo>
                    <a:pt x="25680" y="22254"/>
                    <a:pt x="27051" y="17349"/>
                    <a:pt x="27051" y="17349"/>
                  </a:cubicBezTo>
                  <a:cubicBezTo>
                    <a:pt x="27051" y="17349"/>
                    <a:pt x="29972" y="16339"/>
                    <a:pt x="30730" y="13706"/>
                  </a:cubicBezTo>
                  <a:cubicBezTo>
                    <a:pt x="31451" y="11073"/>
                    <a:pt x="31343" y="8657"/>
                    <a:pt x="29323" y="8404"/>
                  </a:cubicBezTo>
                  <a:cubicBezTo>
                    <a:pt x="29239" y="8394"/>
                    <a:pt x="29158" y="8389"/>
                    <a:pt x="29078" y="8389"/>
                  </a:cubicBezTo>
                  <a:cubicBezTo>
                    <a:pt x="27233" y="8389"/>
                    <a:pt x="26438" y="11073"/>
                    <a:pt x="26438" y="11073"/>
                  </a:cubicBezTo>
                  <a:cubicBezTo>
                    <a:pt x="26438" y="11073"/>
                    <a:pt x="23913" y="9414"/>
                    <a:pt x="22903" y="6168"/>
                  </a:cubicBezTo>
                  <a:cubicBezTo>
                    <a:pt x="22001" y="3236"/>
                    <a:pt x="23517" y="908"/>
                    <a:pt x="23130" y="908"/>
                  </a:cubicBezTo>
                  <a:cubicBezTo>
                    <a:pt x="23084" y="908"/>
                    <a:pt x="23011" y="941"/>
                    <a:pt x="22903" y="1010"/>
                  </a:cubicBezTo>
                  <a:cubicBezTo>
                    <a:pt x="21982" y="1569"/>
                    <a:pt x="20222" y="3298"/>
                    <a:pt x="19180" y="3298"/>
                  </a:cubicBezTo>
                  <a:cubicBezTo>
                    <a:pt x="19080" y="3298"/>
                    <a:pt x="18986" y="3282"/>
                    <a:pt x="18900" y="3247"/>
                  </a:cubicBezTo>
                  <a:cubicBezTo>
                    <a:pt x="17890" y="2886"/>
                    <a:pt x="19513" y="1"/>
                    <a:pt x="1951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3" name="Google Shape;2473;g312bfb4b743_5_798"/>
            <p:cNvSpPr/>
            <p:nvPr/>
          </p:nvSpPr>
          <p:spPr>
            <a:xfrm>
              <a:off x="3217575" y="2829200"/>
              <a:ext cx="793500" cy="895725"/>
            </a:xfrm>
            <a:custGeom>
              <a:avLst/>
              <a:gdLst/>
              <a:ahLst/>
              <a:cxnLst/>
              <a:rect l="l" t="t" r="r" b="b"/>
              <a:pathLst>
                <a:path w="31740" h="35829" extrusionOk="0">
                  <a:moveTo>
                    <a:pt x="19227" y="757"/>
                  </a:moveTo>
                  <a:cubicBezTo>
                    <a:pt x="19168" y="873"/>
                    <a:pt x="19106" y="999"/>
                    <a:pt x="19044" y="1132"/>
                  </a:cubicBezTo>
                  <a:cubicBezTo>
                    <a:pt x="18792" y="1709"/>
                    <a:pt x="18539" y="2358"/>
                    <a:pt x="18539" y="2935"/>
                  </a:cubicBezTo>
                  <a:cubicBezTo>
                    <a:pt x="18539" y="3116"/>
                    <a:pt x="18575" y="3296"/>
                    <a:pt x="18648" y="3476"/>
                  </a:cubicBezTo>
                  <a:cubicBezTo>
                    <a:pt x="18720" y="3621"/>
                    <a:pt x="18864" y="3765"/>
                    <a:pt x="19080" y="3837"/>
                  </a:cubicBezTo>
                  <a:cubicBezTo>
                    <a:pt x="19189" y="3873"/>
                    <a:pt x="19333" y="3909"/>
                    <a:pt x="19441" y="3909"/>
                  </a:cubicBezTo>
                  <a:cubicBezTo>
                    <a:pt x="19802" y="3909"/>
                    <a:pt x="20126" y="3765"/>
                    <a:pt x="20487" y="3585"/>
                  </a:cubicBezTo>
                  <a:cubicBezTo>
                    <a:pt x="21028" y="3332"/>
                    <a:pt x="21569" y="2899"/>
                    <a:pt x="22074" y="2503"/>
                  </a:cubicBezTo>
                  <a:cubicBezTo>
                    <a:pt x="22443" y="2239"/>
                    <a:pt x="22794" y="1955"/>
                    <a:pt x="23082" y="1752"/>
                  </a:cubicBezTo>
                  <a:lnTo>
                    <a:pt x="23082" y="1752"/>
                  </a:lnTo>
                  <a:cubicBezTo>
                    <a:pt x="22898" y="2318"/>
                    <a:pt x="22615" y="3308"/>
                    <a:pt x="22615" y="4486"/>
                  </a:cubicBezTo>
                  <a:cubicBezTo>
                    <a:pt x="22615" y="5135"/>
                    <a:pt x="22687" y="5821"/>
                    <a:pt x="22904" y="6542"/>
                  </a:cubicBezTo>
                  <a:cubicBezTo>
                    <a:pt x="23949" y="9932"/>
                    <a:pt x="26546" y="11591"/>
                    <a:pt x="26546" y="11628"/>
                  </a:cubicBezTo>
                  <a:cubicBezTo>
                    <a:pt x="26600" y="11646"/>
                    <a:pt x="26645" y="11655"/>
                    <a:pt x="26691" y="11655"/>
                  </a:cubicBezTo>
                  <a:cubicBezTo>
                    <a:pt x="26736" y="11655"/>
                    <a:pt x="26781" y="11646"/>
                    <a:pt x="26835" y="11628"/>
                  </a:cubicBezTo>
                  <a:cubicBezTo>
                    <a:pt x="26907" y="11628"/>
                    <a:pt x="26979" y="11555"/>
                    <a:pt x="27015" y="11447"/>
                  </a:cubicBezTo>
                  <a:lnTo>
                    <a:pt x="27015" y="11411"/>
                  </a:lnTo>
                  <a:cubicBezTo>
                    <a:pt x="27051" y="11303"/>
                    <a:pt x="27268" y="10654"/>
                    <a:pt x="27700" y="10077"/>
                  </a:cubicBezTo>
                  <a:cubicBezTo>
                    <a:pt x="27881" y="9788"/>
                    <a:pt x="28133" y="9500"/>
                    <a:pt x="28422" y="9319"/>
                  </a:cubicBezTo>
                  <a:cubicBezTo>
                    <a:pt x="28710" y="9139"/>
                    <a:pt x="28999" y="8995"/>
                    <a:pt x="29360" y="8995"/>
                  </a:cubicBezTo>
                  <a:cubicBezTo>
                    <a:pt x="29432" y="8995"/>
                    <a:pt x="29504" y="8995"/>
                    <a:pt x="29576" y="9031"/>
                  </a:cubicBezTo>
                  <a:cubicBezTo>
                    <a:pt x="30153" y="9103"/>
                    <a:pt x="30514" y="9319"/>
                    <a:pt x="30766" y="9716"/>
                  </a:cubicBezTo>
                  <a:cubicBezTo>
                    <a:pt x="31019" y="10113"/>
                    <a:pt x="31127" y="10690"/>
                    <a:pt x="31127" y="11375"/>
                  </a:cubicBezTo>
                  <a:cubicBezTo>
                    <a:pt x="31127" y="12096"/>
                    <a:pt x="30983" y="12998"/>
                    <a:pt x="30694" y="13936"/>
                  </a:cubicBezTo>
                  <a:cubicBezTo>
                    <a:pt x="30369" y="15162"/>
                    <a:pt x="29504" y="16028"/>
                    <a:pt x="28710" y="16569"/>
                  </a:cubicBezTo>
                  <a:cubicBezTo>
                    <a:pt x="28314" y="16857"/>
                    <a:pt x="27953" y="17038"/>
                    <a:pt x="27700" y="17182"/>
                  </a:cubicBezTo>
                  <a:cubicBezTo>
                    <a:pt x="27556" y="17254"/>
                    <a:pt x="27448" y="17290"/>
                    <a:pt x="27376" y="17326"/>
                  </a:cubicBezTo>
                  <a:lnTo>
                    <a:pt x="27268" y="17362"/>
                  </a:lnTo>
                  <a:cubicBezTo>
                    <a:pt x="27159" y="17398"/>
                    <a:pt x="27087" y="17470"/>
                    <a:pt x="27051" y="17579"/>
                  </a:cubicBezTo>
                  <a:cubicBezTo>
                    <a:pt x="27051" y="17579"/>
                    <a:pt x="26979" y="17867"/>
                    <a:pt x="26835" y="18408"/>
                  </a:cubicBezTo>
                  <a:cubicBezTo>
                    <a:pt x="26330" y="19959"/>
                    <a:pt x="25176" y="23530"/>
                    <a:pt x="23697" y="26704"/>
                  </a:cubicBezTo>
                  <a:cubicBezTo>
                    <a:pt x="22723" y="28795"/>
                    <a:pt x="21136" y="30923"/>
                    <a:pt x="19477" y="32546"/>
                  </a:cubicBezTo>
                  <a:cubicBezTo>
                    <a:pt x="18684" y="33376"/>
                    <a:pt x="17854" y="34025"/>
                    <a:pt x="17097" y="34494"/>
                  </a:cubicBezTo>
                  <a:cubicBezTo>
                    <a:pt x="16339" y="34963"/>
                    <a:pt x="15618" y="35215"/>
                    <a:pt x="15113" y="35215"/>
                  </a:cubicBezTo>
                  <a:lnTo>
                    <a:pt x="15041" y="35215"/>
                  </a:lnTo>
                  <a:cubicBezTo>
                    <a:pt x="13959" y="35179"/>
                    <a:pt x="12011" y="34422"/>
                    <a:pt x="9955" y="32546"/>
                  </a:cubicBezTo>
                  <a:cubicBezTo>
                    <a:pt x="7900" y="30707"/>
                    <a:pt x="5736" y="27750"/>
                    <a:pt x="4113" y="23349"/>
                  </a:cubicBezTo>
                  <a:cubicBezTo>
                    <a:pt x="2490" y="18913"/>
                    <a:pt x="1588" y="14549"/>
                    <a:pt x="1119" y="11303"/>
                  </a:cubicBezTo>
                  <a:cubicBezTo>
                    <a:pt x="903" y="9680"/>
                    <a:pt x="758" y="8345"/>
                    <a:pt x="686" y="7408"/>
                  </a:cubicBezTo>
                  <a:cubicBezTo>
                    <a:pt x="650" y="6939"/>
                    <a:pt x="614" y="6578"/>
                    <a:pt x="614" y="6326"/>
                  </a:cubicBezTo>
                  <a:cubicBezTo>
                    <a:pt x="614" y="6256"/>
                    <a:pt x="614" y="6195"/>
                    <a:pt x="614" y="6142"/>
                  </a:cubicBezTo>
                  <a:lnTo>
                    <a:pt x="614" y="6142"/>
                  </a:lnTo>
                  <a:cubicBezTo>
                    <a:pt x="1427" y="5813"/>
                    <a:pt x="2924" y="5309"/>
                    <a:pt x="4762" y="4775"/>
                  </a:cubicBezTo>
                  <a:cubicBezTo>
                    <a:pt x="7719" y="3873"/>
                    <a:pt x="11506" y="2827"/>
                    <a:pt x="14536" y="1998"/>
                  </a:cubicBezTo>
                  <a:cubicBezTo>
                    <a:pt x="16051" y="1601"/>
                    <a:pt x="17385" y="1240"/>
                    <a:pt x="18359" y="988"/>
                  </a:cubicBezTo>
                  <a:cubicBezTo>
                    <a:pt x="18699" y="896"/>
                    <a:pt x="18992" y="819"/>
                    <a:pt x="19227" y="757"/>
                  </a:cubicBezTo>
                  <a:close/>
                  <a:moveTo>
                    <a:pt x="19816" y="0"/>
                  </a:moveTo>
                  <a:cubicBezTo>
                    <a:pt x="19786" y="0"/>
                    <a:pt x="19757" y="5"/>
                    <a:pt x="19730" y="14"/>
                  </a:cubicBezTo>
                  <a:cubicBezTo>
                    <a:pt x="19730" y="14"/>
                    <a:pt x="15618" y="1060"/>
                    <a:pt x="11146" y="2322"/>
                  </a:cubicBezTo>
                  <a:cubicBezTo>
                    <a:pt x="8909" y="2935"/>
                    <a:pt x="6565" y="3585"/>
                    <a:pt x="4581" y="4198"/>
                  </a:cubicBezTo>
                  <a:cubicBezTo>
                    <a:pt x="2598" y="4775"/>
                    <a:pt x="1011" y="5316"/>
                    <a:pt x="181" y="5676"/>
                  </a:cubicBezTo>
                  <a:cubicBezTo>
                    <a:pt x="73" y="5713"/>
                    <a:pt x="1" y="5821"/>
                    <a:pt x="1" y="5965"/>
                  </a:cubicBezTo>
                  <a:cubicBezTo>
                    <a:pt x="1" y="5965"/>
                    <a:pt x="253" y="14549"/>
                    <a:pt x="3536" y="23530"/>
                  </a:cubicBezTo>
                  <a:cubicBezTo>
                    <a:pt x="5195" y="28038"/>
                    <a:pt x="7431" y="31068"/>
                    <a:pt x="9559" y="33015"/>
                  </a:cubicBezTo>
                  <a:cubicBezTo>
                    <a:pt x="11687" y="34927"/>
                    <a:pt x="13706" y="35756"/>
                    <a:pt x="15005" y="35829"/>
                  </a:cubicBezTo>
                  <a:lnTo>
                    <a:pt x="15113" y="35829"/>
                  </a:lnTo>
                  <a:cubicBezTo>
                    <a:pt x="15798" y="35829"/>
                    <a:pt x="16592" y="35504"/>
                    <a:pt x="17385" y="34999"/>
                  </a:cubicBezTo>
                  <a:cubicBezTo>
                    <a:pt x="19838" y="33520"/>
                    <a:pt x="22687" y="30202"/>
                    <a:pt x="24238" y="26956"/>
                  </a:cubicBezTo>
                  <a:cubicBezTo>
                    <a:pt x="26041" y="23124"/>
                    <a:pt x="27327" y="18802"/>
                    <a:pt x="27582" y="17895"/>
                  </a:cubicBezTo>
                  <a:lnTo>
                    <a:pt x="27582" y="17895"/>
                  </a:lnTo>
                  <a:cubicBezTo>
                    <a:pt x="27834" y="17799"/>
                    <a:pt x="28411" y="17541"/>
                    <a:pt x="29071" y="17074"/>
                  </a:cubicBezTo>
                  <a:cubicBezTo>
                    <a:pt x="29901" y="16461"/>
                    <a:pt x="30874" y="15487"/>
                    <a:pt x="31307" y="14080"/>
                  </a:cubicBezTo>
                  <a:cubicBezTo>
                    <a:pt x="31560" y="13142"/>
                    <a:pt x="31740" y="12205"/>
                    <a:pt x="31740" y="11375"/>
                  </a:cubicBezTo>
                  <a:cubicBezTo>
                    <a:pt x="31740" y="10618"/>
                    <a:pt x="31596" y="9932"/>
                    <a:pt x="31271" y="9391"/>
                  </a:cubicBezTo>
                  <a:cubicBezTo>
                    <a:pt x="30946" y="8886"/>
                    <a:pt x="30369" y="8490"/>
                    <a:pt x="29648" y="8418"/>
                  </a:cubicBezTo>
                  <a:lnTo>
                    <a:pt x="29360" y="8418"/>
                  </a:lnTo>
                  <a:cubicBezTo>
                    <a:pt x="28855" y="8418"/>
                    <a:pt x="28386" y="8598"/>
                    <a:pt x="27989" y="8886"/>
                  </a:cubicBezTo>
                  <a:cubicBezTo>
                    <a:pt x="27448" y="9283"/>
                    <a:pt x="27051" y="9896"/>
                    <a:pt x="26799" y="10365"/>
                  </a:cubicBezTo>
                  <a:cubicBezTo>
                    <a:pt x="26706" y="10551"/>
                    <a:pt x="26632" y="10723"/>
                    <a:pt x="26577" y="10865"/>
                  </a:cubicBezTo>
                  <a:lnTo>
                    <a:pt x="26577" y="10865"/>
                  </a:lnTo>
                  <a:cubicBezTo>
                    <a:pt x="25881" y="10313"/>
                    <a:pt x="24225" y="8805"/>
                    <a:pt x="23481" y="6362"/>
                  </a:cubicBezTo>
                  <a:cubicBezTo>
                    <a:pt x="23300" y="5713"/>
                    <a:pt x="23192" y="5063"/>
                    <a:pt x="23192" y="4486"/>
                  </a:cubicBezTo>
                  <a:cubicBezTo>
                    <a:pt x="23192" y="3729"/>
                    <a:pt x="23336" y="3044"/>
                    <a:pt x="23481" y="2503"/>
                  </a:cubicBezTo>
                  <a:cubicBezTo>
                    <a:pt x="23553" y="2214"/>
                    <a:pt x="23625" y="1998"/>
                    <a:pt x="23697" y="1781"/>
                  </a:cubicBezTo>
                  <a:cubicBezTo>
                    <a:pt x="23733" y="1601"/>
                    <a:pt x="23769" y="1457"/>
                    <a:pt x="23805" y="1312"/>
                  </a:cubicBezTo>
                  <a:cubicBezTo>
                    <a:pt x="23805" y="1240"/>
                    <a:pt x="23769" y="1168"/>
                    <a:pt x="23733" y="1060"/>
                  </a:cubicBezTo>
                  <a:cubicBezTo>
                    <a:pt x="23697" y="1024"/>
                    <a:pt x="23625" y="952"/>
                    <a:pt x="23589" y="916"/>
                  </a:cubicBezTo>
                  <a:cubicBezTo>
                    <a:pt x="23517" y="916"/>
                    <a:pt x="23481" y="880"/>
                    <a:pt x="23408" y="880"/>
                  </a:cubicBezTo>
                  <a:cubicBezTo>
                    <a:pt x="23336" y="916"/>
                    <a:pt x="23264" y="916"/>
                    <a:pt x="23228" y="952"/>
                  </a:cubicBezTo>
                  <a:cubicBezTo>
                    <a:pt x="23156" y="988"/>
                    <a:pt x="23084" y="988"/>
                    <a:pt x="23048" y="1024"/>
                  </a:cubicBezTo>
                  <a:cubicBezTo>
                    <a:pt x="22543" y="1348"/>
                    <a:pt x="21894" y="1925"/>
                    <a:pt x="21208" y="2430"/>
                  </a:cubicBezTo>
                  <a:cubicBezTo>
                    <a:pt x="20848" y="2683"/>
                    <a:pt x="20523" y="2899"/>
                    <a:pt x="20198" y="3044"/>
                  </a:cubicBezTo>
                  <a:cubicBezTo>
                    <a:pt x="19910" y="3224"/>
                    <a:pt x="19621" y="3296"/>
                    <a:pt x="19441" y="3296"/>
                  </a:cubicBezTo>
                  <a:lnTo>
                    <a:pt x="19297" y="3296"/>
                  </a:lnTo>
                  <a:lnTo>
                    <a:pt x="19189" y="3188"/>
                  </a:lnTo>
                  <a:cubicBezTo>
                    <a:pt x="19153" y="3152"/>
                    <a:pt x="19153" y="3080"/>
                    <a:pt x="19153" y="2935"/>
                  </a:cubicBezTo>
                  <a:cubicBezTo>
                    <a:pt x="19153" y="2539"/>
                    <a:pt x="19369" y="1889"/>
                    <a:pt x="19585" y="1384"/>
                  </a:cubicBezTo>
                  <a:cubicBezTo>
                    <a:pt x="19730" y="1096"/>
                    <a:pt x="19838" y="880"/>
                    <a:pt x="19910" y="699"/>
                  </a:cubicBezTo>
                  <a:cubicBezTo>
                    <a:pt x="19946" y="627"/>
                    <a:pt x="19982" y="555"/>
                    <a:pt x="20018" y="519"/>
                  </a:cubicBezTo>
                  <a:lnTo>
                    <a:pt x="20054" y="447"/>
                  </a:lnTo>
                  <a:cubicBezTo>
                    <a:pt x="20126" y="339"/>
                    <a:pt x="20126" y="194"/>
                    <a:pt x="20054" y="122"/>
                  </a:cubicBezTo>
                  <a:cubicBezTo>
                    <a:pt x="20000" y="41"/>
                    <a:pt x="19905" y="0"/>
                    <a:pt x="198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4" name="Google Shape;2474;g312bfb4b743_5_798"/>
            <p:cNvSpPr/>
            <p:nvPr/>
          </p:nvSpPr>
          <p:spPr>
            <a:xfrm>
              <a:off x="3751375" y="3083575"/>
              <a:ext cx="155125" cy="68600"/>
            </a:xfrm>
            <a:custGeom>
              <a:avLst/>
              <a:gdLst/>
              <a:ahLst/>
              <a:cxnLst/>
              <a:rect l="l" t="t" r="r" b="b"/>
              <a:pathLst>
                <a:path w="6205" h="2744" extrusionOk="0">
                  <a:moveTo>
                    <a:pt x="5848" y="1"/>
                  </a:moveTo>
                  <a:cubicBezTo>
                    <a:pt x="5822" y="1"/>
                    <a:pt x="5796" y="4"/>
                    <a:pt x="5771" y="10"/>
                  </a:cubicBezTo>
                  <a:lnTo>
                    <a:pt x="217" y="2174"/>
                  </a:lnTo>
                  <a:cubicBezTo>
                    <a:pt x="73" y="2210"/>
                    <a:pt x="1" y="2390"/>
                    <a:pt x="73" y="2571"/>
                  </a:cubicBezTo>
                  <a:cubicBezTo>
                    <a:pt x="99" y="2676"/>
                    <a:pt x="203" y="2743"/>
                    <a:pt x="313" y="2743"/>
                  </a:cubicBezTo>
                  <a:cubicBezTo>
                    <a:pt x="354" y="2743"/>
                    <a:pt x="395" y="2734"/>
                    <a:pt x="433" y="2715"/>
                  </a:cubicBezTo>
                  <a:lnTo>
                    <a:pt x="5988" y="587"/>
                  </a:lnTo>
                  <a:cubicBezTo>
                    <a:pt x="6132" y="515"/>
                    <a:pt x="6204" y="334"/>
                    <a:pt x="6168" y="190"/>
                  </a:cubicBezTo>
                  <a:cubicBezTo>
                    <a:pt x="6108" y="71"/>
                    <a:pt x="5974" y="1"/>
                    <a:pt x="584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5" name="Google Shape;2475;g312bfb4b743_5_798"/>
            <p:cNvSpPr/>
            <p:nvPr/>
          </p:nvSpPr>
          <p:spPr>
            <a:xfrm>
              <a:off x="3156275" y="3109950"/>
              <a:ext cx="628500" cy="217975"/>
            </a:xfrm>
            <a:custGeom>
              <a:avLst/>
              <a:gdLst/>
              <a:ahLst/>
              <a:cxnLst/>
              <a:rect l="l" t="t" r="r" b="b"/>
              <a:pathLst>
                <a:path w="25140" h="8719" extrusionOk="0">
                  <a:moveTo>
                    <a:pt x="0" y="1"/>
                  </a:moveTo>
                  <a:cubicBezTo>
                    <a:pt x="0" y="1"/>
                    <a:pt x="109" y="3535"/>
                    <a:pt x="1876" y="5555"/>
                  </a:cubicBezTo>
                  <a:cubicBezTo>
                    <a:pt x="3144" y="6979"/>
                    <a:pt x="5380" y="7511"/>
                    <a:pt x="7047" y="7511"/>
                  </a:cubicBezTo>
                  <a:cubicBezTo>
                    <a:pt x="7702" y="7511"/>
                    <a:pt x="8270" y="7429"/>
                    <a:pt x="8656" y="7286"/>
                  </a:cubicBezTo>
                  <a:cubicBezTo>
                    <a:pt x="9996" y="6840"/>
                    <a:pt x="9831" y="3255"/>
                    <a:pt x="11120" y="3255"/>
                  </a:cubicBezTo>
                  <a:cubicBezTo>
                    <a:pt x="11184" y="3255"/>
                    <a:pt x="11253" y="3264"/>
                    <a:pt x="11325" y="3283"/>
                  </a:cubicBezTo>
                  <a:cubicBezTo>
                    <a:pt x="12804" y="3644"/>
                    <a:pt x="12552" y="5303"/>
                    <a:pt x="13201" y="6817"/>
                  </a:cubicBezTo>
                  <a:cubicBezTo>
                    <a:pt x="13814" y="8296"/>
                    <a:pt x="14463" y="8188"/>
                    <a:pt x="17204" y="8549"/>
                  </a:cubicBezTo>
                  <a:cubicBezTo>
                    <a:pt x="17971" y="8658"/>
                    <a:pt x="18726" y="8718"/>
                    <a:pt x="19439" y="8718"/>
                  </a:cubicBezTo>
                  <a:cubicBezTo>
                    <a:pt x="21311" y="8718"/>
                    <a:pt x="22893" y="8305"/>
                    <a:pt x="23624" y="7286"/>
                  </a:cubicBezTo>
                  <a:cubicBezTo>
                    <a:pt x="24634" y="5916"/>
                    <a:pt x="25139" y="1624"/>
                    <a:pt x="24129" y="1407"/>
                  </a:cubicBezTo>
                  <a:cubicBezTo>
                    <a:pt x="23922" y="1355"/>
                    <a:pt x="23613" y="1334"/>
                    <a:pt x="23223" y="1334"/>
                  </a:cubicBezTo>
                  <a:cubicBezTo>
                    <a:pt x="21714" y="1334"/>
                    <a:pt x="18980" y="1653"/>
                    <a:pt x="16086" y="1768"/>
                  </a:cubicBezTo>
                  <a:cubicBezTo>
                    <a:pt x="12444" y="1876"/>
                    <a:pt x="11073" y="2021"/>
                    <a:pt x="11073" y="2021"/>
                  </a:cubicBez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6" name="Google Shape;2476;g312bfb4b743_5_798"/>
            <p:cNvSpPr/>
            <p:nvPr/>
          </p:nvSpPr>
          <p:spPr>
            <a:xfrm>
              <a:off x="3501625" y="3169475"/>
              <a:ext cx="275025" cy="158450"/>
            </a:xfrm>
            <a:custGeom>
              <a:avLst/>
              <a:gdLst/>
              <a:ahLst/>
              <a:cxnLst/>
              <a:rect l="l" t="t" r="r" b="b"/>
              <a:pathLst>
                <a:path w="11001" h="6338" extrusionOk="0">
                  <a:moveTo>
                    <a:pt x="10820" y="0"/>
                  </a:moveTo>
                  <a:lnTo>
                    <a:pt x="0" y="5374"/>
                  </a:lnTo>
                  <a:cubicBezTo>
                    <a:pt x="577" y="5879"/>
                    <a:pt x="1443" y="5915"/>
                    <a:pt x="3390" y="6168"/>
                  </a:cubicBezTo>
                  <a:cubicBezTo>
                    <a:pt x="4157" y="6277"/>
                    <a:pt x="4912" y="6337"/>
                    <a:pt x="5625" y="6337"/>
                  </a:cubicBezTo>
                  <a:cubicBezTo>
                    <a:pt x="7497" y="6337"/>
                    <a:pt x="9079" y="5924"/>
                    <a:pt x="9810" y="4905"/>
                  </a:cubicBezTo>
                  <a:cubicBezTo>
                    <a:pt x="10568" y="3932"/>
                    <a:pt x="11001" y="1407"/>
                    <a:pt x="1082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7" name="Google Shape;2477;g312bfb4b743_5_798"/>
            <p:cNvSpPr/>
            <p:nvPr/>
          </p:nvSpPr>
          <p:spPr>
            <a:xfrm>
              <a:off x="3217575" y="3153250"/>
              <a:ext cx="351700" cy="144800"/>
            </a:xfrm>
            <a:custGeom>
              <a:avLst/>
              <a:gdLst/>
              <a:ahLst/>
              <a:cxnLst/>
              <a:rect l="l" t="t" r="r" b="b"/>
              <a:pathLst>
                <a:path w="14068" h="5792" extrusionOk="0">
                  <a:moveTo>
                    <a:pt x="14067" y="0"/>
                  </a:moveTo>
                  <a:lnTo>
                    <a:pt x="14067" y="0"/>
                  </a:lnTo>
                  <a:cubicBezTo>
                    <a:pt x="13923" y="36"/>
                    <a:pt x="13779" y="36"/>
                    <a:pt x="13634" y="36"/>
                  </a:cubicBezTo>
                  <a:cubicBezTo>
                    <a:pt x="12552" y="72"/>
                    <a:pt x="11687" y="108"/>
                    <a:pt x="10965" y="144"/>
                  </a:cubicBezTo>
                  <a:lnTo>
                    <a:pt x="1" y="4364"/>
                  </a:lnTo>
                  <a:cubicBezTo>
                    <a:pt x="1302" y="5395"/>
                    <a:pt x="3138" y="5791"/>
                    <a:pt x="4564" y="5791"/>
                  </a:cubicBezTo>
                  <a:cubicBezTo>
                    <a:pt x="5234" y="5791"/>
                    <a:pt x="5813" y="5704"/>
                    <a:pt x="6204" y="5554"/>
                  </a:cubicBezTo>
                  <a:cubicBezTo>
                    <a:pt x="7544" y="5108"/>
                    <a:pt x="7379" y="1523"/>
                    <a:pt x="8668" y="1523"/>
                  </a:cubicBezTo>
                  <a:cubicBezTo>
                    <a:pt x="8732" y="1523"/>
                    <a:pt x="8801" y="1532"/>
                    <a:pt x="8873" y="1551"/>
                  </a:cubicBezTo>
                  <a:cubicBezTo>
                    <a:pt x="9739" y="1767"/>
                    <a:pt x="10028" y="2453"/>
                    <a:pt x="10244" y="3282"/>
                  </a:cubicBezTo>
                  <a:lnTo>
                    <a:pt x="140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8" name="Google Shape;2478;g312bfb4b743_5_798"/>
            <p:cNvSpPr/>
            <p:nvPr/>
          </p:nvSpPr>
          <p:spPr>
            <a:xfrm>
              <a:off x="3148150" y="3102400"/>
              <a:ext cx="633000" cy="233000"/>
            </a:xfrm>
            <a:custGeom>
              <a:avLst/>
              <a:gdLst/>
              <a:ahLst/>
              <a:cxnLst/>
              <a:rect l="l" t="t" r="r" b="b"/>
              <a:pathLst>
                <a:path w="25320" h="9320" extrusionOk="0">
                  <a:moveTo>
                    <a:pt x="638" y="661"/>
                  </a:moveTo>
                  <a:lnTo>
                    <a:pt x="11326" y="2611"/>
                  </a:lnTo>
                  <a:lnTo>
                    <a:pt x="11686" y="2611"/>
                  </a:lnTo>
                  <a:cubicBezTo>
                    <a:pt x="12228" y="2575"/>
                    <a:pt x="13706" y="2467"/>
                    <a:pt x="16411" y="2359"/>
                  </a:cubicBezTo>
                  <a:cubicBezTo>
                    <a:pt x="19369" y="2250"/>
                    <a:pt x="22146" y="1926"/>
                    <a:pt x="23625" y="1926"/>
                  </a:cubicBezTo>
                  <a:cubicBezTo>
                    <a:pt x="23985" y="1926"/>
                    <a:pt x="24238" y="1962"/>
                    <a:pt x="24382" y="1998"/>
                  </a:cubicBezTo>
                  <a:lnTo>
                    <a:pt x="24490" y="2034"/>
                  </a:lnTo>
                  <a:cubicBezTo>
                    <a:pt x="24526" y="2142"/>
                    <a:pt x="24599" y="2286"/>
                    <a:pt x="24635" y="2539"/>
                  </a:cubicBezTo>
                  <a:cubicBezTo>
                    <a:pt x="24707" y="2755"/>
                    <a:pt x="24707" y="3044"/>
                    <a:pt x="24707" y="3369"/>
                  </a:cubicBezTo>
                  <a:cubicBezTo>
                    <a:pt x="24707" y="4054"/>
                    <a:pt x="24599" y="4883"/>
                    <a:pt x="24418" y="5641"/>
                  </a:cubicBezTo>
                  <a:cubicBezTo>
                    <a:pt x="24238" y="6398"/>
                    <a:pt x="23985" y="7047"/>
                    <a:pt x="23733" y="7444"/>
                  </a:cubicBezTo>
                  <a:cubicBezTo>
                    <a:pt x="23408" y="7877"/>
                    <a:pt x="22867" y="8202"/>
                    <a:pt x="22182" y="8418"/>
                  </a:cubicBezTo>
                  <a:cubicBezTo>
                    <a:pt x="21497" y="8634"/>
                    <a:pt x="20667" y="8706"/>
                    <a:pt x="19729" y="8706"/>
                  </a:cubicBezTo>
                  <a:cubicBezTo>
                    <a:pt x="19044" y="8706"/>
                    <a:pt x="18323" y="8670"/>
                    <a:pt x="17602" y="8562"/>
                  </a:cubicBezTo>
                  <a:cubicBezTo>
                    <a:pt x="16195" y="8382"/>
                    <a:pt x="15329" y="8310"/>
                    <a:pt x="14824" y="8129"/>
                  </a:cubicBezTo>
                  <a:cubicBezTo>
                    <a:pt x="14572" y="8021"/>
                    <a:pt x="14392" y="7913"/>
                    <a:pt x="14247" y="7769"/>
                  </a:cubicBezTo>
                  <a:cubicBezTo>
                    <a:pt x="14103" y="7588"/>
                    <a:pt x="13959" y="7336"/>
                    <a:pt x="13814" y="6975"/>
                  </a:cubicBezTo>
                  <a:cubicBezTo>
                    <a:pt x="13490" y="6290"/>
                    <a:pt x="13418" y="5496"/>
                    <a:pt x="13201" y="4811"/>
                  </a:cubicBezTo>
                  <a:cubicBezTo>
                    <a:pt x="13093" y="4487"/>
                    <a:pt x="12949" y="4162"/>
                    <a:pt x="12696" y="3873"/>
                  </a:cubicBezTo>
                  <a:cubicBezTo>
                    <a:pt x="12480" y="3621"/>
                    <a:pt x="12119" y="3405"/>
                    <a:pt x="11723" y="3296"/>
                  </a:cubicBezTo>
                  <a:cubicBezTo>
                    <a:pt x="11614" y="3260"/>
                    <a:pt x="11506" y="3260"/>
                    <a:pt x="11434" y="3260"/>
                  </a:cubicBezTo>
                  <a:cubicBezTo>
                    <a:pt x="11218" y="3260"/>
                    <a:pt x="11001" y="3332"/>
                    <a:pt x="10821" y="3477"/>
                  </a:cubicBezTo>
                  <a:cubicBezTo>
                    <a:pt x="10532" y="3729"/>
                    <a:pt x="10352" y="4054"/>
                    <a:pt x="10208" y="4451"/>
                  </a:cubicBezTo>
                  <a:cubicBezTo>
                    <a:pt x="9991" y="5028"/>
                    <a:pt x="9847" y="5713"/>
                    <a:pt x="9631" y="6254"/>
                  </a:cubicBezTo>
                  <a:cubicBezTo>
                    <a:pt x="9522" y="6542"/>
                    <a:pt x="9414" y="6795"/>
                    <a:pt x="9270" y="6975"/>
                  </a:cubicBezTo>
                  <a:cubicBezTo>
                    <a:pt x="9162" y="7156"/>
                    <a:pt x="9018" y="7264"/>
                    <a:pt x="8873" y="7336"/>
                  </a:cubicBezTo>
                  <a:cubicBezTo>
                    <a:pt x="8549" y="7444"/>
                    <a:pt x="8008" y="7516"/>
                    <a:pt x="7395" y="7516"/>
                  </a:cubicBezTo>
                  <a:cubicBezTo>
                    <a:pt x="6565" y="7516"/>
                    <a:pt x="5627" y="7408"/>
                    <a:pt x="4726" y="7083"/>
                  </a:cubicBezTo>
                  <a:cubicBezTo>
                    <a:pt x="3824" y="6795"/>
                    <a:pt x="2994" y="6326"/>
                    <a:pt x="2417" y="5641"/>
                  </a:cubicBezTo>
                  <a:cubicBezTo>
                    <a:pt x="1588" y="4703"/>
                    <a:pt x="1119" y="3369"/>
                    <a:pt x="866" y="2250"/>
                  </a:cubicBezTo>
                  <a:cubicBezTo>
                    <a:pt x="758" y="1709"/>
                    <a:pt x="686" y="1204"/>
                    <a:pt x="650" y="844"/>
                  </a:cubicBezTo>
                  <a:cubicBezTo>
                    <a:pt x="650" y="773"/>
                    <a:pt x="644" y="714"/>
                    <a:pt x="638" y="661"/>
                  </a:cubicBezTo>
                  <a:close/>
                  <a:moveTo>
                    <a:pt x="297" y="0"/>
                  </a:moveTo>
                  <a:cubicBezTo>
                    <a:pt x="234" y="0"/>
                    <a:pt x="162" y="34"/>
                    <a:pt x="109" y="86"/>
                  </a:cubicBezTo>
                  <a:cubicBezTo>
                    <a:pt x="37" y="122"/>
                    <a:pt x="1" y="231"/>
                    <a:pt x="1" y="303"/>
                  </a:cubicBezTo>
                  <a:cubicBezTo>
                    <a:pt x="1" y="339"/>
                    <a:pt x="37" y="1241"/>
                    <a:pt x="289" y="2395"/>
                  </a:cubicBezTo>
                  <a:cubicBezTo>
                    <a:pt x="542" y="3549"/>
                    <a:pt x="1047" y="4955"/>
                    <a:pt x="1984" y="6037"/>
                  </a:cubicBezTo>
                  <a:cubicBezTo>
                    <a:pt x="2634" y="6831"/>
                    <a:pt x="3571" y="7336"/>
                    <a:pt x="4545" y="7660"/>
                  </a:cubicBezTo>
                  <a:cubicBezTo>
                    <a:pt x="5519" y="7985"/>
                    <a:pt x="6529" y="8129"/>
                    <a:pt x="7395" y="8129"/>
                  </a:cubicBezTo>
                  <a:cubicBezTo>
                    <a:pt x="8044" y="8129"/>
                    <a:pt x="8657" y="8057"/>
                    <a:pt x="9090" y="7877"/>
                  </a:cubicBezTo>
                  <a:cubicBezTo>
                    <a:pt x="9306" y="7805"/>
                    <a:pt x="9486" y="7660"/>
                    <a:pt x="9631" y="7480"/>
                  </a:cubicBezTo>
                  <a:cubicBezTo>
                    <a:pt x="9919" y="7192"/>
                    <a:pt x="10063" y="6795"/>
                    <a:pt x="10244" y="6398"/>
                  </a:cubicBezTo>
                  <a:cubicBezTo>
                    <a:pt x="10460" y="5785"/>
                    <a:pt x="10604" y="5100"/>
                    <a:pt x="10821" y="4595"/>
                  </a:cubicBezTo>
                  <a:cubicBezTo>
                    <a:pt x="10893" y="4342"/>
                    <a:pt x="11001" y="4126"/>
                    <a:pt x="11109" y="4018"/>
                  </a:cubicBezTo>
                  <a:cubicBezTo>
                    <a:pt x="11254" y="3910"/>
                    <a:pt x="11326" y="3873"/>
                    <a:pt x="11434" y="3837"/>
                  </a:cubicBezTo>
                  <a:lnTo>
                    <a:pt x="11542" y="3873"/>
                  </a:lnTo>
                  <a:cubicBezTo>
                    <a:pt x="11903" y="3946"/>
                    <a:pt x="12083" y="4090"/>
                    <a:pt x="12264" y="4270"/>
                  </a:cubicBezTo>
                  <a:cubicBezTo>
                    <a:pt x="12480" y="4559"/>
                    <a:pt x="12624" y="4955"/>
                    <a:pt x="12769" y="5496"/>
                  </a:cubicBezTo>
                  <a:cubicBezTo>
                    <a:pt x="12877" y="6001"/>
                    <a:pt x="12985" y="6615"/>
                    <a:pt x="13237" y="7228"/>
                  </a:cubicBezTo>
                  <a:cubicBezTo>
                    <a:pt x="13418" y="7624"/>
                    <a:pt x="13562" y="7913"/>
                    <a:pt x="13814" y="8165"/>
                  </a:cubicBezTo>
                  <a:cubicBezTo>
                    <a:pt x="14139" y="8526"/>
                    <a:pt x="14572" y="8706"/>
                    <a:pt x="15149" y="8851"/>
                  </a:cubicBezTo>
                  <a:cubicBezTo>
                    <a:pt x="15726" y="8959"/>
                    <a:pt x="16483" y="9031"/>
                    <a:pt x="17493" y="9175"/>
                  </a:cubicBezTo>
                  <a:cubicBezTo>
                    <a:pt x="18251" y="9247"/>
                    <a:pt x="19008" y="9320"/>
                    <a:pt x="19729" y="9320"/>
                  </a:cubicBezTo>
                  <a:cubicBezTo>
                    <a:pt x="20703" y="9320"/>
                    <a:pt x="21605" y="9211"/>
                    <a:pt x="22362" y="8995"/>
                  </a:cubicBezTo>
                  <a:cubicBezTo>
                    <a:pt x="23156" y="8743"/>
                    <a:pt x="23805" y="8346"/>
                    <a:pt x="24202" y="7769"/>
                  </a:cubicBezTo>
                  <a:cubicBezTo>
                    <a:pt x="24562" y="7300"/>
                    <a:pt x="24815" y="6578"/>
                    <a:pt x="25031" y="5785"/>
                  </a:cubicBezTo>
                  <a:cubicBezTo>
                    <a:pt x="25212" y="4955"/>
                    <a:pt x="25320" y="4090"/>
                    <a:pt x="25320" y="3369"/>
                  </a:cubicBezTo>
                  <a:cubicBezTo>
                    <a:pt x="25320" y="2900"/>
                    <a:pt x="25284" y="2467"/>
                    <a:pt x="25176" y="2142"/>
                  </a:cubicBezTo>
                  <a:cubicBezTo>
                    <a:pt x="25103" y="1962"/>
                    <a:pt x="25067" y="1818"/>
                    <a:pt x="24959" y="1673"/>
                  </a:cubicBezTo>
                  <a:cubicBezTo>
                    <a:pt x="24851" y="1565"/>
                    <a:pt x="24707" y="1457"/>
                    <a:pt x="24526" y="1385"/>
                  </a:cubicBezTo>
                  <a:cubicBezTo>
                    <a:pt x="24310" y="1349"/>
                    <a:pt x="23985" y="1313"/>
                    <a:pt x="23625" y="1313"/>
                  </a:cubicBezTo>
                  <a:cubicBezTo>
                    <a:pt x="22074" y="1313"/>
                    <a:pt x="19333" y="1673"/>
                    <a:pt x="16411" y="1782"/>
                  </a:cubicBezTo>
                  <a:cubicBezTo>
                    <a:pt x="13121" y="1878"/>
                    <a:pt x="11677" y="2004"/>
                    <a:pt x="11409" y="2029"/>
                  </a:cubicBezTo>
                  <a:lnTo>
                    <a:pt x="11409" y="2029"/>
                  </a:lnTo>
                  <a:lnTo>
                    <a:pt x="361" y="14"/>
                  </a:lnTo>
                  <a:cubicBezTo>
                    <a:pt x="342" y="5"/>
                    <a:pt x="320" y="0"/>
                    <a:pt x="2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9" name="Google Shape;2479;g312bfb4b743_5_798"/>
            <p:cNvSpPr/>
            <p:nvPr/>
          </p:nvSpPr>
          <p:spPr>
            <a:xfrm>
              <a:off x="3403325" y="3253325"/>
              <a:ext cx="122650" cy="195700"/>
            </a:xfrm>
            <a:custGeom>
              <a:avLst/>
              <a:gdLst/>
              <a:ahLst/>
              <a:cxnLst/>
              <a:rect l="l" t="t" r="r" b="b"/>
              <a:pathLst>
                <a:path w="4906" h="7828" extrusionOk="0">
                  <a:moveTo>
                    <a:pt x="434" y="0"/>
                  </a:moveTo>
                  <a:cubicBezTo>
                    <a:pt x="253" y="0"/>
                    <a:pt x="109" y="145"/>
                    <a:pt x="109" y="289"/>
                  </a:cubicBezTo>
                  <a:cubicBezTo>
                    <a:pt x="109" y="289"/>
                    <a:pt x="1" y="3571"/>
                    <a:pt x="1" y="5591"/>
                  </a:cubicBezTo>
                  <a:cubicBezTo>
                    <a:pt x="1" y="6420"/>
                    <a:pt x="109" y="6961"/>
                    <a:pt x="434" y="7358"/>
                  </a:cubicBezTo>
                  <a:cubicBezTo>
                    <a:pt x="578" y="7539"/>
                    <a:pt x="758" y="7683"/>
                    <a:pt x="975" y="7755"/>
                  </a:cubicBezTo>
                  <a:cubicBezTo>
                    <a:pt x="1191" y="7791"/>
                    <a:pt x="1443" y="7827"/>
                    <a:pt x="1660" y="7827"/>
                  </a:cubicBezTo>
                  <a:cubicBezTo>
                    <a:pt x="1912" y="7827"/>
                    <a:pt x="2165" y="7791"/>
                    <a:pt x="2453" y="7791"/>
                  </a:cubicBezTo>
                  <a:cubicBezTo>
                    <a:pt x="3932" y="7647"/>
                    <a:pt x="4726" y="6997"/>
                    <a:pt x="4762" y="6961"/>
                  </a:cubicBezTo>
                  <a:cubicBezTo>
                    <a:pt x="4906" y="6853"/>
                    <a:pt x="4906" y="6673"/>
                    <a:pt x="4798" y="6529"/>
                  </a:cubicBezTo>
                  <a:cubicBezTo>
                    <a:pt x="4735" y="6466"/>
                    <a:pt x="4648" y="6427"/>
                    <a:pt x="4557" y="6427"/>
                  </a:cubicBezTo>
                  <a:cubicBezTo>
                    <a:pt x="4492" y="6427"/>
                    <a:pt x="4425" y="6447"/>
                    <a:pt x="4365" y="6493"/>
                  </a:cubicBezTo>
                  <a:cubicBezTo>
                    <a:pt x="4365" y="6493"/>
                    <a:pt x="3680" y="7070"/>
                    <a:pt x="2417" y="7178"/>
                  </a:cubicBezTo>
                  <a:cubicBezTo>
                    <a:pt x="2129" y="7214"/>
                    <a:pt x="1876" y="7214"/>
                    <a:pt x="1660" y="7214"/>
                  </a:cubicBezTo>
                  <a:cubicBezTo>
                    <a:pt x="1479" y="7214"/>
                    <a:pt x="1299" y="7214"/>
                    <a:pt x="1155" y="7178"/>
                  </a:cubicBezTo>
                  <a:cubicBezTo>
                    <a:pt x="975" y="7106"/>
                    <a:pt x="866" y="7034"/>
                    <a:pt x="758" y="6781"/>
                  </a:cubicBezTo>
                  <a:cubicBezTo>
                    <a:pt x="650" y="6565"/>
                    <a:pt x="578" y="6168"/>
                    <a:pt x="578" y="5591"/>
                  </a:cubicBezTo>
                  <a:cubicBezTo>
                    <a:pt x="578" y="4581"/>
                    <a:pt x="614" y="3283"/>
                    <a:pt x="650" y="2201"/>
                  </a:cubicBezTo>
                  <a:cubicBezTo>
                    <a:pt x="686" y="1155"/>
                    <a:pt x="722" y="325"/>
                    <a:pt x="722" y="325"/>
                  </a:cubicBezTo>
                  <a:cubicBezTo>
                    <a:pt x="722" y="145"/>
                    <a:pt x="614" y="0"/>
                    <a:pt x="4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0" name="Google Shape;2480;g312bfb4b743_5_798"/>
            <p:cNvSpPr/>
            <p:nvPr/>
          </p:nvSpPr>
          <p:spPr>
            <a:xfrm>
              <a:off x="3510625" y="3441775"/>
              <a:ext cx="207425" cy="137075"/>
            </a:xfrm>
            <a:custGeom>
              <a:avLst/>
              <a:gdLst/>
              <a:ahLst/>
              <a:cxnLst/>
              <a:rect l="l" t="t" r="r" b="b"/>
              <a:pathLst>
                <a:path w="8297" h="5483" extrusionOk="0">
                  <a:moveTo>
                    <a:pt x="5411" y="578"/>
                  </a:moveTo>
                  <a:cubicBezTo>
                    <a:pt x="5519" y="578"/>
                    <a:pt x="5663" y="614"/>
                    <a:pt x="5771" y="614"/>
                  </a:cubicBezTo>
                  <a:cubicBezTo>
                    <a:pt x="6493" y="722"/>
                    <a:pt x="6962" y="974"/>
                    <a:pt x="7250" y="1299"/>
                  </a:cubicBezTo>
                  <a:cubicBezTo>
                    <a:pt x="7575" y="1587"/>
                    <a:pt x="7683" y="1948"/>
                    <a:pt x="7683" y="2309"/>
                  </a:cubicBezTo>
                  <a:cubicBezTo>
                    <a:pt x="7683" y="2850"/>
                    <a:pt x="7394" y="3391"/>
                    <a:pt x="6926" y="3715"/>
                  </a:cubicBezTo>
                  <a:cubicBezTo>
                    <a:pt x="6385" y="4040"/>
                    <a:pt x="5483" y="4329"/>
                    <a:pt x="4545" y="4545"/>
                  </a:cubicBezTo>
                  <a:cubicBezTo>
                    <a:pt x="3607" y="4761"/>
                    <a:pt x="2598" y="4870"/>
                    <a:pt x="1948" y="4870"/>
                  </a:cubicBezTo>
                  <a:cubicBezTo>
                    <a:pt x="1696" y="4870"/>
                    <a:pt x="1479" y="4834"/>
                    <a:pt x="1371" y="4797"/>
                  </a:cubicBezTo>
                  <a:cubicBezTo>
                    <a:pt x="866" y="4689"/>
                    <a:pt x="614" y="4292"/>
                    <a:pt x="614" y="4004"/>
                  </a:cubicBezTo>
                  <a:cubicBezTo>
                    <a:pt x="614" y="3896"/>
                    <a:pt x="650" y="3788"/>
                    <a:pt x="758" y="3679"/>
                  </a:cubicBezTo>
                  <a:lnTo>
                    <a:pt x="758" y="3643"/>
                  </a:lnTo>
                  <a:lnTo>
                    <a:pt x="794" y="3607"/>
                  </a:lnTo>
                  <a:cubicBezTo>
                    <a:pt x="938" y="3463"/>
                    <a:pt x="1552" y="2669"/>
                    <a:pt x="2417" y="1948"/>
                  </a:cubicBezTo>
                  <a:cubicBezTo>
                    <a:pt x="3247" y="1227"/>
                    <a:pt x="4365" y="578"/>
                    <a:pt x="5411" y="578"/>
                  </a:cubicBezTo>
                  <a:close/>
                  <a:moveTo>
                    <a:pt x="5411" y="1"/>
                  </a:moveTo>
                  <a:cubicBezTo>
                    <a:pt x="4040" y="1"/>
                    <a:pt x="2778" y="830"/>
                    <a:pt x="1840" y="1660"/>
                  </a:cubicBezTo>
                  <a:cubicBezTo>
                    <a:pt x="902" y="2453"/>
                    <a:pt x="289" y="3283"/>
                    <a:pt x="289" y="3283"/>
                  </a:cubicBezTo>
                  <a:lnTo>
                    <a:pt x="290" y="3283"/>
                  </a:lnTo>
                  <a:lnTo>
                    <a:pt x="290" y="3283"/>
                  </a:lnTo>
                  <a:cubicBezTo>
                    <a:pt x="97" y="3495"/>
                    <a:pt x="1" y="3766"/>
                    <a:pt x="1" y="4004"/>
                  </a:cubicBezTo>
                  <a:cubicBezTo>
                    <a:pt x="1" y="4617"/>
                    <a:pt x="470" y="5194"/>
                    <a:pt x="1191" y="5375"/>
                  </a:cubicBezTo>
                  <a:cubicBezTo>
                    <a:pt x="1407" y="5447"/>
                    <a:pt x="1660" y="5483"/>
                    <a:pt x="1948" y="5483"/>
                  </a:cubicBezTo>
                  <a:cubicBezTo>
                    <a:pt x="2670" y="5483"/>
                    <a:pt x="3680" y="5338"/>
                    <a:pt x="4653" y="5122"/>
                  </a:cubicBezTo>
                  <a:cubicBezTo>
                    <a:pt x="5663" y="4906"/>
                    <a:pt x="6601" y="4617"/>
                    <a:pt x="7250" y="4220"/>
                  </a:cubicBezTo>
                  <a:cubicBezTo>
                    <a:pt x="7899" y="3788"/>
                    <a:pt x="8296" y="3066"/>
                    <a:pt x="8296" y="2309"/>
                  </a:cubicBezTo>
                  <a:cubicBezTo>
                    <a:pt x="8296" y="1804"/>
                    <a:pt x="8116" y="1263"/>
                    <a:pt x="7683" y="866"/>
                  </a:cubicBezTo>
                  <a:cubicBezTo>
                    <a:pt x="7286" y="433"/>
                    <a:pt x="6673" y="145"/>
                    <a:pt x="5844" y="37"/>
                  </a:cubicBezTo>
                  <a:cubicBezTo>
                    <a:pt x="5699" y="1"/>
                    <a:pt x="5555" y="1"/>
                    <a:pt x="54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1" name="Google Shape;2481;g312bfb4b743_5_798"/>
            <p:cNvSpPr/>
            <p:nvPr/>
          </p:nvSpPr>
          <p:spPr>
            <a:xfrm>
              <a:off x="3519650" y="3464200"/>
              <a:ext cx="179450" cy="87600"/>
            </a:xfrm>
            <a:custGeom>
              <a:avLst/>
              <a:gdLst/>
              <a:ahLst/>
              <a:cxnLst/>
              <a:rect l="l" t="t" r="r" b="b"/>
              <a:pathLst>
                <a:path w="7178" h="3504" extrusionOk="0">
                  <a:moveTo>
                    <a:pt x="6850" y="0"/>
                  </a:moveTo>
                  <a:cubicBezTo>
                    <a:pt x="6778" y="0"/>
                    <a:pt x="6704" y="27"/>
                    <a:pt x="6637" y="77"/>
                  </a:cubicBezTo>
                  <a:lnTo>
                    <a:pt x="6601" y="113"/>
                  </a:lnTo>
                  <a:cubicBezTo>
                    <a:pt x="6420" y="258"/>
                    <a:pt x="5591" y="943"/>
                    <a:pt x="4401" y="1592"/>
                  </a:cubicBezTo>
                  <a:cubicBezTo>
                    <a:pt x="3246" y="2241"/>
                    <a:pt x="1732" y="2854"/>
                    <a:pt x="289" y="2891"/>
                  </a:cubicBezTo>
                  <a:cubicBezTo>
                    <a:pt x="109" y="2891"/>
                    <a:pt x="0" y="3035"/>
                    <a:pt x="0" y="3215"/>
                  </a:cubicBezTo>
                  <a:cubicBezTo>
                    <a:pt x="0" y="3359"/>
                    <a:pt x="145" y="3504"/>
                    <a:pt x="289" y="3504"/>
                  </a:cubicBezTo>
                  <a:cubicBezTo>
                    <a:pt x="2020" y="3432"/>
                    <a:pt x="3679" y="2674"/>
                    <a:pt x="4942" y="1953"/>
                  </a:cubicBezTo>
                  <a:cubicBezTo>
                    <a:pt x="6204" y="1231"/>
                    <a:pt x="7033" y="546"/>
                    <a:pt x="7033" y="546"/>
                  </a:cubicBezTo>
                  <a:cubicBezTo>
                    <a:pt x="7142" y="438"/>
                    <a:pt x="7178" y="222"/>
                    <a:pt x="7070" y="113"/>
                  </a:cubicBezTo>
                  <a:cubicBezTo>
                    <a:pt x="7012" y="36"/>
                    <a:pt x="6933" y="0"/>
                    <a:pt x="68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2" name="Google Shape;2482;g312bfb4b743_5_798"/>
            <p:cNvSpPr/>
            <p:nvPr/>
          </p:nvSpPr>
          <p:spPr>
            <a:xfrm>
              <a:off x="3448425" y="3008125"/>
              <a:ext cx="265700" cy="114050"/>
            </a:xfrm>
            <a:custGeom>
              <a:avLst/>
              <a:gdLst/>
              <a:ahLst/>
              <a:cxnLst/>
              <a:rect l="l" t="t" r="r" b="b"/>
              <a:pathLst>
                <a:path w="10628" h="4562" extrusionOk="0">
                  <a:moveTo>
                    <a:pt x="6842" y="0"/>
                  </a:moveTo>
                  <a:cubicBezTo>
                    <a:pt x="6622" y="0"/>
                    <a:pt x="6397" y="11"/>
                    <a:pt x="6168" y="34"/>
                  </a:cubicBezTo>
                  <a:cubicBezTo>
                    <a:pt x="4040" y="287"/>
                    <a:pt x="2525" y="2451"/>
                    <a:pt x="1767" y="2811"/>
                  </a:cubicBezTo>
                  <a:cubicBezTo>
                    <a:pt x="1010" y="3208"/>
                    <a:pt x="0" y="3208"/>
                    <a:pt x="0" y="3208"/>
                  </a:cubicBezTo>
                  <a:cubicBezTo>
                    <a:pt x="0" y="3208"/>
                    <a:pt x="1243" y="4561"/>
                    <a:pt x="1988" y="4561"/>
                  </a:cubicBezTo>
                  <a:cubicBezTo>
                    <a:pt x="2095" y="4561"/>
                    <a:pt x="2191" y="4534"/>
                    <a:pt x="2272" y="4471"/>
                  </a:cubicBezTo>
                  <a:cubicBezTo>
                    <a:pt x="2885" y="3966"/>
                    <a:pt x="5158" y="1693"/>
                    <a:pt x="7791" y="1441"/>
                  </a:cubicBezTo>
                  <a:cubicBezTo>
                    <a:pt x="8395" y="1384"/>
                    <a:pt x="8881" y="1365"/>
                    <a:pt x="9268" y="1365"/>
                  </a:cubicBezTo>
                  <a:cubicBezTo>
                    <a:pt x="9956" y="1365"/>
                    <a:pt x="10327" y="1424"/>
                    <a:pt x="10484" y="1424"/>
                  </a:cubicBezTo>
                  <a:cubicBezTo>
                    <a:pt x="10628" y="1424"/>
                    <a:pt x="10593" y="1375"/>
                    <a:pt x="10460" y="1188"/>
                  </a:cubicBezTo>
                  <a:cubicBezTo>
                    <a:pt x="10106" y="738"/>
                    <a:pt x="8660" y="0"/>
                    <a:pt x="68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3" name="Google Shape;2483;g312bfb4b743_5_798"/>
            <p:cNvSpPr/>
            <p:nvPr/>
          </p:nvSpPr>
          <p:spPr>
            <a:xfrm>
              <a:off x="3440300" y="3000850"/>
              <a:ext cx="279550" cy="128075"/>
            </a:xfrm>
            <a:custGeom>
              <a:avLst/>
              <a:gdLst/>
              <a:ahLst/>
              <a:cxnLst/>
              <a:rect l="l" t="t" r="r" b="b"/>
              <a:pathLst>
                <a:path w="11182" h="5123" extrusionOk="0">
                  <a:moveTo>
                    <a:pt x="7250" y="614"/>
                  </a:moveTo>
                  <a:cubicBezTo>
                    <a:pt x="8116" y="614"/>
                    <a:pt x="8873" y="758"/>
                    <a:pt x="9450" y="1011"/>
                  </a:cubicBezTo>
                  <a:cubicBezTo>
                    <a:pt x="9731" y="1116"/>
                    <a:pt x="9977" y="1221"/>
                    <a:pt x="10156" y="1359"/>
                  </a:cubicBezTo>
                  <a:lnTo>
                    <a:pt x="10156" y="1359"/>
                  </a:lnTo>
                  <a:cubicBezTo>
                    <a:pt x="9999" y="1349"/>
                    <a:pt x="9817" y="1335"/>
                    <a:pt x="9594" y="1335"/>
                  </a:cubicBezTo>
                  <a:cubicBezTo>
                    <a:pt x="9198" y="1335"/>
                    <a:pt x="8693" y="1371"/>
                    <a:pt x="8080" y="1443"/>
                  </a:cubicBezTo>
                  <a:cubicBezTo>
                    <a:pt x="6709" y="1552"/>
                    <a:pt x="5447" y="2201"/>
                    <a:pt x="4437" y="2886"/>
                  </a:cubicBezTo>
                  <a:cubicBezTo>
                    <a:pt x="3932" y="3247"/>
                    <a:pt x="3499" y="3571"/>
                    <a:pt x="3138" y="3860"/>
                  </a:cubicBezTo>
                  <a:cubicBezTo>
                    <a:pt x="2814" y="4148"/>
                    <a:pt x="2561" y="4401"/>
                    <a:pt x="2417" y="4509"/>
                  </a:cubicBezTo>
                  <a:lnTo>
                    <a:pt x="2309" y="4545"/>
                  </a:lnTo>
                  <a:cubicBezTo>
                    <a:pt x="2237" y="4545"/>
                    <a:pt x="2020" y="4473"/>
                    <a:pt x="1840" y="4365"/>
                  </a:cubicBezTo>
                  <a:cubicBezTo>
                    <a:pt x="1571" y="4197"/>
                    <a:pt x="1270" y="3965"/>
                    <a:pt x="1026" y="3730"/>
                  </a:cubicBezTo>
                  <a:lnTo>
                    <a:pt x="1026" y="3730"/>
                  </a:lnTo>
                  <a:cubicBezTo>
                    <a:pt x="1382" y="3678"/>
                    <a:pt x="1826" y="3579"/>
                    <a:pt x="2237" y="3391"/>
                  </a:cubicBezTo>
                  <a:cubicBezTo>
                    <a:pt x="2453" y="3247"/>
                    <a:pt x="2706" y="3030"/>
                    <a:pt x="2994" y="2778"/>
                  </a:cubicBezTo>
                  <a:cubicBezTo>
                    <a:pt x="3860" y="1984"/>
                    <a:pt x="5050" y="794"/>
                    <a:pt x="6529" y="650"/>
                  </a:cubicBezTo>
                  <a:cubicBezTo>
                    <a:pt x="6781" y="614"/>
                    <a:pt x="6998" y="614"/>
                    <a:pt x="7250" y="614"/>
                  </a:cubicBezTo>
                  <a:close/>
                  <a:moveTo>
                    <a:pt x="7250" y="1"/>
                  </a:moveTo>
                  <a:cubicBezTo>
                    <a:pt x="6998" y="1"/>
                    <a:pt x="6709" y="1"/>
                    <a:pt x="6457" y="37"/>
                  </a:cubicBezTo>
                  <a:cubicBezTo>
                    <a:pt x="5302" y="181"/>
                    <a:pt x="4329" y="830"/>
                    <a:pt x="3571" y="1443"/>
                  </a:cubicBezTo>
                  <a:cubicBezTo>
                    <a:pt x="3210" y="1768"/>
                    <a:pt x="2850" y="2093"/>
                    <a:pt x="2597" y="2345"/>
                  </a:cubicBezTo>
                  <a:cubicBezTo>
                    <a:pt x="2309" y="2598"/>
                    <a:pt x="2092" y="2778"/>
                    <a:pt x="1948" y="2850"/>
                  </a:cubicBezTo>
                  <a:cubicBezTo>
                    <a:pt x="1624" y="2994"/>
                    <a:pt x="1191" y="3102"/>
                    <a:pt x="866" y="3139"/>
                  </a:cubicBezTo>
                  <a:cubicBezTo>
                    <a:pt x="722" y="3175"/>
                    <a:pt x="578" y="3175"/>
                    <a:pt x="469" y="3175"/>
                  </a:cubicBezTo>
                  <a:lnTo>
                    <a:pt x="325" y="3175"/>
                  </a:lnTo>
                  <a:cubicBezTo>
                    <a:pt x="217" y="3175"/>
                    <a:pt x="109" y="3247"/>
                    <a:pt x="37" y="3355"/>
                  </a:cubicBezTo>
                  <a:cubicBezTo>
                    <a:pt x="0" y="3463"/>
                    <a:pt x="37" y="3607"/>
                    <a:pt x="109" y="3680"/>
                  </a:cubicBezTo>
                  <a:cubicBezTo>
                    <a:pt x="109" y="3716"/>
                    <a:pt x="433" y="4040"/>
                    <a:pt x="866" y="4401"/>
                  </a:cubicBezTo>
                  <a:cubicBezTo>
                    <a:pt x="1046" y="4581"/>
                    <a:pt x="1299" y="4762"/>
                    <a:pt x="1551" y="4870"/>
                  </a:cubicBezTo>
                  <a:cubicBezTo>
                    <a:pt x="1768" y="5014"/>
                    <a:pt x="2020" y="5122"/>
                    <a:pt x="2309" y="5122"/>
                  </a:cubicBezTo>
                  <a:cubicBezTo>
                    <a:pt x="2453" y="5122"/>
                    <a:pt x="2633" y="5086"/>
                    <a:pt x="2778" y="4978"/>
                  </a:cubicBezTo>
                  <a:cubicBezTo>
                    <a:pt x="2958" y="4834"/>
                    <a:pt x="3210" y="4617"/>
                    <a:pt x="3535" y="4329"/>
                  </a:cubicBezTo>
                  <a:cubicBezTo>
                    <a:pt x="4545" y="3463"/>
                    <a:pt x="6276" y="2201"/>
                    <a:pt x="8152" y="2020"/>
                  </a:cubicBezTo>
                  <a:cubicBezTo>
                    <a:pt x="8729" y="1984"/>
                    <a:pt x="9234" y="1948"/>
                    <a:pt x="9594" y="1948"/>
                  </a:cubicBezTo>
                  <a:cubicBezTo>
                    <a:pt x="9919" y="1948"/>
                    <a:pt x="10171" y="1948"/>
                    <a:pt x="10388" y="1984"/>
                  </a:cubicBezTo>
                  <a:cubicBezTo>
                    <a:pt x="10568" y="1984"/>
                    <a:pt x="10676" y="2020"/>
                    <a:pt x="10785" y="2020"/>
                  </a:cubicBezTo>
                  <a:cubicBezTo>
                    <a:pt x="10857" y="2020"/>
                    <a:pt x="10893" y="2020"/>
                    <a:pt x="10965" y="1984"/>
                  </a:cubicBezTo>
                  <a:cubicBezTo>
                    <a:pt x="11001" y="1984"/>
                    <a:pt x="11073" y="1948"/>
                    <a:pt x="11109" y="1876"/>
                  </a:cubicBezTo>
                  <a:cubicBezTo>
                    <a:pt x="11181" y="1804"/>
                    <a:pt x="11181" y="1732"/>
                    <a:pt x="11181" y="1660"/>
                  </a:cubicBezTo>
                  <a:cubicBezTo>
                    <a:pt x="11181" y="1588"/>
                    <a:pt x="11181" y="1552"/>
                    <a:pt x="11145" y="1515"/>
                  </a:cubicBezTo>
                  <a:cubicBezTo>
                    <a:pt x="11109" y="1407"/>
                    <a:pt x="11073" y="1371"/>
                    <a:pt x="11001" y="1299"/>
                  </a:cubicBezTo>
                  <a:cubicBezTo>
                    <a:pt x="10893" y="1155"/>
                    <a:pt x="10712" y="1011"/>
                    <a:pt x="10496" y="866"/>
                  </a:cubicBezTo>
                  <a:cubicBezTo>
                    <a:pt x="9811" y="433"/>
                    <a:pt x="8657"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4" name="Google Shape;2484;g312bfb4b743_5_798"/>
            <p:cNvSpPr/>
            <p:nvPr/>
          </p:nvSpPr>
          <p:spPr>
            <a:xfrm>
              <a:off x="3222100" y="3043825"/>
              <a:ext cx="154200" cy="61775"/>
            </a:xfrm>
            <a:custGeom>
              <a:avLst/>
              <a:gdLst/>
              <a:ahLst/>
              <a:cxnLst/>
              <a:rect l="l" t="t" r="r" b="b"/>
              <a:pathLst>
                <a:path w="6168" h="2471" extrusionOk="0">
                  <a:moveTo>
                    <a:pt x="1786" y="0"/>
                  </a:moveTo>
                  <a:cubicBezTo>
                    <a:pt x="1695" y="0"/>
                    <a:pt x="1604" y="4"/>
                    <a:pt x="1515" y="13"/>
                  </a:cubicBezTo>
                  <a:cubicBezTo>
                    <a:pt x="0" y="121"/>
                    <a:pt x="108" y="1131"/>
                    <a:pt x="108" y="1131"/>
                  </a:cubicBezTo>
                  <a:cubicBezTo>
                    <a:pt x="108" y="1131"/>
                    <a:pt x="758" y="1275"/>
                    <a:pt x="2886" y="1888"/>
                  </a:cubicBezTo>
                  <a:cubicBezTo>
                    <a:pt x="4332" y="2330"/>
                    <a:pt x="4862" y="2471"/>
                    <a:pt x="5166" y="2471"/>
                  </a:cubicBezTo>
                  <a:cubicBezTo>
                    <a:pt x="5310" y="2471"/>
                    <a:pt x="5403" y="2440"/>
                    <a:pt x="5519" y="2393"/>
                  </a:cubicBezTo>
                  <a:cubicBezTo>
                    <a:pt x="5915" y="2285"/>
                    <a:pt x="6168" y="1275"/>
                    <a:pt x="6168" y="1275"/>
                  </a:cubicBezTo>
                  <a:lnTo>
                    <a:pt x="6168" y="1275"/>
                  </a:lnTo>
                  <a:cubicBezTo>
                    <a:pt x="6078" y="1357"/>
                    <a:pt x="5963" y="1389"/>
                    <a:pt x="5840" y="1389"/>
                  </a:cubicBezTo>
                  <a:cubicBezTo>
                    <a:pt x="5422" y="1389"/>
                    <a:pt x="4905" y="1023"/>
                    <a:pt x="4905" y="1023"/>
                  </a:cubicBezTo>
                  <a:cubicBezTo>
                    <a:pt x="4905" y="1023"/>
                    <a:pt x="3244" y="0"/>
                    <a:pt x="17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5" name="Google Shape;2485;g312bfb4b743_5_798"/>
            <p:cNvSpPr/>
            <p:nvPr/>
          </p:nvSpPr>
          <p:spPr>
            <a:xfrm>
              <a:off x="3217575" y="3036025"/>
              <a:ext cx="166850" cy="76650"/>
            </a:xfrm>
            <a:custGeom>
              <a:avLst/>
              <a:gdLst/>
              <a:ahLst/>
              <a:cxnLst/>
              <a:rect l="l" t="t" r="r" b="b"/>
              <a:pathLst>
                <a:path w="6674" h="3066" extrusionOk="0">
                  <a:moveTo>
                    <a:pt x="1912" y="613"/>
                  </a:moveTo>
                  <a:cubicBezTo>
                    <a:pt x="2598" y="613"/>
                    <a:pt x="3355" y="866"/>
                    <a:pt x="3932" y="1082"/>
                  </a:cubicBezTo>
                  <a:cubicBezTo>
                    <a:pt x="4221" y="1227"/>
                    <a:pt x="4473" y="1335"/>
                    <a:pt x="4654" y="1443"/>
                  </a:cubicBezTo>
                  <a:cubicBezTo>
                    <a:pt x="4726" y="1479"/>
                    <a:pt x="4798" y="1515"/>
                    <a:pt x="4870" y="1551"/>
                  </a:cubicBezTo>
                  <a:lnTo>
                    <a:pt x="4916" y="1574"/>
                  </a:lnTo>
                  <a:lnTo>
                    <a:pt x="4916" y="1574"/>
                  </a:lnTo>
                  <a:lnTo>
                    <a:pt x="4906" y="1587"/>
                  </a:lnTo>
                  <a:cubicBezTo>
                    <a:pt x="4906" y="1587"/>
                    <a:pt x="5050" y="1659"/>
                    <a:pt x="5267" y="1768"/>
                  </a:cubicBezTo>
                  <a:cubicBezTo>
                    <a:pt x="5418" y="1859"/>
                    <a:pt x="5647" y="1950"/>
                    <a:pt x="5887" y="1976"/>
                  </a:cubicBezTo>
                  <a:lnTo>
                    <a:pt x="5887" y="1976"/>
                  </a:lnTo>
                  <a:cubicBezTo>
                    <a:pt x="5874" y="2004"/>
                    <a:pt x="5859" y="2031"/>
                    <a:pt x="5844" y="2056"/>
                  </a:cubicBezTo>
                  <a:cubicBezTo>
                    <a:pt x="5808" y="2164"/>
                    <a:pt x="5736" y="2273"/>
                    <a:pt x="5700" y="2345"/>
                  </a:cubicBezTo>
                  <a:lnTo>
                    <a:pt x="5627" y="2417"/>
                  </a:lnTo>
                  <a:cubicBezTo>
                    <a:pt x="5483" y="2453"/>
                    <a:pt x="5447" y="2489"/>
                    <a:pt x="5375" y="2489"/>
                  </a:cubicBezTo>
                  <a:cubicBezTo>
                    <a:pt x="5159" y="2489"/>
                    <a:pt x="4618" y="2345"/>
                    <a:pt x="3139" y="1912"/>
                  </a:cubicBezTo>
                  <a:cubicBezTo>
                    <a:pt x="1749" y="1511"/>
                    <a:pt x="990" y="1311"/>
                    <a:pt x="631" y="1220"/>
                  </a:cubicBezTo>
                  <a:lnTo>
                    <a:pt x="631" y="1220"/>
                  </a:lnTo>
                  <a:cubicBezTo>
                    <a:pt x="645" y="1152"/>
                    <a:pt x="672" y="1077"/>
                    <a:pt x="722" y="1010"/>
                  </a:cubicBezTo>
                  <a:cubicBezTo>
                    <a:pt x="867" y="866"/>
                    <a:pt x="1119" y="686"/>
                    <a:pt x="1696" y="613"/>
                  </a:cubicBezTo>
                  <a:close/>
                  <a:moveTo>
                    <a:pt x="1912" y="0"/>
                  </a:moveTo>
                  <a:cubicBezTo>
                    <a:pt x="1840" y="0"/>
                    <a:pt x="1732" y="0"/>
                    <a:pt x="1660" y="36"/>
                  </a:cubicBezTo>
                  <a:cubicBezTo>
                    <a:pt x="939" y="72"/>
                    <a:pt x="506" y="325"/>
                    <a:pt x="253" y="613"/>
                  </a:cubicBezTo>
                  <a:cubicBezTo>
                    <a:pt x="37" y="938"/>
                    <a:pt x="1" y="1263"/>
                    <a:pt x="1" y="1407"/>
                  </a:cubicBezTo>
                  <a:lnTo>
                    <a:pt x="1" y="1479"/>
                  </a:lnTo>
                  <a:cubicBezTo>
                    <a:pt x="1" y="1623"/>
                    <a:pt x="109" y="1732"/>
                    <a:pt x="253" y="1732"/>
                  </a:cubicBezTo>
                  <a:lnTo>
                    <a:pt x="253" y="1768"/>
                  </a:lnTo>
                  <a:cubicBezTo>
                    <a:pt x="398" y="1768"/>
                    <a:pt x="1119" y="1948"/>
                    <a:pt x="2994" y="2489"/>
                  </a:cubicBezTo>
                  <a:cubicBezTo>
                    <a:pt x="4473" y="2922"/>
                    <a:pt x="4978" y="3066"/>
                    <a:pt x="5375" y="3066"/>
                  </a:cubicBezTo>
                  <a:cubicBezTo>
                    <a:pt x="5555" y="3066"/>
                    <a:pt x="5700" y="3030"/>
                    <a:pt x="5808" y="2994"/>
                  </a:cubicBezTo>
                  <a:cubicBezTo>
                    <a:pt x="5988" y="2922"/>
                    <a:pt x="6132" y="2777"/>
                    <a:pt x="6204" y="2633"/>
                  </a:cubicBezTo>
                  <a:cubicBezTo>
                    <a:pt x="6349" y="2453"/>
                    <a:pt x="6457" y="2200"/>
                    <a:pt x="6529" y="2020"/>
                  </a:cubicBezTo>
                  <a:cubicBezTo>
                    <a:pt x="6601" y="1804"/>
                    <a:pt x="6637" y="1659"/>
                    <a:pt x="6637" y="1659"/>
                  </a:cubicBezTo>
                  <a:cubicBezTo>
                    <a:pt x="6673" y="1515"/>
                    <a:pt x="6601" y="1371"/>
                    <a:pt x="6493" y="1335"/>
                  </a:cubicBezTo>
                  <a:cubicBezTo>
                    <a:pt x="6444" y="1302"/>
                    <a:pt x="6381" y="1285"/>
                    <a:pt x="6320" y="1285"/>
                  </a:cubicBezTo>
                  <a:cubicBezTo>
                    <a:pt x="6245" y="1285"/>
                    <a:pt x="6172" y="1311"/>
                    <a:pt x="6132" y="1371"/>
                  </a:cubicBezTo>
                  <a:cubicBezTo>
                    <a:pt x="6096" y="1371"/>
                    <a:pt x="6096" y="1407"/>
                    <a:pt x="6024" y="1407"/>
                  </a:cubicBezTo>
                  <a:cubicBezTo>
                    <a:pt x="5880" y="1407"/>
                    <a:pt x="5700" y="1335"/>
                    <a:pt x="5519" y="1263"/>
                  </a:cubicBezTo>
                  <a:cubicBezTo>
                    <a:pt x="5447" y="1191"/>
                    <a:pt x="5375" y="1154"/>
                    <a:pt x="5339" y="1118"/>
                  </a:cubicBezTo>
                  <a:lnTo>
                    <a:pt x="5267" y="1082"/>
                  </a:lnTo>
                  <a:lnTo>
                    <a:pt x="5231" y="1082"/>
                  </a:lnTo>
                  <a:cubicBezTo>
                    <a:pt x="5231" y="1046"/>
                    <a:pt x="4798" y="794"/>
                    <a:pt x="4149" y="541"/>
                  </a:cubicBezTo>
                  <a:cubicBezTo>
                    <a:pt x="3536" y="289"/>
                    <a:pt x="2742" y="0"/>
                    <a:pt x="19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g312bfb4b743_5_798"/>
            <p:cNvSpPr/>
            <p:nvPr/>
          </p:nvSpPr>
          <p:spPr>
            <a:xfrm>
              <a:off x="3744175" y="2649575"/>
              <a:ext cx="185750" cy="297200"/>
            </a:xfrm>
            <a:custGeom>
              <a:avLst/>
              <a:gdLst/>
              <a:ahLst/>
              <a:cxnLst/>
              <a:rect l="l" t="t" r="r" b="b"/>
              <a:pathLst>
                <a:path w="7430" h="11888" extrusionOk="0">
                  <a:moveTo>
                    <a:pt x="712" y="1"/>
                  </a:moveTo>
                  <a:cubicBezTo>
                    <a:pt x="275" y="1"/>
                    <a:pt x="0" y="58"/>
                    <a:pt x="0" y="58"/>
                  </a:cubicBezTo>
                  <a:cubicBezTo>
                    <a:pt x="0" y="58"/>
                    <a:pt x="5663" y="2438"/>
                    <a:pt x="6168" y="11888"/>
                  </a:cubicBezTo>
                  <a:lnTo>
                    <a:pt x="7286" y="11743"/>
                  </a:lnTo>
                  <a:cubicBezTo>
                    <a:pt x="7286" y="11743"/>
                    <a:pt x="7430" y="7343"/>
                    <a:pt x="5518" y="3304"/>
                  </a:cubicBezTo>
                  <a:cubicBezTo>
                    <a:pt x="4158" y="399"/>
                    <a:pt x="1867" y="1"/>
                    <a:pt x="71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7" name="Google Shape;2487;g312bfb4b743_5_798"/>
            <p:cNvSpPr/>
            <p:nvPr/>
          </p:nvSpPr>
          <p:spPr>
            <a:xfrm>
              <a:off x="3736050" y="2641975"/>
              <a:ext cx="198400" cy="312025"/>
            </a:xfrm>
            <a:custGeom>
              <a:avLst/>
              <a:gdLst/>
              <a:ahLst/>
              <a:cxnLst/>
              <a:rect l="l" t="t" r="r" b="b"/>
              <a:pathLst>
                <a:path w="7936" h="12481" extrusionOk="0">
                  <a:moveTo>
                    <a:pt x="1384" y="626"/>
                  </a:moveTo>
                  <a:cubicBezTo>
                    <a:pt x="1898" y="660"/>
                    <a:pt x="2554" y="777"/>
                    <a:pt x="3210" y="1119"/>
                  </a:cubicBezTo>
                  <a:cubicBezTo>
                    <a:pt x="4040" y="1552"/>
                    <a:pt x="4906" y="2345"/>
                    <a:pt x="5591" y="3752"/>
                  </a:cubicBezTo>
                  <a:cubicBezTo>
                    <a:pt x="7165" y="7109"/>
                    <a:pt x="7314" y="10806"/>
                    <a:pt x="7322" y="11783"/>
                  </a:cubicBezTo>
                  <a:lnTo>
                    <a:pt x="7322" y="11783"/>
                  </a:lnTo>
                  <a:lnTo>
                    <a:pt x="6762" y="11837"/>
                  </a:lnTo>
                  <a:lnTo>
                    <a:pt x="6762" y="11837"/>
                  </a:lnTo>
                  <a:cubicBezTo>
                    <a:pt x="6459" y="7259"/>
                    <a:pt x="4944" y="4324"/>
                    <a:pt x="3463" y="2526"/>
                  </a:cubicBezTo>
                  <a:cubicBezTo>
                    <a:pt x="2690" y="1626"/>
                    <a:pt x="1943" y="1014"/>
                    <a:pt x="1384" y="626"/>
                  </a:cubicBezTo>
                  <a:close/>
                  <a:moveTo>
                    <a:pt x="1010" y="1"/>
                  </a:moveTo>
                  <a:cubicBezTo>
                    <a:pt x="578" y="1"/>
                    <a:pt x="289" y="73"/>
                    <a:pt x="253" y="73"/>
                  </a:cubicBezTo>
                  <a:cubicBezTo>
                    <a:pt x="145" y="73"/>
                    <a:pt x="37" y="181"/>
                    <a:pt x="37" y="326"/>
                  </a:cubicBezTo>
                  <a:cubicBezTo>
                    <a:pt x="1" y="470"/>
                    <a:pt x="73" y="578"/>
                    <a:pt x="217" y="614"/>
                  </a:cubicBezTo>
                  <a:lnTo>
                    <a:pt x="217" y="650"/>
                  </a:lnTo>
                  <a:cubicBezTo>
                    <a:pt x="361" y="686"/>
                    <a:pt x="1732" y="1335"/>
                    <a:pt x="3102" y="3103"/>
                  </a:cubicBezTo>
                  <a:cubicBezTo>
                    <a:pt x="4509" y="4834"/>
                    <a:pt x="5952" y="7683"/>
                    <a:pt x="6204" y="12192"/>
                  </a:cubicBezTo>
                  <a:cubicBezTo>
                    <a:pt x="6204" y="12264"/>
                    <a:pt x="6240" y="12372"/>
                    <a:pt x="6276" y="12408"/>
                  </a:cubicBezTo>
                  <a:cubicBezTo>
                    <a:pt x="6348" y="12480"/>
                    <a:pt x="6420" y="12480"/>
                    <a:pt x="6529" y="12480"/>
                  </a:cubicBezTo>
                  <a:lnTo>
                    <a:pt x="7647" y="12336"/>
                  </a:lnTo>
                  <a:cubicBezTo>
                    <a:pt x="7791" y="12336"/>
                    <a:pt x="7899" y="12228"/>
                    <a:pt x="7935" y="12047"/>
                  </a:cubicBezTo>
                  <a:cubicBezTo>
                    <a:pt x="7935" y="12047"/>
                    <a:pt x="7935" y="12011"/>
                    <a:pt x="7935" y="11867"/>
                  </a:cubicBezTo>
                  <a:cubicBezTo>
                    <a:pt x="7935" y="11001"/>
                    <a:pt x="7827" y="7106"/>
                    <a:pt x="6132" y="3499"/>
                  </a:cubicBezTo>
                  <a:cubicBezTo>
                    <a:pt x="5411" y="1985"/>
                    <a:pt x="4437" y="1083"/>
                    <a:pt x="3499" y="614"/>
                  </a:cubicBezTo>
                  <a:cubicBezTo>
                    <a:pt x="2561" y="109"/>
                    <a:pt x="1624" y="1"/>
                    <a:pt x="10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8" name="Google Shape;2488;g312bfb4b743_5_798"/>
            <p:cNvSpPr/>
            <p:nvPr/>
          </p:nvSpPr>
          <p:spPr>
            <a:xfrm>
              <a:off x="3817200" y="2908125"/>
              <a:ext cx="233550" cy="136925"/>
            </a:xfrm>
            <a:custGeom>
              <a:avLst/>
              <a:gdLst/>
              <a:ahLst/>
              <a:cxnLst/>
              <a:rect l="l" t="t" r="r" b="b"/>
              <a:pathLst>
                <a:path w="9342" h="5477" extrusionOk="0">
                  <a:moveTo>
                    <a:pt x="7313" y="0"/>
                  </a:moveTo>
                  <a:cubicBezTo>
                    <a:pt x="7114" y="0"/>
                    <a:pt x="6910" y="34"/>
                    <a:pt x="6709" y="103"/>
                  </a:cubicBezTo>
                  <a:lnTo>
                    <a:pt x="1407" y="2015"/>
                  </a:lnTo>
                  <a:cubicBezTo>
                    <a:pt x="469" y="2339"/>
                    <a:pt x="1" y="3349"/>
                    <a:pt x="325" y="4287"/>
                  </a:cubicBezTo>
                  <a:cubicBezTo>
                    <a:pt x="578" y="5044"/>
                    <a:pt x="1263" y="5477"/>
                    <a:pt x="2020" y="5477"/>
                  </a:cubicBezTo>
                  <a:cubicBezTo>
                    <a:pt x="2201" y="5477"/>
                    <a:pt x="2417" y="5441"/>
                    <a:pt x="2633" y="5369"/>
                  </a:cubicBezTo>
                  <a:lnTo>
                    <a:pt x="7899" y="3493"/>
                  </a:lnTo>
                  <a:cubicBezTo>
                    <a:pt x="8837" y="3169"/>
                    <a:pt x="9342" y="2123"/>
                    <a:pt x="8981" y="1185"/>
                  </a:cubicBezTo>
                  <a:cubicBezTo>
                    <a:pt x="8726" y="448"/>
                    <a:pt x="8047" y="0"/>
                    <a:pt x="731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9" name="Google Shape;2489;g312bfb4b743_5_798"/>
            <p:cNvSpPr/>
            <p:nvPr/>
          </p:nvSpPr>
          <p:spPr>
            <a:xfrm>
              <a:off x="3815400" y="2900775"/>
              <a:ext cx="237175" cy="152400"/>
            </a:xfrm>
            <a:custGeom>
              <a:avLst/>
              <a:gdLst/>
              <a:ahLst/>
              <a:cxnLst/>
              <a:rect l="l" t="t" r="r" b="b"/>
              <a:pathLst>
                <a:path w="9487" h="6096" extrusionOk="0">
                  <a:moveTo>
                    <a:pt x="7394" y="613"/>
                  </a:moveTo>
                  <a:cubicBezTo>
                    <a:pt x="8007" y="613"/>
                    <a:pt x="8584" y="974"/>
                    <a:pt x="8801" y="1587"/>
                  </a:cubicBezTo>
                  <a:cubicBezTo>
                    <a:pt x="8837" y="1768"/>
                    <a:pt x="8873" y="1912"/>
                    <a:pt x="8873" y="2092"/>
                  </a:cubicBezTo>
                  <a:cubicBezTo>
                    <a:pt x="8873" y="2705"/>
                    <a:pt x="8476" y="3282"/>
                    <a:pt x="7899" y="3499"/>
                  </a:cubicBezTo>
                  <a:lnTo>
                    <a:pt x="2597" y="5410"/>
                  </a:lnTo>
                  <a:cubicBezTo>
                    <a:pt x="2417" y="5446"/>
                    <a:pt x="2237" y="5482"/>
                    <a:pt x="2092" y="5482"/>
                  </a:cubicBezTo>
                  <a:cubicBezTo>
                    <a:pt x="1479" y="5482"/>
                    <a:pt x="902" y="5086"/>
                    <a:pt x="686" y="4473"/>
                  </a:cubicBezTo>
                  <a:cubicBezTo>
                    <a:pt x="614" y="4328"/>
                    <a:pt x="577" y="4148"/>
                    <a:pt x="577" y="4004"/>
                  </a:cubicBezTo>
                  <a:cubicBezTo>
                    <a:pt x="577" y="3391"/>
                    <a:pt x="974" y="2813"/>
                    <a:pt x="1587" y="2597"/>
                  </a:cubicBezTo>
                  <a:lnTo>
                    <a:pt x="6889" y="686"/>
                  </a:lnTo>
                  <a:cubicBezTo>
                    <a:pt x="7033" y="613"/>
                    <a:pt x="7214" y="613"/>
                    <a:pt x="7394" y="613"/>
                  </a:cubicBezTo>
                  <a:close/>
                  <a:moveTo>
                    <a:pt x="7394" y="0"/>
                  </a:moveTo>
                  <a:cubicBezTo>
                    <a:pt x="7142" y="0"/>
                    <a:pt x="6889" y="36"/>
                    <a:pt x="6673" y="108"/>
                  </a:cubicBezTo>
                  <a:lnTo>
                    <a:pt x="1371" y="2020"/>
                  </a:lnTo>
                  <a:cubicBezTo>
                    <a:pt x="541" y="2309"/>
                    <a:pt x="0" y="3138"/>
                    <a:pt x="0" y="4004"/>
                  </a:cubicBezTo>
                  <a:cubicBezTo>
                    <a:pt x="0" y="4220"/>
                    <a:pt x="36" y="4473"/>
                    <a:pt x="109" y="4689"/>
                  </a:cubicBezTo>
                  <a:cubicBezTo>
                    <a:pt x="433" y="5555"/>
                    <a:pt x="1227" y="6096"/>
                    <a:pt x="2092" y="6096"/>
                  </a:cubicBezTo>
                  <a:cubicBezTo>
                    <a:pt x="2309" y="6096"/>
                    <a:pt x="2561" y="6060"/>
                    <a:pt x="2778" y="5951"/>
                  </a:cubicBezTo>
                  <a:lnTo>
                    <a:pt x="8079" y="4076"/>
                  </a:lnTo>
                  <a:cubicBezTo>
                    <a:pt x="8945" y="3751"/>
                    <a:pt x="9486" y="2958"/>
                    <a:pt x="9486" y="2092"/>
                  </a:cubicBezTo>
                  <a:cubicBezTo>
                    <a:pt x="9486" y="1876"/>
                    <a:pt x="9450" y="1623"/>
                    <a:pt x="9342" y="1371"/>
                  </a:cubicBezTo>
                  <a:cubicBezTo>
                    <a:pt x="9053" y="541"/>
                    <a:pt x="8224" y="0"/>
                    <a:pt x="73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0" name="Google Shape;2490;g312bfb4b743_5_798"/>
            <p:cNvSpPr/>
            <p:nvPr/>
          </p:nvSpPr>
          <p:spPr>
            <a:xfrm>
              <a:off x="3821700" y="2967975"/>
              <a:ext cx="66750" cy="73075"/>
            </a:xfrm>
            <a:custGeom>
              <a:avLst/>
              <a:gdLst/>
              <a:ahLst/>
              <a:cxnLst/>
              <a:rect l="l" t="t" r="r" b="b"/>
              <a:pathLst>
                <a:path w="2670" h="2923" extrusionOk="0">
                  <a:moveTo>
                    <a:pt x="1091" y="0"/>
                  </a:moveTo>
                  <a:cubicBezTo>
                    <a:pt x="990" y="0"/>
                    <a:pt x="890" y="17"/>
                    <a:pt x="794" y="53"/>
                  </a:cubicBezTo>
                  <a:cubicBezTo>
                    <a:pt x="217" y="270"/>
                    <a:pt x="1" y="1063"/>
                    <a:pt x="289" y="1857"/>
                  </a:cubicBezTo>
                  <a:cubicBezTo>
                    <a:pt x="528" y="2513"/>
                    <a:pt x="1062" y="2922"/>
                    <a:pt x="1566" y="2922"/>
                  </a:cubicBezTo>
                  <a:cubicBezTo>
                    <a:pt x="1672" y="2922"/>
                    <a:pt x="1776" y="2904"/>
                    <a:pt x="1876" y="2867"/>
                  </a:cubicBezTo>
                  <a:cubicBezTo>
                    <a:pt x="2453" y="2650"/>
                    <a:pt x="2670" y="1857"/>
                    <a:pt x="2381" y="1063"/>
                  </a:cubicBezTo>
                  <a:cubicBezTo>
                    <a:pt x="2141" y="431"/>
                    <a:pt x="1599" y="0"/>
                    <a:pt x="109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1" name="Google Shape;2491;g312bfb4b743_5_798"/>
            <p:cNvSpPr/>
            <p:nvPr/>
          </p:nvSpPr>
          <p:spPr>
            <a:xfrm>
              <a:off x="3818100" y="2960275"/>
              <a:ext cx="73975" cy="88400"/>
            </a:xfrm>
            <a:custGeom>
              <a:avLst/>
              <a:gdLst/>
              <a:ahLst/>
              <a:cxnLst/>
              <a:rect l="l" t="t" r="r" b="b"/>
              <a:pathLst>
                <a:path w="2959" h="3536" extrusionOk="0">
                  <a:moveTo>
                    <a:pt x="1263" y="614"/>
                  </a:moveTo>
                  <a:cubicBezTo>
                    <a:pt x="1407" y="614"/>
                    <a:pt x="1624" y="686"/>
                    <a:pt x="1804" y="830"/>
                  </a:cubicBezTo>
                  <a:cubicBezTo>
                    <a:pt x="1984" y="974"/>
                    <a:pt x="2129" y="1227"/>
                    <a:pt x="2237" y="1479"/>
                  </a:cubicBezTo>
                  <a:cubicBezTo>
                    <a:pt x="2309" y="1696"/>
                    <a:pt x="2345" y="1876"/>
                    <a:pt x="2345" y="2056"/>
                  </a:cubicBezTo>
                  <a:cubicBezTo>
                    <a:pt x="2345" y="2273"/>
                    <a:pt x="2309" y="2453"/>
                    <a:pt x="2201" y="2597"/>
                  </a:cubicBezTo>
                  <a:cubicBezTo>
                    <a:pt x="2129" y="2742"/>
                    <a:pt x="2020" y="2850"/>
                    <a:pt x="1912" y="2886"/>
                  </a:cubicBezTo>
                  <a:cubicBezTo>
                    <a:pt x="1840" y="2922"/>
                    <a:pt x="1768" y="2922"/>
                    <a:pt x="1696" y="2922"/>
                  </a:cubicBezTo>
                  <a:cubicBezTo>
                    <a:pt x="1551" y="2922"/>
                    <a:pt x="1335" y="2850"/>
                    <a:pt x="1155" y="2706"/>
                  </a:cubicBezTo>
                  <a:cubicBezTo>
                    <a:pt x="974" y="2561"/>
                    <a:pt x="830" y="2345"/>
                    <a:pt x="722" y="2056"/>
                  </a:cubicBezTo>
                  <a:cubicBezTo>
                    <a:pt x="650" y="1876"/>
                    <a:pt x="614" y="1660"/>
                    <a:pt x="614" y="1479"/>
                  </a:cubicBezTo>
                  <a:cubicBezTo>
                    <a:pt x="614" y="1263"/>
                    <a:pt x="650" y="1083"/>
                    <a:pt x="722" y="938"/>
                  </a:cubicBezTo>
                  <a:cubicBezTo>
                    <a:pt x="830" y="794"/>
                    <a:pt x="938" y="686"/>
                    <a:pt x="1047" y="650"/>
                  </a:cubicBezTo>
                  <a:cubicBezTo>
                    <a:pt x="1119" y="614"/>
                    <a:pt x="1191" y="614"/>
                    <a:pt x="1263" y="614"/>
                  </a:cubicBezTo>
                  <a:close/>
                  <a:moveTo>
                    <a:pt x="1263" y="1"/>
                  </a:moveTo>
                  <a:cubicBezTo>
                    <a:pt x="1119" y="1"/>
                    <a:pt x="974" y="37"/>
                    <a:pt x="830" y="73"/>
                  </a:cubicBezTo>
                  <a:cubicBezTo>
                    <a:pt x="578" y="181"/>
                    <a:pt x="361" y="397"/>
                    <a:pt x="217" y="650"/>
                  </a:cubicBezTo>
                  <a:cubicBezTo>
                    <a:pt x="73" y="902"/>
                    <a:pt x="1" y="1191"/>
                    <a:pt x="1" y="1479"/>
                  </a:cubicBezTo>
                  <a:cubicBezTo>
                    <a:pt x="1" y="1732"/>
                    <a:pt x="37" y="2020"/>
                    <a:pt x="145" y="2273"/>
                  </a:cubicBezTo>
                  <a:cubicBezTo>
                    <a:pt x="289" y="2634"/>
                    <a:pt x="506" y="2958"/>
                    <a:pt x="794" y="3175"/>
                  </a:cubicBezTo>
                  <a:cubicBezTo>
                    <a:pt x="1047" y="3391"/>
                    <a:pt x="1371" y="3535"/>
                    <a:pt x="1696" y="3535"/>
                  </a:cubicBezTo>
                  <a:cubicBezTo>
                    <a:pt x="1840" y="3535"/>
                    <a:pt x="1984" y="3499"/>
                    <a:pt x="2093" y="3463"/>
                  </a:cubicBezTo>
                  <a:cubicBezTo>
                    <a:pt x="2381" y="3355"/>
                    <a:pt x="2597" y="3138"/>
                    <a:pt x="2742" y="2922"/>
                  </a:cubicBezTo>
                  <a:cubicBezTo>
                    <a:pt x="2886" y="2670"/>
                    <a:pt x="2958" y="2381"/>
                    <a:pt x="2958" y="2056"/>
                  </a:cubicBezTo>
                  <a:cubicBezTo>
                    <a:pt x="2958" y="1804"/>
                    <a:pt x="2886" y="1552"/>
                    <a:pt x="2814" y="1263"/>
                  </a:cubicBezTo>
                  <a:cubicBezTo>
                    <a:pt x="2670" y="902"/>
                    <a:pt x="2453" y="614"/>
                    <a:pt x="2165" y="361"/>
                  </a:cubicBezTo>
                  <a:cubicBezTo>
                    <a:pt x="1912" y="145"/>
                    <a:pt x="1588" y="1"/>
                    <a:pt x="12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2" name="Google Shape;2492;g312bfb4b743_5_798"/>
            <p:cNvSpPr/>
            <p:nvPr/>
          </p:nvSpPr>
          <p:spPr>
            <a:xfrm>
              <a:off x="3797375" y="3155050"/>
              <a:ext cx="75750" cy="128050"/>
            </a:xfrm>
            <a:custGeom>
              <a:avLst/>
              <a:gdLst/>
              <a:ahLst/>
              <a:cxnLst/>
              <a:rect l="l" t="t" r="r" b="b"/>
              <a:pathLst>
                <a:path w="3030" h="5122" extrusionOk="0">
                  <a:moveTo>
                    <a:pt x="1516" y="1024"/>
                  </a:moveTo>
                  <a:cubicBezTo>
                    <a:pt x="1664" y="1404"/>
                    <a:pt x="1873" y="1892"/>
                    <a:pt x="2056" y="2381"/>
                  </a:cubicBezTo>
                  <a:cubicBezTo>
                    <a:pt x="2164" y="2633"/>
                    <a:pt x="2236" y="2922"/>
                    <a:pt x="2308" y="3138"/>
                  </a:cubicBezTo>
                  <a:cubicBezTo>
                    <a:pt x="2380" y="3354"/>
                    <a:pt x="2417" y="3535"/>
                    <a:pt x="2417" y="3607"/>
                  </a:cubicBezTo>
                  <a:cubicBezTo>
                    <a:pt x="2417" y="4112"/>
                    <a:pt x="2020" y="4509"/>
                    <a:pt x="1515" y="4509"/>
                  </a:cubicBezTo>
                  <a:cubicBezTo>
                    <a:pt x="1010" y="4509"/>
                    <a:pt x="613" y="4112"/>
                    <a:pt x="613" y="3607"/>
                  </a:cubicBezTo>
                  <a:cubicBezTo>
                    <a:pt x="613" y="3535"/>
                    <a:pt x="685" y="3210"/>
                    <a:pt x="794" y="2886"/>
                  </a:cubicBezTo>
                  <a:cubicBezTo>
                    <a:pt x="938" y="2417"/>
                    <a:pt x="1190" y="1767"/>
                    <a:pt x="1407" y="1263"/>
                  </a:cubicBezTo>
                  <a:cubicBezTo>
                    <a:pt x="1445" y="1180"/>
                    <a:pt x="1481" y="1100"/>
                    <a:pt x="1516" y="1024"/>
                  </a:cubicBezTo>
                  <a:close/>
                  <a:moveTo>
                    <a:pt x="1515" y="0"/>
                  </a:moveTo>
                  <a:cubicBezTo>
                    <a:pt x="1407" y="0"/>
                    <a:pt x="1298" y="36"/>
                    <a:pt x="1226" y="144"/>
                  </a:cubicBezTo>
                  <a:cubicBezTo>
                    <a:pt x="1226" y="144"/>
                    <a:pt x="938" y="830"/>
                    <a:pt x="649" y="1587"/>
                  </a:cubicBezTo>
                  <a:cubicBezTo>
                    <a:pt x="469" y="1948"/>
                    <a:pt x="325" y="2345"/>
                    <a:pt x="216" y="2705"/>
                  </a:cubicBezTo>
                  <a:cubicBezTo>
                    <a:pt x="108" y="3066"/>
                    <a:pt x="0" y="3354"/>
                    <a:pt x="0" y="3607"/>
                  </a:cubicBezTo>
                  <a:cubicBezTo>
                    <a:pt x="0" y="4436"/>
                    <a:pt x="685" y="5122"/>
                    <a:pt x="1515" y="5122"/>
                  </a:cubicBezTo>
                  <a:cubicBezTo>
                    <a:pt x="2344" y="5122"/>
                    <a:pt x="3030" y="4436"/>
                    <a:pt x="3030" y="3607"/>
                  </a:cubicBezTo>
                  <a:cubicBezTo>
                    <a:pt x="3030" y="3354"/>
                    <a:pt x="2922" y="3066"/>
                    <a:pt x="2813" y="2705"/>
                  </a:cubicBezTo>
                  <a:cubicBezTo>
                    <a:pt x="2453" y="1659"/>
                    <a:pt x="1803" y="180"/>
                    <a:pt x="1803" y="144"/>
                  </a:cubicBezTo>
                  <a:cubicBezTo>
                    <a:pt x="1731" y="36"/>
                    <a:pt x="1623" y="0"/>
                    <a:pt x="15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3" name="Google Shape;2493;g312bfb4b743_5_798"/>
            <p:cNvSpPr/>
            <p:nvPr/>
          </p:nvSpPr>
          <p:spPr>
            <a:xfrm>
              <a:off x="4011050" y="1025400"/>
              <a:ext cx="1925125" cy="2285650"/>
            </a:xfrm>
            <a:custGeom>
              <a:avLst/>
              <a:gdLst/>
              <a:ahLst/>
              <a:cxnLst/>
              <a:rect l="l" t="t" r="r" b="b"/>
              <a:pathLst>
                <a:path w="77005" h="91426" extrusionOk="0">
                  <a:moveTo>
                    <a:pt x="23983" y="0"/>
                  </a:moveTo>
                  <a:cubicBezTo>
                    <a:pt x="22904" y="0"/>
                    <a:pt x="21562" y="517"/>
                    <a:pt x="20271" y="969"/>
                  </a:cubicBezTo>
                  <a:cubicBezTo>
                    <a:pt x="17349" y="1979"/>
                    <a:pt x="9487" y="9626"/>
                    <a:pt x="7683" y="14422"/>
                  </a:cubicBezTo>
                  <a:cubicBezTo>
                    <a:pt x="5916" y="19255"/>
                    <a:pt x="7467" y="20842"/>
                    <a:pt x="10605" y="23728"/>
                  </a:cubicBezTo>
                  <a:cubicBezTo>
                    <a:pt x="13743" y="26649"/>
                    <a:pt x="17566" y="32600"/>
                    <a:pt x="19585" y="38227"/>
                  </a:cubicBezTo>
                  <a:cubicBezTo>
                    <a:pt x="21605" y="43817"/>
                    <a:pt x="24166" y="49191"/>
                    <a:pt x="28314" y="50670"/>
                  </a:cubicBezTo>
                  <a:cubicBezTo>
                    <a:pt x="28314" y="50670"/>
                    <a:pt x="21713" y="53808"/>
                    <a:pt x="17349" y="56946"/>
                  </a:cubicBezTo>
                  <a:cubicBezTo>
                    <a:pt x="12949" y="60083"/>
                    <a:pt x="10821" y="61526"/>
                    <a:pt x="10821" y="61526"/>
                  </a:cubicBezTo>
                  <a:cubicBezTo>
                    <a:pt x="10821" y="61526"/>
                    <a:pt x="4906" y="63221"/>
                    <a:pt x="2634" y="66143"/>
                  </a:cubicBezTo>
                  <a:cubicBezTo>
                    <a:pt x="1299" y="67874"/>
                    <a:pt x="470" y="69244"/>
                    <a:pt x="1" y="70074"/>
                  </a:cubicBezTo>
                  <a:cubicBezTo>
                    <a:pt x="1227" y="69625"/>
                    <a:pt x="3287" y="69061"/>
                    <a:pt x="5893" y="69061"/>
                  </a:cubicBezTo>
                  <a:cubicBezTo>
                    <a:pt x="8731" y="69061"/>
                    <a:pt x="12218" y="69731"/>
                    <a:pt x="15979" y="71950"/>
                  </a:cubicBezTo>
                  <a:cubicBezTo>
                    <a:pt x="24995" y="77251"/>
                    <a:pt x="26871" y="86016"/>
                    <a:pt x="26871" y="91426"/>
                  </a:cubicBezTo>
                  <a:lnTo>
                    <a:pt x="30442" y="88216"/>
                  </a:lnTo>
                  <a:cubicBezTo>
                    <a:pt x="30442" y="88216"/>
                    <a:pt x="39783" y="84537"/>
                    <a:pt x="47501" y="75989"/>
                  </a:cubicBezTo>
                  <a:cubicBezTo>
                    <a:pt x="55256" y="67477"/>
                    <a:pt x="56482" y="63329"/>
                    <a:pt x="57276" y="55719"/>
                  </a:cubicBezTo>
                  <a:cubicBezTo>
                    <a:pt x="58033" y="48073"/>
                    <a:pt x="61171" y="17921"/>
                    <a:pt x="61279" y="17452"/>
                  </a:cubicBezTo>
                  <a:cubicBezTo>
                    <a:pt x="61423" y="17019"/>
                    <a:pt x="62433" y="14783"/>
                    <a:pt x="63768" y="14567"/>
                  </a:cubicBezTo>
                  <a:cubicBezTo>
                    <a:pt x="63793" y="14562"/>
                    <a:pt x="63820" y="14560"/>
                    <a:pt x="63850" y="14560"/>
                  </a:cubicBezTo>
                  <a:cubicBezTo>
                    <a:pt x="65380" y="14560"/>
                    <a:pt x="72515" y="20855"/>
                    <a:pt x="73506" y="21492"/>
                  </a:cubicBezTo>
                  <a:cubicBezTo>
                    <a:pt x="73935" y="21783"/>
                    <a:pt x="74548" y="22009"/>
                    <a:pt x="75126" y="22009"/>
                  </a:cubicBezTo>
                  <a:cubicBezTo>
                    <a:pt x="75908" y="22009"/>
                    <a:pt x="76627" y="21596"/>
                    <a:pt x="76752" y="20374"/>
                  </a:cubicBezTo>
                  <a:cubicBezTo>
                    <a:pt x="77004" y="18246"/>
                    <a:pt x="75201" y="12980"/>
                    <a:pt x="69466" y="7245"/>
                  </a:cubicBezTo>
                  <a:cubicBezTo>
                    <a:pt x="65304" y="3083"/>
                    <a:pt x="61970" y="1480"/>
                    <a:pt x="59954" y="1480"/>
                  </a:cubicBezTo>
                  <a:cubicBezTo>
                    <a:pt x="59210" y="1480"/>
                    <a:pt x="58645" y="1698"/>
                    <a:pt x="58285" y="2087"/>
                  </a:cubicBezTo>
                  <a:cubicBezTo>
                    <a:pt x="56915" y="3566"/>
                    <a:pt x="57817" y="6704"/>
                    <a:pt x="56915" y="11285"/>
                  </a:cubicBezTo>
                  <a:cubicBezTo>
                    <a:pt x="56013" y="15901"/>
                    <a:pt x="50423" y="32492"/>
                    <a:pt x="47610" y="40355"/>
                  </a:cubicBezTo>
                  <a:cubicBezTo>
                    <a:pt x="44796" y="48181"/>
                    <a:pt x="45698" y="58857"/>
                    <a:pt x="45698" y="58857"/>
                  </a:cubicBezTo>
                  <a:cubicBezTo>
                    <a:pt x="45698" y="58857"/>
                    <a:pt x="41911" y="60192"/>
                    <a:pt x="39206" y="62211"/>
                  </a:cubicBezTo>
                  <a:cubicBezTo>
                    <a:pt x="36501" y="64231"/>
                    <a:pt x="32353" y="67044"/>
                    <a:pt x="32353" y="67044"/>
                  </a:cubicBezTo>
                  <a:lnTo>
                    <a:pt x="31235" y="66467"/>
                  </a:lnTo>
                  <a:cubicBezTo>
                    <a:pt x="31235" y="66467"/>
                    <a:pt x="37511" y="60192"/>
                    <a:pt x="39422" y="56585"/>
                  </a:cubicBezTo>
                  <a:cubicBezTo>
                    <a:pt x="41334" y="53014"/>
                    <a:pt x="41911" y="52798"/>
                    <a:pt x="40901" y="50670"/>
                  </a:cubicBezTo>
                  <a:cubicBezTo>
                    <a:pt x="39891" y="48542"/>
                    <a:pt x="31704" y="38227"/>
                    <a:pt x="28097" y="33610"/>
                  </a:cubicBezTo>
                  <a:cubicBezTo>
                    <a:pt x="24527" y="29030"/>
                    <a:pt x="20126" y="21275"/>
                    <a:pt x="19261" y="19039"/>
                  </a:cubicBezTo>
                  <a:cubicBezTo>
                    <a:pt x="18359" y="16803"/>
                    <a:pt x="18467" y="14567"/>
                    <a:pt x="19117" y="12980"/>
                  </a:cubicBezTo>
                  <a:cubicBezTo>
                    <a:pt x="19802" y="11393"/>
                    <a:pt x="26077" y="8255"/>
                    <a:pt x="26186" y="3458"/>
                  </a:cubicBezTo>
                  <a:cubicBezTo>
                    <a:pt x="26245" y="788"/>
                    <a:pt x="25315" y="0"/>
                    <a:pt x="239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4" name="Google Shape;2494;g312bfb4b743_5_798"/>
            <p:cNvSpPr/>
            <p:nvPr/>
          </p:nvSpPr>
          <p:spPr>
            <a:xfrm>
              <a:off x="4002950" y="1018075"/>
              <a:ext cx="1935025" cy="2300275"/>
            </a:xfrm>
            <a:custGeom>
              <a:avLst/>
              <a:gdLst/>
              <a:ahLst/>
              <a:cxnLst/>
              <a:rect l="l" t="t" r="r" b="b"/>
              <a:pathLst>
                <a:path w="77401" h="92011" extrusionOk="0">
                  <a:moveTo>
                    <a:pt x="24310" y="613"/>
                  </a:moveTo>
                  <a:cubicBezTo>
                    <a:pt x="24634" y="613"/>
                    <a:pt x="24887" y="649"/>
                    <a:pt x="25103" y="721"/>
                  </a:cubicBezTo>
                  <a:cubicBezTo>
                    <a:pt x="25428" y="866"/>
                    <a:pt x="25680" y="1082"/>
                    <a:pt x="25897" y="1515"/>
                  </a:cubicBezTo>
                  <a:cubicBezTo>
                    <a:pt x="26113" y="1948"/>
                    <a:pt x="26221" y="2597"/>
                    <a:pt x="26221" y="3499"/>
                  </a:cubicBezTo>
                  <a:cubicBezTo>
                    <a:pt x="26221" y="3571"/>
                    <a:pt x="26221" y="3643"/>
                    <a:pt x="26221" y="3751"/>
                  </a:cubicBezTo>
                  <a:cubicBezTo>
                    <a:pt x="26185" y="4869"/>
                    <a:pt x="25788" y="5915"/>
                    <a:pt x="25211" y="6889"/>
                  </a:cubicBezTo>
                  <a:cubicBezTo>
                    <a:pt x="24310" y="8332"/>
                    <a:pt x="22975" y="9594"/>
                    <a:pt x="21749" y="10604"/>
                  </a:cubicBezTo>
                  <a:cubicBezTo>
                    <a:pt x="21172" y="11109"/>
                    <a:pt x="20595" y="11578"/>
                    <a:pt x="20162" y="12010"/>
                  </a:cubicBezTo>
                  <a:cubicBezTo>
                    <a:pt x="19693" y="12407"/>
                    <a:pt x="19332" y="12768"/>
                    <a:pt x="19188" y="13165"/>
                  </a:cubicBezTo>
                  <a:cubicBezTo>
                    <a:pt x="18827" y="13994"/>
                    <a:pt x="18611" y="14968"/>
                    <a:pt x="18611" y="16050"/>
                  </a:cubicBezTo>
                  <a:cubicBezTo>
                    <a:pt x="18611" y="17132"/>
                    <a:pt x="18827" y="18286"/>
                    <a:pt x="19296" y="19440"/>
                  </a:cubicBezTo>
                  <a:cubicBezTo>
                    <a:pt x="19765" y="20594"/>
                    <a:pt x="21064" y="23083"/>
                    <a:pt x="22723" y="25896"/>
                  </a:cubicBezTo>
                  <a:cubicBezTo>
                    <a:pt x="24382" y="28673"/>
                    <a:pt x="26401" y="31775"/>
                    <a:pt x="28205" y="34084"/>
                  </a:cubicBezTo>
                  <a:cubicBezTo>
                    <a:pt x="29972" y="36392"/>
                    <a:pt x="32930" y="40107"/>
                    <a:pt x="35563" y="43533"/>
                  </a:cubicBezTo>
                  <a:cubicBezTo>
                    <a:pt x="36861" y="45228"/>
                    <a:pt x="38087" y="46887"/>
                    <a:pt x="39061" y="48222"/>
                  </a:cubicBezTo>
                  <a:cubicBezTo>
                    <a:pt x="39999" y="49556"/>
                    <a:pt x="40720" y="50602"/>
                    <a:pt x="40937" y="51071"/>
                  </a:cubicBezTo>
                  <a:cubicBezTo>
                    <a:pt x="41261" y="51756"/>
                    <a:pt x="41405" y="52225"/>
                    <a:pt x="41405" y="52622"/>
                  </a:cubicBezTo>
                  <a:cubicBezTo>
                    <a:pt x="41405" y="53019"/>
                    <a:pt x="41261" y="53452"/>
                    <a:pt x="40937" y="54065"/>
                  </a:cubicBezTo>
                  <a:cubicBezTo>
                    <a:pt x="40612" y="54714"/>
                    <a:pt x="40143" y="55543"/>
                    <a:pt x="39494" y="56734"/>
                  </a:cubicBezTo>
                  <a:cubicBezTo>
                    <a:pt x="38556" y="58501"/>
                    <a:pt x="36536" y="60954"/>
                    <a:pt x="34733" y="62973"/>
                  </a:cubicBezTo>
                  <a:cubicBezTo>
                    <a:pt x="33831" y="63983"/>
                    <a:pt x="32966" y="64885"/>
                    <a:pt x="32353" y="65498"/>
                  </a:cubicBezTo>
                  <a:cubicBezTo>
                    <a:pt x="32064" y="65823"/>
                    <a:pt x="31812" y="66111"/>
                    <a:pt x="31631" y="66255"/>
                  </a:cubicBezTo>
                  <a:cubicBezTo>
                    <a:pt x="31451" y="66436"/>
                    <a:pt x="31343" y="66544"/>
                    <a:pt x="31343" y="66544"/>
                  </a:cubicBezTo>
                  <a:cubicBezTo>
                    <a:pt x="31271" y="66616"/>
                    <a:pt x="31271" y="66724"/>
                    <a:pt x="31271" y="66796"/>
                  </a:cubicBezTo>
                  <a:cubicBezTo>
                    <a:pt x="31271" y="66905"/>
                    <a:pt x="31343" y="66977"/>
                    <a:pt x="31451" y="67013"/>
                  </a:cubicBezTo>
                  <a:lnTo>
                    <a:pt x="32569" y="67590"/>
                  </a:lnTo>
                  <a:cubicBezTo>
                    <a:pt x="32599" y="67605"/>
                    <a:pt x="32641" y="67614"/>
                    <a:pt x="32685" y="67614"/>
                  </a:cubicBezTo>
                  <a:cubicBezTo>
                    <a:pt x="32748" y="67614"/>
                    <a:pt x="32815" y="67596"/>
                    <a:pt x="32857" y="67554"/>
                  </a:cubicBezTo>
                  <a:cubicBezTo>
                    <a:pt x="32857" y="67554"/>
                    <a:pt x="37005" y="64777"/>
                    <a:pt x="39710" y="62757"/>
                  </a:cubicBezTo>
                  <a:cubicBezTo>
                    <a:pt x="41009" y="61747"/>
                    <a:pt x="42632" y="60917"/>
                    <a:pt x="43930" y="60340"/>
                  </a:cubicBezTo>
                  <a:cubicBezTo>
                    <a:pt x="44543" y="60052"/>
                    <a:pt x="45120" y="59799"/>
                    <a:pt x="45517" y="59655"/>
                  </a:cubicBezTo>
                  <a:cubicBezTo>
                    <a:pt x="45697" y="59583"/>
                    <a:pt x="45878" y="59511"/>
                    <a:pt x="45986" y="59475"/>
                  </a:cubicBezTo>
                  <a:cubicBezTo>
                    <a:pt x="46094" y="59439"/>
                    <a:pt x="46130" y="59403"/>
                    <a:pt x="46130" y="59403"/>
                  </a:cubicBezTo>
                  <a:cubicBezTo>
                    <a:pt x="46274" y="59367"/>
                    <a:pt x="46347" y="59258"/>
                    <a:pt x="46347" y="59114"/>
                  </a:cubicBezTo>
                  <a:cubicBezTo>
                    <a:pt x="46347" y="59114"/>
                    <a:pt x="46311" y="59006"/>
                    <a:pt x="46311" y="58826"/>
                  </a:cubicBezTo>
                  <a:cubicBezTo>
                    <a:pt x="46274" y="58248"/>
                    <a:pt x="46202" y="56878"/>
                    <a:pt x="46202" y="55075"/>
                  </a:cubicBezTo>
                  <a:cubicBezTo>
                    <a:pt x="46202" y="51251"/>
                    <a:pt x="46527" y="45445"/>
                    <a:pt x="48222" y="40720"/>
                  </a:cubicBezTo>
                  <a:cubicBezTo>
                    <a:pt x="49629" y="36789"/>
                    <a:pt x="51721" y="30693"/>
                    <a:pt x="53596" y="24995"/>
                  </a:cubicBezTo>
                  <a:cubicBezTo>
                    <a:pt x="55472" y="19260"/>
                    <a:pt x="57095" y="13994"/>
                    <a:pt x="57527" y="11650"/>
                  </a:cubicBezTo>
                  <a:cubicBezTo>
                    <a:pt x="57996" y="9305"/>
                    <a:pt x="57996" y="7358"/>
                    <a:pt x="58068" y="5843"/>
                  </a:cubicBezTo>
                  <a:cubicBezTo>
                    <a:pt x="58068" y="5049"/>
                    <a:pt x="58104" y="4400"/>
                    <a:pt x="58249" y="3859"/>
                  </a:cubicBezTo>
                  <a:cubicBezTo>
                    <a:pt x="58357" y="3318"/>
                    <a:pt x="58537" y="2922"/>
                    <a:pt x="58826" y="2597"/>
                  </a:cubicBezTo>
                  <a:cubicBezTo>
                    <a:pt x="59114" y="2272"/>
                    <a:pt x="59583" y="2092"/>
                    <a:pt x="60268" y="2092"/>
                  </a:cubicBezTo>
                  <a:cubicBezTo>
                    <a:pt x="61206" y="2092"/>
                    <a:pt x="62505" y="2453"/>
                    <a:pt x="64092" y="3354"/>
                  </a:cubicBezTo>
                  <a:cubicBezTo>
                    <a:pt x="65679" y="4256"/>
                    <a:pt x="67518" y="5699"/>
                    <a:pt x="69610" y="7754"/>
                  </a:cubicBezTo>
                  <a:cubicBezTo>
                    <a:pt x="72279" y="10460"/>
                    <a:pt x="74082" y="13020"/>
                    <a:pt x="75236" y="15220"/>
                  </a:cubicBezTo>
                  <a:cubicBezTo>
                    <a:pt x="76354" y="17420"/>
                    <a:pt x="76823" y="19224"/>
                    <a:pt x="76823" y="20306"/>
                  </a:cubicBezTo>
                  <a:cubicBezTo>
                    <a:pt x="76823" y="20414"/>
                    <a:pt x="76787" y="20522"/>
                    <a:pt x="76787" y="20630"/>
                  </a:cubicBezTo>
                  <a:cubicBezTo>
                    <a:pt x="76751" y="21208"/>
                    <a:pt x="76535" y="21532"/>
                    <a:pt x="76318" y="21712"/>
                  </a:cubicBezTo>
                  <a:cubicBezTo>
                    <a:pt x="76102" y="21929"/>
                    <a:pt x="75813" y="22001"/>
                    <a:pt x="75453" y="22001"/>
                  </a:cubicBezTo>
                  <a:cubicBezTo>
                    <a:pt x="74948" y="22001"/>
                    <a:pt x="74371" y="21785"/>
                    <a:pt x="74010" y="21532"/>
                  </a:cubicBezTo>
                  <a:cubicBezTo>
                    <a:pt x="73902" y="21460"/>
                    <a:pt x="73685" y="21316"/>
                    <a:pt x="73397" y="21063"/>
                  </a:cubicBezTo>
                  <a:cubicBezTo>
                    <a:pt x="72351" y="20234"/>
                    <a:pt x="70439" y="18647"/>
                    <a:pt x="68600" y="17204"/>
                  </a:cubicBezTo>
                  <a:cubicBezTo>
                    <a:pt x="67662" y="16519"/>
                    <a:pt x="66761" y="15834"/>
                    <a:pt x="66003" y="15365"/>
                  </a:cubicBezTo>
                  <a:cubicBezTo>
                    <a:pt x="65606" y="15112"/>
                    <a:pt x="65282" y="14932"/>
                    <a:pt x="64957" y="14788"/>
                  </a:cubicBezTo>
                  <a:cubicBezTo>
                    <a:pt x="64669" y="14643"/>
                    <a:pt x="64416" y="14535"/>
                    <a:pt x="64164" y="14535"/>
                  </a:cubicBezTo>
                  <a:lnTo>
                    <a:pt x="64019" y="14535"/>
                  </a:lnTo>
                  <a:cubicBezTo>
                    <a:pt x="63226" y="14679"/>
                    <a:pt x="62613" y="15365"/>
                    <a:pt x="62144" y="16050"/>
                  </a:cubicBezTo>
                  <a:cubicBezTo>
                    <a:pt x="61928" y="16375"/>
                    <a:pt x="61711" y="16735"/>
                    <a:pt x="61603" y="17024"/>
                  </a:cubicBezTo>
                  <a:cubicBezTo>
                    <a:pt x="61459" y="17312"/>
                    <a:pt x="61350" y="17529"/>
                    <a:pt x="61314" y="17673"/>
                  </a:cubicBezTo>
                  <a:lnTo>
                    <a:pt x="61314" y="17745"/>
                  </a:lnTo>
                  <a:cubicBezTo>
                    <a:pt x="61278" y="18106"/>
                    <a:pt x="61026" y="20198"/>
                    <a:pt x="60701" y="23263"/>
                  </a:cubicBezTo>
                  <a:cubicBezTo>
                    <a:pt x="59727" y="32424"/>
                    <a:pt x="57852" y="50350"/>
                    <a:pt x="57275" y="55976"/>
                  </a:cubicBezTo>
                  <a:cubicBezTo>
                    <a:pt x="56878" y="59763"/>
                    <a:pt x="56409" y="62685"/>
                    <a:pt x="55039" y="65678"/>
                  </a:cubicBezTo>
                  <a:cubicBezTo>
                    <a:pt x="53668" y="68708"/>
                    <a:pt x="51468" y="71846"/>
                    <a:pt x="47609" y="76102"/>
                  </a:cubicBezTo>
                  <a:cubicBezTo>
                    <a:pt x="43750" y="80322"/>
                    <a:pt x="39530" y="83351"/>
                    <a:pt x="36248" y="85335"/>
                  </a:cubicBezTo>
                  <a:cubicBezTo>
                    <a:pt x="34625" y="86345"/>
                    <a:pt x="33218" y="87066"/>
                    <a:pt x="32244" y="87535"/>
                  </a:cubicBezTo>
                  <a:cubicBezTo>
                    <a:pt x="31739" y="87787"/>
                    <a:pt x="31343" y="87932"/>
                    <a:pt x="31090" y="88076"/>
                  </a:cubicBezTo>
                  <a:cubicBezTo>
                    <a:pt x="30946" y="88112"/>
                    <a:pt x="30838" y="88148"/>
                    <a:pt x="30766" y="88184"/>
                  </a:cubicBezTo>
                  <a:cubicBezTo>
                    <a:pt x="30693" y="88220"/>
                    <a:pt x="30657" y="88220"/>
                    <a:pt x="30657" y="88220"/>
                  </a:cubicBezTo>
                  <a:lnTo>
                    <a:pt x="30585" y="88292"/>
                  </a:lnTo>
                  <a:lnTo>
                    <a:pt x="27510" y="91057"/>
                  </a:lnTo>
                  <a:lnTo>
                    <a:pt x="27510" y="91057"/>
                  </a:lnTo>
                  <a:cubicBezTo>
                    <a:pt x="27433" y="88416"/>
                    <a:pt x="26887" y="85123"/>
                    <a:pt x="25392" y="81800"/>
                  </a:cubicBezTo>
                  <a:cubicBezTo>
                    <a:pt x="23769" y="78230"/>
                    <a:pt x="21027" y="74659"/>
                    <a:pt x="16483" y="71990"/>
                  </a:cubicBezTo>
                  <a:cubicBezTo>
                    <a:pt x="12624" y="69754"/>
                    <a:pt x="9089" y="69069"/>
                    <a:pt x="6204" y="69069"/>
                  </a:cubicBezTo>
                  <a:cubicBezTo>
                    <a:pt x="4025" y="69069"/>
                    <a:pt x="2231" y="69453"/>
                    <a:pt x="978" y="69830"/>
                  </a:cubicBezTo>
                  <a:lnTo>
                    <a:pt x="978" y="69830"/>
                  </a:lnTo>
                  <a:cubicBezTo>
                    <a:pt x="1473" y="69020"/>
                    <a:pt x="2195" y="67933"/>
                    <a:pt x="3210" y="66616"/>
                  </a:cubicBezTo>
                  <a:cubicBezTo>
                    <a:pt x="4256" y="65209"/>
                    <a:pt x="6276" y="64091"/>
                    <a:pt x="8043" y="63298"/>
                  </a:cubicBezTo>
                  <a:cubicBezTo>
                    <a:pt x="8909" y="62901"/>
                    <a:pt x="9702" y="62613"/>
                    <a:pt x="10279" y="62432"/>
                  </a:cubicBezTo>
                  <a:cubicBezTo>
                    <a:pt x="10604" y="62324"/>
                    <a:pt x="10820" y="62252"/>
                    <a:pt x="11001" y="62180"/>
                  </a:cubicBezTo>
                  <a:cubicBezTo>
                    <a:pt x="11145" y="62144"/>
                    <a:pt x="11253" y="62108"/>
                    <a:pt x="11253" y="62108"/>
                  </a:cubicBezTo>
                  <a:lnTo>
                    <a:pt x="11325" y="62072"/>
                  </a:lnTo>
                  <a:cubicBezTo>
                    <a:pt x="11325" y="62072"/>
                    <a:pt x="13453" y="60629"/>
                    <a:pt x="17854" y="57491"/>
                  </a:cubicBezTo>
                  <a:cubicBezTo>
                    <a:pt x="20018" y="55904"/>
                    <a:pt x="22759" y="54353"/>
                    <a:pt x="24923" y="53163"/>
                  </a:cubicBezTo>
                  <a:cubicBezTo>
                    <a:pt x="26041" y="52586"/>
                    <a:pt x="27015" y="52117"/>
                    <a:pt x="27700" y="51756"/>
                  </a:cubicBezTo>
                  <a:cubicBezTo>
                    <a:pt x="28385" y="51432"/>
                    <a:pt x="28782" y="51215"/>
                    <a:pt x="28782" y="51215"/>
                  </a:cubicBezTo>
                  <a:cubicBezTo>
                    <a:pt x="28890" y="51179"/>
                    <a:pt x="28962" y="51071"/>
                    <a:pt x="28962" y="50927"/>
                  </a:cubicBezTo>
                  <a:cubicBezTo>
                    <a:pt x="28962" y="50819"/>
                    <a:pt x="28854" y="50710"/>
                    <a:pt x="28746" y="50674"/>
                  </a:cubicBezTo>
                  <a:cubicBezTo>
                    <a:pt x="26762" y="49989"/>
                    <a:pt x="25139" y="48330"/>
                    <a:pt x="23733" y="46130"/>
                  </a:cubicBezTo>
                  <a:cubicBezTo>
                    <a:pt x="22326" y="43930"/>
                    <a:pt x="21208" y="41189"/>
                    <a:pt x="20198" y="38412"/>
                  </a:cubicBezTo>
                  <a:cubicBezTo>
                    <a:pt x="18142" y="32749"/>
                    <a:pt x="14319" y="26798"/>
                    <a:pt x="11145" y="23804"/>
                  </a:cubicBezTo>
                  <a:cubicBezTo>
                    <a:pt x="10027" y="22794"/>
                    <a:pt x="9125" y="21929"/>
                    <a:pt x="8512" y="21063"/>
                  </a:cubicBezTo>
                  <a:cubicBezTo>
                    <a:pt x="7899" y="20198"/>
                    <a:pt x="7574" y="19332"/>
                    <a:pt x="7574" y="18214"/>
                  </a:cubicBezTo>
                  <a:cubicBezTo>
                    <a:pt x="7574" y="17312"/>
                    <a:pt x="7791" y="16194"/>
                    <a:pt x="8296" y="14824"/>
                  </a:cubicBezTo>
                  <a:cubicBezTo>
                    <a:pt x="9161" y="12515"/>
                    <a:pt x="11578" y="9414"/>
                    <a:pt x="14103" y="6781"/>
                  </a:cubicBezTo>
                  <a:cubicBezTo>
                    <a:pt x="15365" y="5482"/>
                    <a:pt x="16663" y="4292"/>
                    <a:pt x="17818" y="3354"/>
                  </a:cubicBezTo>
                  <a:cubicBezTo>
                    <a:pt x="18972" y="2453"/>
                    <a:pt x="20018" y="1803"/>
                    <a:pt x="20667" y="1551"/>
                  </a:cubicBezTo>
                  <a:cubicBezTo>
                    <a:pt x="22001" y="1118"/>
                    <a:pt x="23336" y="613"/>
                    <a:pt x="24310" y="613"/>
                  </a:cubicBezTo>
                  <a:close/>
                  <a:moveTo>
                    <a:pt x="24310" y="0"/>
                  </a:moveTo>
                  <a:cubicBezTo>
                    <a:pt x="23155" y="0"/>
                    <a:pt x="21785" y="541"/>
                    <a:pt x="20486" y="974"/>
                  </a:cubicBezTo>
                  <a:cubicBezTo>
                    <a:pt x="19693" y="1262"/>
                    <a:pt x="18647" y="1948"/>
                    <a:pt x="17457" y="2885"/>
                  </a:cubicBezTo>
                  <a:cubicBezTo>
                    <a:pt x="15690" y="4292"/>
                    <a:pt x="13598" y="6312"/>
                    <a:pt x="11794" y="8440"/>
                  </a:cubicBezTo>
                  <a:cubicBezTo>
                    <a:pt x="9991" y="10532"/>
                    <a:pt x="8440" y="12768"/>
                    <a:pt x="7755" y="14643"/>
                  </a:cubicBezTo>
                  <a:cubicBezTo>
                    <a:pt x="7214" y="16050"/>
                    <a:pt x="6961" y="17204"/>
                    <a:pt x="6961" y="18214"/>
                  </a:cubicBezTo>
                  <a:cubicBezTo>
                    <a:pt x="6961" y="19440"/>
                    <a:pt x="7358" y="20486"/>
                    <a:pt x="8007" y="21388"/>
                  </a:cubicBezTo>
                  <a:cubicBezTo>
                    <a:pt x="8693" y="22362"/>
                    <a:pt x="9630" y="23227"/>
                    <a:pt x="10748" y="24273"/>
                  </a:cubicBezTo>
                  <a:cubicBezTo>
                    <a:pt x="13814" y="27123"/>
                    <a:pt x="17637" y="33038"/>
                    <a:pt x="19621" y="38592"/>
                  </a:cubicBezTo>
                  <a:cubicBezTo>
                    <a:pt x="20631" y="41405"/>
                    <a:pt x="21785" y="44182"/>
                    <a:pt x="23228" y="46455"/>
                  </a:cubicBezTo>
                  <a:cubicBezTo>
                    <a:pt x="24528" y="48469"/>
                    <a:pt x="26062" y="50104"/>
                    <a:pt x="27936" y="50961"/>
                  </a:cubicBezTo>
                  <a:lnTo>
                    <a:pt x="27936" y="50961"/>
                  </a:lnTo>
                  <a:cubicBezTo>
                    <a:pt x="26212" y="51806"/>
                    <a:pt x="21101" y="54384"/>
                    <a:pt x="17493" y="56986"/>
                  </a:cubicBezTo>
                  <a:cubicBezTo>
                    <a:pt x="15293" y="58537"/>
                    <a:pt x="13670" y="59691"/>
                    <a:pt x="12588" y="60449"/>
                  </a:cubicBezTo>
                  <a:cubicBezTo>
                    <a:pt x="12047" y="60845"/>
                    <a:pt x="11650" y="61134"/>
                    <a:pt x="11398" y="61314"/>
                  </a:cubicBezTo>
                  <a:cubicBezTo>
                    <a:pt x="11208" y="61432"/>
                    <a:pt x="11097" y="61504"/>
                    <a:pt x="11042" y="61540"/>
                  </a:cubicBezTo>
                  <a:lnTo>
                    <a:pt x="11042" y="61540"/>
                  </a:lnTo>
                  <a:cubicBezTo>
                    <a:pt x="10819" y="61605"/>
                    <a:pt x="9411" y="62029"/>
                    <a:pt x="7791" y="62757"/>
                  </a:cubicBezTo>
                  <a:cubicBezTo>
                    <a:pt x="5988" y="63550"/>
                    <a:pt x="3932" y="64704"/>
                    <a:pt x="2741" y="66255"/>
                  </a:cubicBezTo>
                  <a:cubicBezTo>
                    <a:pt x="1371" y="67987"/>
                    <a:pt x="541" y="69393"/>
                    <a:pt x="36" y="70223"/>
                  </a:cubicBezTo>
                  <a:cubicBezTo>
                    <a:pt x="0" y="70331"/>
                    <a:pt x="0" y="70475"/>
                    <a:pt x="73" y="70547"/>
                  </a:cubicBezTo>
                  <a:cubicBezTo>
                    <a:pt x="127" y="70629"/>
                    <a:pt x="221" y="70669"/>
                    <a:pt x="311" y="70669"/>
                  </a:cubicBezTo>
                  <a:cubicBezTo>
                    <a:pt x="341" y="70669"/>
                    <a:pt x="370" y="70665"/>
                    <a:pt x="397" y="70656"/>
                  </a:cubicBezTo>
                  <a:cubicBezTo>
                    <a:pt x="1623" y="70223"/>
                    <a:pt x="3643" y="69646"/>
                    <a:pt x="6204" y="69646"/>
                  </a:cubicBezTo>
                  <a:cubicBezTo>
                    <a:pt x="8981" y="69646"/>
                    <a:pt x="12444" y="70331"/>
                    <a:pt x="16158" y="72531"/>
                  </a:cubicBezTo>
                  <a:cubicBezTo>
                    <a:pt x="20595" y="75128"/>
                    <a:pt x="23264" y="78590"/>
                    <a:pt x="24851" y="82053"/>
                  </a:cubicBezTo>
                  <a:cubicBezTo>
                    <a:pt x="26438" y="85551"/>
                    <a:pt x="26906" y="89050"/>
                    <a:pt x="26906" y="91719"/>
                  </a:cubicBezTo>
                  <a:cubicBezTo>
                    <a:pt x="26906" y="91827"/>
                    <a:pt x="26979" y="91935"/>
                    <a:pt x="27087" y="91971"/>
                  </a:cubicBezTo>
                  <a:cubicBezTo>
                    <a:pt x="27128" y="91999"/>
                    <a:pt x="27175" y="92011"/>
                    <a:pt x="27221" y="92011"/>
                  </a:cubicBezTo>
                  <a:cubicBezTo>
                    <a:pt x="27295" y="92011"/>
                    <a:pt x="27367" y="91980"/>
                    <a:pt x="27411" y="91935"/>
                  </a:cubicBezTo>
                  <a:lnTo>
                    <a:pt x="30907" y="88792"/>
                  </a:lnTo>
                  <a:lnTo>
                    <a:pt x="30907" y="88792"/>
                  </a:lnTo>
                  <a:lnTo>
                    <a:pt x="30910" y="88797"/>
                  </a:lnTo>
                  <a:cubicBezTo>
                    <a:pt x="30910" y="88797"/>
                    <a:pt x="40251" y="85082"/>
                    <a:pt x="48042" y="76498"/>
                  </a:cubicBezTo>
                  <a:cubicBezTo>
                    <a:pt x="51937" y="72206"/>
                    <a:pt x="54209" y="69033"/>
                    <a:pt x="55580" y="65931"/>
                  </a:cubicBezTo>
                  <a:cubicBezTo>
                    <a:pt x="56986" y="62829"/>
                    <a:pt x="57491" y="59835"/>
                    <a:pt x="57888" y="56012"/>
                  </a:cubicBezTo>
                  <a:cubicBezTo>
                    <a:pt x="58285" y="52225"/>
                    <a:pt x="59259" y="42776"/>
                    <a:pt x="60160" y="34228"/>
                  </a:cubicBezTo>
                  <a:cubicBezTo>
                    <a:pt x="60593" y="29936"/>
                    <a:pt x="61026" y="25896"/>
                    <a:pt x="61350" y="22867"/>
                  </a:cubicBezTo>
                  <a:cubicBezTo>
                    <a:pt x="61495" y="21388"/>
                    <a:pt x="61639" y="20126"/>
                    <a:pt x="61747" y="19260"/>
                  </a:cubicBezTo>
                  <a:cubicBezTo>
                    <a:pt x="61783" y="18827"/>
                    <a:pt x="61819" y="18466"/>
                    <a:pt x="61855" y="18214"/>
                  </a:cubicBezTo>
                  <a:cubicBezTo>
                    <a:pt x="61892" y="18106"/>
                    <a:pt x="61892" y="17998"/>
                    <a:pt x="61892" y="17925"/>
                  </a:cubicBezTo>
                  <a:lnTo>
                    <a:pt x="61892" y="17853"/>
                  </a:lnTo>
                  <a:lnTo>
                    <a:pt x="61928" y="17817"/>
                  </a:lnTo>
                  <a:cubicBezTo>
                    <a:pt x="61928" y="17745"/>
                    <a:pt x="62000" y="17529"/>
                    <a:pt x="62144" y="17276"/>
                  </a:cubicBezTo>
                  <a:cubicBezTo>
                    <a:pt x="62324" y="16879"/>
                    <a:pt x="62613" y="16375"/>
                    <a:pt x="62974" y="15942"/>
                  </a:cubicBezTo>
                  <a:cubicBezTo>
                    <a:pt x="63334" y="15509"/>
                    <a:pt x="63731" y="15184"/>
                    <a:pt x="64128" y="15148"/>
                  </a:cubicBezTo>
                  <a:lnTo>
                    <a:pt x="64164" y="15148"/>
                  </a:lnTo>
                  <a:cubicBezTo>
                    <a:pt x="64236" y="15148"/>
                    <a:pt x="64524" y="15220"/>
                    <a:pt x="64849" y="15365"/>
                  </a:cubicBezTo>
                  <a:cubicBezTo>
                    <a:pt x="66003" y="15942"/>
                    <a:pt x="67987" y="17493"/>
                    <a:pt x="69790" y="18935"/>
                  </a:cubicBezTo>
                  <a:cubicBezTo>
                    <a:pt x="70692" y="19657"/>
                    <a:pt x="71557" y="20342"/>
                    <a:pt x="72243" y="20919"/>
                  </a:cubicBezTo>
                  <a:cubicBezTo>
                    <a:pt x="72928" y="21460"/>
                    <a:pt x="73433" y="21893"/>
                    <a:pt x="73685" y="22037"/>
                  </a:cubicBezTo>
                  <a:cubicBezTo>
                    <a:pt x="74154" y="22362"/>
                    <a:pt x="74804" y="22614"/>
                    <a:pt x="75453" y="22614"/>
                  </a:cubicBezTo>
                  <a:cubicBezTo>
                    <a:pt x="75922" y="22614"/>
                    <a:pt x="76354" y="22506"/>
                    <a:pt x="76715" y="22181"/>
                  </a:cubicBezTo>
                  <a:cubicBezTo>
                    <a:pt x="77076" y="21857"/>
                    <a:pt x="77328" y="21352"/>
                    <a:pt x="77400" y="20703"/>
                  </a:cubicBezTo>
                  <a:cubicBezTo>
                    <a:pt x="77400" y="20594"/>
                    <a:pt x="77400" y="20450"/>
                    <a:pt x="77400" y="20306"/>
                  </a:cubicBezTo>
                  <a:cubicBezTo>
                    <a:pt x="77400" y="19044"/>
                    <a:pt x="76931" y="17204"/>
                    <a:pt x="75741" y="14932"/>
                  </a:cubicBezTo>
                  <a:cubicBezTo>
                    <a:pt x="74587" y="12696"/>
                    <a:pt x="72748" y="10063"/>
                    <a:pt x="70007" y="7358"/>
                  </a:cubicBezTo>
                  <a:cubicBezTo>
                    <a:pt x="67915" y="5230"/>
                    <a:pt x="66039" y="3787"/>
                    <a:pt x="64380" y="2849"/>
                  </a:cubicBezTo>
                  <a:cubicBezTo>
                    <a:pt x="62757" y="1912"/>
                    <a:pt x="61387" y="1479"/>
                    <a:pt x="60268" y="1479"/>
                  </a:cubicBezTo>
                  <a:cubicBezTo>
                    <a:pt x="59475" y="1479"/>
                    <a:pt x="58790" y="1731"/>
                    <a:pt x="58357" y="2200"/>
                  </a:cubicBezTo>
                  <a:cubicBezTo>
                    <a:pt x="57996" y="2597"/>
                    <a:pt x="57780" y="3138"/>
                    <a:pt x="57636" y="3751"/>
                  </a:cubicBezTo>
                  <a:cubicBezTo>
                    <a:pt x="57455" y="4653"/>
                    <a:pt x="57455" y="5735"/>
                    <a:pt x="57419" y="7033"/>
                  </a:cubicBezTo>
                  <a:cubicBezTo>
                    <a:pt x="57383" y="8332"/>
                    <a:pt x="57275" y="9846"/>
                    <a:pt x="56950" y="11542"/>
                  </a:cubicBezTo>
                  <a:cubicBezTo>
                    <a:pt x="56518" y="13778"/>
                    <a:pt x="54894" y="19116"/>
                    <a:pt x="53019" y="24814"/>
                  </a:cubicBezTo>
                  <a:cubicBezTo>
                    <a:pt x="51144" y="30513"/>
                    <a:pt x="49052" y="36608"/>
                    <a:pt x="47645" y="40540"/>
                  </a:cubicBezTo>
                  <a:cubicBezTo>
                    <a:pt x="45914" y="45373"/>
                    <a:pt x="45589" y="51215"/>
                    <a:pt x="45589" y="55075"/>
                  </a:cubicBezTo>
                  <a:cubicBezTo>
                    <a:pt x="45589" y="57010"/>
                    <a:pt x="45679" y="58429"/>
                    <a:pt x="45717" y="58941"/>
                  </a:cubicBezTo>
                  <a:lnTo>
                    <a:pt x="45717" y="58941"/>
                  </a:lnTo>
                  <a:cubicBezTo>
                    <a:pt x="44844" y="59257"/>
                    <a:pt x="41699" y="60490"/>
                    <a:pt x="39350" y="62252"/>
                  </a:cubicBezTo>
                  <a:cubicBezTo>
                    <a:pt x="38015" y="63262"/>
                    <a:pt x="36284" y="64452"/>
                    <a:pt x="34913" y="65426"/>
                  </a:cubicBezTo>
                  <a:cubicBezTo>
                    <a:pt x="34228" y="65895"/>
                    <a:pt x="33651" y="66291"/>
                    <a:pt x="33218" y="66616"/>
                  </a:cubicBezTo>
                  <a:cubicBezTo>
                    <a:pt x="32981" y="66774"/>
                    <a:pt x="32798" y="66900"/>
                    <a:pt x="32681" y="66981"/>
                  </a:cubicBezTo>
                  <a:lnTo>
                    <a:pt x="32681" y="66981"/>
                  </a:lnTo>
                  <a:lnTo>
                    <a:pt x="32065" y="66683"/>
                  </a:lnTo>
                  <a:lnTo>
                    <a:pt x="32065" y="66683"/>
                  </a:lnTo>
                  <a:cubicBezTo>
                    <a:pt x="32604" y="66134"/>
                    <a:pt x="33825" y="64872"/>
                    <a:pt x="35166" y="63370"/>
                  </a:cubicBezTo>
                  <a:cubicBezTo>
                    <a:pt x="36969" y="61350"/>
                    <a:pt x="39025" y="58862"/>
                    <a:pt x="40035" y="57022"/>
                  </a:cubicBezTo>
                  <a:cubicBezTo>
                    <a:pt x="40648" y="55832"/>
                    <a:pt x="41153" y="55002"/>
                    <a:pt x="41478" y="54353"/>
                  </a:cubicBezTo>
                  <a:cubicBezTo>
                    <a:pt x="41802" y="53704"/>
                    <a:pt x="42019" y="53199"/>
                    <a:pt x="42019" y="52622"/>
                  </a:cubicBezTo>
                  <a:cubicBezTo>
                    <a:pt x="42019" y="52081"/>
                    <a:pt x="41802" y="51540"/>
                    <a:pt x="41478" y="50819"/>
                  </a:cubicBezTo>
                  <a:cubicBezTo>
                    <a:pt x="41189" y="50242"/>
                    <a:pt x="40504" y="49196"/>
                    <a:pt x="39530" y="47861"/>
                  </a:cubicBezTo>
                  <a:cubicBezTo>
                    <a:pt x="36645" y="43822"/>
                    <a:pt x="31343" y="37185"/>
                    <a:pt x="28674" y="33723"/>
                  </a:cubicBezTo>
                  <a:cubicBezTo>
                    <a:pt x="26870" y="31451"/>
                    <a:pt x="24887" y="28349"/>
                    <a:pt x="23264" y="25572"/>
                  </a:cubicBezTo>
                  <a:cubicBezTo>
                    <a:pt x="21605" y="22794"/>
                    <a:pt x="20270" y="20306"/>
                    <a:pt x="19837" y="19224"/>
                  </a:cubicBezTo>
                  <a:cubicBezTo>
                    <a:pt x="19404" y="18142"/>
                    <a:pt x="19224" y="17060"/>
                    <a:pt x="19224" y="16050"/>
                  </a:cubicBezTo>
                  <a:cubicBezTo>
                    <a:pt x="19224" y="15040"/>
                    <a:pt x="19404" y="14138"/>
                    <a:pt x="19729" y="13381"/>
                  </a:cubicBezTo>
                  <a:cubicBezTo>
                    <a:pt x="19801" y="13273"/>
                    <a:pt x="19945" y="13056"/>
                    <a:pt x="20162" y="12804"/>
                  </a:cubicBezTo>
                  <a:cubicBezTo>
                    <a:pt x="20955" y="12010"/>
                    <a:pt x="22578" y="10820"/>
                    <a:pt x="24021" y="9305"/>
                  </a:cubicBezTo>
                  <a:cubicBezTo>
                    <a:pt x="25464" y="7827"/>
                    <a:pt x="26762" y="5987"/>
                    <a:pt x="26834" y="3751"/>
                  </a:cubicBezTo>
                  <a:cubicBezTo>
                    <a:pt x="26834" y="3679"/>
                    <a:pt x="26834" y="3571"/>
                    <a:pt x="26834" y="3499"/>
                  </a:cubicBezTo>
                  <a:cubicBezTo>
                    <a:pt x="26834" y="2236"/>
                    <a:pt x="26582" y="1371"/>
                    <a:pt x="26149" y="794"/>
                  </a:cubicBezTo>
                  <a:cubicBezTo>
                    <a:pt x="25933" y="505"/>
                    <a:pt x="25644" y="289"/>
                    <a:pt x="25319" y="180"/>
                  </a:cubicBezTo>
                  <a:cubicBezTo>
                    <a:pt x="25031" y="36"/>
                    <a:pt x="24670" y="0"/>
                    <a:pt x="243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5" name="Google Shape;2495;g312bfb4b743_5_798"/>
            <p:cNvSpPr/>
            <p:nvPr/>
          </p:nvSpPr>
          <p:spPr>
            <a:xfrm>
              <a:off x="4489850" y="2578700"/>
              <a:ext cx="470700" cy="295075"/>
            </a:xfrm>
            <a:custGeom>
              <a:avLst/>
              <a:gdLst/>
              <a:ahLst/>
              <a:cxnLst/>
              <a:rect l="l" t="t" r="r" b="b"/>
              <a:pathLst>
                <a:path w="18828" h="11803" extrusionOk="0">
                  <a:moveTo>
                    <a:pt x="293" y="0"/>
                  </a:moveTo>
                  <a:cubicBezTo>
                    <a:pt x="146" y="0"/>
                    <a:pt x="37" y="103"/>
                    <a:pt x="37" y="260"/>
                  </a:cubicBezTo>
                  <a:cubicBezTo>
                    <a:pt x="1" y="440"/>
                    <a:pt x="109" y="584"/>
                    <a:pt x="289" y="584"/>
                  </a:cubicBezTo>
                  <a:cubicBezTo>
                    <a:pt x="289" y="584"/>
                    <a:pt x="325" y="584"/>
                    <a:pt x="397" y="620"/>
                  </a:cubicBezTo>
                  <a:cubicBezTo>
                    <a:pt x="1047" y="729"/>
                    <a:pt x="4076" y="1234"/>
                    <a:pt x="7647" y="2893"/>
                  </a:cubicBezTo>
                  <a:cubicBezTo>
                    <a:pt x="11217" y="4516"/>
                    <a:pt x="15329" y="7221"/>
                    <a:pt x="18214" y="11693"/>
                  </a:cubicBezTo>
                  <a:cubicBezTo>
                    <a:pt x="18284" y="11763"/>
                    <a:pt x="18384" y="11803"/>
                    <a:pt x="18485" y="11803"/>
                  </a:cubicBezTo>
                  <a:cubicBezTo>
                    <a:pt x="18541" y="11803"/>
                    <a:pt x="18596" y="11791"/>
                    <a:pt x="18647" y="11765"/>
                  </a:cubicBezTo>
                  <a:cubicBezTo>
                    <a:pt x="18792" y="11657"/>
                    <a:pt x="18828" y="11477"/>
                    <a:pt x="18719" y="11332"/>
                  </a:cubicBezTo>
                  <a:cubicBezTo>
                    <a:pt x="15546" y="6463"/>
                    <a:pt x="10965" y="3614"/>
                    <a:pt x="7178" y="2027"/>
                  </a:cubicBezTo>
                  <a:cubicBezTo>
                    <a:pt x="3355" y="404"/>
                    <a:pt x="361" y="7"/>
                    <a:pt x="361" y="7"/>
                  </a:cubicBezTo>
                  <a:cubicBezTo>
                    <a:pt x="338" y="3"/>
                    <a:pt x="315" y="0"/>
                    <a:pt x="29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6" name="Google Shape;2496;g312bfb4b743_5_798"/>
            <p:cNvSpPr/>
            <p:nvPr/>
          </p:nvSpPr>
          <p:spPr>
            <a:xfrm>
              <a:off x="5419475" y="1062375"/>
              <a:ext cx="516700" cy="513275"/>
            </a:xfrm>
            <a:custGeom>
              <a:avLst/>
              <a:gdLst/>
              <a:ahLst/>
              <a:cxnLst/>
              <a:rect l="l" t="t" r="r" b="b"/>
              <a:pathLst>
                <a:path w="20668" h="20531" extrusionOk="0">
                  <a:moveTo>
                    <a:pt x="3617" y="1"/>
                  </a:moveTo>
                  <a:cubicBezTo>
                    <a:pt x="2873" y="1"/>
                    <a:pt x="2308" y="219"/>
                    <a:pt x="1948" y="608"/>
                  </a:cubicBezTo>
                  <a:cubicBezTo>
                    <a:pt x="578" y="2087"/>
                    <a:pt x="1480" y="5225"/>
                    <a:pt x="578" y="9806"/>
                  </a:cubicBezTo>
                  <a:cubicBezTo>
                    <a:pt x="470" y="10419"/>
                    <a:pt x="253" y="11284"/>
                    <a:pt x="1" y="12258"/>
                  </a:cubicBezTo>
                  <a:cubicBezTo>
                    <a:pt x="207" y="12224"/>
                    <a:pt x="438" y="12202"/>
                    <a:pt x="692" y="12202"/>
                  </a:cubicBezTo>
                  <a:cubicBezTo>
                    <a:pt x="1500" y="12202"/>
                    <a:pt x="2535" y="12427"/>
                    <a:pt x="3716" y="13196"/>
                  </a:cubicBezTo>
                  <a:cubicBezTo>
                    <a:pt x="4473" y="13665"/>
                    <a:pt x="5050" y="14206"/>
                    <a:pt x="5519" y="14783"/>
                  </a:cubicBezTo>
                  <a:cubicBezTo>
                    <a:pt x="5952" y="14025"/>
                    <a:pt x="6637" y="13196"/>
                    <a:pt x="7431" y="13088"/>
                  </a:cubicBezTo>
                  <a:cubicBezTo>
                    <a:pt x="7456" y="13083"/>
                    <a:pt x="7483" y="13081"/>
                    <a:pt x="7513" y="13081"/>
                  </a:cubicBezTo>
                  <a:cubicBezTo>
                    <a:pt x="9043" y="13081"/>
                    <a:pt x="16178" y="19376"/>
                    <a:pt x="17169" y="20013"/>
                  </a:cubicBezTo>
                  <a:cubicBezTo>
                    <a:pt x="17598" y="20304"/>
                    <a:pt x="18211" y="20530"/>
                    <a:pt x="18789" y="20530"/>
                  </a:cubicBezTo>
                  <a:cubicBezTo>
                    <a:pt x="19571" y="20530"/>
                    <a:pt x="20290" y="20117"/>
                    <a:pt x="20415" y="18895"/>
                  </a:cubicBezTo>
                  <a:cubicBezTo>
                    <a:pt x="20667" y="16767"/>
                    <a:pt x="18864" y="11501"/>
                    <a:pt x="13129" y="5766"/>
                  </a:cubicBezTo>
                  <a:cubicBezTo>
                    <a:pt x="8967" y="1604"/>
                    <a:pt x="5633" y="1"/>
                    <a:pt x="361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7" name="Google Shape;2497;g312bfb4b743_5_798"/>
            <p:cNvSpPr/>
            <p:nvPr/>
          </p:nvSpPr>
          <p:spPr>
            <a:xfrm>
              <a:off x="5411375" y="1055025"/>
              <a:ext cx="526600" cy="528425"/>
            </a:xfrm>
            <a:custGeom>
              <a:avLst/>
              <a:gdLst/>
              <a:ahLst/>
              <a:cxnLst/>
              <a:rect l="l" t="t" r="r" b="b"/>
              <a:pathLst>
                <a:path w="21064" h="21137" extrusionOk="0">
                  <a:moveTo>
                    <a:pt x="3931" y="614"/>
                  </a:moveTo>
                  <a:cubicBezTo>
                    <a:pt x="4869" y="614"/>
                    <a:pt x="6168" y="975"/>
                    <a:pt x="7755" y="1876"/>
                  </a:cubicBezTo>
                  <a:cubicBezTo>
                    <a:pt x="9342" y="2778"/>
                    <a:pt x="11181" y="4221"/>
                    <a:pt x="13273" y="6276"/>
                  </a:cubicBezTo>
                  <a:cubicBezTo>
                    <a:pt x="15942" y="8982"/>
                    <a:pt x="17745" y="11542"/>
                    <a:pt x="18899" y="13742"/>
                  </a:cubicBezTo>
                  <a:cubicBezTo>
                    <a:pt x="20017" y="15942"/>
                    <a:pt x="20486" y="17746"/>
                    <a:pt x="20486" y="18828"/>
                  </a:cubicBezTo>
                  <a:cubicBezTo>
                    <a:pt x="20486" y="18936"/>
                    <a:pt x="20450" y="19044"/>
                    <a:pt x="20450" y="19152"/>
                  </a:cubicBezTo>
                  <a:cubicBezTo>
                    <a:pt x="20414" y="19730"/>
                    <a:pt x="20198" y="20054"/>
                    <a:pt x="19981" y="20234"/>
                  </a:cubicBezTo>
                  <a:cubicBezTo>
                    <a:pt x="19765" y="20451"/>
                    <a:pt x="19476" y="20523"/>
                    <a:pt x="19116" y="20523"/>
                  </a:cubicBezTo>
                  <a:cubicBezTo>
                    <a:pt x="18611" y="20523"/>
                    <a:pt x="18034" y="20307"/>
                    <a:pt x="17673" y="20054"/>
                  </a:cubicBezTo>
                  <a:cubicBezTo>
                    <a:pt x="17565" y="19982"/>
                    <a:pt x="17348" y="19838"/>
                    <a:pt x="17060" y="19585"/>
                  </a:cubicBezTo>
                  <a:cubicBezTo>
                    <a:pt x="16014" y="18756"/>
                    <a:pt x="14102" y="17169"/>
                    <a:pt x="12263" y="15726"/>
                  </a:cubicBezTo>
                  <a:cubicBezTo>
                    <a:pt x="11325" y="15041"/>
                    <a:pt x="10424" y="14356"/>
                    <a:pt x="9666" y="13887"/>
                  </a:cubicBezTo>
                  <a:cubicBezTo>
                    <a:pt x="9269" y="13634"/>
                    <a:pt x="8945" y="13454"/>
                    <a:pt x="8620" y="13310"/>
                  </a:cubicBezTo>
                  <a:cubicBezTo>
                    <a:pt x="8332" y="13165"/>
                    <a:pt x="8079" y="13057"/>
                    <a:pt x="7827" y="13057"/>
                  </a:cubicBezTo>
                  <a:lnTo>
                    <a:pt x="7682" y="13057"/>
                  </a:lnTo>
                  <a:cubicBezTo>
                    <a:pt x="7214" y="13165"/>
                    <a:pt x="6817" y="13418"/>
                    <a:pt x="6456" y="13778"/>
                  </a:cubicBezTo>
                  <a:cubicBezTo>
                    <a:pt x="6199" y="14010"/>
                    <a:pt x="5979" y="14296"/>
                    <a:pt x="5795" y="14585"/>
                  </a:cubicBezTo>
                  <a:lnTo>
                    <a:pt x="5795" y="14585"/>
                  </a:lnTo>
                  <a:cubicBezTo>
                    <a:pt x="5367" y="14105"/>
                    <a:pt x="4842" y="13623"/>
                    <a:pt x="4220" y="13237"/>
                  </a:cubicBezTo>
                  <a:cubicBezTo>
                    <a:pt x="2994" y="12444"/>
                    <a:pt x="1876" y="12192"/>
                    <a:pt x="1010" y="12192"/>
                  </a:cubicBezTo>
                  <a:cubicBezTo>
                    <a:pt x="914" y="12192"/>
                    <a:pt x="818" y="12197"/>
                    <a:pt x="721" y="12205"/>
                  </a:cubicBezTo>
                  <a:lnTo>
                    <a:pt x="721" y="12205"/>
                  </a:lnTo>
                  <a:cubicBezTo>
                    <a:pt x="927" y="11403"/>
                    <a:pt x="1098" y="10695"/>
                    <a:pt x="1190" y="10172"/>
                  </a:cubicBezTo>
                  <a:cubicBezTo>
                    <a:pt x="1659" y="7827"/>
                    <a:pt x="1659" y="5880"/>
                    <a:pt x="1731" y="4365"/>
                  </a:cubicBezTo>
                  <a:cubicBezTo>
                    <a:pt x="1731" y="3571"/>
                    <a:pt x="1767" y="2922"/>
                    <a:pt x="1912" y="2381"/>
                  </a:cubicBezTo>
                  <a:cubicBezTo>
                    <a:pt x="2020" y="1840"/>
                    <a:pt x="2200" y="1444"/>
                    <a:pt x="2489" y="1119"/>
                  </a:cubicBezTo>
                  <a:cubicBezTo>
                    <a:pt x="2777" y="794"/>
                    <a:pt x="3246" y="614"/>
                    <a:pt x="3931" y="614"/>
                  </a:cubicBezTo>
                  <a:close/>
                  <a:moveTo>
                    <a:pt x="3931" y="1"/>
                  </a:moveTo>
                  <a:cubicBezTo>
                    <a:pt x="3138" y="1"/>
                    <a:pt x="2453" y="253"/>
                    <a:pt x="2020" y="722"/>
                  </a:cubicBezTo>
                  <a:cubicBezTo>
                    <a:pt x="1659" y="1119"/>
                    <a:pt x="1443" y="1660"/>
                    <a:pt x="1299" y="2273"/>
                  </a:cubicBezTo>
                  <a:cubicBezTo>
                    <a:pt x="1118" y="3175"/>
                    <a:pt x="1118" y="4257"/>
                    <a:pt x="1082" y="5555"/>
                  </a:cubicBezTo>
                  <a:cubicBezTo>
                    <a:pt x="1046" y="6854"/>
                    <a:pt x="938" y="8368"/>
                    <a:pt x="613" y="10064"/>
                  </a:cubicBezTo>
                  <a:cubicBezTo>
                    <a:pt x="505" y="10641"/>
                    <a:pt x="289" y="11506"/>
                    <a:pt x="36" y="12480"/>
                  </a:cubicBezTo>
                  <a:cubicBezTo>
                    <a:pt x="0" y="12588"/>
                    <a:pt x="36" y="12696"/>
                    <a:pt x="72" y="12769"/>
                  </a:cubicBezTo>
                  <a:cubicBezTo>
                    <a:pt x="125" y="12821"/>
                    <a:pt x="197" y="12855"/>
                    <a:pt x="275" y="12855"/>
                  </a:cubicBezTo>
                  <a:cubicBezTo>
                    <a:pt x="303" y="12855"/>
                    <a:pt x="332" y="12850"/>
                    <a:pt x="361" y="12841"/>
                  </a:cubicBezTo>
                  <a:cubicBezTo>
                    <a:pt x="541" y="12841"/>
                    <a:pt x="794" y="12805"/>
                    <a:pt x="1010" y="12805"/>
                  </a:cubicBezTo>
                  <a:cubicBezTo>
                    <a:pt x="1767" y="12805"/>
                    <a:pt x="2741" y="13021"/>
                    <a:pt x="3895" y="13742"/>
                  </a:cubicBezTo>
                  <a:cubicBezTo>
                    <a:pt x="4617" y="14175"/>
                    <a:pt x="5158" y="14716"/>
                    <a:pt x="5627" y="15257"/>
                  </a:cubicBezTo>
                  <a:cubicBezTo>
                    <a:pt x="5656" y="15316"/>
                    <a:pt x="5734" y="15375"/>
                    <a:pt x="5820" y="15375"/>
                  </a:cubicBezTo>
                  <a:cubicBezTo>
                    <a:pt x="5839" y="15375"/>
                    <a:pt x="5859" y="15372"/>
                    <a:pt x="5879" y="15365"/>
                  </a:cubicBezTo>
                  <a:cubicBezTo>
                    <a:pt x="5951" y="15365"/>
                    <a:pt x="6059" y="15329"/>
                    <a:pt x="6096" y="15221"/>
                  </a:cubicBezTo>
                  <a:cubicBezTo>
                    <a:pt x="6312" y="14860"/>
                    <a:pt x="6564" y="14500"/>
                    <a:pt x="6889" y="14211"/>
                  </a:cubicBezTo>
                  <a:cubicBezTo>
                    <a:pt x="7178" y="13923"/>
                    <a:pt x="7502" y="13706"/>
                    <a:pt x="7791" y="13670"/>
                  </a:cubicBezTo>
                  <a:lnTo>
                    <a:pt x="7827" y="13670"/>
                  </a:lnTo>
                  <a:cubicBezTo>
                    <a:pt x="7899" y="13670"/>
                    <a:pt x="8187" y="13742"/>
                    <a:pt x="8512" y="13887"/>
                  </a:cubicBezTo>
                  <a:cubicBezTo>
                    <a:pt x="9666" y="14464"/>
                    <a:pt x="11650" y="16015"/>
                    <a:pt x="13453" y="17457"/>
                  </a:cubicBezTo>
                  <a:cubicBezTo>
                    <a:pt x="14355" y="18179"/>
                    <a:pt x="15220" y="18864"/>
                    <a:pt x="15906" y="19441"/>
                  </a:cubicBezTo>
                  <a:cubicBezTo>
                    <a:pt x="16591" y="19982"/>
                    <a:pt x="17096" y="20415"/>
                    <a:pt x="17348" y="20559"/>
                  </a:cubicBezTo>
                  <a:cubicBezTo>
                    <a:pt x="17817" y="20884"/>
                    <a:pt x="18467" y="21136"/>
                    <a:pt x="19116" y="21136"/>
                  </a:cubicBezTo>
                  <a:cubicBezTo>
                    <a:pt x="19585" y="21136"/>
                    <a:pt x="20017" y="21028"/>
                    <a:pt x="20378" y="20703"/>
                  </a:cubicBezTo>
                  <a:cubicBezTo>
                    <a:pt x="20739" y="20379"/>
                    <a:pt x="20991" y="19874"/>
                    <a:pt x="21063" y="19225"/>
                  </a:cubicBezTo>
                  <a:cubicBezTo>
                    <a:pt x="21063" y="19116"/>
                    <a:pt x="21063" y="18972"/>
                    <a:pt x="21063" y="18828"/>
                  </a:cubicBezTo>
                  <a:cubicBezTo>
                    <a:pt x="21063" y="17566"/>
                    <a:pt x="20594" y="15726"/>
                    <a:pt x="19404" y="13454"/>
                  </a:cubicBezTo>
                  <a:cubicBezTo>
                    <a:pt x="18250" y="11218"/>
                    <a:pt x="16411" y="8585"/>
                    <a:pt x="13670" y="5880"/>
                  </a:cubicBezTo>
                  <a:cubicBezTo>
                    <a:pt x="11578" y="3752"/>
                    <a:pt x="9702" y="2309"/>
                    <a:pt x="8043" y="1371"/>
                  </a:cubicBezTo>
                  <a:cubicBezTo>
                    <a:pt x="6420" y="434"/>
                    <a:pt x="5050" y="1"/>
                    <a:pt x="39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8" name="Google Shape;2498;g312bfb4b743_5_798"/>
            <p:cNvSpPr/>
            <p:nvPr/>
          </p:nvSpPr>
          <p:spPr>
            <a:xfrm>
              <a:off x="4158925" y="1025400"/>
              <a:ext cx="508275" cy="645500"/>
            </a:xfrm>
            <a:custGeom>
              <a:avLst/>
              <a:gdLst/>
              <a:ahLst/>
              <a:cxnLst/>
              <a:rect l="l" t="t" r="r" b="b"/>
              <a:pathLst>
                <a:path w="20331" h="25820" extrusionOk="0">
                  <a:moveTo>
                    <a:pt x="18068" y="0"/>
                  </a:moveTo>
                  <a:cubicBezTo>
                    <a:pt x="16989" y="0"/>
                    <a:pt x="15647" y="517"/>
                    <a:pt x="14356" y="969"/>
                  </a:cubicBezTo>
                  <a:cubicBezTo>
                    <a:pt x="11434" y="1979"/>
                    <a:pt x="3572" y="9626"/>
                    <a:pt x="1768" y="14422"/>
                  </a:cubicBezTo>
                  <a:cubicBezTo>
                    <a:pt x="1" y="19255"/>
                    <a:pt x="1552" y="20842"/>
                    <a:pt x="4690" y="23728"/>
                  </a:cubicBezTo>
                  <a:cubicBezTo>
                    <a:pt x="5303" y="24305"/>
                    <a:pt x="5952" y="25026"/>
                    <a:pt x="6637" y="25820"/>
                  </a:cubicBezTo>
                  <a:cubicBezTo>
                    <a:pt x="8946" y="25784"/>
                    <a:pt x="12192" y="24954"/>
                    <a:pt x="14392" y="21239"/>
                  </a:cubicBezTo>
                  <a:cubicBezTo>
                    <a:pt x="13887" y="20301"/>
                    <a:pt x="13526" y="19544"/>
                    <a:pt x="13346" y="19039"/>
                  </a:cubicBezTo>
                  <a:cubicBezTo>
                    <a:pt x="12444" y="16803"/>
                    <a:pt x="12552" y="14567"/>
                    <a:pt x="13202" y="12980"/>
                  </a:cubicBezTo>
                  <a:cubicBezTo>
                    <a:pt x="13887" y="11393"/>
                    <a:pt x="20162" y="8255"/>
                    <a:pt x="20271" y="3458"/>
                  </a:cubicBezTo>
                  <a:cubicBezTo>
                    <a:pt x="20330" y="788"/>
                    <a:pt x="19400" y="0"/>
                    <a:pt x="180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9" name="Google Shape;2499;g312bfb4b743_5_798"/>
            <p:cNvSpPr/>
            <p:nvPr/>
          </p:nvSpPr>
          <p:spPr>
            <a:xfrm>
              <a:off x="4176975" y="1018075"/>
              <a:ext cx="496850" cy="660050"/>
            </a:xfrm>
            <a:custGeom>
              <a:avLst/>
              <a:gdLst/>
              <a:ahLst/>
              <a:cxnLst/>
              <a:rect l="l" t="t" r="r" b="b"/>
              <a:pathLst>
                <a:path w="19874" h="26402"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4869"/>
                    <a:pt x="18827" y="5915"/>
                    <a:pt x="18250" y="6889"/>
                  </a:cubicBezTo>
                  <a:cubicBezTo>
                    <a:pt x="17349" y="8332"/>
                    <a:pt x="16014" y="9594"/>
                    <a:pt x="14788" y="10604"/>
                  </a:cubicBezTo>
                  <a:cubicBezTo>
                    <a:pt x="14211" y="11109"/>
                    <a:pt x="13634" y="11578"/>
                    <a:pt x="13201" y="12010"/>
                  </a:cubicBezTo>
                  <a:cubicBezTo>
                    <a:pt x="12732" y="12407"/>
                    <a:pt x="12371" y="12768"/>
                    <a:pt x="12227" y="13165"/>
                  </a:cubicBezTo>
                  <a:cubicBezTo>
                    <a:pt x="11866" y="13994"/>
                    <a:pt x="11650" y="14968"/>
                    <a:pt x="11650" y="16050"/>
                  </a:cubicBezTo>
                  <a:cubicBezTo>
                    <a:pt x="11650" y="17132"/>
                    <a:pt x="11866" y="18286"/>
                    <a:pt x="12335" y="19440"/>
                  </a:cubicBezTo>
                  <a:cubicBezTo>
                    <a:pt x="12540" y="19917"/>
                    <a:pt x="12873" y="20652"/>
                    <a:pt x="13335" y="21523"/>
                  </a:cubicBezTo>
                  <a:lnTo>
                    <a:pt x="13335" y="21523"/>
                  </a:lnTo>
                  <a:cubicBezTo>
                    <a:pt x="12270" y="23245"/>
                    <a:pt x="11003" y="24290"/>
                    <a:pt x="9702" y="24922"/>
                  </a:cubicBezTo>
                  <a:cubicBezTo>
                    <a:pt x="8430" y="25542"/>
                    <a:pt x="7157" y="25767"/>
                    <a:pt x="6041" y="25787"/>
                  </a:cubicBezTo>
                  <a:lnTo>
                    <a:pt x="6041" y="25787"/>
                  </a:lnTo>
                  <a:cubicBezTo>
                    <a:pt x="5419" y="25039"/>
                    <a:pt x="4769" y="24389"/>
                    <a:pt x="4184" y="23804"/>
                  </a:cubicBezTo>
                  <a:cubicBezTo>
                    <a:pt x="3066" y="22794"/>
                    <a:pt x="2164" y="21929"/>
                    <a:pt x="1551" y="21063"/>
                  </a:cubicBezTo>
                  <a:cubicBezTo>
                    <a:pt x="938" y="20198"/>
                    <a:pt x="613" y="19332"/>
                    <a:pt x="613" y="18214"/>
                  </a:cubicBezTo>
                  <a:cubicBezTo>
                    <a:pt x="613" y="17312"/>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440"/>
                    <a:pt x="397" y="20486"/>
                    <a:pt x="1046" y="21388"/>
                  </a:cubicBezTo>
                  <a:cubicBezTo>
                    <a:pt x="1732" y="22362"/>
                    <a:pt x="2669" y="23227"/>
                    <a:pt x="3787" y="24273"/>
                  </a:cubicBezTo>
                  <a:cubicBezTo>
                    <a:pt x="4364" y="24814"/>
                    <a:pt x="5014" y="25500"/>
                    <a:pt x="5663" y="26293"/>
                  </a:cubicBezTo>
                  <a:cubicBezTo>
                    <a:pt x="5735" y="26365"/>
                    <a:pt x="5807" y="26401"/>
                    <a:pt x="5915" y="26401"/>
                  </a:cubicBezTo>
                  <a:cubicBezTo>
                    <a:pt x="7106" y="26401"/>
                    <a:pt x="8548" y="26185"/>
                    <a:pt x="9955" y="25463"/>
                  </a:cubicBezTo>
                  <a:cubicBezTo>
                    <a:pt x="11398" y="24778"/>
                    <a:pt x="12804" y="23588"/>
                    <a:pt x="13922" y="21676"/>
                  </a:cubicBezTo>
                  <a:cubicBezTo>
                    <a:pt x="13994" y="21604"/>
                    <a:pt x="13994" y="21460"/>
                    <a:pt x="13922" y="21388"/>
                  </a:cubicBezTo>
                  <a:cubicBezTo>
                    <a:pt x="13453" y="20450"/>
                    <a:pt x="13093" y="19693"/>
                    <a:pt x="12876" y="19224"/>
                  </a:cubicBezTo>
                  <a:cubicBezTo>
                    <a:pt x="12443" y="18142"/>
                    <a:pt x="12263" y="17060"/>
                    <a:pt x="12263" y="16050"/>
                  </a:cubicBezTo>
                  <a:cubicBezTo>
                    <a:pt x="12263" y="15040"/>
                    <a:pt x="12443" y="14138"/>
                    <a:pt x="12768" y="13381"/>
                  </a:cubicBezTo>
                  <a:cubicBezTo>
                    <a:pt x="12840" y="13273"/>
                    <a:pt x="12984" y="13056"/>
                    <a:pt x="13201" y="12804"/>
                  </a:cubicBezTo>
                  <a:cubicBezTo>
                    <a:pt x="13994" y="12010"/>
                    <a:pt x="15617" y="10820"/>
                    <a:pt x="17060" y="9305"/>
                  </a:cubicBezTo>
                  <a:cubicBezTo>
                    <a:pt x="18503" y="7827"/>
                    <a:pt x="19801" y="5987"/>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g312bfb4b743_5_798"/>
            <p:cNvSpPr/>
            <p:nvPr/>
          </p:nvSpPr>
          <p:spPr>
            <a:xfrm>
              <a:off x="4167950" y="1025400"/>
              <a:ext cx="499250" cy="549925"/>
            </a:xfrm>
            <a:custGeom>
              <a:avLst/>
              <a:gdLst/>
              <a:ahLst/>
              <a:cxnLst/>
              <a:rect l="l" t="t" r="r" b="b"/>
              <a:pathLst>
                <a:path w="19970" h="21997" extrusionOk="0">
                  <a:moveTo>
                    <a:pt x="17707" y="0"/>
                  </a:moveTo>
                  <a:cubicBezTo>
                    <a:pt x="16628" y="0"/>
                    <a:pt x="15286" y="517"/>
                    <a:pt x="13995" y="969"/>
                  </a:cubicBezTo>
                  <a:cubicBezTo>
                    <a:pt x="11073" y="1979"/>
                    <a:pt x="3211" y="9626"/>
                    <a:pt x="1407" y="14422"/>
                  </a:cubicBezTo>
                  <a:cubicBezTo>
                    <a:pt x="1" y="18210"/>
                    <a:pt x="686" y="20013"/>
                    <a:pt x="2561" y="21997"/>
                  </a:cubicBezTo>
                  <a:cubicBezTo>
                    <a:pt x="3211" y="21852"/>
                    <a:pt x="4004" y="21492"/>
                    <a:pt x="4906" y="20842"/>
                  </a:cubicBezTo>
                  <a:cubicBezTo>
                    <a:pt x="7575" y="18823"/>
                    <a:pt x="8693" y="15216"/>
                    <a:pt x="10388" y="13990"/>
                  </a:cubicBezTo>
                  <a:cubicBezTo>
                    <a:pt x="11362" y="13304"/>
                    <a:pt x="13057" y="12186"/>
                    <a:pt x="14824" y="11032"/>
                  </a:cubicBezTo>
                  <a:cubicBezTo>
                    <a:pt x="16880" y="9265"/>
                    <a:pt x="19838" y="6740"/>
                    <a:pt x="19910" y="3458"/>
                  </a:cubicBezTo>
                  <a:cubicBezTo>
                    <a:pt x="19969" y="788"/>
                    <a:pt x="19039" y="0"/>
                    <a:pt x="1770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1" name="Google Shape;2501;g312bfb4b743_5_798"/>
            <p:cNvSpPr/>
            <p:nvPr/>
          </p:nvSpPr>
          <p:spPr>
            <a:xfrm>
              <a:off x="4176975" y="1018075"/>
              <a:ext cx="496850" cy="564825"/>
            </a:xfrm>
            <a:custGeom>
              <a:avLst/>
              <a:gdLst/>
              <a:ahLst/>
              <a:cxnLst/>
              <a:rect l="l" t="t" r="r" b="b"/>
              <a:pathLst>
                <a:path w="19874" h="22593"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5302"/>
                    <a:pt x="18503" y="6672"/>
                    <a:pt x="17529" y="7899"/>
                  </a:cubicBezTo>
                  <a:cubicBezTo>
                    <a:pt x="16519" y="9125"/>
                    <a:pt x="15293" y="10207"/>
                    <a:pt x="14247" y="11073"/>
                  </a:cubicBezTo>
                  <a:lnTo>
                    <a:pt x="14260" y="11088"/>
                  </a:lnTo>
                  <a:lnTo>
                    <a:pt x="14260" y="11088"/>
                  </a:lnTo>
                  <a:cubicBezTo>
                    <a:pt x="12536" y="12237"/>
                    <a:pt x="10816" y="13348"/>
                    <a:pt x="9847" y="14030"/>
                  </a:cubicBezTo>
                  <a:cubicBezTo>
                    <a:pt x="8945" y="14715"/>
                    <a:pt x="8224" y="15942"/>
                    <a:pt x="7394" y="17240"/>
                  </a:cubicBezTo>
                  <a:cubicBezTo>
                    <a:pt x="6601" y="18539"/>
                    <a:pt x="5663" y="19909"/>
                    <a:pt x="4364" y="20883"/>
                  </a:cubicBezTo>
                  <a:cubicBezTo>
                    <a:pt x="3571" y="21478"/>
                    <a:pt x="2869" y="21800"/>
                    <a:pt x="2286" y="21961"/>
                  </a:cubicBezTo>
                  <a:lnTo>
                    <a:pt x="2286" y="21961"/>
                  </a:lnTo>
                  <a:cubicBezTo>
                    <a:pt x="1769" y="21371"/>
                    <a:pt x="1349" y="20836"/>
                    <a:pt x="1082" y="20270"/>
                  </a:cubicBezTo>
                  <a:cubicBezTo>
                    <a:pt x="758" y="19657"/>
                    <a:pt x="613" y="18971"/>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080"/>
                    <a:pt x="181" y="19837"/>
                    <a:pt x="541" y="20522"/>
                  </a:cubicBezTo>
                  <a:cubicBezTo>
                    <a:pt x="866" y="21208"/>
                    <a:pt x="1371" y="21857"/>
                    <a:pt x="1984" y="22506"/>
                  </a:cubicBezTo>
                  <a:cubicBezTo>
                    <a:pt x="2037" y="22559"/>
                    <a:pt x="2109" y="22592"/>
                    <a:pt x="2186" y="22592"/>
                  </a:cubicBezTo>
                  <a:cubicBezTo>
                    <a:pt x="2215" y="22592"/>
                    <a:pt x="2244" y="22588"/>
                    <a:pt x="2273" y="22578"/>
                  </a:cubicBezTo>
                  <a:cubicBezTo>
                    <a:pt x="2958" y="22398"/>
                    <a:pt x="3823" y="22037"/>
                    <a:pt x="4725" y="21352"/>
                  </a:cubicBezTo>
                  <a:cubicBezTo>
                    <a:pt x="6096" y="20306"/>
                    <a:pt x="7069" y="18863"/>
                    <a:pt x="7899" y="17565"/>
                  </a:cubicBezTo>
                  <a:cubicBezTo>
                    <a:pt x="8729" y="16266"/>
                    <a:pt x="9450" y="15076"/>
                    <a:pt x="10207" y="14535"/>
                  </a:cubicBezTo>
                  <a:cubicBezTo>
                    <a:pt x="11145" y="13850"/>
                    <a:pt x="12876" y="12732"/>
                    <a:pt x="14607" y="11542"/>
                  </a:cubicBezTo>
                  <a:lnTo>
                    <a:pt x="14644" y="11542"/>
                  </a:lnTo>
                  <a:cubicBezTo>
                    <a:pt x="15690" y="10640"/>
                    <a:pt x="16952" y="9594"/>
                    <a:pt x="17998" y="8296"/>
                  </a:cubicBezTo>
                  <a:cubicBezTo>
                    <a:pt x="19008" y="6997"/>
                    <a:pt x="19837" y="5482"/>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g312bfb4b743_5_798"/>
            <p:cNvSpPr/>
            <p:nvPr/>
          </p:nvSpPr>
          <p:spPr>
            <a:xfrm>
              <a:off x="4178775" y="1025400"/>
              <a:ext cx="488425" cy="508700"/>
            </a:xfrm>
            <a:custGeom>
              <a:avLst/>
              <a:gdLst/>
              <a:ahLst/>
              <a:cxnLst/>
              <a:rect l="l" t="t" r="r" b="b"/>
              <a:pathLst>
                <a:path w="19537" h="20348" extrusionOk="0">
                  <a:moveTo>
                    <a:pt x="17274" y="0"/>
                  </a:moveTo>
                  <a:cubicBezTo>
                    <a:pt x="16195" y="0"/>
                    <a:pt x="14853" y="517"/>
                    <a:pt x="13562" y="969"/>
                  </a:cubicBezTo>
                  <a:cubicBezTo>
                    <a:pt x="10640" y="1979"/>
                    <a:pt x="2778" y="9626"/>
                    <a:pt x="974" y="14422"/>
                  </a:cubicBezTo>
                  <a:cubicBezTo>
                    <a:pt x="0" y="17127"/>
                    <a:pt x="37" y="18823"/>
                    <a:pt x="830" y="20265"/>
                  </a:cubicBezTo>
                  <a:cubicBezTo>
                    <a:pt x="1060" y="20318"/>
                    <a:pt x="1303" y="20348"/>
                    <a:pt x="1559" y="20348"/>
                  </a:cubicBezTo>
                  <a:cubicBezTo>
                    <a:pt x="2345" y="20348"/>
                    <a:pt x="3249" y="20071"/>
                    <a:pt x="4256" y="19364"/>
                  </a:cubicBezTo>
                  <a:cubicBezTo>
                    <a:pt x="7935" y="16695"/>
                    <a:pt x="6601" y="13881"/>
                    <a:pt x="9847" y="12294"/>
                  </a:cubicBezTo>
                  <a:cubicBezTo>
                    <a:pt x="12480" y="11032"/>
                    <a:pt x="16303" y="8580"/>
                    <a:pt x="18900" y="5838"/>
                  </a:cubicBezTo>
                  <a:cubicBezTo>
                    <a:pt x="19260" y="5081"/>
                    <a:pt x="19477" y="4288"/>
                    <a:pt x="19477" y="3458"/>
                  </a:cubicBezTo>
                  <a:cubicBezTo>
                    <a:pt x="19536" y="788"/>
                    <a:pt x="18606" y="0"/>
                    <a:pt x="1727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3" name="Google Shape;2503;g312bfb4b743_5_798"/>
            <p:cNvSpPr/>
            <p:nvPr/>
          </p:nvSpPr>
          <p:spPr>
            <a:xfrm>
              <a:off x="4176975" y="1018075"/>
              <a:ext cx="496850" cy="523900"/>
            </a:xfrm>
            <a:custGeom>
              <a:avLst/>
              <a:gdLst/>
              <a:ahLst/>
              <a:cxnLst/>
              <a:rect l="l" t="t" r="r" b="b"/>
              <a:pathLst>
                <a:path w="19874" h="20956"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5" y="4519"/>
                    <a:pt x="19055" y="5253"/>
                    <a:pt x="18750" y="5920"/>
                  </a:cubicBezTo>
                  <a:lnTo>
                    <a:pt x="18750" y="5920"/>
                  </a:lnTo>
                  <a:cubicBezTo>
                    <a:pt x="16190" y="8623"/>
                    <a:pt x="12406" y="11073"/>
                    <a:pt x="9774" y="12335"/>
                  </a:cubicBezTo>
                  <a:cubicBezTo>
                    <a:pt x="8945" y="12732"/>
                    <a:pt x="8368" y="13237"/>
                    <a:pt x="7935" y="13814"/>
                  </a:cubicBezTo>
                  <a:cubicBezTo>
                    <a:pt x="7322" y="14643"/>
                    <a:pt x="7033" y="15581"/>
                    <a:pt x="6601" y="16519"/>
                  </a:cubicBezTo>
                  <a:cubicBezTo>
                    <a:pt x="6132" y="17457"/>
                    <a:pt x="5483" y="18430"/>
                    <a:pt x="4148" y="19404"/>
                  </a:cubicBezTo>
                  <a:cubicBezTo>
                    <a:pt x="3210" y="20089"/>
                    <a:pt x="2345" y="20342"/>
                    <a:pt x="1623" y="20342"/>
                  </a:cubicBezTo>
                  <a:cubicBezTo>
                    <a:pt x="1456" y="20342"/>
                    <a:pt x="1267" y="20320"/>
                    <a:pt x="1090" y="20294"/>
                  </a:cubicBezTo>
                  <a:lnTo>
                    <a:pt x="1090" y="20294"/>
                  </a:lnTo>
                  <a:cubicBezTo>
                    <a:pt x="772" y="19676"/>
                    <a:pt x="613" y="18993"/>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152"/>
                    <a:pt x="217" y="19945"/>
                    <a:pt x="613" y="20703"/>
                  </a:cubicBezTo>
                  <a:cubicBezTo>
                    <a:pt x="650" y="20775"/>
                    <a:pt x="758" y="20847"/>
                    <a:pt x="830" y="20847"/>
                  </a:cubicBezTo>
                  <a:cubicBezTo>
                    <a:pt x="1082" y="20919"/>
                    <a:pt x="1335" y="20955"/>
                    <a:pt x="1623" y="20955"/>
                  </a:cubicBezTo>
                  <a:cubicBezTo>
                    <a:pt x="2489" y="20955"/>
                    <a:pt x="3463" y="20667"/>
                    <a:pt x="4473" y="19909"/>
                  </a:cubicBezTo>
                  <a:cubicBezTo>
                    <a:pt x="6384" y="18539"/>
                    <a:pt x="7033" y="17060"/>
                    <a:pt x="7574" y="15834"/>
                  </a:cubicBezTo>
                  <a:cubicBezTo>
                    <a:pt x="7827" y="15220"/>
                    <a:pt x="8079" y="14643"/>
                    <a:pt x="8440" y="14174"/>
                  </a:cubicBezTo>
                  <a:cubicBezTo>
                    <a:pt x="8801" y="13670"/>
                    <a:pt x="9270" y="13237"/>
                    <a:pt x="10063" y="12876"/>
                  </a:cubicBezTo>
                  <a:cubicBezTo>
                    <a:pt x="12732" y="11578"/>
                    <a:pt x="16555" y="9125"/>
                    <a:pt x="19188" y="6348"/>
                  </a:cubicBezTo>
                  <a:lnTo>
                    <a:pt x="19260" y="6240"/>
                  </a:lnTo>
                  <a:cubicBezTo>
                    <a:pt x="19621" y="5482"/>
                    <a:pt x="19837" y="4653"/>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4" name="Google Shape;2504;g312bfb4b743_5_798"/>
            <p:cNvSpPr/>
            <p:nvPr/>
          </p:nvSpPr>
          <p:spPr>
            <a:xfrm>
              <a:off x="5450150" y="1062375"/>
              <a:ext cx="486025" cy="512950"/>
            </a:xfrm>
            <a:custGeom>
              <a:avLst/>
              <a:gdLst/>
              <a:ahLst/>
              <a:cxnLst/>
              <a:rect l="l" t="t" r="r" b="b"/>
              <a:pathLst>
                <a:path w="19441" h="20518" extrusionOk="0">
                  <a:moveTo>
                    <a:pt x="2390" y="1"/>
                  </a:moveTo>
                  <a:cubicBezTo>
                    <a:pt x="1646" y="1"/>
                    <a:pt x="1081" y="219"/>
                    <a:pt x="721" y="608"/>
                  </a:cubicBezTo>
                  <a:cubicBezTo>
                    <a:pt x="325" y="1041"/>
                    <a:pt x="108" y="1618"/>
                    <a:pt x="0" y="2304"/>
                  </a:cubicBezTo>
                  <a:cubicBezTo>
                    <a:pt x="482" y="2137"/>
                    <a:pt x="1126" y="1994"/>
                    <a:pt x="1909" y="1994"/>
                  </a:cubicBezTo>
                  <a:cubicBezTo>
                    <a:pt x="2825" y="1994"/>
                    <a:pt x="3931" y="2190"/>
                    <a:pt x="5194" y="2773"/>
                  </a:cubicBezTo>
                  <a:cubicBezTo>
                    <a:pt x="9125" y="4540"/>
                    <a:pt x="16302" y="13521"/>
                    <a:pt x="17420" y="15973"/>
                  </a:cubicBezTo>
                  <a:cubicBezTo>
                    <a:pt x="18070" y="17416"/>
                    <a:pt x="17889" y="19219"/>
                    <a:pt x="17709" y="20518"/>
                  </a:cubicBezTo>
                  <a:cubicBezTo>
                    <a:pt x="18430" y="20481"/>
                    <a:pt x="19080" y="20049"/>
                    <a:pt x="19188" y="18895"/>
                  </a:cubicBezTo>
                  <a:cubicBezTo>
                    <a:pt x="19440" y="16767"/>
                    <a:pt x="17637" y="11501"/>
                    <a:pt x="11902" y="5766"/>
                  </a:cubicBezTo>
                  <a:cubicBezTo>
                    <a:pt x="7740" y="1604"/>
                    <a:pt x="4406" y="1"/>
                    <a:pt x="239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5" name="Google Shape;2505;g312bfb4b743_5_798"/>
            <p:cNvSpPr/>
            <p:nvPr/>
          </p:nvSpPr>
          <p:spPr>
            <a:xfrm>
              <a:off x="5442025" y="1055025"/>
              <a:ext cx="495950" cy="528425"/>
            </a:xfrm>
            <a:custGeom>
              <a:avLst/>
              <a:gdLst/>
              <a:ahLst/>
              <a:cxnLst/>
              <a:rect l="l" t="t" r="r" b="b"/>
              <a:pathLst>
                <a:path w="19838" h="21137" extrusionOk="0">
                  <a:moveTo>
                    <a:pt x="2705" y="614"/>
                  </a:moveTo>
                  <a:cubicBezTo>
                    <a:pt x="3643" y="614"/>
                    <a:pt x="4942" y="975"/>
                    <a:pt x="6529" y="1876"/>
                  </a:cubicBezTo>
                  <a:cubicBezTo>
                    <a:pt x="8116" y="2778"/>
                    <a:pt x="9955" y="4221"/>
                    <a:pt x="12047" y="6276"/>
                  </a:cubicBezTo>
                  <a:cubicBezTo>
                    <a:pt x="14716" y="8982"/>
                    <a:pt x="16519" y="11542"/>
                    <a:pt x="17673" y="13742"/>
                  </a:cubicBezTo>
                  <a:cubicBezTo>
                    <a:pt x="18791" y="15942"/>
                    <a:pt x="19260" y="17746"/>
                    <a:pt x="19260" y="18828"/>
                  </a:cubicBezTo>
                  <a:cubicBezTo>
                    <a:pt x="19260" y="18936"/>
                    <a:pt x="19224" y="19044"/>
                    <a:pt x="19224" y="19152"/>
                  </a:cubicBezTo>
                  <a:cubicBezTo>
                    <a:pt x="19188" y="19693"/>
                    <a:pt x="19008" y="20018"/>
                    <a:pt x="18791" y="20198"/>
                  </a:cubicBezTo>
                  <a:cubicBezTo>
                    <a:pt x="18690" y="20320"/>
                    <a:pt x="18555" y="20396"/>
                    <a:pt x="18404" y="20446"/>
                  </a:cubicBezTo>
                  <a:lnTo>
                    <a:pt x="18404" y="20446"/>
                  </a:lnTo>
                  <a:cubicBezTo>
                    <a:pt x="18458" y="19939"/>
                    <a:pt x="18503" y="19388"/>
                    <a:pt x="18503" y="18792"/>
                  </a:cubicBezTo>
                  <a:cubicBezTo>
                    <a:pt x="18503" y="17926"/>
                    <a:pt x="18395" y="16988"/>
                    <a:pt x="17998" y="16159"/>
                  </a:cubicBezTo>
                  <a:cubicBezTo>
                    <a:pt x="17709" y="15510"/>
                    <a:pt x="17060" y="14464"/>
                    <a:pt x="16159" y="13237"/>
                  </a:cubicBezTo>
                  <a:cubicBezTo>
                    <a:pt x="14788" y="11398"/>
                    <a:pt x="12949" y="9162"/>
                    <a:pt x="11037" y="7178"/>
                  </a:cubicBezTo>
                  <a:cubicBezTo>
                    <a:pt x="9125" y="5194"/>
                    <a:pt x="7178" y="3499"/>
                    <a:pt x="5627" y="2778"/>
                  </a:cubicBezTo>
                  <a:cubicBezTo>
                    <a:pt x="4365" y="2201"/>
                    <a:pt x="3210" y="1985"/>
                    <a:pt x="2273" y="1985"/>
                  </a:cubicBezTo>
                  <a:cubicBezTo>
                    <a:pt x="1678" y="1985"/>
                    <a:pt x="1158" y="2059"/>
                    <a:pt x="712" y="2167"/>
                  </a:cubicBezTo>
                  <a:lnTo>
                    <a:pt x="712" y="2167"/>
                  </a:lnTo>
                  <a:cubicBezTo>
                    <a:pt x="825" y="1737"/>
                    <a:pt x="994" y="1388"/>
                    <a:pt x="1263" y="1119"/>
                  </a:cubicBezTo>
                  <a:cubicBezTo>
                    <a:pt x="1551" y="794"/>
                    <a:pt x="2020" y="614"/>
                    <a:pt x="2705" y="614"/>
                  </a:cubicBezTo>
                  <a:close/>
                  <a:moveTo>
                    <a:pt x="2705" y="1"/>
                  </a:moveTo>
                  <a:cubicBezTo>
                    <a:pt x="1912" y="1"/>
                    <a:pt x="1227" y="253"/>
                    <a:pt x="794" y="722"/>
                  </a:cubicBezTo>
                  <a:cubicBezTo>
                    <a:pt x="361" y="1191"/>
                    <a:pt x="145" y="1840"/>
                    <a:pt x="37" y="2562"/>
                  </a:cubicBezTo>
                  <a:cubicBezTo>
                    <a:pt x="0" y="2670"/>
                    <a:pt x="73" y="2778"/>
                    <a:pt x="145" y="2850"/>
                  </a:cubicBezTo>
                  <a:cubicBezTo>
                    <a:pt x="196" y="2876"/>
                    <a:pt x="265" y="2901"/>
                    <a:pt x="339" y="2901"/>
                  </a:cubicBezTo>
                  <a:cubicBezTo>
                    <a:pt x="370" y="2901"/>
                    <a:pt x="402" y="2897"/>
                    <a:pt x="433" y="2886"/>
                  </a:cubicBezTo>
                  <a:cubicBezTo>
                    <a:pt x="902" y="2706"/>
                    <a:pt x="1515" y="2598"/>
                    <a:pt x="2273" y="2598"/>
                  </a:cubicBezTo>
                  <a:cubicBezTo>
                    <a:pt x="3138" y="2598"/>
                    <a:pt x="4184" y="2778"/>
                    <a:pt x="5374" y="3319"/>
                  </a:cubicBezTo>
                  <a:cubicBezTo>
                    <a:pt x="6312" y="3752"/>
                    <a:pt x="7502" y="4617"/>
                    <a:pt x="8729" y="5735"/>
                  </a:cubicBezTo>
                  <a:cubicBezTo>
                    <a:pt x="10568" y="7431"/>
                    <a:pt x="12552" y="9631"/>
                    <a:pt x="14175" y="11687"/>
                  </a:cubicBezTo>
                  <a:cubicBezTo>
                    <a:pt x="15004" y="12696"/>
                    <a:pt x="15726" y="13634"/>
                    <a:pt x="16267" y="14464"/>
                  </a:cubicBezTo>
                  <a:cubicBezTo>
                    <a:pt x="16844" y="15293"/>
                    <a:pt x="17277" y="15979"/>
                    <a:pt x="17457" y="16411"/>
                  </a:cubicBezTo>
                  <a:cubicBezTo>
                    <a:pt x="17782" y="17133"/>
                    <a:pt x="17890" y="17962"/>
                    <a:pt x="17890" y="18792"/>
                  </a:cubicBezTo>
                  <a:cubicBezTo>
                    <a:pt x="17890" y="19477"/>
                    <a:pt x="17818" y="20162"/>
                    <a:pt x="17745" y="20775"/>
                  </a:cubicBezTo>
                  <a:cubicBezTo>
                    <a:pt x="17745" y="20884"/>
                    <a:pt x="17782" y="20956"/>
                    <a:pt x="17818" y="21028"/>
                  </a:cubicBezTo>
                  <a:cubicBezTo>
                    <a:pt x="17890" y="21100"/>
                    <a:pt x="17998" y="21136"/>
                    <a:pt x="18070" y="21136"/>
                  </a:cubicBezTo>
                  <a:cubicBezTo>
                    <a:pt x="18467" y="21100"/>
                    <a:pt x="18900" y="20956"/>
                    <a:pt x="19224" y="20631"/>
                  </a:cubicBezTo>
                  <a:cubicBezTo>
                    <a:pt x="19549" y="20307"/>
                    <a:pt x="19765" y="19838"/>
                    <a:pt x="19837" y="19225"/>
                  </a:cubicBezTo>
                  <a:cubicBezTo>
                    <a:pt x="19837" y="19116"/>
                    <a:pt x="19837" y="18972"/>
                    <a:pt x="19837" y="18828"/>
                  </a:cubicBezTo>
                  <a:cubicBezTo>
                    <a:pt x="19837" y="17566"/>
                    <a:pt x="19368" y="15726"/>
                    <a:pt x="18178" y="13454"/>
                  </a:cubicBezTo>
                  <a:cubicBezTo>
                    <a:pt x="17024" y="11218"/>
                    <a:pt x="15185" y="8585"/>
                    <a:pt x="12444" y="5880"/>
                  </a:cubicBezTo>
                  <a:cubicBezTo>
                    <a:pt x="10352" y="3752"/>
                    <a:pt x="8476" y="2309"/>
                    <a:pt x="6817" y="1371"/>
                  </a:cubicBezTo>
                  <a:cubicBezTo>
                    <a:pt x="5194" y="434"/>
                    <a:pt x="3824" y="1"/>
                    <a:pt x="27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6" name="Google Shape;2506;g312bfb4b743_5_798"/>
            <p:cNvSpPr/>
            <p:nvPr/>
          </p:nvSpPr>
          <p:spPr>
            <a:xfrm>
              <a:off x="4674700" y="3104025"/>
              <a:ext cx="162325" cy="244525"/>
            </a:xfrm>
            <a:custGeom>
              <a:avLst/>
              <a:gdLst/>
              <a:ahLst/>
              <a:cxnLst/>
              <a:rect l="l" t="t" r="r" b="b"/>
              <a:pathLst>
                <a:path w="6493" h="9781" extrusionOk="0">
                  <a:moveTo>
                    <a:pt x="5667" y="0"/>
                  </a:moveTo>
                  <a:cubicBezTo>
                    <a:pt x="5576" y="0"/>
                    <a:pt x="5485" y="29"/>
                    <a:pt x="5410" y="94"/>
                  </a:cubicBezTo>
                  <a:lnTo>
                    <a:pt x="145" y="4386"/>
                  </a:lnTo>
                  <a:cubicBezTo>
                    <a:pt x="36" y="4458"/>
                    <a:pt x="0" y="4602"/>
                    <a:pt x="0" y="4746"/>
                  </a:cubicBezTo>
                  <a:lnTo>
                    <a:pt x="181" y="9363"/>
                  </a:lnTo>
                  <a:cubicBezTo>
                    <a:pt x="181" y="9616"/>
                    <a:pt x="395" y="9781"/>
                    <a:pt x="622" y="9781"/>
                  </a:cubicBezTo>
                  <a:cubicBezTo>
                    <a:pt x="718" y="9781"/>
                    <a:pt x="816" y="9752"/>
                    <a:pt x="902" y="9687"/>
                  </a:cubicBezTo>
                  <a:lnTo>
                    <a:pt x="6312" y="5323"/>
                  </a:lnTo>
                  <a:cubicBezTo>
                    <a:pt x="6420" y="5251"/>
                    <a:pt x="6492" y="5107"/>
                    <a:pt x="6456" y="4963"/>
                  </a:cubicBezTo>
                  <a:lnTo>
                    <a:pt x="6096" y="418"/>
                  </a:lnTo>
                  <a:cubicBezTo>
                    <a:pt x="6096" y="164"/>
                    <a:pt x="5882" y="0"/>
                    <a:pt x="56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7" name="Google Shape;2507;g312bfb4b743_5_798"/>
            <p:cNvSpPr/>
            <p:nvPr/>
          </p:nvSpPr>
          <p:spPr>
            <a:xfrm>
              <a:off x="4667475" y="3096425"/>
              <a:ext cx="176750" cy="259725"/>
            </a:xfrm>
            <a:custGeom>
              <a:avLst/>
              <a:gdLst/>
              <a:ahLst/>
              <a:cxnLst/>
              <a:rect l="l" t="t" r="r" b="b"/>
              <a:pathLst>
                <a:path w="7070" h="10389" extrusionOk="0">
                  <a:moveTo>
                    <a:pt x="5952" y="614"/>
                  </a:moveTo>
                  <a:lnTo>
                    <a:pt x="6060" y="650"/>
                  </a:lnTo>
                  <a:lnTo>
                    <a:pt x="6096" y="722"/>
                  </a:lnTo>
                  <a:lnTo>
                    <a:pt x="6457" y="5303"/>
                  </a:lnTo>
                  <a:lnTo>
                    <a:pt x="6421" y="5411"/>
                  </a:lnTo>
                  <a:lnTo>
                    <a:pt x="975" y="9775"/>
                  </a:lnTo>
                  <a:lnTo>
                    <a:pt x="902" y="9811"/>
                  </a:lnTo>
                  <a:lnTo>
                    <a:pt x="794" y="9775"/>
                  </a:lnTo>
                  <a:lnTo>
                    <a:pt x="758" y="9667"/>
                  </a:lnTo>
                  <a:lnTo>
                    <a:pt x="578" y="5014"/>
                  </a:lnTo>
                  <a:lnTo>
                    <a:pt x="650" y="4906"/>
                  </a:lnTo>
                  <a:lnTo>
                    <a:pt x="5880" y="650"/>
                  </a:lnTo>
                  <a:lnTo>
                    <a:pt x="5952" y="614"/>
                  </a:lnTo>
                  <a:close/>
                  <a:moveTo>
                    <a:pt x="5952" y="1"/>
                  </a:moveTo>
                  <a:cubicBezTo>
                    <a:pt x="5808" y="1"/>
                    <a:pt x="5627" y="73"/>
                    <a:pt x="5519" y="181"/>
                  </a:cubicBezTo>
                  <a:lnTo>
                    <a:pt x="253" y="4437"/>
                  </a:lnTo>
                  <a:cubicBezTo>
                    <a:pt x="73" y="4581"/>
                    <a:pt x="1" y="4798"/>
                    <a:pt x="1" y="5014"/>
                  </a:cubicBezTo>
                  <a:lnTo>
                    <a:pt x="1" y="5086"/>
                  </a:lnTo>
                  <a:lnTo>
                    <a:pt x="2" y="5086"/>
                  </a:lnTo>
                  <a:lnTo>
                    <a:pt x="2" y="5086"/>
                  </a:lnTo>
                  <a:lnTo>
                    <a:pt x="181" y="9703"/>
                  </a:lnTo>
                  <a:cubicBezTo>
                    <a:pt x="181" y="9883"/>
                    <a:pt x="253" y="10064"/>
                    <a:pt x="398" y="10208"/>
                  </a:cubicBezTo>
                  <a:cubicBezTo>
                    <a:pt x="542" y="10316"/>
                    <a:pt x="722" y="10388"/>
                    <a:pt x="902" y="10388"/>
                  </a:cubicBezTo>
                  <a:cubicBezTo>
                    <a:pt x="1047" y="10388"/>
                    <a:pt x="1227" y="10352"/>
                    <a:pt x="1371" y="10244"/>
                  </a:cubicBezTo>
                  <a:lnTo>
                    <a:pt x="6781" y="5880"/>
                  </a:lnTo>
                  <a:cubicBezTo>
                    <a:pt x="6962" y="5735"/>
                    <a:pt x="7070" y="5519"/>
                    <a:pt x="7070" y="5303"/>
                  </a:cubicBezTo>
                  <a:lnTo>
                    <a:pt x="7070" y="5231"/>
                  </a:lnTo>
                  <a:lnTo>
                    <a:pt x="6709" y="686"/>
                  </a:lnTo>
                  <a:cubicBezTo>
                    <a:pt x="6673" y="470"/>
                    <a:pt x="6601" y="325"/>
                    <a:pt x="6457" y="181"/>
                  </a:cubicBezTo>
                  <a:cubicBezTo>
                    <a:pt x="6313" y="73"/>
                    <a:pt x="6132" y="1"/>
                    <a:pt x="59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8" name="Google Shape;2508;g312bfb4b743_5_798"/>
            <p:cNvSpPr/>
            <p:nvPr/>
          </p:nvSpPr>
          <p:spPr>
            <a:xfrm>
              <a:off x="4739591" y="-166683"/>
              <a:ext cx="18104" cy="2089879"/>
            </a:xfrm>
            <a:custGeom>
              <a:avLst/>
              <a:gdLst/>
              <a:ahLst/>
              <a:cxnLst/>
              <a:rect l="l" t="t" r="r" b="b"/>
              <a:pathLst>
                <a:path w="722" h="67410" extrusionOk="0">
                  <a:moveTo>
                    <a:pt x="433" y="0"/>
                  </a:moveTo>
                  <a:cubicBezTo>
                    <a:pt x="253" y="0"/>
                    <a:pt x="108" y="144"/>
                    <a:pt x="108" y="289"/>
                  </a:cubicBezTo>
                  <a:cubicBezTo>
                    <a:pt x="36" y="11325"/>
                    <a:pt x="0" y="22362"/>
                    <a:pt x="0" y="33506"/>
                  </a:cubicBezTo>
                  <a:cubicBezTo>
                    <a:pt x="0" y="44651"/>
                    <a:pt x="36" y="55832"/>
                    <a:pt x="108" y="67085"/>
                  </a:cubicBezTo>
                  <a:cubicBezTo>
                    <a:pt x="108" y="67265"/>
                    <a:pt x="253" y="67409"/>
                    <a:pt x="433" y="67409"/>
                  </a:cubicBezTo>
                  <a:cubicBezTo>
                    <a:pt x="577" y="67409"/>
                    <a:pt x="722" y="67265"/>
                    <a:pt x="722" y="67085"/>
                  </a:cubicBezTo>
                  <a:cubicBezTo>
                    <a:pt x="649" y="55832"/>
                    <a:pt x="613" y="44651"/>
                    <a:pt x="613" y="33506"/>
                  </a:cubicBezTo>
                  <a:cubicBezTo>
                    <a:pt x="613" y="22362"/>
                    <a:pt x="649" y="11325"/>
                    <a:pt x="722" y="289"/>
                  </a:cubicBezTo>
                  <a:cubicBezTo>
                    <a:pt x="722" y="144"/>
                    <a:pt x="577" y="0"/>
                    <a:pt x="4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9" name="Google Shape;2509;g312bfb4b743_5_798"/>
            <p:cNvSpPr/>
            <p:nvPr/>
          </p:nvSpPr>
          <p:spPr>
            <a:xfrm>
              <a:off x="4742325" y="1908025"/>
              <a:ext cx="15350" cy="1251550"/>
            </a:xfrm>
            <a:custGeom>
              <a:avLst/>
              <a:gdLst/>
              <a:ahLst/>
              <a:cxnLst/>
              <a:rect l="l" t="t" r="r" b="b"/>
              <a:pathLst>
                <a:path w="614" h="50062" extrusionOk="0">
                  <a:moveTo>
                    <a:pt x="325" y="0"/>
                  </a:moveTo>
                  <a:cubicBezTo>
                    <a:pt x="145" y="0"/>
                    <a:pt x="0" y="145"/>
                    <a:pt x="0" y="289"/>
                  </a:cubicBezTo>
                  <a:lnTo>
                    <a:pt x="0" y="49773"/>
                  </a:lnTo>
                  <a:cubicBezTo>
                    <a:pt x="0" y="49953"/>
                    <a:pt x="145" y="50061"/>
                    <a:pt x="325" y="50061"/>
                  </a:cubicBezTo>
                  <a:cubicBezTo>
                    <a:pt x="469" y="50061"/>
                    <a:pt x="614" y="49953"/>
                    <a:pt x="614" y="49773"/>
                  </a:cubicBezTo>
                  <a:lnTo>
                    <a:pt x="614" y="289"/>
                  </a:lnTo>
                  <a:cubicBezTo>
                    <a:pt x="614" y="145"/>
                    <a:pt x="469" y="0"/>
                    <a:pt x="32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0" name="Google Shape;2510;g312bfb4b743_5_798"/>
            <p:cNvSpPr/>
            <p:nvPr/>
          </p:nvSpPr>
          <p:spPr>
            <a:xfrm>
              <a:off x="3923552" y="-166737"/>
              <a:ext cx="18104" cy="2984732"/>
            </a:xfrm>
            <a:custGeom>
              <a:avLst/>
              <a:gdLst/>
              <a:ahLst/>
              <a:cxnLst/>
              <a:rect l="l" t="t" r="r" b="b"/>
              <a:pathLst>
                <a:path w="722" h="103153" extrusionOk="0">
                  <a:moveTo>
                    <a:pt x="325" y="0"/>
                  </a:moveTo>
                  <a:cubicBezTo>
                    <a:pt x="145" y="0"/>
                    <a:pt x="0" y="108"/>
                    <a:pt x="0" y="289"/>
                  </a:cubicBezTo>
                  <a:cubicBezTo>
                    <a:pt x="73" y="17312"/>
                    <a:pt x="109" y="34372"/>
                    <a:pt x="109" y="51468"/>
                  </a:cubicBezTo>
                  <a:cubicBezTo>
                    <a:pt x="109" y="68564"/>
                    <a:pt x="73" y="85696"/>
                    <a:pt x="0" y="102864"/>
                  </a:cubicBezTo>
                  <a:cubicBezTo>
                    <a:pt x="0" y="103008"/>
                    <a:pt x="145" y="103152"/>
                    <a:pt x="325" y="103152"/>
                  </a:cubicBezTo>
                  <a:cubicBezTo>
                    <a:pt x="469" y="103152"/>
                    <a:pt x="614" y="103008"/>
                    <a:pt x="614" y="102864"/>
                  </a:cubicBezTo>
                  <a:cubicBezTo>
                    <a:pt x="686" y="85696"/>
                    <a:pt x="722" y="68564"/>
                    <a:pt x="722" y="51468"/>
                  </a:cubicBezTo>
                  <a:cubicBezTo>
                    <a:pt x="722" y="34372"/>
                    <a:pt x="686" y="17312"/>
                    <a:pt x="614" y="289"/>
                  </a:cubicBezTo>
                  <a:cubicBezTo>
                    <a:pt x="614" y="108"/>
                    <a:pt x="469" y="0"/>
                    <a:pt x="3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1" name="Google Shape;2511;g312bfb4b743_5_798"/>
            <p:cNvSpPr/>
            <p:nvPr/>
          </p:nvSpPr>
          <p:spPr>
            <a:xfrm>
              <a:off x="3599900" y="4261400"/>
              <a:ext cx="339050" cy="267825"/>
            </a:xfrm>
            <a:custGeom>
              <a:avLst/>
              <a:gdLst/>
              <a:ahLst/>
              <a:cxnLst/>
              <a:rect l="l" t="t" r="r" b="b"/>
              <a:pathLst>
                <a:path w="13562" h="10713" extrusionOk="0">
                  <a:moveTo>
                    <a:pt x="3102" y="1"/>
                  </a:moveTo>
                  <a:cubicBezTo>
                    <a:pt x="2128" y="1732"/>
                    <a:pt x="1010" y="3607"/>
                    <a:pt x="0" y="5375"/>
                  </a:cubicBezTo>
                  <a:cubicBezTo>
                    <a:pt x="1840" y="5663"/>
                    <a:pt x="4617" y="6348"/>
                    <a:pt x="6312" y="7863"/>
                  </a:cubicBezTo>
                  <a:cubicBezTo>
                    <a:pt x="7466" y="8909"/>
                    <a:pt x="8260" y="9883"/>
                    <a:pt x="8801" y="10712"/>
                  </a:cubicBezTo>
                  <a:cubicBezTo>
                    <a:pt x="10207" y="9847"/>
                    <a:pt x="11830" y="8909"/>
                    <a:pt x="13562" y="8007"/>
                  </a:cubicBezTo>
                  <a:cubicBezTo>
                    <a:pt x="12588" y="6132"/>
                    <a:pt x="10748" y="3210"/>
                    <a:pt x="7899" y="1696"/>
                  </a:cubicBezTo>
                  <a:cubicBezTo>
                    <a:pt x="5266" y="325"/>
                    <a:pt x="3860" y="37"/>
                    <a:pt x="31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2" name="Google Shape;2512;g312bfb4b743_5_798"/>
            <p:cNvSpPr/>
            <p:nvPr/>
          </p:nvSpPr>
          <p:spPr>
            <a:xfrm>
              <a:off x="3591775" y="4254175"/>
              <a:ext cx="355300" cy="282700"/>
            </a:xfrm>
            <a:custGeom>
              <a:avLst/>
              <a:gdLst/>
              <a:ahLst/>
              <a:cxnLst/>
              <a:rect l="l" t="t" r="r" b="b"/>
              <a:pathLst>
                <a:path w="14212" h="11308" extrusionOk="0">
                  <a:moveTo>
                    <a:pt x="3576" y="618"/>
                  </a:moveTo>
                  <a:cubicBezTo>
                    <a:pt x="4280" y="655"/>
                    <a:pt x="5666" y="966"/>
                    <a:pt x="8080" y="2273"/>
                  </a:cubicBezTo>
                  <a:cubicBezTo>
                    <a:pt x="10683" y="3643"/>
                    <a:pt x="12473" y="6282"/>
                    <a:pt x="13480" y="8150"/>
                  </a:cubicBezTo>
                  <a:lnTo>
                    <a:pt x="13480" y="8150"/>
                  </a:lnTo>
                  <a:cubicBezTo>
                    <a:pt x="11945" y="8987"/>
                    <a:pt x="10500" y="9821"/>
                    <a:pt x="9223" y="10601"/>
                  </a:cubicBezTo>
                  <a:lnTo>
                    <a:pt x="9223" y="10601"/>
                  </a:lnTo>
                  <a:cubicBezTo>
                    <a:pt x="8661" y="9816"/>
                    <a:pt x="7907" y="8891"/>
                    <a:pt x="6854" y="7936"/>
                  </a:cubicBezTo>
                  <a:cubicBezTo>
                    <a:pt x="5187" y="6469"/>
                    <a:pt x="2659" y="5773"/>
                    <a:pt x="804" y="5419"/>
                  </a:cubicBezTo>
                  <a:lnTo>
                    <a:pt x="804" y="5419"/>
                  </a:lnTo>
                  <a:cubicBezTo>
                    <a:pt x="1717" y="3856"/>
                    <a:pt x="2700" y="2171"/>
                    <a:pt x="3576" y="618"/>
                  </a:cubicBezTo>
                  <a:close/>
                  <a:moveTo>
                    <a:pt x="3427" y="1"/>
                  </a:moveTo>
                  <a:cubicBezTo>
                    <a:pt x="3319" y="1"/>
                    <a:pt x="3211" y="73"/>
                    <a:pt x="3175" y="145"/>
                  </a:cubicBezTo>
                  <a:cubicBezTo>
                    <a:pt x="2201" y="1840"/>
                    <a:pt x="1083" y="3752"/>
                    <a:pt x="73" y="5483"/>
                  </a:cubicBezTo>
                  <a:cubicBezTo>
                    <a:pt x="1" y="5591"/>
                    <a:pt x="1" y="5700"/>
                    <a:pt x="37" y="5772"/>
                  </a:cubicBezTo>
                  <a:cubicBezTo>
                    <a:pt x="73" y="5880"/>
                    <a:pt x="181" y="5916"/>
                    <a:pt x="253" y="5952"/>
                  </a:cubicBezTo>
                  <a:cubicBezTo>
                    <a:pt x="2093" y="6241"/>
                    <a:pt x="4834" y="6926"/>
                    <a:pt x="6421" y="8405"/>
                  </a:cubicBezTo>
                  <a:cubicBezTo>
                    <a:pt x="7539" y="9378"/>
                    <a:pt x="8332" y="10352"/>
                    <a:pt x="8873" y="11182"/>
                  </a:cubicBezTo>
                  <a:cubicBezTo>
                    <a:pt x="8920" y="11252"/>
                    <a:pt x="9013" y="11307"/>
                    <a:pt x="9112" y="11307"/>
                  </a:cubicBezTo>
                  <a:cubicBezTo>
                    <a:pt x="9165" y="11307"/>
                    <a:pt x="9220" y="11292"/>
                    <a:pt x="9270" y="11254"/>
                  </a:cubicBezTo>
                  <a:cubicBezTo>
                    <a:pt x="10713" y="10388"/>
                    <a:pt x="12300" y="9487"/>
                    <a:pt x="14031" y="8549"/>
                  </a:cubicBezTo>
                  <a:cubicBezTo>
                    <a:pt x="14175" y="8477"/>
                    <a:pt x="14211" y="8296"/>
                    <a:pt x="14139" y="8152"/>
                  </a:cubicBezTo>
                  <a:cubicBezTo>
                    <a:pt x="13165" y="6241"/>
                    <a:pt x="11290" y="3319"/>
                    <a:pt x="8332" y="1732"/>
                  </a:cubicBezTo>
                  <a:cubicBezTo>
                    <a:pt x="5735" y="326"/>
                    <a:pt x="4257" y="1"/>
                    <a:pt x="342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3" name="Google Shape;2513;g312bfb4b743_5_798"/>
            <p:cNvSpPr/>
            <p:nvPr/>
          </p:nvSpPr>
          <p:spPr>
            <a:xfrm>
              <a:off x="3592675" y="4213600"/>
              <a:ext cx="394975" cy="349875"/>
            </a:xfrm>
            <a:custGeom>
              <a:avLst/>
              <a:gdLst/>
              <a:ahLst/>
              <a:cxnLst/>
              <a:rect l="l" t="t" r="r" b="b"/>
              <a:pathLst>
                <a:path w="15799" h="13995" extrusionOk="0">
                  <a:moveTo>
                    <a:pt x="8801" y="1"/>
                  </a:moveTo>
                  <a:lnTo>
                    <a:pt x="1" y="10569"/>
                  </a:lnTo>
                  <a:lnTo>
                    <a:pt x="5375" y="13995"/>
                  </a:lnTo>
                  <a:lnTo>
                    <a:pt x="15798" y="3572"/>
                  </a:lnTo>
                  <a:lnTo>
                    <a:pt x="880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4" name="Google Shape;2514;g312bfb4b743_5_798"/>
            <p:cNvSpPr/>
            <p:nvPr/>
          </p:nvSpPr>
          <p:spPr>
            <a:xfrm>
              <a:off x="3584575" y="4205450"/>
              <a:ext cx="411175" cy="365600"/>
            </a:xfrm>
            <a:custGeom>
              <a:avLst/>
              <a:gdLst/>
              <a:ahLst/>
              <a:cxnLst/>
              <a:rect l="l" t="t" r="r" b="b"/>
              <a:pathLst>
                <a:path w="16447" h="14624" extrusionOk="0">
                  <a:moveTo>
                    <a:pt x="9192" y="687"/>
                  </a:moveTo>
                  <a:lnTo>
                    <a:pt x="15617" y="3970"/>
                  </a:lnTo>
                  <a:lnTo>
                    <a:pt x="5663" y="13960"/>
                  </a:lnTo>
                  <a:lnTo>
                    <a:pt x="758" y="10822"/>
                  </a:lnTo>
                  <a:lnTo>
                    <a:pt x="9192" y="687"/>
                  </a:lnTo>
                  <a:close/>
                  <a:moveTo>
                    <a:pt x="9118" y="1"/>
                  </a:moveTo>
                  <a:cubicBezTo>
                    <a:pt x="9028" y="1"/>
                    <a:pt x="8943" y="41"/>
                    <a:pt x="8873" y="111"/>
                  </a:cubicBezTo>
                  <a:lnTo>
                    <a:pt x="72" y="10714"/>
                  </a:lnTo>
                  <a:cubicBezTo>
                    <a:pt x="36" y="10786"/>
                    <a:pt x="0" y="10859"/>
                    <a:pt x="36" y="10967"/>
                  </a:cubicBezTo>
                  <a:cubicBezTo>
                    <a:pt x="36" y="11039"/>
                    <a:pt x="72" y="11111"/>
                    <a:pt x="145" y="11147"/>
                  </a:cubicBezTo>
                  <a:lnTo>
                    <a:pt x="5555" y="14573"/>
                  </a:lnTo>
                  <a:cubicBezTo>
                    <a:pt x="5603" y="14606"/>
                    <a:pt x="5659" y="14624"/>
                    <a:pt x="5716" y="14624"/>
                  </a:cubicBezTo>
                  <a:cubicBezTo>
                    <a:pt x="5785" y="14624"/>
                    <a:pt x="5856" y="14597"/>
                    <a:pt x="5915" y="14537"/>
                  </a:cubicBezTo>
                  <a:lnTo>
                    <a:pt x="16339" y="4114"/>
                  </a:lnTo>
                  <a:cubicBezTo>
                    <a:pt x="16411" y="4042"/>
                    <a:pt x="16447" y="3934"/>
                    <a:pt x="16411" y="3862"/>
                  </a:cubicBezTo>
                  <a:cubicBezTo>
                    <a:pt x="16411" y="3753"/>
                    <a:pt x="16339" y="3681"/>
                    <a:pt x="16266" y="3645"/>
                  </a:cubicBezTo>
                  <a:lnTo>
                    <a:pt x="9269" y="38"/>
                  </a:lnTo>
                  <a:cubicBezTo>
                    <a:pt x="9218" y="13"/>
                    <a:pt x="9167" y="1"/>
                    <a:pt x="91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5" name="Google Shape;2515;g312bfb4b743_5_798"/>
            <p:cNvSpPr/>
            <p:nvPr/>
          </p:nvSpPr>
          <p:spPr>
            <a:xfrm>
              <a:off x="3659400" y="4259600"/>
              <a:ext cx="255200" cy="233550"/>
            </a:xfrm>
            <a:custGeom>
              <a:avLst/>
              <a:gdLst/>
              <a:ahLst/>
              <a:cxnLst/>
              <a:rect l="l" t="t" r="r" b="b"/>
              <a:pathLst>
                <a:path w="10208" h="9342" extrusionOk="0">
                  <a:moveTo>
                    <a:pt x="6601" y="0"/>
                  </a:moveTo>
                  <a:lnTo>
                    <a:pt x="1" y="7827"/>
                  </a:lnTo>
                  <a:lnTo>
                    <a:pt x="2598" y="9342"/>
                  </a:lnTo>
                  <a:lnTo>
                    <a:pt x="10208" y="1623"/>
                  </a:lnTo>
                  <a:lnTo>
                    <a:pt x="660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6" name="Google Shape;2516;g312bfb4b743_5_798"/>
            <p:cNvSpPr/>
            <p:nvPr/>
          </p:nvSpPr>
          <p:spPr>
            <a:xfrm>
              <a:off x="3651300" y="4252025"/>
              <a:ext cx="271425" cy="248425"/>
            </a:xfrm>
            <a:custGeom>
              <a:avLst/>
              <a:gdLst/>
              <a:ahLst/>
              <a:cxnLst/>
              <a:rect l="l" t="t" r="r" b="b"/>
              <a:pathLst>
                <a:path w="10857" h="9937" extrusionOk="0">
                  <a:moveTo>
                    <a:pt x="7032" y="655"/>
                  </a:moveTo>
                  <a:lnTo>
                    <a:pt x="10027" y="2035"/>
                  </a:lnTo>
                  <a:lnTo>
                    <a:pt x="2886" y="9284"/>
                  </a:lnTo>
                  <a:lnTo>
                    <a:pt x="758" y="8058"/>
                  </a:lnTo>
                  <a:lnTo>
                    <a:pt x="7032" y="655"/>
                  </a:lnTo>
                  <a:close/>
                  <a:moveTo>
                    <a:pt x="6955" y="1"/>
                  </a:moveTo>
                  <a:cubicBezTo>
                    <a:pt x="6853" y="1"/>
                    <a:pt x="6761" y="34"/>
                    <a:pt x="6709" y="87"/>
                  </a:cubicBezTo>
                  <a:lnTo>
                    <a:pt x="72" y="7914"/>
                  </a:lnTo>
                  <a:cubicBezTo>
                    <a:pt x="36" y="7986"/>
                    <a:pt x="0" y="8094"/>
                    <a:pt x="0" y="8166"/>
                  </a:cubicBezTo>
                  <a:cubicBezTo>
                    <a:pt x="36" y="8274"/>
                    <a:pt x="72" y="8346"/>
                    <a:pt x="144" y="8382"/>
                  </a:cubicBezTo>
                  <a:lnTo>
                    <a:pt x="2777" y="9897"/>
                  </a:lnTo>
                  <a:cubicBezTo>
                    <a:pt x="2819" y="9925"/>
                    <a:pt x="2865" y="9937"/>
                    <a:pt x="2913" y="9937"/>
                  </a:cubicBezTo>
                  <a:cubicBezTo>
                    <a:pt x="2991" y="9937"/>
                    <a:pt x="3071" y="9906"/>
                    <a:pt x="3138" y="9861"/>
                  </a:cubicBezTo>
                  <a:lnTo>
                    <a:pt x="10748" y="2143"/>
                  </a:lnTo>
                  <a:cubicBezTo>
                    <a:pt x="10820" y="2071"/>
                    <a:pt x="10856" y="1962"/>
                    <a:pt x="10820" y="1890"/>
                  </a:cubicBezTo>
                  <a:cubicBezTo>
                    <a:pt x="10820" y="1782"/>
                    <a:pt x="10748" y="1710"/>
                    <a:pt x="10640" y="1638"/>
                  </a:cubicBezTo>
                  <a:lnTo>
                    <a:pt x="7069" y="15"/>
                  </a:lnTo>
                  <a:cubicBezTo>
                    <a:pt x="7031" y="5"/>
                    <a:pt x="6992" y="1"/>
                    <a:pt x="69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7" name="Google Shape;2517;g312bfb4b743_5_798"/>
            <p:cNvSpPr/>
            <p:nvPr/>
          </p:nvSpPr>
          <p:spPr>
            <a:xfrm>
              <a:off x="2214925" y="4282725"/>
              <a:ext cx="151500" cy="319300"/>
            </a:xfrm>
            <a:custGeom>
              <a:avLst/>
              <a:gdLst/>
              <a:ahLst/>
              <a:cxnLst/>
              <a:rect l="l" t="t" r="r" b="b"/>
              <a:pathLst>
                <a:path w="6060" h="12772" extrusionOk="0">
                  <a:moveTo>
                    <a:pt x="2113" y="0"/>
                  </a:moveTo>
                  <a:cubicBezTo>
                    <a:pt x="1723" y="0"/>
                    <a:pt x="1333" y="155"/>
                    <a:pt x="974" y="482"/>
                  </a:cubicBezTo>
                  <a:cubicBezTo>
                    <a:pt x="0" y="1384"/>
                    <a:pt x="577" y="3440"/>
                    <a:pt x="830" y="4522"/>
                  </a:cubicBezTo>
                  <a:cubicBezTo>
                    <a:pt x="1227" y="6469"/>
                    <a:pt x="1551" y="8453"/>
                    <a:pt x="2200" y="10328"/>
                  </a:cubicBezTo>
                  <a:cubicBezTo>
                    <a:pt x="2489" y="11086"/>
                    <a:pt x="2814" y="12528"/>
                    <a:pt x="3751" y="12709"/>
                  </a:cubicBezTo>
                  <a:cubicBezTo>
                    <a:pt x="3943" y="12751"/>
                    <a:pt x="4121" y="12772"/>
                    <a:pt x="4285" y="12772"/>
                  </a:cubicBezTo>
                  <a:cubicBezTo>
                    <a:pt x="5503" y="12772"/>
                    <a:pt x="5956" y="11638"/>
                    <a:pt x="5987" y="10112"/>
                  </a:cubicBezTo>
                  <a:cubicBezTo>
                    <a:pt x="6060" y="7371"/>
                    <a:pt x="4761" y="3295"/>
                    <a:pt x="4473" y="2430"/>
                  </a:cubicBezTo>
                  <a:cubicBezTo>
                    <a:pt x="3988" y="899"/>
                    <a:pt x="3053" y="0"/>
                    <a:pt x="2113"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8" name="Google Shape;2518;g312bfb4b743_5_798"/>
            <p:cNvSpPr/>
            <p:nvPr/>
          </p:nvSpPr>
          <p:spPr>
            <a:xfrm>
              <a:off x="2218525" y="4275825"/>
              <a:ext cx="153300" cy="333650"/>
            </a:xfrm>
            <a:custGeom>
              <a:avLst/>
              <a:gdLst/>
              <a:ahLst/>
              <a:cxnLst/>
              <a:rect l="l" t="t" r="r" b="b"/>
              <a:pathLst>
                <a:path w="6132" h="13346" extrusionOk="0">
                  <a:moveTo>
                    <a:pt x="1984" y="578"/>
                  </a:moveTo>
                  <a:cubicBezTo>
                    <a:pt x="2345" y="578"/>
                    <a:pt x="2742" y="758"/>
                    <a:pt x="3102" y="1119"/>
                  </a:cubicBezTo>
                  <a:cubicBezTo>
                    <a:pt x="3463" y="1515"/>
                    <a:pt x="3824" y="2056"/>
                    <a:pt x="4040" y="2814"/>
                  </a:cubicBezTo>
                  <a:cubicBezTo>
                    <a:pt x="4329" y="3643"/>
                    <a:pt x="5555" y="7539"/>
                    <a:pt x="5555" y="10208"/>
                  </a:cubicBezTo>
                  <a:cubicBezTo>
                    <a:pt x="5555" y="10280"/>
                    <a:pt x="5555" y="10316"/>
                    <a:pt x="5555" y="10388"/>
                  </a:cubicBezTo>
                  <a:cubicBezTo>
                    <a:pt x="5519" y="11145"/>
                    <a:pt x="5411" y="11758"/>
                    <a:pt x="5194" y="12155"/>
                  </a:cubicBezTo>
                  <a:cubicBezTo>
                    <a:pt x="5050" y="12336"/>
                    <a:pt x="4942" y="12480"/>
                    <a:pt x="4761" y="12588"/>
                  </a:cubicBezTo>
                  <a:cubicBezTo>
                    <a:pt x="4581" y="12696"/>
                    <a:pt x="4401" y="12768"/>
                    <a:pt x="4112" y="12768"/>
                  </a:cubicBezTo>
                  <a:cubicBezTo>
                    <a:pt x="4004" y="12768"/>
                    <a:pt x="3824" y="12732"/>
                    <a:pt x="3679" y="12696"/>
                  </a:cubicBezTo>
                  <a:cubicBezTo>
                    <a:pt x="3499" y="12660"/>
                    <a:pt x="3355" y="12588"/>
                    <a:pt x="3211" y="12444"/>
                  </a:cubicBezTo>
                  <a:cubicBezTo>
                    <a:pt x="3030" y="12227"/>
                    <a:pt x="2850" y="11903"/>
                    <a:pt x="2706" y="11542"/>
                  </a:cubicBezTo>
                  <a:cubicBezTo>
                    <a:pt x="2561" y="11181"/>
                    <a:pt x="2453" y="10785"/>
                    <a:pt x="2345" y="10496"/>
                  </a:cubicBezTo>
                  <a:cubicBezTo>
                    <a:pt x="1696" y="8657"/>
                    <a:pt x="1371" y="6709"/>
                    <a:pt x="974" y="4761"/>
                  </a:cubicBezTo>
                  <a:cubicBezTo>
                    <a:pt x="830" y="4112"/>
                    <a:pt x="578" y="3175"/>
                    <a:pt x="578" y="2345"/>
                  </a:cubicBezTo>
                  <a:cubicBezTo>
                    <a:pt x="578" y="1768"/>
                    <a:pt x="722" y="1299"/>
                    <a:pt x="1047" y="1010"/>
                  </a:cubicBezTo>
                  <a:cubicBezTo>
                    <a:pt x="1371" y="722"/>
                    <a:pt x="1660" y="578"/>
                    <a:pt x="1984" y="578"/>
                  </a:cubicBezTo>
                  <a:close/>
                  <a:moveTo>
                    <a:pt x="1984" y="1"/>
                  </a:moveTo>
                  <a:cubicBezTo>
                    <a:pt x="1515" y="1"/>
                    <a:pt x="1047" y="181"/>
                    <a:pt x="650" y="542"/>
                  </a:cubicBezTo>
                  <a:cubicBezTo>
                    <a:pt x="109" y="1010"/>
                    <a:pt x="1" y="1696"/>
                    <a:pt x="1" y="2345"/>
                  </a:cubicBezTo>
                  <a:cubicBezTo>
                    <a:pt x="1" y="3283"/>
                    <a:pt x="253" y="4257"/>
                    <a:pt x="397" y="4870"/>
                  </a:cubicBezTo>
                  <a:cubicBezTo>
                    <a:pt x="794" y="6817"/>
                    <a:pt x="1083" y="8801"/>
                    <a:pt x="1804" y="10713"/>
                  </a:cubicBezTo>
                  <a:cubicBezTo>
                    <a:pt x="1912" y="11073"/>
                    <a:pt x="2056" y="11614"/>
                    <a:pt x="2309" y="12155"/>
                  </a:cubicBezTo>
                  <a:cubicBezTo>
                    <a:pt x="2453" y="12408"/>
                    <a:pt x="2597" y="12660"/>
                    <a:pt x="2778" y="12840"/>
                  </a:cubicBezTo>
                  <a:cubicBezTo>
                    <a:pt x="2994" y="13057"/>
                    <a:pt x="3247" y="13237"/>
                    <a:pt x="3535" y="13309"/>
                  </a:cubicBezTo>
                  <a:cubicBezTo>
                    <a:pt x="3752" y="13345"/>
                    <a:pt x="3932" y="13345"/>
                    <a:pt x="4112" y="13345"/>
                  </a:cubicBezTo>
                  <a:cubicBezTo>
                    <a:pt x="4473" y="13345"/>
                    <a:pt x="4798" y="13273"/>
                    <a:pt x="5086" y="13129"/>
                  </a:cubicBezTo>
                  <a:cubicBezTo>
                    <a:pt x="5483" y="12877"/>
                    <a:pt x="5735" y="12480"/>
                    <a:pt x="5916" y="12011"/>
                  </a:cubicBezTo>
                  <a:cubicBezTo>
                    <a:pt x="6060" y="11542"/>
                    <a:pt x="6132" y="11001"/>
                    <a:pt x="6132" y="10424"/>
                  </a:cubicBezTo>
                  <a:cubicBezTo>
                    <a:pt x="6132" y="10352"/>
                    <a:pt x="6132" y="10280"/>
                    <a:pt x="6132" y="10208"/>
                  </a:cubicBezTo>
                  <a:cubicBezTo>
                    <a:pt x="6132" y="7358"/>
                    <a:pt x="4906" y="3499"/>
                    <a:pt x="4617" y="2633"/>
                  </a:cubicBezTo>
                  <a:cubicBezTo>
                    <a:pt x="4365" y="1804"/>
                    <a:pt x="4004" y="1155"/>
                    <a:pt x="3535" y="722"/>
                  </a:cubicBezTo>
                  <a:cubicBezTo>
                    <a:pt x="3102" y="253"/>
                    <a:pt x="2561" y="1"/>
                    <a:pt x="19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9" name="Google Shape;2519;g312bfb4b743_5_798"/>
            <p:cNvSpPr/>
            <p:nvPr/>
          </p:nvSpPr>
          <p:spPr>
            <a:xfrm>
              <a:off x="2166225" y="4403450"/>
              <a:ext cx="113650" cy="239800"/>
            </a:xfrm>
            <a:custGeom>
              <a:avLst/>
              <a:gdLst/>
              <a:ahLst/>
              <a:cxnLst/>
              <a:rect l="l" t="t" r="r" b="b"/>
              <a:pathLst>
                <a:path w="4546" h="9592" extrusionOk="0">
                  <a:moveTo>
                    <a:pt x="1591" y="1"/>
                  </a:moveTo>
                  <a:cubicBezTo>
                    <a:pt x="1297" y="1"/>
                    <a:pt x="1000" y="121"/>
                    <a:pt x="722" y="378"/>
                  </a:cubicBezTo>
                  <a:cubicBezTo>
                    <a:pt x="1" y="1063"/>
                    <a:pt x="433" y="2578"/>
                    <a:pt x="614" y="3407"/>
                  </a:cubicBezTo>
                  <a:cubicBezTo>
                    <a:pt x="902" y="4850"/>
                    <a:pt x="1155" y="6329"/>
                    <a:pt x="1660" y="7772"/>
                  </a:cubicBezTo>
                  <a:cubicBezTo>
                    <a:pt x="1876" y="8313"/>
                    <a:pt x="2093" y="9395"/>
                    <a:pt x="2814" y="9539"/>
                  </a:cubicBezTo>
                  <a:cubicBezTo>
                    <a:pt x="2965" y="9574"/>
                    <a:pt x="3104" y="9591"/>
                    <a:pt x="3231" y="9591"/>
                  </a:cubicBezTo>
                  <a:cubicBezTo>
                    <a:pt x="4141" y="9591"/>
                    <a:pt x="4477" y="8730"/>
                    <a:pt x="4509" y="7591"/>
                  </a:cubicBezTo>
                  <a:cubicBezTo>
                    <a:pt x="4545" y="5535"/>
                    <a:pt x="3571" y="2470"/>
                    <a:pt x="3355" y="1820"/>
                  </a:cubicBezTo>
                  <a:cubicBezTo>
                    <a:pt x="2974" y="679"/>
                    <a:pt x="2290" y="1"/>
                    <a:pt x="159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0" name="Google Shape;2520;g312bfb4b743_5_798"/>
            <p:cNvSpPr/>
            <p:nvPr/>
          </p:nvSpPr>
          <p:spPr>
            <a:xfrm>
              <a:off x="2166225" y="4395750"/>
              <a:ext cx="119950" cy="255200"/>
            </a:xfrm>
            <a:custGeom>
              <a:avLst/>
              <a:gdLst/>
              <a:ahLst/>
              <a:cxnLst/>
              <a:rect l="l" t="t" r="r" b="b"/>
              <a:pathLst>
                <a:path w="4798" h="10208" extrusionOk="0">
                  <a:moveTo>
                    <a:pt x="1588" y="614"/>
                  </a:moveTo>
                  <a:cubicBezTo>
                    <a:pt x="1840" y="614"/>
                    <a:pt x="2129" y="722"/>
                    <a:pt x="2381" y="1010"/>
                  </a:cubicBezTo>
                  <a:cubicBezTo>
                    <a:pt x="2670" y="1263"/>
                    <a:pt x="2886" y="1696"/>
                    <a:pt x="3066" y="2237"/>
                  </a:cubicBezTo>
                  <a:cubicBezTo>
                    <a:pt x="3283" y="2850"/>
                    <a:pt x="4184" y="5771"/>
                    <a:pt x="4184" y="7755"/>
                  </a:cubicBezTo>
                  <a:lnTo>
                    <a:pt x="4184" y="7899"/>
                  </a:lnTo>
                  <a:cubicBezTo>
                    <a:pt x="4184" y="8440"/>
                    <a:pt x="4076" y="8909"/>
                    <a:pt x="3932" y="9198"/>
                  </a:cubicBezTo>
                  <a:cubicBezTo>
                    <a:pt x="3860" y="9342"/>
                    <a:pt x="3752" y="9414"/>
                    <a:pt x="3643" y="9486"/>
                  </a:cubicBezTo>
                  <a:cubicBezTo>
                    <a:pt x="3535" y="9558"/>
                    <a:pt x="3391" y="9594"/>
                    <a:pt x="3211" y="9594"/>
                  </a:cubicBezTo>
                  <a:cubicBezTo>
                    <a:pt x="3102" y="9594"/>
                    <a:pt x="2994" y="9594"/>
                    <a:pt x="2886" y="9558"/>
                  </a:cubicBezTo>
                  <a:cubicBezTo>
                    <a:pt x="2778" y="9558"/>
                    <a:pt x="2670" y="9486"/>
                    <a:pt x="2561" y="9378"/>
                  </a:cubicBezTo>
                  <a:cubicBezTo>
                    <a:pt x="2453" y="9234"/>
                    <a:pt x="2309" y="8981"/>
                    <a:pt x="2201" y="8729"/>
                  </a:cubicBezTo>
                  <a:cubicBezTo>
                    <a:pt x="2093" y="8476"/>
                    <a:pt x="2020" y="8188"/>
                    <a:pt x="1948" y="7971"/>
                  </a:cubicBezTo>
                  <a:cubicBezTo>
                    <a:pt x="1443" y="6601"/>
                    <a:pt x="1227" y="5122"/>
                    <a:pt x="902" y="3643"/>
                  </a:cubicBezTo>
                  <a:cubicBezTo>
                    <a:pt x="794" y="3174"/>
                    <a:pt x="614" y="2453"/>
                    <a:pt x="614" y="1876"/>
                  </a:cubicBezTo>
                  <a:cubicBezTo>
                    <a:pt x="614" y="1443"/>
                    <a:pt x="722" y="1083"/>
                    <a:pt x="938" y="902"/>
                  </a:cubicBezTo>
                  <a:cubicBezTo>
                    <a:pt x="1155" y="686"/>
                    <a:pt x="1371" y="614"/>
                    <a:pt x="1588" y="614"/>
                  </a:cubicBezTo>
                  <a:close/>
                  <a:moveTo>
                    <a:pt x="1588" y="1"/>
                  </a:moveTo>
                  <a:cubicBezTo>
                    <a:pt x="1227" y="1"/>
                    <a:pt x="830" y="181"/>
                    <a:pt x="542" y="469"/>
                  </a:cubicBezTo>
                  <a:cubicBezTo>
                    <a:pt x="109" y="830"/>
                    <a:pt x="1" y="1371"/>
                    <a:pt x="1" y="1876"/>
                  </a:cubicBezTo>
                  <a:cubicBezTo>
                    <a:pt x="1" y="2561"/>
                    <a:pt x="217" y="3319"/>
                    <a:pt x="325" y="3788"/>
                  </a:cubicBezTo>
                  <a:cubicBezTo>
                    <a:pt x="614" y="5230"/>
                    <a:pt x="866" y="6709"/>
                    <a:pt x="1371" y="8152"/>
                  </a:cubicBezTo>
                  <a:cubicBezTo>
                    <a:pt x="1479" y="8440"/>
                    <a:pt x="1588" y="8873"/>
                    <a:pt x="1768" y="9234"/>
                  </a:cubicBezTo>
                  <a:cubicBezTo>
                    <a:pt x="1876" y="9450"/>
                    <a:pt x="1984" y="9630"/>
                    <a:pt x="2129" y="9811"/>
                  </a:cubicBezTo>
                  <a:cubicBezTo>
                    <a:pt x="2309" y="9955"/>
                    <a:pt x="2489" y="10099"/>
                    <a:pt x="2742" y="10171"/>
                  </a:cubicBezTo>
                  <a:cubicBezTo>
                    <a:pt x="2922" y="10171"/>
                    <a:pt x="3066" y="10208"/>
                    <a:pt x="3211" y="10208"/>
                  </a:cubicBezTo>
                  <a:cubicBezTo>
                    <a:pt x="3499" y="10208"/>
                    <a:pt x="3752" y="10135"/>
                    <a:pt x="3932" y="10027"/>
                  </a:cubicBezTo>
                  <a:cubicBezTo>
                    <a:pt x="4257" y="9811"/>
                    <a:pt x="4473" y="9486"/>
                    <a:pt x="4617" y="9126"/>
                  </a:cubicBezTo>
                  <a:cubicBezTo>
                    <a:pt x="4725" y="8765"/>
                    <a:pt x="4798" y="8368"/>
                    <a:pt x="4798" y="7899"/>
                  </a:cubicBezTo>
                  <a:lnTo>
                    <a:pt x="4798" y="7755"/>
                  </a:lnTo>
                  <a:cubicBezTo>
                    <a:pt x="4798" y="5627"/>
                    <a:pt x="3860" y="2706"/>
                    <a:pt x="3643" y="2056"/>
                  </a:cubicBezTo>
                  <a:cubicBezTo>
                    <a:pt x="3463" y="1443"/>
                    <a:pt x="3175" y="938"/>
                    <a:pt x="2814" y="578"/>
                  </a:cubicBezTo>
                  <a:cubicBezTo>
                    <a:pt x="2453" y="217"/>
                    <a:pt x="2057" y="1"/>
                    <a:pt x="15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1" name="Google Shape;2521;g312bfb4b743_5_798"/>
            <p:cNvSpPr/>
            <p:nvPr/>
          </p:nvSpPr>
          <p:spPr>
            <a:xfrm>
              <a:off x="2527800" y="4365100"/>
              <a:ext cx="239875" cy="326075"/>
            </a:xfrm>
            <a:custGeom>
              <a:avLst/>
              <a:gdLst/>
              <a:ahLst/>
              <a:cxnLst/>
              <a:rect l="l" t="t" r="r" b="b"/>
              <a:pathLst>
                <a:path w="9595" h="13043" extrusionOk="0">
                  <a:moveTo>
                    <a:pt x="289" y="0"/>
                  </a:moveTo>
                  <a:cubicBezTo>
                    <a:pt x="289" y="1"/>
                    <a:pt x="1" y="5302"/>
                    <a:pt x="686" y="5699"/>
                  </a:cubicBezTo>
                  <a:cubicBezTo>
                    <a:pt x="1371" y="6096"/>
                    <a:pt x="3896" y="6781"/>
                    <a:pt x="4220" y="6853"/>
                  </a:cubicBezTo>
                  <a:cubicBezTo>
                    <a:pt x="4509" y="6961"/>
                    <a:pt x="4293" y="7358"/>
                    <a:pt x="3896" y="8728"/>
                  </a:cubicBezTo>
                  <a:cubicBezTo>
                    <a:pt x="3535" y="10099"/>
                    <a:pt x="3896" y="11975"/>
                    <a:pt x="5086" y="12660"/>
                  </a:cubicBezTo>
                  <a:cubicBezTo>
                    <a:pt x="5525" y="12913"/>
                    <a:pt x="5920" y="13043"/>
                    <a:pt x="6250" y="13043"/>
                  </a:cubicBezTo>
                  <a:cubicBezTo>
                    <a:pt x="6812" y="13043"/>
                    <a:pt x="7182" y="12663"/>
                    <a:pt x="7250" y="11866"/>
                  </a:cubicBezTo>
                  <a:cubicBezTo>
                    <a:pt x="7358" y="10604"/>
                    <a:pt x="9594" y="6961"/>
                    <a:pt x="8909" y="5879"/>
                  </a:cubicBezTo>
                  <a:cubicBezTo>
                    <a:pt x="8224" y="4797"/>
                    <a:pt x="7142" y="3715"/>
                    <a:pt x="4978" y="3427"/>
                  </a:cubicBezTo>
                  <a:cubicBezTo>
                    <a:pt x="2850" y="3138"/>
                    <a:pt x="289" y="0"/>
                    <a:pt x="28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2" name="Google Shape;2522;g312bfb4b743_5_798"/>
            <p:cNvSpPr/>
            <p:nvPr/>
          </p:nvSpPr>
          <p:spPr>
            <a:xfrm>
              <a:off x="2526000" y="4357550"/>
              <a:ext cx="235350" cy="341200"/>
            </a:xfrm>
            <a:custGeom>
              <a:avLst/>
              <a:gdLst/>
              <a:ahLst/>
              <a:cxnLst/>
              <a:rect l="l" t="t" r="r" b="b"/>
              <a:pathLst>
                <a:path w="9414" h="13648" extrusionOk="0">
                  <a:moveTo>
                    <a:pt x="613" y="1069"/>
                  </a:moveTo>
                  <a:cubicBezTo>
                    <a:pt x="885" y="1369"/>
                    <a:pt x="1254" y="1751"/>
                    <a:pt x="1696" y="2142"/>
                  </a:cubicBezTo>
                  <a:cubicBezTo>
                    <a:pt x="2633" y="2971"/>
                    <a:pt x="3824" y="3873"/>
                    <a:pt x="5014" y="4053"/>
                  </a:cubicBezTo>
                  <a:cubicBezTo>
                    <a:pt x="6060" y="4161"/>
                    <a:pt x="6817" y="4486"/>
                    <a:pt x="7394" y="4919"/>
                  </a:cubicBezTo>
                  <a:cubicBezTo>
                    <a:pt x="7971" y="5316"/>
                    <a:pt x="8404" y="5821"/>
                    <a:pt x="8729" y="6362"/>
                  </a:cubicBezTo>
                  <a:cubicBezTo>
                    <a:pt x="8765" y="6434"/>
                    <a:pt x="8801" y="6542"/>
                    <a:pt x="8801" y="6722"/>
                  </a:cubicBezTo>
                  <a:cubicBezTo>
                    <a:pt x="8801" y="7047"/>
                    <a:pt x="8729" y="7480"/>
                    <a:pt x="8548" y="7948"/>
                  </a:cubicBezTo>
                  <a:cubicBezTo>
                    <a:pt x="8332" y="8670"/>
                    <a:pt x="7971" y="9463"/>
                    <a:pt x="7647" y="10221"/>
                  </a:cubicBezTo>
                  <a:cubicBezTo>
                    <a:pt x="7502" y="10617"/>
                    <a:pt x="7358" y="10942"/>
                    <a:pt x="7214" y="11267"/>
                  </a:cubicBezTo>
                  <a:cubicBezTo>
                    <a:pt x="7106" y="11591"/>
                    <a:pt x="7034" y="11880"/>
                    <a:pt x="7034" y="12132"/>
                  </a:cubicBezTo>
                  <a:cubicBezTo>
                    <a:pt x="6997" y="12493"/>
                    <a:pt x="6889" y="12745"/>
                    <a:pt x="6781" y="12854"/>
                  </a:cubicBezTo>
                  <a:cubicBezTo>
                    <a:pt x="6673" y="12998"/>
                    <a:pt x="6529" y="13034"/>
                    <a:pt x="6312" y="13034"/>
                  </a:cubicBezTo>
                  <a:cubicBezTo>
                    <a:pt x="6060" y="13034"/>
                    <a:pt x="5735" y="12926"/>
                    <a:pt x="5302" y="12709"/>
                  </a:cubicBezTo>
                  <a:cubicBezTo>
                    <a:pt x="4942" y="12493"/>
                    <a:pt x="4653" y="12096"/>
                    <a:pt x="4437" y="11663"/>
                  </a:cubicBezTo>
                  <a:cubicBezTo>
                    <a:pt x="4256" y="11195"/>
                    <a:pt x="4148" y="10654"/>
                    <a:pt x="4148" y="10113"/>
                  </a:cubicBezTo>
                  <a:cubicBezTo>
                    <a:pt x="4148" y="9788"/>
                    <a:pt x="4184" y="9427"/>
                    <a:pt x="4256" y="9103"/>
                  </a:cubicBezTo>
                  <a:cubicBezTo>
                    <a:pt x="4401" y="8670"/>
                    <a:pt x="4509" y="8309"/>
                    <a:pt x="4581" y="8057"/>
                  </a:cubicBezTo>
                  <a:cubicBezTo>
                    <a:pt x="4653" y="7768"/>
                    <a:pt x="4725" y="7588"/>
                    <a:pt x="4725" y="7407"/>
                  </a:cubicBezTo>
                  <a:cubicBezTo>
                    <a:pt x="4725" y="7299"/>
                    <a:pt x="4689" y="7191"/>
                    <a:pt x="4653" y="7083"/>
                  </a:cubicBezTo>
                  <a:cubicBezTo>
                    <a:pt x="4581" y="6975"/>
                    <a:pt x="4473" y="6903"/>
                    <a:pt x="4365" y="6866"/>
                  </a:cubicBezTo>
                  <a:cubicBezTo>
                    <a:pt x="4292" y="6866"/>
                    <a:pt x="4076" y="6794"/>
                    <a:pt x="3788" y="6722"/>
                  </a:cubicBezTo>
                  <a:cubicBezTo>
                    <a:pt x="3355" y="6578"/>
                    <a:pt x="2742" y="6398"/>
                    <a:pt x="2164" y="6217"/>
                  </a:cubicBezTo>
                  <a:cubicBezTo>
                    <a:pt x="1623" y="6037"/>
                    <a:pt x="1119" y="5857"/>
                    <a:pt x="902" y="5748"/>
                  </a:cubicBezTo>
                  <a:cubicBezTo>
                    <a:pt x="902" y="5712"/>
                    <a:pt x="830" y="5604"/>
                    <a:pt x="794" y="5388"/>
                  </a:cubicBezTo>
                  <a:cubicBezTo>
                    <a:pt x="650" y="4811"/>
                    <a:pt x="578" y="3693"/>
                    <a:pt x="578" y="2683"/>
                  </a:cubicBezTo>
                  <a:cubicBezTo>
                    <a:pt x="578" y="2091"/>
                    <a:pt x="611" y="1499"/>
                    <a:pt x="613" y="1069"/>
                  </a:cubicBezTo>
                  <a:close/>
                  <a:moveTo>
                    <a:pt x="354" y="0"/>
                  </a:moveTo>
                  <a:cubicBezTo>
                    <a:pt x="323" y="0"/>
                    <a:pt x="289" y="5"/>
                    <a:pt x="253" y="14"/>
                  </a:cubicBezTo>
                  <a:cubicBezTo>
                    <a:pt x="145" y="50"/>
                    <a:pt x="73" y="158"/>
                    <a:pt x="73" y="302"/>
                  </a:cubicBezTo>
                  <a:cubicBezTo>
                    <a:pt x="73" y="302"/>
                    <a:pt x="0" y="1420"/>
                    <a:pt x="0" y="2683"/>
                  </a:cubicBezTo>
                  <a:cubicBezTo>
                    <a:pt x="0" y="3440"/>
                    <a:pt x="0" y="4197"/>
                    <a:pt x="73" y="4847"/>
                  </a:cubicBezTo>
                  <a:cubicBezTo>
                    <a:pt x="109" y="5171"/>
                    <a:pt x="181" y="5460"/>
                    <a:pt x="217" y="5676"/>
                  </a:cubicBezTo>
                  <a:cubicBezTo>
                    <a:pt x="253" y="5784"/>
                    <a:pt x="289" y="5893"/>
                    <a:pt x="361" y="6001"/>
                  </a:cubicBezTo>
                  <a:cubicBezTo>
                    <a:pt x="397" y="6109"/>
                    <a:pt x="469" y="6181"/>
                    <a:pt x="614" y="6253"/>
                  </a:cubicBezTo>
                  <a:cubicBezTo>
                    <a:pt x="794" y="6362"/>
                    <a:pt x="1082" y="6470"/>
                    <a:pt x="1443" y="6614"/>
                  </a:cubicBezTo>
                  <a:cubicBezTo>
                    <a:pt x="1984" y="6794"/>
                    <a:pt x="2597" y="6975"/>
                    <a:pt x="3138" y="7155"/>
                  </a:cubicBezTo>
                  <a:cubicBezTo>
                    <a:pt x="3565" y="7277"/>
                    <a:pt x="3940" y="7373"/>
                    <a:pt x="4111" y="7422"/>
                  </a:cubicBezTo>
                  <a:lnTo>
                    <a:pt x="4111" y="7422"/>
                  </a:lnTo>
                  <a:cubicBezTo>
                    <a:pt x="4105" y="7478"/>
                    <a:pt x="4069" y="7648"/>
                    <a:pt x="4004" y="7876"/>
                  </a:cubicBezTo>
                  <a:cubicBezTo>
                    <a:pt x="3932" y="8129"/>
                    <a:pt x="3824" y="8489"/>
                    <a:pt x="3679" y="8958"/>
                  </a:cubicBezTo>
                  <a:cubicBezTo>
                    <a:pt x="3571" y="9319"/>
                    <a:pt x="3535" y="9716"/>
                    <a:pt x="3535" y="10113"/>
                  </a:cubicBezTo>
                  <a:cubicBezTo>
                    <a:pt x="3535" y="10726"/>
                    <a:pt x="3643" y="11339"/>
                    <a:pt x="3896" y="11880"/>
                  </a:cubicBezTo>
                  <a:cubicBezTo>
                    <a:pt x="4148" y="12421"/>
                    <a:pt x="4509" y="12926"/>
                    <a:pt x="5014" y="13214"/>
                  </a:cubicBezTo>
                  <a:cubicBezTo>
                    <a:pt x="5483" y="13467"/>
                    <a:pt x="5915" y="13647"/>
                    <a:pt x="6312" y="13647"/>
                  </a:cubicBezTo>
                  <a:cubicBezTo>
                    <a:pt x="6673" y="13647"/>
                    <a:pt x="6997" y="13503"/>
                    <a:pt x="7250" y="13250"/>
                  </a:cubicBezTo>
                  <a:cubicBezTo>
                    <a:pt x="7466" y="12998"/>
                    <a:pt x="7575" y="12637"/>
                    <a:pt x="7611" y="12204"/>
                  </a:cubicBezTo>
                  <a:cubicBezTo>
                    <a:pt x="7647" y="11988"/>
                    <a:pt x="7755" y="11591"/>
                    <a:pt x="7899" y="11158"/>
                  </a:cubicBezTo>
                  <a:cubicBezTo>
                    <a:pt x="8152" y="10509"/>
                    <a:pt x="8548" y="9680"/>
                    <a:pt x="8837" y="8922"/>
                  </a:cubicBezTo>
                  <a:cubicBezTo>
                    <a:pt x="9162" y="8129"/>
                    <a:pt x="9414" y="7371"/>
                    <a:pt x="9414" y="6722"/>
                  </a:cubicBezTo>
                  <a:cubicBezTo>
                    <a:pt x="9414" y="6470"/>
                    <a:pt x="9378" y="6253"/>
                    <a:pt x="9234" y="6037"/>
                  </a:cubicBezTo>
                  <a:cubicBezTo>
                    <a:pt x="8873" y="5460"/>
                    <a:pt x="8404" y="4883"/>
                    <a:pt x="7755" y="4414"/>
                  </a:cubicBezTo>
                  <a:cubicBezTo>
                    <a:pt x="7070" y="3945"/>
                    <a:pt x="6240" y="3584"/>
                    <a:pt x="5086" y="3440"/>
                  </a:cubicBezTo>
                  <a:cubicBezTo>
                    <a:pt x="4148" y="3332"/>
                    <a:pt x="2994" y="2502"/>
                    <a:pt x="2092" y="1673"/>
                  </a:cubicBezTo>
                  <a:cubicBezTo>
                    <a:pt x="1660" y="1276"/>
                    <a:pt x="1263" y="879"/>
                    <a:pt x="1010" y="591"/>
                  </a:cubicBezTo>
                  <a:cubicBezTo>
                    <a:pt x="866" y="447"/>
                    <a:pt x="758" y="338"/>
                    <a:pt x="686" y="230"/>
                  </a:cubicBezTo>
                  <a:cubicBezTo>
                    <a:pt x="614" y="158"/>
                    <a:pt x="578" y="122"/>
                    <a:pt x="578" y="122"/>
                  </a:cubicBezTo>
                  <a:cubicBezTo>
                    <a:pt x="523" y="41"/>
                    <a:pt x="449" y="0"/>
                    <a:pt x="3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3" name="Google Shape;2523;g312bfb4b743_5_798"/>
            <p:cNvSpPr/>
            <p:nvPr/>
          </p:nvSpPr>
          <p:spPr>
            <a:xfrm>
              <a:off x="2313200" y="4261075"/>
              <a:ext cx="151500" cy="319325"/>
            </a:xfrm>
            <a:custGeom>
              <a:avLst/>
              <a:gdLst/>
              <a:ahLst/>
              <a:cxnLst/>
              <a:rect l="l" t="t" r="r" b="b"/>
              <a:pathLst>
                <a:path w="6060" h="12773" extrusionOk="0">
                  <a:moveTo>
                    <a:pt x="2142" y="1"/>
                  </a:moveTo>
                  <a:cubicBezTo>
                    <a:pt x="1757" y="1"/>
                    <a:pt x="1370" y="155"/>
                    <a:pt x="1011" y="482"/>
                  </a:cubicBezTo>
                  <a:cubicBezTo>
                    <a:pt x="1" y="1384"/>
                    <a:pt x="614" y="3440"/>
                    <a:pt x="830" y="4522"/>
                  </a:cubicBezTo>
                  <a:cubicBezTo>
                    <a:pt x="1263" y="6470"/>
                    <a:pt x="1552" y="8453"/>
                    <a:pt x="2237" y="10329"/>
                  </a:cubicBezTo>
                  <a:cubicBezTo>
                    <a:pt x="2525" y="11086"/>
                    <a:pt x="2850" y="12529"/>
                    <a:pt x="3788" y="12709"/>
                  </a:cubicBezTo>
                  <a:cubicBezTo>
                    <a:pt x="3980" y="12752"/>
                    <a:pt x="4157" y="12772"/>
                    <a:pt x="4321" y="12772"/>
                  </a:cubicBezTo>
                  <a:cubicBezTo>
                    <a:pt x="5540" y="12772"/>
                    <a:pt x="5992" y="11639"/>
                    <a:pt x="6024" y="10112"/>
                  </a:cubicBezTo>
                  <a:cubicBezTo>
                    <a:pt x="6060" y="7371"/>
                    <a:pt x="4798" y="3296"/>
                    <a:pt x="4509" y="2430"/>
                  </a:cubicBezTo>
                  <a:cubicBezTo>
                    <a:pt x="3999" y="900"/>
                    <a:pt x="3074" y="1"/>
                    <a:pt x="2142"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4" name="Google Shape;2524;g312bfb4b743_5_798"/>
            <p:cNvSpPr/>
            <p:nvPr/>
          </p:nvSpPr>
          <p:spPr>
            <a:xfrm>
              <a:off x="2316800" y="4254175"/>
              <a:ext cx="154225" cy="333650"/>
            </a:xfrm>
            <a:custGeom>
              <a:avLst/>
              <a:gdLst/>
              <a:ahLst/>
              <a:cxnLst/>
              <a:rect l="l" t="t" r="r" b="b"/>
              <a:pathLst>
                <a:path w="6169" h="13346" extrusionOk="0">
                  <a:moveTo>
                    <a:pt x="2021" y="578"/>
                  </a:moveTo>
                  <a:cubicBezTo>
                    <a:pt x="2381" y="578"/>
                    <a:pt x="2778" y="758"/>
                    <a:pt x="3139" y="1119"/>
                  </a:cubicBezTo>
                  <a:cubicBezTo>
                    <a:pt x="3499" y="1516"/>
                    <a:pt x="3824" y="2057"/>
                    <a:pt x="4076" y="2814"/>
                  </a:cubicBezTo>
                  <a:cubicBezTo>
                    <a:pt x="4365" y="3644"/>
                    <a:pt x="5591" y="7539"/>
                    <a:pt x="5555" y="10208"/>
                  </a:cubicBezTo>
                  <a:cubicBezTo>
                    <a:pt x="5555" y="10280"/>
                    <a:pt x="5555" y="10316"/>
                    <a:pt x="5555" y="10388"/>
                  </a:cubicBezTo>
                  <a:cubicBezTo>
                    <a:pt x="5555" y="11146"/>
                    <a:pt x="5447" y="11759"/>
                    <a:pt x="5195" y="12156"/>
                  </a:cubicBezTo>
                  <a:cubicBezTo>
                    <a:pt x="5086" y="12336"/>
                    <a:pt x="4942" y="12516"/>
                    <a:pt x="4798" y="12588"/>
                  </a:cubicBezTo>
                  <a:cubicBezTo>
                    <a:pt x="4617" y="12697"/>
                    <a:pt x="4401" y="12769"/>
                    <a:pt x="4149" y="12769"/>
                  </a:cubicBezTo>
                  <a:cubicBezTo>
                    <a:pt x="4004" y="12769"/>
                    <a:pt x="3860" y="12733"/>
                    <a:pt x="3680" y="12697"/>
                  </a:cubicBezTo>
                  <a:cubicBezTo>
                    <a:pt x="3535" y="12661"/>
                    <a:pt x="3391" y="12588"/>
                    <a:pt x="3247" y="12444"/>
                  </a:cubicBezTo>
                  <a:cubicBezTo>
                    <a:pt x="3031" y="12228"/>
                    <a:pt x="2886" y="11903"/>
                    <a:pt x="2742" y="11542"/>
                  </a:cubicBezTo>
                  <a:cubicBezTo>
                    <a:pt x="2598" y="11182"/>
                    <a:pt x="2490" y="10785"/>
                    <a:pt x="2381" y="10497"/>
                  </a:cubicBezTo>
                  <a:cubicBezTo>
                    <a:pt x="1696" y="8657"/>
                    <a:pt x="1408" y="6709"/>
                    <a:pt x="975" y="4762"/>
                  </a:cubicBezTo>
                  <a:cubicBezTo>
                    <a:pt x="867" y="4113"/>
                    <a:pt x="614" y="3175"/>
                    <a:pt x="614" y="2345"/>
                  </a:cubicBezTo>
                  <a:cubicBezTo>
                    <a:pt x="614" y="1768"/>
                    <a:pt x="722" y="1299"/>
                    <a:pt x="1047" y="1011"/>
                  </a:cubicBezTo>
                  <a:cubicBezTo>
                    <a:pt x="1371" y="722"/>
                    <a:pt x="1696" y="578"/>
                    <a:pt x="2021" y="578"/>
                  </a:cubicBezTo>
                  <a:close/>
                  <a:moveTo>
                    <a:pt x="2021" y="1"/>
                  </a:moveTo>
                  <a:cubicBezTo>
                    <a:pt x="1516" y="1"/>
                    <a:pt x="1047" y="181"/>
                    <a:pt x="650" y="542"/>
                  </a:cubicBezTo>
                  <a:cubicBezTo>
                    <a:pt x="145" y="1011"/>
                    <a:pt x="1" y="1696"/>
                    <a:pt x="1" y="2345"/>
                  </a:cubicBezTo>
                  <a:cubicBezTo>
                    <a:pt x="1" y="3283"/>
                    <a:pt x="289" y="4257"/>
                    <a:pt x="398" y="4870"/>
                  </a:cubicBezTo>
                  <a:cubicBezTo>
                    <a:pt x="830" y="6818"/>
                    <a:pt x="1119" y="8801"/>
                    <a:pt x="1804" y="10713"/>
                  </a:cubicBezTo>
                  <a:cubicBezTo>
                    <a:pt x="1949" y="11074"/>
                    <a:pt x="2093" y="11615"/>
                    <a:pt x="2345" y="12156"/>
                  </a:cubicBezTo>
                  <a:cubicBezTo>
                    <a:pt x="2453" y="12408"/>
                    <a:pt x="2634" y="12661"/>
                    <a:pt x="2814" y="12841"/>
                  </a:cubicBezTo>
                  <a:cubicBezTo>
                    <a:pt x="2994" y="13057"/>
                    <a:pt x="3247" y="13238"/>
                    <a:pt x="3572" y="13274"/>
                  </a:cubicBezTo>
                  <a:cubicBezTo>
                    <a:pt x="3788" y="13346"/>
                    <a:pt x="3968" y="13346"/>
                    <a:pt x="4149" y="13346"/>
                  </a:cubicBezTo>
                  <a:cubicBezTo>
                    <a:pt x="4509" y="13346"/>
                    <a:pt x="4834" y="13274"/>
                    <a:pt x="5086" y="13129"/>
                  </a:cubicBezTo>
                  <a:cubicBezTo>
                    <a:pt x="5483" y="12877"/>
                    <a:pt x="5772" y="12480"/>
                    <a:pt x="5916" y="12011"/>
                  </a:cubicBezTo>
                  <a:cubicBezTo>
                    <a:pt x="6096" y="11542"/>
                    <a:pt x="6168" y="11001"/>
                    <a:pt x="6168" y="10424"/>
                  </a:cubicBezTo>
                  <a:cubicBezTo>
                    <a:pt x="6168" y="10352"/>
                    <a:pt x="6168" y="10280"/>
                    <a:pt x="6168" y="10208"/>
                  </a:cubicBezTo>
                  <a:cubicBezTo>
                    <a:pt x="6168" y="7359"/>
                    <a:pt x="4942" y="3499"/>
                    <a:pt x="4654" y="2634"/>
                  </a:cubicBezTo>
                  <a:cubicBezTo>
                    <a:pt x="4401" y="1804"/>
                    <a:pt x="4004" y="1155"/>
                    <a:pt x="3572" y="722"/>
                  </a:cubicBezTo>
                  <a:cubicBezTo>
                    <a:pt x="3103" y="253"/>
                    <a:pt x="2562" y="1"/>
                    <a:pt x="202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5" name="Google Shape;2525;g312bfb4b743_5_798"/>
            <p:cNvSpPr/>
            <p:nvPr/>
          </p:nvSpPr>
          <p:spPr>
            <a:xfrm>
              <a:off x="2431325" y="4289025"/>
              <a:ext cx="151500" cy="319325"/>
            </a:xfrm>
            <a:custGeom>
              <a:avLst/>
              <a:gdLst/>
              <a:ahLst/>
              <a:cxnLst/>
              <a:rect l="l" t="t" r="r" b="b"/>
              <a:pathLst>
                <a:path w="6060" h="12773" extrusionOk="0">
                  <a:moveTo>
                    <a:pt x="2113" y="1"/>
                  </a:moveTo>
                  <a:cubicBezTo>
                    <a:pt x="1723" y="1"/>
                    <a:pt x="1333" y="155"/>
                    <a:pt x="974" y="482"/>
                  </a:cubicBezTo>
                  <a:cubicBezTo>
                    <a:pt x="0" y="1384"/>
                    <a:pt x="577" y="3440"/>
                    <a:pt x="830" y="4522"/>
                  </a:cubicBezTo>
                  <a:cubicBezTo>
                    <a:pt x="1227" y="6470"/>
                    <a:pt x="1515" y="8453"/>
                    <a:pt x="2201" y="10329"/>
                  </a:cubicBezTo>
                  <a:cubicBezTo>
                    <a:pt x="2489" y="11086"/>
                    <a:pt x="2814" y="12493"/>
                    <a:pt x="3751" y="12709"/>
                  </a:cubicBezTo>
                  <a:cubicBezTo>
                    <a:pt x="3944" y="12752"/>
                    <a:pt x="4121" y="12772"/>
                    <a:pt x="4285" y="12772"/>
                  </a:cubicBezTo>
                  <a:cubicBezTo>
                    <a:pt x="5503" y="12772"/>
                    <a:pt x="5956" y="11639"/>
                    <a:pt x="5988" y="10112"/>
                  </a:cubicBezTo>
                  <a:cubicBezTo>
                    <a:pt x="6060" y="7335"/>
                    <a:pt x="4761" y="3296"/>
                    <a:pt x="4473" y="2430"/>
                  </a:cubicBezTo>
                  <a:cubicBezTo>
                    <a:pt x="3988" y="900"/>
                    <a:pt x="3053" y="1"/>
                    <a:pt x="2113"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6" name="Google Shape;2526;g312bfb4b743_5_798"/>
            <p:cNvSpPr/>
            <p:nvPr/>
          </p:nvSpPr>
          <p:spPr>
            <a:xfrm>
              <a:off x="2434025" y="4281225"/>
              <a:ext cx="154225" cy="334550"/>
            </a:xfrm>
            <a:custGeom>
              <a:avLst/>
              <a:gdLst/>
              <a:ahLst/>
              <a:cxnLst/>
              <a:rect l="l" t="t" r="r" b="b"/>
              <a:pathLst>
                <a:path w="6169" h="13382" extrusionOk="0">
                  <a:moveTo>
                    <a:pt x="2020" y="614"/>
                  </a:moveTo>
                  <a:cubicBezTo>
                    <a:pt x="2381" y="614"/>
                    <a:pt x="2778" y="794"/>
                    <a:pt x="3138" y="1155"/>
                  </a:cubicBezTo>
                  <a:cubicBezTo>
                    <a:pt x="3499" y="1516"/>
                    <a:pt x="3860" y="2093"/>
                    <a:pt x="4076" y="2814"/>
                  </a:cubicBezTo>
                  <a:cubicBezTo>
                    <a:pt x="4365" y="3680"/>
                    <a:pt x="5591" y="7539"/>
                    <a:pt x="5591" y="10208"/>
                  </a:cubicBezTo>
                  <a:cubicBezTo>
                    <a:pt x="5591" y="10280"/>
                    <a:pt x="5591" y="10352"/>
                    <a:pt x="5591" y="10424"/>
                  </a:cubicBezTo>
                  <a:cubicBezTo>
                    <a:pt x="5555" y="11146"/>
                    <a:pt x="5447" y="11759"/>
                    <a:pt x="5230" y="12192"/>
                  </a:cubicBezTo>
                  <a:cubicBezTo>
                    <a:pt x="5086" y="12372"/>
                    <a:pt x="4978" y="12516"/>
                    <a:pt x="4798" y="12624"/>
                  </a:cubicBezTo>
                  <a:cubicBezTo>
                    <a:pt x="4617" y="12733"/>
                    <a:pt x="4437" y="12769"/>
                    <a:pt x="4148" y="12769"/>
                  </a:cubicBezTo>
                  <a:cubicBezTo>
                    <a:pt x="4040" y="12769"/>
                    <a:pt x="3860" y="12769"/>
                    <a:pt x="3716" y="12733"/>
                  </a:cubicBezTo>
                  <a:cubicBezTo>
                    <a:pt x="3535" y="12697"/>
                    <a:pt x="3391" y="12588"/>
                    <a:pt x="3247" y="12444"/>
                  </a:cubicBezTo>
                  <a:cubicBezTo>
                    <a:pt x="3066" y="12264"/>
                    <a:pt x="2886" y="11903"/>
                    <a:pt x="2742" y="11542"/>
                  </a:cubicBezTo>
                  <a:cubicBezTo>
                    <a:pt x="2597" y="11182"/>
                    <a:pt x="2489" y="10821"/>
                    <a:pt x="2381" y="10533"/>
                  </a:cubicBezTo>
                  <a:cubicBezTo>
                    <a:pt x="1732" y="8693"/>
                    <a:pt x="1407" y="6746"/>
                    <a:pt x="1010" y="4762"/>
                  </a:cubicBezTo>
                  <a:cubicBezTo>
                    <a:pt x="866" y="4113"/>
                    <a:pt x="614" y="3175"/>
                    <a:pt x="614" y="2381"/>
                  </a:cubicBezTo>
                  <a:cubicBezTo>
                    <a:pt x="614" y="1804"/>
                    <a:pt x="758" y="1299"/>
                    <a:pt x="1083" y="1011"/>
                  </a:cubicBezTo>
                  <a:cubicBezTo>
                    <a:pt x="1407" y="722"/>
                    <a:pt x="1696" y="614"/>
                    <a:pt x="2020" y="614"/>
                  </a:cubicBezTo>
                  <a:close/>
                  <a:moveTo>
                    <a:pt x="2020" y="1"/>
                  </a:moveTo>
                  <a:cubicBezTo>
                    <a:pt x="1551" y="1"/>
                    <a:pt x="1083" y="217"/>
                    <a:pt x="650" y="578"/>
                  </a:cubicBezTo>
                  <a:cubicBezTo>
                    <a:pt x="145" y="1047"/>
                    <a:pt x="1" y="1732"/>
                    <a:pt x="1" y="2381"/>
                  </a:cubicBezTo>
                  <a:cubicBezTo>
                    <a:pt x="37" y="3319"/>
                    <a:pt x="289" y="4257"/>
                    <a:pt x="397" y="4906"/>
                  </a:cubicBezTo>
                  <a:cubicBezTo>
                    <a:pt x="830" y="6818"/>
                    <a:pt x="1119" y="8801"/>
                    <a:pt x="1840" y="10749"/>
                  </a:cubicBezTo>
                  <a:cubicBezTo>
                    <a:pt x="1948" y="11074"/>
                    <a:pt x="2093" y="11651"/>
                    <a:pt x="2345" y="12156"/>
                  </a:cubicBezTo>
                  <a:cubicBezTo>
                    <a:pt x="2489" y="12408"/>
                    <a:pt x="2634" y="12661"/>
                    <a:pt x="2814" y="12877"/>
                  </a:cubicBezTo>
                  <a:cubicBezTo>
                    <a:pt x="3030" y="13093"/>
                    <a:pt x="3283" y="13238"/>
                    <a:pt x="3571" y="13310"/>
                  </a:cubicBezTo>
                  <a:cubicBezTo>
                    <a:pt x="3788" y="13346"/>
                    <a:pt x="3968" y="13382"/>
                    <a:pt x="4148" y="13382"/>
                  </a:cubicBezTo>
                  <a:cubicBezTo>
                    <a:pt x="4509" y="13382"/>
                    <a:pt x="4834" y="13310"/>
                    <a:pt x="5122" y="13129"/>
                  </a:cubicBezTo>
                  <a:cubicBezTo>
                    <a:pt x="5519" y="12877"/>
                    <a:pt x="5771" y="12480"/>
                    <a:pt x="5916" y="12047"/>
                  </a:cubicBezTo>
                  <a:cubicBezTo>
                    <a:pt x="6096" y="11579"/>
                    <a:pt x="6168" y="11038"/>
                    <a:pt x="6168" y="10424"/>
                  </a:cubicBezTo>
                  <a:cubicBezTo>
                    <a:pt x="6168" y="10352"/>
                    <a:pt x="6168" y="10280"/>
                    <a:pt x="6168" y="10208"/>
                  </a:cubicBezTo>
                  <a:cubicBezTo>
                    <a:pt x="6168" y="7395"/>
                    <a:pt x="4942" y="3500"/>
                    <a:pt x="4653" y="2634"/>
                  </a:cubicBezTo>
                  <a:cubicBezTo>
                    <a:pt x="4401" y="1840"/>
                    <a:pt x="4040" y="1191"/>
                    <a:pt x="3571" y="722"/>
                  </a:cubicBezTo>
                  <a:cubicBezTo>
                    <a:pt x="3138" y="290"/>
                    <a:pt x="2597" y="1"/>
                    <a:pt x="20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7" name="Google Shape;2527;g312bfb4b743_5_798"/>
            <p:cNvSpPr/>
            <p:nvPr/>
          </p:nvSpPr>
          <p:spPr>
            <a:xfrm>
              <a:off x="3493500" y="4624625"/>
              <a:ext cx="241675" cy="332750"/>
            </a:xfrm>
            <a:custGeom>
              <a:avLst/>
              <a:gdLst/>
              <a:ahLst/>
              <a:cxnLst/>
              <a:rect l="l" t="t" r="r" b="b"/>
              <a:pathLst>
                <a:path w="9667" h="13310" extrusionOk="0">
                  <a:moveTo>
                    <a:pt x="7152" y="0"/>
                  </a:moveTo>
                  <a:cubicBezTo>
                    <a:pt x="6332" y="0"/>
                    <a:pt x="5421" y="554"/>
                    <a:pt x="4653" y="1630"/>
                  </a:cubicBezTo>
                  <a:cubicBezTo>
                    <a:pt x="4076" y="2459"/>
                    <a:pt x="1371" y="6246"/>
                    <a:pt x="541" y="9312"/>
                  </a:cubicBezTo>
                  <a:cubicBezTo>
                    <a:pt x="0" y="11223"/>
                    <a:pt x="181" y="12846"/>
                    <a:pt x="2020" y="13279"/>
                  </a:cubicBezTo>
                  <a:cubicBezTo>
                    <a:pt x="2105" y="13300"/>
                    <a:pt x="2188" y="13309"/>
                    <a:pt x="2269" y="13309"/>
                  </a:cubicBezTo>
                  <a:cubicBezTo>
                    <a:pt x="3193" y="13309"/>
                    <a:pt x="3903" y="12070"/>
                    <a:pt x="4401" y="11440"/>
                  </a:cubicBezTo>
                  <a:cubicBezTo>
                    <a:pt x="5735" y="9709"/>
                    <a:pt x="6709" y="7725"/>
                    <a:pt x="7791" y="5777"/>
                  </a:cubicBezTo>
                  <a:cubicBezTo>
                    <a:pt x="8368" y="4695"/>
                    <a:pt x="9666" y="2784"/>
                    <a:pt x="8945" y="1305"/>
                  </a:cubicBezTo>
                  <a:cubicBezTo>
                    <a:pt x="8523" y="428"/>
                    <a:pt x="7873" y="0"/>
                    <a:pt x="7152"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8" name="Google Shape;2528;g312bfb4b743_5_798"/>
            <p:cNvSpPr/>
            <p:nvPr/>
          </p:nvSpPr>
          <p:spPr>
            <a:xfrm>
              <a:off x="3492600" y="4617575"/>
              <a:ext cx="237175" cy="347150"/>
            </a:xfrm>
            <a:custGeom>
              <a:avLst/>
              <a:gdLst/>
              <a:ahLst/>
              <a:cxnLst/>
              <a:rect l="l" t="t" r="r" b="b"/>
              <a:pathLst>
                <a:path w="9487" h="13886" extrusionOk="0">
                  <a:moveTo>
                    <a:pt x="7178" y="577"/>
                  </a:moveTo>
                  <a:cubicBezTo>
                    <a:pt x="7502" y="577"/>
                    <a:pt x="7755" y="685"/>
                    <a:pt x="8007" y="866"/>
                  </a:cubicBezTo>
                  <a:cubicBezTo>
                    <a:pt x="8260" y="1046"/>
                    <a:pt x="8512" y="1298"/>
                    <a:pt x="8693" y="1695"/>
                  </a:cubicBezTo>
                  <a:cubicBezTo>
                    <a:pt x="8837" y="1984"/>
                    <a:pt x="8909" y="2236"/>
                    <a:pt x="8909" y="2561"/>
                  </a:cubicBezTo>
                  <a:cubicBezTo>
                    <a:pt x="8909" y="3138"/>
                    <a:pt x="8693" y="3751"/>
                    <a:pt x="8404" y="4364"/>
                  </a:cubicBezTo>
                  <a:cubicBezTo>
                    <a:pt x="8115" y="4941"/>
                    <a:pt x="7791" y="5482"/>
                    <a:pt x="7538" y="5915"/>
                  </a:cubicBezTo>
                  <a:cubicBezTo>
                    <a:pt x="6456" y="7863"/>
                    <a:pt x="5519" y="9846"/>
                    <a:pt x="4220" y="11542"/>
                  </a:cubicBezTo>
                  <a:cubicBezTo>
                    <a:pt x="3932" y="11866"/>
                    <a:pt x="3643" y="12335"/>
                    <a:pt x="3319" y="12696"/>
                  </a:cubicBezTo>
                  <a:cubicBezTo>
                    <a:pt x="3138" y="12876"/>
                    <a:pt x="2958" y="13020"/>
                    <a:pt x="2814" y="13128"/>
                  </a:cubicBezTo>
                  <a:cubicBezTo>
                    <a:pt x="2633" y="13237"/>
                    <a:pt x="2453" y="13309"/>
                    <a:pt x="2309" y="13309"/>
                  </a:cubicBezTo>
                  <a:cubicBezTo>
                    <a:pt x="2237" y="13309"/>
                    <a:pt x="2200" y="13273"/>
                    <a:pt x="2128" y="13273"/>
                  </a:cubicBezTo>
                  <a:cubicBezTo>
                    <a:pt x="1551" y="13128"/>
                    <a:pt x="1191" y="12876"/>
                    <a:pt x="974" y="12551"/>
                  </a:cubicBezTo>
                  <a:cubicBezTo>
                    <a:pt x="722" y="12227"/>
                    <a:pt x="614" y="11758"/>
                    <a:pt x="614" y="11253"/>
                  </a:cubicBezTo>
                  <a:cubicBezTo>
                    <a:pt x="614" y="10784"/>
                    <a:pt x="722" y="10243"/>
                    <a:pt x="866" y="9666"/>
                  </a:cubicBezTo>
                  <a:cubicBezTo>
                    <a:pt x="1696" y="6709"/>
                    <a:pt x="4328" y="2885"/>
                    <a:pt x="4942" y="2092"/>
                  </a:cubicBezTo>
                  <a:cubicBezTo>
                    <a:pt x="5663" y="1082"/>
                    <a:pt x="6529" y="577"/>
                    <a:pt x="7178" y="577"/>
                  </a:cubicBezTo>
                  <a:close/>
                  <a:moveTo>
                    <a:pt x="7178" y="0"/>
                  </a:moveTo>
                  <a:cubicBezTo>
                    <a:pt x="6240" y="0"/>
                    <a:pt x="5266" y="613"/>
                    <a:pt x="4437" y="1731"/>
                  </a:cubicBezTo>
                  <a:cubicBezTo>
                    <a:pt x="3860" y="2597"/>
                    <a:pt x="1155" y="6348"/>
                    <a:pt x="289" y="9522"/>
                  </a:cubicBezTo>
                  <a:cubicBezTo>
                    <a:pt x="109" y="10099"/>
                    <a:pt x="0" y="10712"/>
                    <a:pt x="0" y="11253"/>
                  </a:cubicBezTo>
                  <a:cubicBezTo>
                    <a:pt x="0" y="11866"/>
                    <a:pt x="145" y="12407"/>
                    <a:pt x="469" y="12876"/>
                  </a:cubicBezTo>
                  <a:cubicBezTo>
                    <a:pt x="794" y="13345"/>
                    <a:pt x="1299" y="13669"/>
                    <a:pt x="1984" y="13850"/>
                  </a:cubicBezTo>
                  <a:cubicBezTo>
                    <a:pt x="2092" y="13886"/>
                    <a:pt x="2200" y="13886"/>
                    <a:pt x="2309" y="13886"/>
                  </a:cubicBezTo>
                  <a:cubicBezTo>
                    <a:pt x="2597" y="13886"/>
                    <a:pt x="2886" y="13778"/>
                    <a:pt x="3102" y="13633"/>
                  </a:cubicBezTo>
                  <a:cubicBezTo>
                    <a:pt x="3463" y="13417"/>
                    <a:pt x="3787" y="13092"/>
                    <a:pt x="4040" y="12768"/>
                  </a:cubicBezTo>
                  <a:cubicBezTo>
                    <a:pt x="4292" y="12443"/>
                    <a:pt x="4509" y="12119"/>
                    <a:pt x="4689" y="11902"/>
                  </a:cubicBezTo>
                  <a:cubicBezTo>
                    <a:pt x="6024" y="10135"/>
                    <a:pt x="6997" y="8151"/>
                    <a:pt x="8079" y="6204"/>
                  </a:cubicBezTo>
                  <a:cubicBezTo>
                    <a:pt x="8296" y="5807"/>
                    <a:pt x="8656" y="5230"/>
                    <a:pt x="8945" y="4617"/>
                  </a:cubicBezTo>
                  <a:cubicBezTo>
                    <a:pt x="9234" y="3967"/>
                    <a:pt x="9486" y="3282"/>
                    <a:pt x="9486" y="2561"/>
                  </a:cubicBezTo>
                  <a:cubicBezTo>
                    <a:pt x="9486" y="2164"/>
                    <a:pt x="9414" y="1803"/>
                    <a:pt x="9234" y="1443"/>
                  </a:cubicBezTo>
                  <a:cubicBezTo>
                    <a:pt x="9017" y="974"/>
                    <a:pt x="8729" y="613"/>
                    <a:pt x="8368" y="361"/>
                  </a:cubicBezTo>
                  <a:cubicBezTo>
                    <a:pt x="8007" y="108"/>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9" name="Google Shape;2529;g312bfb4b743_5_798"/>
            <p:cNvSpPr/>
            <p:nvPr/>
          </p:nvSpPr>
          <p:spPr>
            <a:xfrm>
              <a:off x="3610725" y="4730250"/>
              <a:ext cx="182150" cy="250325"/>
            </a:xfrm>
            <a:custGeom>
              <a:avLst/>
              <a:gdLst/>
              <a:ahLst/>
              <a:cxnLst/>
              <a:rect l="l" t="t" r="r" b="b"/>
              <a:pathLst>
                <a:path w="7286" h="10013" extrusionOk="0">
                  <a:moveTo>
                    <a:pt x="5370" y="1"/>
                  </a:moveTo>
                  <a:cubicBezTo>
                    <a:pt x="4757" y="1"/>
                    <a:pt x="4076" y="419"/>
                    <a:pt x="3499" y="1228"/>
                  </a:cubicBezTo>
                  <a:cubicBezTo>
                    <a:pt x="3066" y="1841"/>
                    <a:pt x="1046" y="4690"/>
                    <a:pt x="397" y="6998"/>
                  </a:cubicBezTo>
                  <a:cubicBezTo>
                    <a:pt x="0" y="8441"/>
                    <a:pt x="144" y="9631"/>
                    <a:pt x="1515" y="9992"/>
                  </a:cubicBezTo>
                  <a:cubicBezTo>
                    <a:pt x="1577" y="10006"/>
                    <a:pt x="1637" y="10013"/>
                    <a:pt x="1697" y="10013"/>
                  </a:cubicBezTo>
                  <a:cubicBezTo>
                    <a:pt x="2403" y="10013"/>
                    <a:pt x="2952" y="9084"/>
                    <a:pt x="3318" y="8585"/>
                  </a:cubicBezTo>
                  <a:cubicBezTo>
                    <a:pt x="4328" y="7323"/>
                    <a:pt x="5050" y="5808"/>
                    <a:pt x="5843" y="4366"/>
                  </a:cubicBezTo>
                  <a:cubicBezTo>
                    <a:pt x="6312" y="3536"/>
                    <a:pt x="7286" y="2093"/>
                    <a:pt x="6709" y="975"/>
                  </a:cubicBezTo>
                  <a:cubicBezTo>
                    <a:pt x="6389" y="320"/>
                    <a:pt x="5905" y="1"/>
                    <a:pt x="5370"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0" name="Google Shape;2530;g312bfb4b743_5_798"/>
            <p:cNvSpPr/>
            <p:nvPr/>
          </p:nvSpPr>
          <p:spPr>
            <a:xfrm>
              <a:off x="3608925" y="4723050"/>
              <a:ext cx="181250" cy="265125"/>
            </a:xfrm>
            <a:custGeom>
              <a:avLst/>
              <a:gdLst/>
              <a:ahLst/>
              <a:cxnLst/>
              <a:rect l="l" t="t" r="r" b="b"/>
              <a:pathLst>
                <a:path w="7250" h="10605" extrusionOk="0">
                  <a:moveTo>
                    <a:pt x="5446" y="614"/>
                  </a:moveTo>
                  <a:cubicBezTo>
                    <a:pt x="5663" y="614"/>
                    <a:pt x="5843" y="650"/>
                    <a:pt x="6023" y="794"/>
                  </a:cubicBezTo>
                  <a:cubicBezTo>
                    <a:pt x="6204" y="903"/>
                    <a:pt x="6384" y="1119"/>
                    <a:pt x="6528" y="1408"/>
                  </a:cubicBezTo>
                  <a:cubicBezTo>
                    <a:pt x="6600" y="1588"/>
                    <a:pt x="6672" y="1804"/>
                    <a:pt x="6672" y="2021"/>
                  </a:cubicBezTo>
                  <a:cubicBezTo>
                    <a:pt x="6672" y="2417"/>
                    <a:pt x="6492" y="2886"/>
                    <a:pt x="6312" y="3319"/>
                  </a:cubicBezTo>
                  <a:cubicBezTo>
                    <a:pt x="6095" y="3752"/>
                    <a:pt x="5843" y="4185"/>
                    <a:pt x="5663" y="4509"/>
                  </a:cubicBezTo>
                  <a:cubicBezTo>
                    <a:pt x="4833" y="5952"/>
                    <a:pt x="4112" y="7467"/>
                    <a:pt x="3138" y="8693"/>
                  </a:cubicBezTo>
                  <a:cubicBezTo>
                    <a:pt x="2958" y="8946"/>
                    <a:pt x="2741" y="9306"/>
                    <a:pt x="2489" y="9559"/>
                  </a:cubicBezTo>
                  <a:cubicBezTo>
                    <a:pt x="2344" y="9703"/>
                    <a:pt x="2236" y="9811"/>
                    <a:pt x="2128" y="9883"/>
                  </a:cubicBezTo>
                  <a:cubicBezTo>
                    <a:pt x="1984" y="9955"/>
                    <a:pt x="1876" y="9991"/>
                    <a:pt x="1767" y="9991"/>
                  </a:cubicBezTo>
                  <a:lnTo>
                    <a:pt x="1659" y="9991"/>
                  </a:lnTo>
                  <a:cubicBezTo>
                    <a:pt x="1226" y="9883"/>
                    <a:pt x="1010" y="9703"/>
                    <a:pt x="830" y="9450"/>
                  </a:cubicBezTo>
                  <a:cubicBezTo>
                    <a:pt x="685" y="9234"/>
                    <a:pt x="577" y="8909"/>
                    <a:pt x="577" y="8549"/>
                  </a:cubicBezTo>
                  <a:cubicBezTo>
                    <a:pt x="577" y="8188"/>
                    <a:pt x="649" y="7791"/>
                    <a:pt x="757" y="7359"/>
                  </a:cubicBezTo>
                  <a:cubicBezTo>
                    <a:pt x="1371" y="5158"/>
                    <a:pt x="3390" y="2309"/>
                    <a:pt x="3823" y="1696"/>
                  </a:cubicBezTo>
                  <a:cubicBezTo>
                    <a:pt x="4364" y="939"/>
                    <a:pt x="4977" y="614"/>
                    <a:pt x="5446" y="614"/>
                  </a:cubicBezTo>
                  <a:close/>
                  <a:moveTo>
                    <a:pt x="5446" y="1"/>
                  </a:moveTo>
                  <a:cubicBezTo>
                    <a:pt x="4689" y="1"/>
                    <a:pt x="3931" y="506"/>
                    <a:pt x="3318" y="1371"/>
                  </a:cubicBezTo>
                  <a:cubicBezTo>
                    <a:pt x="2885" y="1985"/>
                    <a:pt x="866" y="4834"/>
                    <a:pt x="180" y="7214"/>
                  </a:cubicBezTo>
                  <a:cubicBezTo>
                    <a:pt x="72" y="7683"/>
                    <a:pt x="0" y="8116"/>
                    <a:pt x="0" y="8549"/>
                  </a:cubicBezTo>
                  <a:cubicBezTo>
                    <a:pt x="0" y="8982"/>
                    <a:pt x="72" y="9450"/>
                    <a:pt x="325" y="9811"/>
                  </a:cubicBezTo>
                  <a:cubicBezTo>
                    <a:pt x="577" y="10172"/>
                    <a:pt x="1010" y="10424"/>
                    <a:pt x="1515" y="10569"/>
                  </a:cubicBezTo>
                  <a:cubicBezTo>
                    <a:pt x="1623" y="10569"/>
                    <a:pt x="1695" y="10605"/>
                    <a:pt x="1767" y="10605"/>
                  </a:cubicBezTo>
                  <a:cubicBezTo>
                    <a:pt x="2020" y="10605"/>
                    <a:pt x="2236" y="10496"/>
                    <a:pt x="2417" y="10388"/>
                  </a:cubicBezTo>
                  <a:cubicBezTo>
                    <a:pt x="2705" y="10208"/>
                    <a:pt x="2921" y="9955"/>
                    <a:pt x="3138" y="9739"/>
                  </a:cubicBezTo>
                  <a:cubicBezTo>
                    <a:pt x="3318" y="9487"/>
                    <a:pt x="3499" y="9234"/>
                    <a:pt x="3607" y="9054"/>
                  </a:cubicBezTo>
                  <a:cubicBezTo>
                    <a:pt x="4653" y="7755"/>
                    <a:pt x="5374" y="6241"/>
                    <a:pt x="6168" y="4798"/>
                  </a:cubicBezTo>
                  <a:cubicBezTo>
                    <a:pt x="6348" y="4473"/>
                    <a:pt x="6600" y="4040"/>
                    <a:pt x="6853" y="3572"/>
                  </a:cubicBezTo>
                  <a:cubicBezTo>
                    <a:pt x="7069" y="3103"/>
                    <a:pt x="7250" y="2562"/>
                    <a:pt x="7250" y="2021"/>
                  </a:cubicBezTo>
                  <a:cubicBezTo>
                    <a:pt x="7250" y="1732"/>
                    <a:pt x="7213" y="1408"/>
                    <a:pt x="7069" y="1119"/>
                  </a:cubicBezTo>
                  <a:cubicBezTo>
                    <a:pt x="6889" y="758"/>
                    <a:pt x="6636" y="506"/>
                    <a:pt x="6384" y="289"/>
                  </a:cubicBezTo>
                  <a:cubicBezTo>
                    <a:pt x="6095" y="109"/>
                    <a:pt x="5771" y="1"/>
                    <a:pt x="54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1" name="Google Shape;2531;g312bfb4b743_5_798"/>
            <p:cNvSpPr/>
            <p:nvPr/>
          </p:nvSpPr>
          <p:spPr>
            <a:xfrm>
              <a:off x="3129225" y="4525600"/>
              <a:ext cx="300275" cy="286350"/>
            </a:xfrm>
            <a:custGeom>
              <a:avLst/>
              <a:gdLst/>
              <a:ahLst/>
              <a:cxnLst/>
              <a:rect l="l" t="t" r="r" b="b"/>
              <a:pathLst>
                <a:path w="12011" h="11454" extrusionOk="0">
                  <a:moveTo>
                    <a:pt x="12011" y="0"/>
                  </a:moveTo>
                  <a:cubicBezTo>
                    <a:pt x="12010" y="0"/>
                    <a:pt x="9320" y="1568"/>
                    <a:pt x="7073" y="1568"/>
                  </a:cubicBezTo>
                  <a:cubicBezTo>
                    <a:pt x="6680" y="1568"/>
                    <a:pt x="6301" y="1520"/>
                    <a:pt x="5951" y="1407"/>
                  </a:cubicBezTo>
                  <a:cubicBezTo>
                    <a:pt x="5202" y="1153"/>
                    <a:pt x="4541" y="1047"/>
                    <a:pt x="3953" y="1047"/>
                  </a:cubicBezTo>
                  <a:cubicBezTo>
                    <a:pt x="2702" y="1047"/>
                    <a:pt x="1782" y="1528"/>
                    <a:pt x="1046" y="2092"/>
                  </a:cubicBezTo>
                  <a:cubicBezTo>
                    <a:pt x="0" y="2922"/>
                    <a:pt x="1154" y="8043"/>
                    <a:pt x="830" y="9486"/>
                  </a:cubicBezTo>
                  <a:cubicBezTo>
                    <a:pt x="535" y="10797"/>
                    <a:pt x="1223" y="11453"/>
                    <a:pt x="2435" y="11453"/>
                  </a:cubicBezTo>
                  <a:cubicBezTo>
                    <a:pt x="2556" y="11453"/>
                    <a:pt x="2682" y="11447"/>
                    <a:pt x="2814" y="11433"/>
                  </a:cubicBezTo>
                  <a:cubicBezTo>
                    <a:pt x="4256" y="11289"/>
                    <a:pt x="5302" y="9450"/>
                    <a:pt x="5338" y="7719"/>
                  </a:cubicBezTo>
                  <a:cubicBezTo>
                    <a:pt x="5373" y="6079"/>
                    <a:pt x="5307" y="5553"/>
                    <a:pt x="5596" y="5553"/>
                  </a:cubicBezTo>
                  <a:cubicBezTo>
                    <a:pt x="5606" y="5553"/>
                    <a:pt x="5616" y="5553"/>
                    <a:pt x="5627" y="5555"/>
                  </a:cubicBezTo>
                  <a:cubicBezTo>
                    <a:pt x="5955" y="5587"/>
                    <a:pt x="8371" y="6038"/>
                    <a:pt x="9430" y="6038"/>
                  </a:cubicBezTo>
                  <a:cubicBezTo>
                    <a:pt x="9535" y="6038"/>
                    <a:pt x="9627" y="6033"/>
                    <a:pt x="9702" y="6023"/>
                  </a:cubicBezTo>
                  <a:cubicBezTo>
                    <a:pt x="10568" y="5951"/>
                    <a:pt x="12011" y="0"/>
                    <a:pt x="12011"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2" name="Google Shape;2532;g312bfb4b743_5_798"/>
            <p:cNvSpPr/>
            <p:nvPr/>
          </p:nvSpPr>
          <p:spPr>
            <a:xfrm>
              <a:off x="3136425" y="4518300"/>
              <a:ext cx="300300" cy="301275"/>
            </a:xfrm>
            <a:custGeom>
              <a:avLst/>
              <a:gdLst/>
              <a:ahLst/>
              <a:cxnLst/>
              <a:rect l="l" t="t" r="r" b="b"/>
              <a:pathLst>
                <a:path w="12012" h="12051" extrusionOk="0">
                  <a:moveTo>
                    <a:pt x="11248" y="899"/>
                  </a:moveTo>
                  <a:cubicBezTo>
                    <a:pt x="11228" y="980"/>
                    <a:pt x="11206" y="1067"/>
                    <a:pt x="11182" y="1158"/>
                  </a:cubicBezTo>
                  <a:cubicBezTo>
                    <a:pt x="10965" y="1987"/>
                    <a:pt x="10605" y="3250"/>
                    <a:pt x="10244" y="4296"/>
                  </a:cubicBezTo>
                  <a:cubicBezTo>
                    <a:pt x="10064" y="4801"/>
                    <a:pt x="9847" y="5269"/>
                    <a:pt x="9667" y="5594"/>
                  </a:cubicBezTo>
                  <a:cubicBezTo>
                    <a:pt x="9595" y="5774"/>
                    <a:pt x="9523" y="5883"/>
                    <a:pt x="9450" y="5955"/>
                  </a:cubicBezTo>
                  <a:lnTo>
                    <a:pt x="9378" y="6027"/>
                  </a:lnTo>
                  <a:lnTo>
                    <a:pt x="9198" y="6027"/>
                  </a:lnTo>
                  <a:cubicBezTo>
                    <a:pt x="8729" y="6027"/>
                    <a:pt x="7827" y="5919"/>
                    <a:pt x="7070" y="5810"/>
                  </a:cubicBezTo>
                  <a:cubicBezTo>
                    <a:pt x="6673" y="5738"/>
                    <a:pt x="6277" y="5702"/>
                    <a:pt x="5988" y="5630"/>
                  </a:cubicBezTo>
                  <a:cubicBezTo>
                    <a:pt x="5699" y="5594"/>
                    <a:pt x="5483" y="5558"/>
                    <a:pt x="5375" y="5558"/>
                  </a:cubicBezTo>
                  <a:lnTo>
                    <a:pt x="5303" y="5522"/>
                  </a:lnTo>
                  <a:cubicBezTo>
                    <a:pt x="5231" y="5522"/>
                    <a:pt x="5122" y="5558"/>
                    <a:pt x="5050" y="5630"/>
                  </a:cubicBezTo>
                  <a:cubicBezTo>
                    <a:pt x="4906" y="5702"/>
                    <a:pt x="4870" y="5847"/>
                    <a:pt x="4834" y="5991"/>
                  </a:cubicBezTo>
                  <a:cubicBezTo>
                    <a:pt x="4798" y="6171"/>
                    <a:pt x="4762" y="6424"/>
                    <a:pt x="4762" y="6748"/>
                  </a:cubicBezTo>
                  <a:cubicBezTo>
                    <a:pt x="4762" y="7073"/>
                    <a:pt x="4762" y="7470"/>
                    <a:pt x="4762" y="8011"/>
                  </a:cubicBezTo>
                  <a:cubicBezTo>
                    <a:pt x="4726" y="8804"/>
                    <a:pt x="4473" y="9670"/>
                    <a:pt x="4076" y="10283"/>
                  </a:cubicBezTo>
                  <a:cubicBezTo>
                    <a:pt x="3644" y="10932"/>
                    <a:pt x="3103" y="11365"/>
                    <a:pt x="2490" y="11437"/>
                  </a:cubicBezTo>
                  <a:lnTo>
                    <a:pt x="2129" y="11437"/>
                  </a:lnTo>
                  <a:cubicBezTo>
                    <a:pt x="1660" y="11437"/>
                    <a:pt x="1299" y="11329"/>
                    <a:pt x="1119" y="11148"/>
                  </a:cubicBezTo>
                  <a:cubicBezTo>
                    <a:pt x="903" y="11004"/>
                    <a:pt x="758" y="10752"/>
                    <a:pt x="758" y="10355"/>
                  </a:cubicBezTo>
                  <a:cubicBezTo>
                    <a:pt x="758" y="10211"/>
                    <a:pt x="794" y="10030"/>
                    <a:pt x="830" y="9850"/>
                  </a:cubicBezTo>
                  <a:cubicBezTo>
                    <a:pt x="866" y="9634"/>
                    <a:pt x="903" y="9345"/>
                    <a:pt x="903" y="9057"/>
                  </a:cubicBezTo>
                  <a:cubicBezTo>
                    <a:pt x="903" y="7794"/>
                    <a:pt x="614" y="5847"/>
                    <a:pt x="614" y="4368"/>
                  </a:cubicBezTo>
                  <a:cubicBezTo>
                    <a:pt x="614" y="3899"/>
                    <a:pt x="650" y="3502"/>
                    <a:pt x="686" y="3178"/>
                  </a:cubicBezTo>
                  <a:cubicBezTo>
                    <a:pt x="758" y="2889"/>
                    <a:pt x="866" y="2709"/>
                    <a:pt x="975" y="2637"/>
                  </a:cubicBezTo>
                  <a:cubicBezTo>
                    <a:pt x="1660" y="2096"/>
                    <a:pt x="2490" y="1663"/>
                    <a:pt x="3680" y="1627"/>
                  </a:cubicBezTo>
                  <a:cubicBezTo>
                    <a:pt x="4221" y="1627"/>
                    <a:pt x="4870" y="1735"/>
                    <a:pt x="5591" y="1987"/>
                  </a:cubicBezTo>
                  <a:cubicBezTo>
                    <a:pt x="5952" y="2096"/>
                    <a:pt x="6385" y="2168"/>
                    <a:pt x="6818" y="2168"/>
                  </a:cubicBezTo>
                  <a:cubicBezTo>
                    <a:pt x="8008" y="2168"/>
                    <a:pt x="9234" y="1735"/>
                    <a:pt x="10208" y="1338"/>
                  </a:cubicBezTo>
                  <a:cubicBezTo>
                    <a:pt x="10615" y="1187"/>
                    <a:pt x="10971" y="1031"/>
                    <a:pt x="11248" y="899"/>
                  </a:cubicBezTo>
                  <a:close/>
                  <a:moveTo>
                    <a:pt x="11678" y="0"/>
                  </a:moveTo>
                  <a:cubicBezTo>
                    <a:pt x="11630" y="0"/>
                    <a:pt x="11584" y="12"/>
                    <a:pt x="11542" y="40"/>
                  </a:cubicBezTo>
                  <a:cubicBezTo>
                    <a:pt x="11542" y="40"/>
                    <a:pt x="11506" y="76"/>
                    <a:pt x="11434" y="112"/>
                  </a:cubicBezTo>
                  <a:cubicBezTo>
                    <a:pt x="11182" y="256"/>
                    <a:pt x="10496" y="617"/>
                    <a:pt x="9631" y="941"/>
                  </a:cubicBezTo>
                  <a:cubicBezTo>
                    <a:pt x="8765" y="1266"/>
                    <a:pt x="7719" y="1555"/>
                    <a:pt x="6818" y="1555"/>
                  </a:cubicBezTo>
                  <a:cubicBezTo>
                    <a:pt x="6421" y="1555"/>
                    <a:pt x="6096" y="1518"/>
                    <a:pt x="5772" y="1410"/>
                  </a:cubicBezTo>
                  <a:cubicBezTo>
                    <a:pt x="4978" y="1158"/>
                    <a:pt x="4293" y="1050"/>
                    <a:pt x="3680" y="1050"/>
                  </a:cubicBezTo>
                  <a:cubicBezTo>
                    <a:pt x="2345" y="1050"/>
                    <a:pt x="1335" y="1555"/>
                    <a:pt x="578" y="2168"/>
                  </a:cubicBezTo>
                  <a:cubicBezTo>
                    <a:pt x="325" y="2384"/>
                    <a:pt x="181" y="2709"/>
                    <a:pt x="109" y="3069"/>
                  </a:cubicBezTo>
                  <a:cubicBezTo>
                    <a:pt x="37" y="3430"/>
                    <a:pt x="1" y="3863"/>
                    <a:pt x="1" y="4368"/>
                  </a:cubicBezTo>
                  <a:cubicBezTo>
                    <a:pt x="1" y="5883"/>
                    <a:pt x="289" y="7866"/>
                    <a:pt x="289" y="9057"/>
                  </a:cubicBezTo>
                  <a:cubicBezTo>
                    <a:pt x="289" y="9345"/>
                    <a:pt x="289" y="9561"/>
                    <a:pt x="253" y="9706"/>
                  </a:cubicBezTo>
                  <a:cubicBezTo>
                    <a:pt x="181" y="9922"/>
                    <a:pt x="181" y="10139"/>
                    <a:pt x="181" y="10355"/>
                  </a:cubicBezTo>
                  <a:cubicBezTo>
                    <a:pt x="181" y="10860"/>
                    <a:pt x="362" y="11329"/>
                    <a:pt x="722" y="11617"/>
                  </a:cubicBezTo>
                  <a:cubicBezTo>
                    <a:pt x="1083" y="11906"/>
                    <a:pt x="1552" y="12050"/>
                    <a:pt x="2129" y="12050"/>
                  </a:cubicBezTo>
                  <a:cubicBezTo>
                    <a:pt x="2273" y="12050"/>
                    <a:pt x="2417" y="12050"/>
                    <a:pt x="2562" y="12014"/>
                  </a:cubicBezTo>
                  <a:cubicBezTo>
                    <a:pt x="3391" y="11942"/>
                    <a:pt x="4076" y="11365"/>
                    <a:pt x="4581" y="10607"/>
                  </a:cubicBezTo>
                  <a:cubicBezTo>
                    <a:pt x="5050" y="9886"/>
                    <a:pt x="5303" y="8948"/>
                    <a:pt x="5339" y="8047"/>
                  </a:cubicBezTo>
                  <a:cubicBezTo>
                    <a:pt x="5375" y="7217"/>
                    <a:pt x="5375" y="6640"/>
                    <a:pt x="5375" y="6351"/>
                  </a:cubicBezTo>
                  <a:cubicBezTo>
                    <a:pt x="5394" y="6256"/>
                    <a:pt x="5403" y="6191"/>
                    <a:pt x="5407" y="6145"/>
                  </a:cubicBezTo>
                  <a:lnTo>
                    <a:pt x="5407" y="6145"/>
                  </a:lnTo>
                  <a:cubicBezTo>
                    <a:pt x="5514" y="6160"/>
                    <a:pt x="5679" y="6193"/>
                    <a:pt x="5880" y="6243"/>
                  </a:cubicBezTo>
                  <a:cubicBezTo>
                    <a:pt x="6782" y="6388"/>
                    <a:pt x="8368" y="6640"/>
                    <a:pt x="9198" y="6640"/>
                  </a:cubicBezTo>
                  <a:lnTo>
                    <a:pt x="9450" y="6640"/>
                  </a:lnTo>
                  <a:cubicBezTo>
                    <a:pt x="9595" y="6604"/>
                    <a:pt x="9703" y="6568"/>
                    <a:pt x="9775" y="6496"/>
                  </a:cubicBezTo>
                  <a:cubicBezTo>
                    <a:pt x="9955" y="6351"/>
                    <a:pt x="10064" y="6171"/>
                    <a:pt x="10172" y="5919"/>
                  </a:cubicBezTo>
                  <a:cubicBezTo>
                    <a:pt x="10605" y="5125"/>
                    <a:pt x="11073" y="3755"/>
                    <a:pt x="11398" y="2564"/>
                  </a:cubicBezTo>
                  <a:cubicBezTo>
                    <a:pt x="11759" y="1374"/>
                    <a:pt x="12011" y="364"/>
                    <a:pt x="12011" y="364"/>
                  </a:cubicBezTo>
                  <a:cubicBezTo>
                    <a:pt x="12011" y="256"/>
                    <a:pt x="11975" y="148"/>
                    <a:pt x="11903" y="76"/>
                  </a:cubicBezTo>
                  <a:cubicBezTo>
                    <a:pt x="11836" y="31"/>
                    <a:pt x="11756" y="0"/>
                    <a:pt x="116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3" name="Google Shape;2533;g312bfb4b743_5_798"/>
            <p:cNvSpPr/>
            <p:nvPr/>
          </p:nvSpPr>
          <p:spPr>
            <a:xfrm>
              <a:off x="3441200" y="4492850"/>
              <a:ext cx="241675" cy="331975"/>
            </a:xfrm>
            <a:custGeom>
              <a:avLst/>
              <a:gdLst/>
              <a:ahLst/>
              <a:cxnLst/>
              <a:rect l="l" t="t" r="r" b="b"/>
              <a:pathLst>
                <a:path w="9667" h="13279" extrusionOk="0">
                  <a:moveTo>
                    <a:pt x="7141" y="0"/>
                  </a:moveTo>
                  <a:cubicBezTo>
                    <a:pt x="6323" y="0"/>
                    <a:pt x="5408" y="554"/>
                    <a:pt x="4617" y="1635"/>
                  </a:cubicBezTo>
                  <a:cubicBezTo>
                    <a:pt x="4040" y="2428"/>
                    <a:pt x="1371" y="6215"/>
                    <a:pt x="542" y="9281"/>
                  </a:cubicBezTo>
                  <a:cubicBezTo>
                    <a:pt x="1" y="11193"/>
                    <a:pt x="181" y="12816"/>
                    <a:pt x="2020" y="13248"/>
                  </a:cubicBezTo>
                  <a:cubicBezTo>
                    <a:pt x="2102" y="13269"/>
                    <a:pt x="2182" y="13278"/>
                    <a:pt x="2261" y="13278"/>
                  </a:cubicBezTo>
                  <a:cubicBezTo>
                    <a:pt x="3162" y="13278"/>
                    <a:pt x="3903" y="12039"/>
                    <a:pt x="4401" y="11409"/>
                  </a:cubicBezTo>
                  <a:cubicBezTo>
                    <a:pt x="5735" y="9714"/>
                    <a:pt x="6673" y="7694"/>
                    <a:pt x="7755" y="5783"/>
                  </a:cubicBezTo>
                  <a:cubicBezTo>
                    <a:pt x="8368" y="4701"/>
                    <a:pt x="9667" y="2753"/>
                    <a:pt x="8909" y="1274"/>
                  </a:cubicBezTo>
                  <a:cubicBezTo>
                    <a:pt x="8490" y="419"/>
                    <a:pt x="7852" y="0"/>
                    <a:pt x="7141" y="0"/>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4" name="Google Shape;2534;g312bfb4b743_5_798"/>
            <p:cNvSpPr/>
            <p:nvPr/>
          </p:nvSpPr>
          <p:spPr>
            <a:xfrm>
              <a:off x="3440300" y="4485025"/>
              <a:ext cx="237175" cy="348075"/>
            </a:xfrm>
            <a:custGeom>
              <a:avLst/>
              <a:gdLst/>
              <a:ahLst/>
              <a:cxnLst/>
              <a:rect l="l" t="t" r="r" b="b"/>
              <a:pathLst>
                <a:path w="9487" h="13923" extrusionOk="0">
                  <a:moveTo>
                    <a:pt x="7178" y="613"/>
                  </a:moveTo>
                  <a:cubicBezTo>
                    <a:pt x="7466" y="613"/>
                    <a:pt x="7755" y="685"/>
                    <a:pt x="8007" y="866"/>
                  </a:cubicBezTo>
                  <a:cubicBezTo>
                    <a:pt x="8260" y="1046"/>
                    <a:pt x="8512" y="1335"/>
                    <a:pt x="8693" y="1731"/>
                  </a:cubicBezTo>
                  <a:cubicBezTo>
                    <a:pt x="8837" y="1984"/>
                    <a:pt x="8873" y="2272"/>
                    <a:pt x="8873" y="2561"/>
                  </a:cubicBezTo>
                  <a:cubicBezTo>
                    <a:pt x="8873" y="3138"/>
                    <a:pt x="8657" y="3751"/>
                    <a:pt x="8404" y="4364"/>
                  </a:cubicBezTo>
                  <a:cubicBezTo>
                    <a:pt x="8116" y="4941"/>
                    <a:pt x="7791" y="5518"/>
                    <a:pt x="7539" y="5951"/>
                  </a:cubicBezTo>
                  <a:cubicBezTo>
                    <a:pt x="6457" y="7863"/>
                    <a:pt x="5483" y="9883"/>
                    <a:pt x="4184" y="11542"/>
                  </a:cubicBezTo>
                  <a:cubicBezTo>
                    <a:pt x="3932" y="11866"/>
                    <a:pt x="3643" y="12335"/>
                    <a:pt x="3283" y="12696"/>
                  </a:cubicBezTo>
                  <a:cubicBezTo>
                    <a:pt x="3138" y="12876"/>
                    <a:pt x="2958" y="13056"/>
                    <a:pt x="2778" y="13129"/>
                  </a:cubicBezTo>
                  <a:cubicBezTo>
                    <a:pt x="2597" y="13237"/>
                    <a:pt x="2453" y="13309"/>
                    <a:pt x="2273" y="13309"/>
                  </a:cubicBezTo>
                  <a:cubicBezTo>
                    <a:pt x="2237" y="13309"/>
                    <a:pt x="2165" y="13309"/>
                    <a:pt x="2128" y="13273"/>
                  </a:cubicBezTo>
                  <a:cubicBezTo>
                    <a:pt x="1551" y="13129"/>
                    <a:pt x="1191" y="12876"/>
                    <a:pt x="938" y="12552"/>
                  </a:cubicBezTo>
                  <a:cubicBezTo>
                    <a:pt x="722" y="12227"/>
                    <a:pt x="614" y="11794"/>
                    <a:pt x="614" y="11253"/>
                  </a:cubicBezTo>
                  <a:cubicBezTo>
                    <a:pt x="614" y="10784"/>
                    <a:pt x="686" y="10243"/>
                    <a:pt x="866" y="9666"/>
                  </a:cubicBezTo>
                  <a:cubicBezTo>
                    <a:pt x="1660" y="6709"/>
                    <a:pt x="4329" y="2922"/>
                    <a:pt x="4906" y="2128"/>
                  </a:cubicBezTo>
                  <a:cubicBezTo>
                    <a:pt x="5663" y="1082"/>
                    <a:pt x="6493" y="613"/>
                    <a:pt x="7178" y="613"/>
                  </a:cubicBezTo>
                  <a:close/>
                  <a:moveTo>
                    <a:pt x="7178" y="0"/>
                  </a:moveTo>
                  <a:cubicBezTo>
                    <a:pt x="6204" y="0"/>
                    <a:pt x="5230" y="649"/>
                    <a:pt x="4437" y="1767"/>
                  </a:cubicBezTo>
                  <a:cubicBezTo>
                    <a:pt x="3824" y="2597"/>
                    <a:pt x="1155" y="6384"/>
                    <a:pt x="253" y="9522"/>
                  </a:cubicBezTo>
                  <a:cubicBezTo>
                    <a:pt x="109" y="10135"/>
                    <a:pt x="0" y="10712"/>
                    <a:pt x="0" y="11253"/>
                  </a:cubicBezTo>
                  <a:cubicBezTo>
                    <a:pt x="0" y="11866"/>
                    <a:pt x="145" y="12443"/>
                    <a:pt x="433" y="12912"/>
                  </a:cubicBezTo>
                  <a:cubicBezTo>
                    <a:pt x="758" y="13345"/>
                    <a:pt x="1299" y="13706"/>
                    <a:pt x="1984" y="13850"/>
                  </a:cubicBezTo>
                  <a:cubicBezTo>
                    <a:pt x="2092" y="13886"/>
                    <a:pt x="2201" y="13922"/>
                    <a:pt x="2273" y="13922"/>
                  </a:cubicBezTo>
                  <a:cubicBezTo>
                    <a:pt x="2597" y="13922"/>
                    <a:pt x="2850" y="13814"/>
                    <a:pt x="3102" y="13670"/>
                  </a:cubicBezTo>
                  <a:cubicBezTo>
                    <a:pt x="3463" y="13417"/>
                    <a:pt x="3751" y="13129"/>
                    <a:pt x="4004" y="12804"/>
                  </a:cubicBezTo>
                  <a:cubicBezTo>
                    <a:pt x="4256" y="12479"/>
                    <a:pt x="4509" y="12155"/>
                    <a:pt x="4653" y="11902"/>
                  </a:cubicBezTo>
                  <a:cubicBezTo>
                    <a:pt x="6024" y="10171"/>
                    <a:pt x="6998" y="8151"/>
                    <a:pt x="8043" y="6240"/>
                  </a:cubicBezTo>
                  <a:cubicBezTo>
                    <a:pt x="8296" y="5807"/>
                    <a:pt x="8657" y="5266"/>
                    <a:pt x="8945" y="4617"/>
                  </a:cubicBezTo>
                  <a:cubicBezTo>
                    <a:pt x="9234" y="3968"/>
                    <a:pt x="9486" y="3282"/>
                    <a:pt x="9486" y="2561"/>
                  </a:cubicBezTo>
                  <a:cubicBezTo>
                    <a:pt x="9486" y="2200"/>
                    <a:pt x="9414" y="1804"/>
                    <a:pt x="9234" y="1443"/>
                  </a:cubicBezTo>
                  <a:cubicBezTo>
                    <a:pt x="9017" y="974"/>
                    <a:pt x="8693" y="613"/>
                    <a:pt x="8368" y="361"/>
                  </a:cubicBezTo>
                  <a:cubicBezTo>
                    <a:pt x="8007" y="144"/>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5" name="Google Shape;2535;g312bfb4b743_5_798"/>
            <p:cNvSpPr/>
            <p:nvPr/>
          </p:nvSpPr>
          <p:spPr>
            <a:xfrm>
              <a:off x="3309550" y="4463625"/>
              <a:ext cx="241675" cy="332350"/>
            </a:xfrm>
            <a:custGeom>
              <a:avLst/>
              <a:gdLst/>
              <a:ahLst/>
              <a:cxnLst/>
              <a:rect l="l" t="t" r="r" b="b"/>
              <a:pathLst>
                <a:path w="9667" h="13294" extrusionOk="0">
                  <a:moveTo>
                    <a:pt x="7156" y="1"/>
                  </a:moveTo>
                  <a:cubicBezTo>
                    <a:pt x="6330" y="1"/>
                    <a:pt x="5411" y="565"/>
                    <a:pt x="4617" y="1650"/>
                  </a:cubicBezTo>
                  <a:cubicBezTo>
                    <a:pt x="4040" y="2443"/>
                    <a:pt x="1371" y="6230"/>
                    <a:pt x="542" y="9296"/>
                  </a:cubicBezTo>
                  <a:cubicBezTo>
                    <a:pt x="1" y="11207"/>
                    <a:pt x="181" y="12830"/>
                    <a:pt x="2021" y="13263"/>
                  </a:cubicBezTo>
                  <a:cubicBezTo>
                    <a:pt x="2102" y="13284"/>
                    <a:pt x="2182" y="13293"/>
                    <a:pt x="2262" y="13293"/>
                  </a:cubicBezTo>
                  <a:cubicBezTo>
                    <a:pt x="3163" y="13293"/>
                    <a:pt x="3904" y="12054"/>
                    <a:pt x="4401" y="11424"/>
                  </a:cubicBezTo>
                  <a:cubicBezTo>
                    <a:pt x="5735" y="9729"/>
                    <a:pt x="6673" y="7709"/>
                    <a:pt x="7755" y="5797"/>
                  </a:cubicBezTo>
                  <a:cubicBezTo>
                    <a:pt x="8368" y="4715"/>
                    <a:pt x="9667" y="2768"/>
                    <a:pt x="8945" y="1289"/>
                  </a:cubicBezTo>
                  <a:cubicBezTo>
                    <a:pt x="8511" y="421"/>
                    <a:pt x="7868" y="1"/>
                    <a:pt x="7156" y="1"/>
                  </a:cubicBezTo>
                  <a:close/>
                </a:path>
              </a:pathLst>
            </a:custGeom>
            <a:solidFill>
              <a:srgbClr val="7070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6" name="Google Shape;2536;g312bfb4b743_5_798"/>
            <p:cNvSpPr/>
            <p:nvPr/>
          </p:nvSpPr>
          <p:spPr>
            <a:xfrm>
              <a:off x="3308650" y="4456175"/>
              <a:ext cx="237175" cy="347150"/>
            </a:xfrm>
            <a:custGeom>
              <a:avLst/>
              <a:gdLst/>
              <a:ahLst/>
              <a:cxnLst/>
              <a:rect l="l" t="t" r="r" b="b"/>
              <a:pathLst>
                <a:path w="9487" h="13886" extrusionOk="0">
                  <a:moveTo>
                    <a:pt x="7109" y="611"/>
                  </a:moveTo>
                  <a:cubicBezTo>
                    <a:pt x="7132" y="611"/>
                    <a:pt x="7155" y="612"/>
                    <a:pt x="7178" y="613"/>
                  </a:cubicBezTo>
                  <a:cubicBezTo>
                    <a:pt x="7467" y="613"/>
                    <a:pt x="7755" y="685"/>
                    <a:pt x="8008" y="866"/>
                  </a:cubicBezTo>
                  <a:cubicBezTo>
                    <a:pt x="8260" y="1046"/>
                    <a:pt x="8513" y="1298"/>
                    <a:pt x="8693" y="1695"/>
                  </a:cubicBezTo>
                  <a:cubicBezTo>
                    <a:pt x="8837" y="1984"/>
                    <a:pt x="8873" y="2272"/>
                    <a:pt x="8873" y="2561"/>
                  </a:cubicBezTo>
                  <a:cubicBezTo>
                    <a:pt x="8873" y="3138"/>
                    <a:pt x="8657" y="3751"/>
                    <a:pt x="8404" y="4364"/>
                  </a:cubicBezTo>
                  <a:cubicBezTo>
                    <a:pt x="8116" y="4941"/>
                    <a:pt x="7791" y="5482"/>
                    <a:pt x="7539" y="5951"/>
                  </a:cubicBezTo>
                  <a:cubicBezTo>
                    <a:pt x="6457" y="7863"/>
                    <a:pt x="5483" y="9846"/>
                    <a:pt x="4184" y="11542"/>
                  </a:cubicBezTo>
                  <a:cubicBezTo>
                    <a:pt x="3932" y="11866"/>
                    <a:pt x="3643" y="12335"/>
                    <a:pt x="3319" y="12696"/>
                  </a:cubicBezTo>
                  <a:cubicBezTo>
                    <a:pt x="3139" y="12876"/>
                    <a:pt x="2958" y="13020"/>
                    <a:pt x="2778" y="13128"/>
                  </a:cubicBezTo>
                  <a:cubicBezTo>
                    <a:pt x="2634" y="13237"/>
                    <a:pt x="2453" y="13309"/>
                    <a:pt x="2309" y="13309"/>
                  </a:cubicBezTo>
                  <a:cubicBezTo>
                    <a:pt x="2237" y="13309"/>
                    <a:pt x="2165" y="13309"/>
                    <a:pt x="2129" y="13273"/>
                  </a:cubicBezTo>
                  <a:cubicBezTo>
                    <a:pt x="1552" y="13128"/>
                    <a:pt x="1191" y="12876"/>
                    <a:pt x="938" y="12551"/>
                  </a:cubicBezTo>
                  <a:cubicBezTo>
                    <a:pt x="722" y="12227"/>
                    <a:pt x="614" y="11794"/>
                    <a:pt x="614" y="11253"/>
                  </a:cubicBezTo>
                  <a:cubicBezTo>
                    <a:pt x="614" y="10784"/>
                    <a:pt x="686" y="10243"/>
                    <a:pt x="866" y="9666"/>
                  </a:cubicBezTo>
                  <a:cubicBezTo>
                    <a:pt x="1660" y="6709"/>
                    <a:pt x="4329" y="2921"/>
                    <a:pt x="4906" y="2092"/>
                  </a:cubicBezTo>
                  <a:cubicBezTo>
                    <a:pt x="5638" y="1116"/>
                    <a:pt x="6437" y="611"/>
                    <a:pt x="7109" y="611"/>
                  </a:cubicBezTo>
                  <a:close/>
                  <a:moveTo>
                    <a:pt x="7178" y="0"/>
                  </a:moveTo>
                  <a:cubicBezTo>
                    <a:pt x="6204" y="0"/>
                    <a:pt x="5230" y="613"/>
                    <a:pt x="4437" y="1767"/>
                  </a:cubicBezTo>
                  <a:cubicBezTo>
                    <a:pt x="3824" y="2597"/>
                    <a:pt x="1155" y="6384"/>
                    <a:pt x="289" y="9522"/>
                  </a:cubicBezTo>
                  <a:cubicBezTo>
                    <a:pt x="109" y="10135"/>
                    <a:pt x="1" y="10712"/>
                    <a:pt x="1" y="11253"/>
                  </a:cubicBezTo>
                  <a:cubicBezTo>
                    <a:pt x="1" y="11866"/>
                    <a:pt x="145" y="12443"/>
                    <a:pt x="470" y="12876"/>
                  </a:cubicBezTo>
                  <a:cubicBezTo>
                    <a:pt x="758" y="13345"/>
                    <a:pt x="1299" y="13706"/>
                    <a:pt x="1984" y="13850"/>
                  </a:cubicBezTo>
                  <a:cubicBezTo>
                    <a:pt x="2093" y="13886"/>
                    <a:pt x="2201" y="13886"/>
                    <a:pt x="2309" y="13886"/>
                  </a:cubicBezTo>
                  <a:cubicBezTo>
                    <a:pt x="2598" y="13886"/>
                    <a:pt x="2850" y="13814"/>
                    <a:pt x="3102" y="13633"/>
                  </a:cubicBezTo>
                  <a:cubicBezTo>
                    <a:pt x="3463" y="13417"/>
                    <a:pt x="3752" y="13092"/>
                    <a:pt x="4004" y="12768"/>
                  </a:cubicBezTo>
                  <a:cubicBezTo>
                    <a:pt x="4257" y="12443"/>
                    <a:pt x="4509" y="12119"/>
                    <a:pt x="4653" y="11902"/>
                  </a:cubicBezTo>
                  <a:cubicBezTo>
                    <a:pt x="6024" y="10171"/>
                    <a:pt x="6998" y="8151"/>
                    <a:pt x="8044" y="6240"/>
                  </a:cubicBezTo>
                  <a:cubicBezTo>
                    <a:pt x="8296" y="5807"/>
                    <a:pt x="8657" y="5230"/>
                    <a:pt x="8945" y="4617"/>
                  </a:cubicBezTo>
                  <a:cubicBezTo>
                    <a:pt x="9234" y="3967"/>
                    <a:pt x="9486" y="3282"/>
                    <a:pt x="9486" y="2561"/>
                  </a:cubicBezTo>
                  <a:cubicBezTo>
                    <a:pt x="9486" y="2200"/>
                    <a:pt x="9414" y="1803"/>
                    <a:pt x="9234" y="1443"/>
                  </a:cubicBezTo>
                  <a:cubicBezTo>
                    <a:pt x="9017" y="974"/>
                    <a:pt x="8693" y="613"/>
                    <a:pt x="8368" y="361"/>
                  </a:cubicBezTo>
                  <a:cubicBezTo>
                    <a:pt x="8008" y="108"/>
                    <a:pt x="7611" y="0"/>
                    <a:pt x="71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7" name="Google Shape;2537;g312bfb4b743_5_798"/>
            <p:cNvSpPr/>
            <p:nvPr/>
          </p:nvSpPr>
          <p:spPr>
            <a:xfrm>
              <a:off x="1841625" y="4237050"/>
              <a:ext cx="1703300" cy="1232625"/>
            </a:xfrm>
            <a:custGeom>
              <a:avLst/>
              <a:gdLst/>
              <a:ahLst/>
              <a:cxnLst/>
              <a:rect l="l" t="t" r="r" b="b"/>
              <a:pathLst>
                <a:path w="68132" h="49305" extrusionOk="0">
                  <a:moveTo>
                    <a:pt x="1" y="1"/>
                  </a:moveTo>
                  <a:lnTo>
                    <a:pt x="10712" y="29287"/>
                  </a:lnTo>
                  <a:lnTo>
                    <a:pt x="68131" y="49304"/>
                  </a:lnTo>
                  <a:lnTo>
                    <a:pt x="64849" y="21352"/>
                  </a:ln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8" name="Google Shape;2538;g312bfb4b743_5_798"/>
            <p:cNvSpPr/>
            <p:nvPr/>
          </p:nvSpPr>
          <p:spPr>
            <a:xfrm>
              <a:off x="1833500" y="4229500"/>
              <a:ext cx="1718625" cy="1247750"/>
            </a:xfrm>
            <a:custGeom>
              <a:avLst/>
              <a:gdLst/>
              <a:ahLst/>
              <a:cxnLst/>
              <a:rect l="l" t="t" r="r" b="b"/>
              <a:pathLst>
                <a:path w="68745" h="49910" extrusionOk="0">
                  <a:moveTo>
                    <a:pt x="828" y="780"/>
                  </a:moveTo>
                  <a:lnTo>
                    <a:pt x="64886" y="21871"/>
                  </a:lnTo>
                  <a:lnTo>
                    <a:pt x="68096" y="49174"/>
                  </a:lnTo>
                  <a:lnTo>
                    <a:pt x="11254" y="29337"/>
                  </a:lnTo>
                  <a:lnTo>
                    <a:pt x="828" y="780"/>
                  </a:lnTo>
                  <a:close/>
                  <a:moveTo>
                    <a:pt x="341" y="0"/>
                  </a:moveTo>
                  <a:cubicBezTo>
                    <a:pt x="253" y="0"/>
                    <a:pt x="162" y="34"/>
                    <a:pt x="109" y="86"/>
                  </a:cubicBezTo>
                  <a:cubicBezTo>
                    <a:pt x="37" y="195"/>
                    <a:pt x="1" y="303"/>
                    <a:pt x="37" y="411"/>
                  </a:cubicBezTo>
                  <a:lnTo>
                    <a:pt x="10749" y="29697"/>
                  </a:lnTo>
                  <a:cubicBezTo>
                    <a:pt x="10785" y="29770"/>
                    <a:pt x="10857" y="29842"/>
                    <a:pt x="10929" y="29878"/>
                  </a:cubicBezTo>
                  <a:lnTo>
                    <a:pt x="68348" y="49895"/>
                  </a:lnTo>
                  <a:cubicBezTo>
                    <a:pt x="68380" y="49906"/>
                    <a:pt x="68411" y="49910"/>
                    <a:pt x="68442" y="49910"/>
                  </a:cubicBezTo>
                  <a:cubicBezTo>
                    <a:pt x="68517" y="49910"/>
                    <a:pt x="68586" y="49884"/>
                    <a:pt x="68637" y="49859"/>
                  </a:cubicBezTo>
                  <a:cubicBezTo>
                    <a:pt x="68709" y="49787"/>
                    <a:pt x="68745" y="49679"/>
                    <a:pt x="68745" y="49570"/>
                  </a:cubicBezTo>
                  <a:lnTo>
                    <a:pt x="65463" y="21618"/>
                  </a:lnTo>
                  <a:cubicBezTo>
                    <a:pt x="65427" y="21510"/>
                    <a:pt x="65355" y="21402"/>
                    <a:pt x="65246" y="21366"/>
                  </a:cubicBezTo>
                  <a:lnTo>
                    <a:pt x="434" y="14"/>
                  </a:lnTo>
                  <a:cubicBezTo>
                    <a:pt x="405" y="5"/>
                    <a:pt x="373" y="0"/>
                    <a:pt x="3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9" name="Google Shape;2539;g312bfb4b743_5_798"/>
            <p:cNvSpPr/>
            <p:nvPr/>
          </p:nvSpPr>
          <p:spPr>
            <a:xfrm>
              <a:off x="5068725" y="3813275"/>
              <a:ext cx="471600" cy="14450"/>
            </a:xfrm>
            <a:custGeom>
              <a:avLst/>
              <a:gdLst/>
              <a:ahLst/>
              <a:cxnLst/>
              <a:rect l="l" t="t" r="r" b="b"/>
              <a:pathLst>
                <a:path w="18864" h="578" extrusionOk="0">
                  <a:moveTo>
                    <a:pt x="325" y="0"/>
                  </a:moveTo>
                  <a:cubicBezTo>
                    <a:pt x="145" y="0"/>
                    <a:pt x="1" y="108"/>
                    <a:pt x="1" y="289"/>
                  </a:cubicBezTo>
                  <a:cubicBezTo>
                    <a:pt x="1" y="469"/>
                    <a:pt x="145" y="577"/>
                    <a:pt x="325" y="577"/>
                  </a:cubicBezTo>
                  <a:lnTo>
                    <a:pt x="18539" y="577"/>
                  </a:lnTo>
                  <a:cubicBezTo>
                    <a:pt x="18719" y="577"/>
                    <a:pt x="18864" y="469"/>
                    <a:pt x="18864" y="289"/>
                  </a:cubicBezTo>
                  <a:cubicBezTo>
                    <a:pt x="18864" y="108"/>
                    <a:pt x="18719" y="0"/>
                    <a:pt x="185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0" name="Google Shape;2540;g312bfb4b743_5_798"/>
            <p:cNvSpPr/>
            <p:nvPr/>
          </p:nvSpPr>
          <p:spPr>
            <a:xfrm>
              <a:off x="4743225" y="3813275"/>
              <a:ext cx="174050" cy="14450"/>
            </a:xfrm>
            <a:custGeom>
              <a:avLst/>
              <a:gdLst/>
              <a:ahLst/>
              <a:cxnLst/>
              <a:rect l="l" t="t" r="r" b="b"/>
              <a:pathLst>
                <a:path w="6962" h="578" extrusionOk="0">
                  <a:moveTo>
                    <a:pt x="289" y="0"/>
                  </a:moveTo>
                  <a:cubicBezTo>
                    <a:pt x="145" y="0"/>
                    <a:pt x="0" y="108"/>
                    <a:pt x="0" y="289"/>
                  </a:cubicBezTo>
                  <a:cubicBezTo>
                    <a:pt x="0" y="469"/>
                    <a:pt x="145" y="577"/>
                    <a:pt x="289" y="577"/>
                  </a:cubicBezTo>
                  <a:lnTo>
                    <a:pt x="6673" y="577"/>
                  </a:lnTo>
                  <a:cubicBezTo>
                    <a:pt x="6853" y="577"/>
                    <a:pt x="6961" y="469"/>
                    <a:pt x="6961" y="289"/>
                  </a:cubicBezTo>
                  <a:cubicBezTo>
                    <a:pt x="6961" y="108"/>
                    <a:pt x="6853" y="0"/>
                    <a:pt x="66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1" name="Google Shape;2541;g312bfb4b743_5_798"/>
            <p:cNvSpPr/>
            <p:nvPr/>
          </p:nvSpPr>
          <p:spPr>
            <a:xfrm>
              <a:off x="5445625" y="3896225"/>
              <a:ext cx="94700" cy="15350"/>
            </a:xfrm>
            <a:custGeom>
              <a:avLst/>
              <a:gdLst/>
              <a:ahLst/>
              <a:cxnLst/>
              <a:rect l="l" t="t" r="r" b="b"/>
              <a:pathLst>
                <a:path w="3788" h="614" extrusionOk="0">
                  <a:moveTo>
                    <a:pt x="289" y="0"/>
                  </a:moveTo>
                  <a:cubicBezTo>
                    <a:pt x="145" y="0"/>
                    <a:pt x="1" y="145"/>
                    <a:pt x="1" y="289"/>
                  </a:cubicBezTo>
                  <a:cubicBezTo>
                    <a:pt x="1" y="469"/>
                    <a:pt x="145" y="613"/>
                    <a:pt x="289" y="613"/>
                  </a:cubicBezTo>
                  <a:lnTo>
                    <a:pt x="3463" y="613"/>
                  </a:lnTo>
                  <a:cubicBezTo>
                    <a:pt x="3643" y="613"/>
                    <a:pt x="3788" y="469"/>
                    <a:pt x="3788" y="289"/>
                  </a:cubicBezTo>
                  <a:cubicBezTo>
                    <a:pt x="3788" y="145"/>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2" name="Google Shape;2542;g312bfb4b743_5_798"/>
            <p:cNvSpPr/>
            <p:nvPr/>
          </p:nvSpPr>
          <p:spPr>
            <a:xfrm>
              <a:off x="5221125" y="3896225"/>
              <a:ext cx="174025" cy="15350"/>
            </a:xfrm>
            <a:custGeom>
              <a:avLst/>
              <a:gdLst/>
              <a:ahLst/>
              <a:cxnLst/>
              <a:rect l="l" t="t" r="r" b="b"/>
              <a:pathLst>
                <a:path w="6961" h="614" extrusionOk="0">
                  <a:moveTo>
                    <a:pt x="289" y="0"/>
                  </a:moveTo>
                  <a:cubicBezTo>
                    <a:pt x="144" y="0"/>
                    <a:pt x="0" y="145"/>
                    <a:pt x="0" y="289"/>
                  </a:cubicBezTo>
                  <a:cubicBezTo>
                    <a:pt x="0" y="469"/>
                    <a:pt x="144" y="613"/>
                    <a:pt x="289" y="613"/>
                  </a:cubicBezTo>
                  <a:lnTo>
                    <a:pt x="6672" y="613"/>
                  </a:lnTo>
                  <a:cubicBezTo>
                    <a:pt x="6817" y="613"/>
                    <a:pt x="6961" y="469"/>
                    <a:pt x="6961" y="289"/>
                  </a:cubicBezTo>
                  <a:cubicBezTo>
                    <a:pt x="6961" y="145"/>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3" name="Google Shape;2543;g312bfb4b743_5_798"/>
            <p:cNvSpPr/>
            <p:nvPr/>
          </p:nvSpPr>
          <p:spPr>
            <a:xfrm>
              <a:off x="4743225" y="3896225"/>
              <a:ext cx="384150" cy="15350"/>
            </a:xfrm>
            <a:custGeom>
              <a:avLst/>
              <a:gdLst/>
              <a:ahLst/>
              <a:cxnLst/>
              <a:rect l="l" t="t" r="r" b="b"/>
              <a:pathLst>
                <a:path w="15366" h="614" extrusionOk="0">
                  <a:moveTo>
                    <a:pt x="289" y="0"/>
                  </a:moveTo>
                  <a:cubicBezTo>
                    <a:pt x="145" y="0"/>
                    <a:pt x="0" y="145"/>
                    <a:pt x="0" y="289"/>
                  </a:cubicBezTo>
                  <a:cubicBezTo>
                    <a:pt x="0" y="469"/>
                    <a:pt x="145" y="613"/>
                    <a:pt x="289" y="613"/>
                  </a:cubicBezTo>
                  <a:lnTo>
                    <a:pt x="15077" y="613"/>
                  </a:lnTo>
                  <a:cubicBezTo>
                    <a:pt x="15221" y="613"/>
                    <a:pt x="15365" y="469"/>
                    <a:pt x="15365" y="289"/>
                  </a:cubicBezTo>
                  <a:cubicBezTo>
                    <a:pt x="15365" y="145"/>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4" name="Google Shape;2544;g312bfb4b743_5_798"/>
            <p:cNvSpPr/>
            <p:nvPr/>
          </p:nvSpPr>
          <p:spPr>
            <a:xfrm>
              <a:off x="5120125" y="3979175"/>
              <a:ext cx="420200" cy="15350"/>
            </a:xfrm>
            <a:custGeom>
              <a:avLst/>
              <a:gdLst/>
              <a:ahLst/>
              <a:cxnLst/>
              <a:rect l="l" t="t" r="r" b="b"/>
              <a:pathLst>
                <a:path w="16808" h="614" extrusionOk="0">
                  <a:moveTo>
                    <a:pt x="289" y="1"/>
                  </a:moveTo>
                  <a:cubicBezTo>
                    <a:pt x="109" y="1"/>
                    <a:pt x="1" y="145"/>
                    <a:pt x="1" y="325"/>
                  </a:cubicBezTo>
                  <a:cubicBezTo>
                    <a:pt x="1" y="469"/>
                    <a:pt x="109" y="614"/>
                    <a:pt x="289" y="614"/>
                  </a:cubicBezTo>
                  <a:lnTo>
                    <a:pt x="16483" y="614"/>
                  </a:lnTo>
                  <a:cubicBezTo>
                    <a:pt x="16663" y="614"/>
                    <a:pt x="16808" y="469"/>
                    <a:pt x="16808" y="325"/>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5" name="Google Shape;2545;g312bfb4b743_5_798"/>
            <p:cNvSpPr/>
            <p:nvPr/>
          </p:nvSpPr>
          <p:spPr>
            <a:xfrm>
              <a:off x="4743225" y="3979175"/>
              <a:ext cx="304800" cy="15350"/>
            </a:xfrm>
            <a:custGeom>
              <a:avLst/>
              <a:gdLst/>
              <a:ahLst/>
              <a:cxnLst/>
              <a:rect l="l" t="t" r="r" b="b"/>
              <a:pathLst>
                <a:path w="12192" h="614" extrusionOk="0">
                  <a:moveTo>
                    <a:pt x="289" y="1"/>
                  </a:moveTo>
                  <a:cubicBezTo>
                    <a:pt x="145" y="1"/>
                    <a:pt x="0" y="145"/>
                    <a:pt x="0" y="325"/>
                  </a:cubicBezTo>
                  <a:cubicBezTo>
                    <a:pt x="0" y="469"/>
                    <a:pt x="145" y="614"/>
                    <a:pt x="289" y="614"/>
                  </a:cubicBezTo>
                  <a:lnTo>
                    <a:pt x="11903" y="614"/>
                  </a:lnTo>
                  <a:cubicBezTo>
                    <a:pt x="12047" y="614"/>
                    <a:pt x="12191" y="469"/>
                    <a:pt x="12191" y="325"/>
                  </a:cubicBezTo>
                  <a:cubicBezTo>
                    <a:pt x="12191" y="145"/>
                    <a:pt x="12047" y="1"/>
                    <a:pt x="119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6" name="Google Shape;2546;g312bfb4b743_5_798"/>
            <p:cNvSpPr/>
            <p:nvPr/>
          </p:nvSpPr>
          <p:spPr>
            <a:xfrm>
              <a:off x="5350950" y="4062125"/>
              <a:ext cx="189375" cy="15350"/>
            </a:xfrm>
            <a:custGeom>
              <a:avLst/>
              <a:gdLst/>
              <a:ahLst/>
              <a:cxnLst/>
              <a:rect l="l" t="t" r="r" b="b"/>
              <a:pathLst>
                <a:path w="7575" h="614" extrusionOk="0">
                  <a:moveTo>
                    <a:pt x="325" y="1"/>
                  </a:moveTo>
                  <a:cubicBezTo>
                    <a:pt x="145" y="1"/>
                    <a:pt x="1" y="145"/>
                    <a:pt x="1" y="325"/>
                  </a:cubicBezTo>
                  <a:cubicBezTo>
                    <a:pt x="1" y="470"/>
                    <a:pt x="145" y="614"/>
                    <a:pt x="325" y="614"/>
                  </a:cubicBezTo>
                  <a:lnTo>
                    <a:pt x="7250" y="614"/>
                  </a:lnTo>
                  <a:cubicBezTo>
                    <a:pt x="7430" y="614"/>
                    <a:pt x="7575" y="470"/>
                    <a:pt x="7575" y="325"/>
                  </a:cubicBezTo>
                  <a:cubicBezTo>
                    <a:pt x="7575" y="145"/>
                    <a:pt x="7430"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7" name="Google Shape;2547;g312bfb4b743_5_798"/>
            <p:cNvSpPr/>
            <p:nvPr/>
          </p:nvSpPr>
          <p:spPr>
            <a:xfrm>
              <a:off x="4917250" y="4062125"/>
              <a:ext cx="376925" cy="15350"/>
            </a:xfrm>
            <a:custGeom>
              <a:avLst/>
              <a:gdLst/>
              <a:ahLst/>
              <a:cxnLst/>
              <a:rect l="l" t="t" r="r" b="b"/>
              <a:pathLst>
                <a:path w="15077" h="614" extrusionOk="0">
                  <a:moveTo>
                    <a:pt x="289" y="1"/>
                  </a:moveTo>
                  <a:cubicBezTo>
                    <a:pt x="109" y="1"/>
                    <a:pt x="0" y="145"/>
                    <a:pt x="0" y="325"/>
                  </a:cubicBezTo>
                  <a:cubicBezTo>
                    <a:pt x="0" y="470"/>
                    <a:pt x="109" y="614"/>
                    <a:pt x="289" y="614"/>
                  </a:cubicBezTo>
                  <a:lnTo>
                    <a:pt x="14752" y="614"/>
                  </a:lnTo>
                  <a:cubicBezTo>
                    <a:pt x="14932" y="614"/>
                    <a:pt x="15076" y="470"/>
                    <a:pt x="15076" y="325"/>
                  </a:cubicBezTo>
                  <a:cubicBezTo>
                    <a:pt x="15076" y="145"/>
                    <a:pt x="14932" y="1"/>
                    <a:pt x="147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8" name="Google Shape;2548;g312bfb4b743_5_798"/>
            <p:cNvSpPr/>
            <p:nvPr/>
          </p:nvSpPr>
          <p:spPr>
            <a:xfrm>
              <a:off x="4743225" y="4062125"/>
              <a:ext cx="109125" cy="15350"/>
            </a:xfrm>
            <a:custGeom>
              <a:avLst/>
              <a:gdLst/>
              <a:ahLst/>
              <a:cxnLst/>
              <a:rect l="l" t="t" r="r" b="b"/>
              <a:pathLst>
                <a:path w="4365" h="614" extrusionOk="0">
                  <a:moveTo>
                    <a:pt x="289" y="1"/>
                  </a:moveTo>
                  <a:cubicBezTo>
                    <a:pt x="145" y="1"/>
                    <a:pt x="0" y="145"/>
                    <a:pt x="0" y="325"/>
                  </a:cubicBezTo>
                  <a:cubicBezTo>
                    <a:pt x="0" y="470"/>
                    <a:pt x="145" y="614"/>
                    <a:pt x="289" y="614"/>
                  </a:cubicBezTo>
                  <a:lnTo>
                    <a:pt x="4076" y="614"/>
                  </a:lnTo>
                  <a:cubicBezTo>
                    <a:pt x="4220" y="614"/>
                    <a:pt x="4365" y="470"/>
                    <a:pt x="4365" y="325"/>
                  </a:cubicBezTo>
                  <a:cubicBezTo>
                    <a:pt x="4365" y="145"/>
                    <a:pt x="4220" y="1"/>
                    <a:pt x="4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9" name="Google Shape;2549;g312bfb4b743_5_798"/>
            <p:cNvSpPr/>
            <p:nvPr/>
          </p:nvSpPr>
          <p:spPr>
            <a:xfrm>
              <a:off x="5068725" y="4135175"/>
              <a:ext cx="471600" cy="15350"/>
            </a:xfrm>
            <a:custGeom>
              <a:avLst/>
              <a:gdLst/>
              <a:ahLst/>
              <a:cxnLst/>
              <a:rect l="l" t="t" r="r" b="b"/>
              <a:pathLst>
                <a:path w="18864" h="614" extrusionOk="0">
                  <a:moveTo>
                    <a:pt x="325" y="0"/>
                  </a:moveTo>
                  <a:cubicBezTo>
                    <a:pt x="145" y="0"/>
                    <a:pt x="1" y="144"/>
                    <a:pt x="1" y="325"/>
                  </a:cubicBezTo>
                  <a:cubicBezTo>
                    <a:pt x="1" y="469"/>
                    <a:pt x="145" y="613"/>
                    <a:pt x="325" y="613"/>
                  </a:cubicBezTo>
                  <a:lnTo>
                    <a:pt x="18539" y="613"/>
                  </a:lnTo>
                  <a:cubicBezTo>
                    <a:pt x="18719" y="613"/>
                    <a:pt x="18864" y="469"/>
                    <a:pt x="18864" y="325"/>
                  </a:cubicBezTo>
                  <a:cubicBezTo>
                    <a:pt x="18864" y="144"/>
                    <a:pt x="18719" y="0"/>
                    <a:pt x="185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0" name="Google Shape;2550;g312bfb4b743_5_798"/>
            <p:cNvSpPr/>
            <p:nvPr/>
          </p:nvSpPr>
          <p:spPr>
            <a:xfrm>
              <a:off x="4743225" y="4135175"/>
              <a:ext cx="174050" cy="15350"/>
            </a:xfrm>
            <a:custGeom>
              <a:avLst/>
              <a:gdLst/>
              <a:ahLst/>
              <a:cxnLst/>
              <a:rect l="l" t="t" r="r" b="b"/>
              <a:pathLst>
                <a:path w="6962" h="614" extrusionOk="0">
                  <a:moveTo>
                    <a:pt x="289" y="0"/>
                  </a:moveTo>
                  <a:cubicBezTo>
                    <a:pt x="145" y="0"/>
                    <a:pt x="0" y="144"/>
                    <a:pt x="0" y="325"/>
                  </a:cubicBezTo>
                  <a:cubicBezTo>
                    <a:pt x="0" y="469"/>
                    <a:pt x="145" y="613"/>
                    <a:pt x="289" y="613"/>
                  </a:cubicBezTo>
                  <a:lnTo>
                    <a:pt x="6673" y="613"/>
                  </a:lnTo>
                  <a:cubicBezTo>
                    <a:pt x="6853" y="613"/>
                    <a:pt x="6961" y="469"/>
                    <a:pt x="6961" y="325"/>
                  </a:cubicBezTo>
                  <a:cubicBezTo>
                    <a:pt x="6961" y="144"/>
                    <a:pt x="6853" y="0"/>
                    <a:pt x="66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1" name="Google Shape;2551;g312bfb4b743_5_798"/>
            <p:cNvSpPr/>
            <p:nvPr/>
          </p:nvSpPr>
          <p:spPr>
            <a:xfrm>
              <a:off x="5445625" y="4218125"/>
              <a:ext cx="94700" cy="15350"/>
            </a:xfrm>
            <a:custGeom>
              <a:avLst/>
              <a:gdLst/>
              <a:ahLst/>
              <a:cxnLst/>
              <a:rect l="l" t="t" r="r" b="b"/>
              <a:pathLst>
                <a:path w="3788" h="614" extrusionOk="0">
                  <a:moveTo>
                    <a:pt x="289" y="0"/>
                  </a:moveTo>
                  <a:cubicBezTo>
                    <a:pt x="145" y="0"/>
                    <a:pt x="1" y="145"/>
                    <a:pt x="1" y="325"/>
                  </a:cubicBezTo>
                  <a:cubicBezTo>
                    <a:pt x="1" y="469"/>
                    <a:pt x="145" y="613"/>
                    <a:pt x="289" y="613"/>
                  </a:cubicBezTo>
                  <a:lnTo>
                    <a:pt x="3463" y="613"/>
                  </a:lnTo>
                  <a:cubicBezTo>
                    <a:pt x="3643" y="613"/>
                    <a:pt x="3788" y="469"/>
                    <a:pt x="3788" y="325"/>
                  </a:cubicBezTo>
                  <a:cubicBezTo>
                    <a:pt x="3788" y="145"/>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2" name="Google Shape;2552;g312bfb4b743_5_798"/>
            <p:cNvSpPr/>
            <p:nvPr/>
          </p:nvSpPr>
          <p:spPr>
            <a:xfrm>
              <a:off x="5221125" y="4218125"/>
              <a:ext cx="174025" cy="15350"/>
            </a:xfrm>
            <a:custGeom>
              <a:avLst/>
              <a:gdLst/>
              <a:ahLst/>
              <a:cxnLst/>
              <a:rect l="l" t="t" r="r" b="b"/>
              <a:pathLst>
                <a:path w="6961" h="614" extrusionOk="0">
                  <a:moveTo>
                    <a:pt x="289" y="0"/>
                  </a:moveTo>
                  <a:cubicBezTo>
                    <a:pt x="144" y="0"/>
                    <a:pt x="0" y="145"/>
                    <a:pt x="0" y="325"/>
                  </a:cubicBezTo>
                  <a:cubicBezTo>
                    <a:pt x="0" y="469"/>
                    <a:pt x="144" y="613"/>
                    <a:pt x="289" y="613"/>
                  </a:cubicBezTo>
                  <a:lnTo>
                    <a:pt x="6672" y="613"/>
                  </a:lnTo>
                  <a:cubicBezTo>
                    <a:pt x="6817" y="613"/>
                    <a:pt x="6961" y="469"/>
                    <a:pt x="6961" y="325"/>
                  </a:cubicBezTo>
                  <a:cubicBezTo>
                    <a:pt x="6961" y="145"/>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3" name="Google Shape;2553;g312bfb4b743_5_798"/>
            <p:cNvSpPr/>
            <p:nvPr/>
          </p:nvSpPr>
          <p:spPr>
            <a:xfrm>
              <a:off x="4743225" y="4218125"/>
              <a:ext cx="384150" cy="15350"/>
            </a:xfrm>
            <a:custGeom>
              <a:avLst/>
              <a:gdLst/>
              <a:ahLst/>
              <a:cxnLst/>
              <a:rect l="l" t="t" r="r" b="b"/>
              <a:pathLst>
                <a:path w="15366" h="614" extrusionOk="0">
                  <a:moveTo>
                    <a:pt x="289" y="0"/>
                  </a:moveTo>
                  <a:cubicBezTo>
                    <a:pt x="145" y="0"/>
                    <a:pt x="0" y="145"/>
                    <a:pt x="0" y="325"/>
                  </a:cubicBezTo>
                  <a:cubicBezTo>
                    <a:pt x="0" y="469"/>
                    <a:pt x="145" y="613"/>
                    <a:pt x="289" y="613"/>
                  </a:cubicBezTo>
                  <a:lnTo>
                    <a:pt x="15077" y="613"/>
                  </a:lnTo>
                  <a:cubicBezTo>
                    <a:pt x="15221" y="613"/>
                    <a:pt x="15365" y="469"/>
                    <a:pt x="15365" y="325"/>
                  </a:cubicBezTo>
                  <a:cubicBezTo>
                    <a:pt x="15365" y="145"/>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4" name="Google Shape;2554;g312bfb4b743_5_798"/>
            <p:cNvSpPr/>
            <p:nvPr/>
          </p:nvSpPr>
          <p:spPr>
            <a:xfrm>
              <a:off x="5120125" y="4301975"/>
              <a:ext cx="420200" cy="14450"/>
            </a:xfrm>
            <a:custGeom>
              <a:avLst/>
              <a:gdLst/>
              <a:ahLst/>
              <a:cxnLst/>
              <a:rect l="l" t="t" r="r" b="b"/>
              <a:pathLst>
                <a:path w="16808" h="578" extrusionOk="0">
                  <a:moveTo>
                    <a:pt x="289" y="1"/>
                  </a:moveTo>
                  <a:cubicBezTo>
                    <a:pt x="109" y="1"/>
                    <a:pt x="1" y="109"/>
                    <a:pt x="1" y="289"/>
                  </a:cubicBezTo>
                  <a:cubicBezTo>
                    <a:pt x="1" y="469"/>
                    <a:pt x="109" y="578"/>
                    <a:pt x="289" y="578"/>
                  </a:cubicBezTo>
                  <a:lnTo>
                    <a:pt x="16483" y="578"/>
                  </a:lnTo>
                  <a:cubicBezTo>
                    <a:pt x="16663" y="578"/>
                    <a:pt x="16808" y="469"/>
                    <a:pt x="16808" y="289"/>
                  </a:cubicBezTo>
                  <a:cubicBezTo>
                    <a:pt x="16808" y="109"/>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5" name="Google Shape;2555;g312bfb4b743_5_798"/>
            <p:cNvSpPr/>
            <p:nvPr/>
          </p:nvSpPr>
          <p:spPr>
            <a:xfrm>
              <a:off x="4743225" y="4301975"/>
              <a:ext cx="304800" cy="14450"/>
            </a:xfrm>
            <a:custGeom>
              <a:avLst/>
              <a:gdLst/>
              <a:ahLst/>
              <a:cxnLst/>
              <a:rect l="l" t="t" r="r" b="b"/>
              <a:pathLst>
                <a:path w="12192" h="578" extrusionOk="0">
                  <a:moveTo>
                    <a:pt x="289" y="1"/>
                  </a:moveTo>
                  <a:cubicBezTo>
                    <a:pt x="145" y="1"/>
                    <a:pt x="0" y="109"/>
                    <a:pt x="0" y="289"/>
                  </a:cubicBezTo>
                  <a:cubicBezTo>
                    <a:pt x="0" y="469"/>
                    <a:pt x="145" y="578"/>
                    <a:pt x="289" y="578"/>
                  </a:cubicBezTo>
                  <a:lnTo>
                    <a:pt x="11903" y="578"/>
                  </a:lnTo>
                  <a:cubicBezTo>
                    <a:pt x="12047" y="578"/>
                    <a:pt x="12191" y="469"/>
                    <a:pt x="12191" y="289"/>
                  </a:cubicBezTo>
                  <a:cubicBezTo>
                    <a:pt x="12191" y="109"/>
                    <a:pt x="12047" y="1"/>
                    <a:pt x="119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6" name="Google Shape;2556;g312bfb4b743_5_798"/>
            <p:cNvSpPr/>
            <p:nvPr/>
          </p:nvSpPr>
          <p:spPr>
            <a:xfrm>
              <a:off x="5445625" y="4457975"/>
              <a:ext cx="94700" cy="15350"/>
            </a:xfrm>
            <a:custGeom>
              <a:avLst/>
              <a:gdLst/>
              <a:ahLst/>
              <a:cxnLst/>
              <a:rect l="l" t="t" r="r" b="b"/>
              <a:pathLst>
                <a:path w="3788" h="614" extrusionOk="0">
                  <a:moveTo>
                    <a:pt x="289" y="0"/>
                  </a:moveTo>
                  <a:cubicBezTo>
                    <a:pt x="145" y="0"/>
                    <a:pt x="1" y="144"/>
                    <a:pt x="1" y="289"/>
                  </a:cubicBezTo>
                  <a:cubicBezTo>
                    <a:pt x="1" y="469"/>
                    <a:pt x="145" y="613"/>
                    <a:pt x="289" y="613"/>
                  </a:cubicBezTo>
                  <a:lnTo>
                    <a:pt x="3463" y="613"/>
                  </a:lnTo>
                  <a:cubicBezTo>
                    <a:pt x="3643" y="613"/>
                    <a:pt x="3788" y="469"/>
                    <a:pt x="3788" y="289"/>
                  </a:cubicBezTo>
                  <a:cubicBezTo>
                    <a:pt x="3788" y="144"/>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7" name="Google Shape;2557;g312bfb4b743_5_798"/>
            <p:cNvSpPr/>
            <p:nvPr/>
          </p:nvSpPr>
          <p:spPr>
            <a:xfrm>
              <a:off x="5221125" y="4457975"/>
              <a:ext cx="174025" cy="15350"/>
            </a:xfrm>
            <a:custGeom>
              <a:avLst/>
              <a:gdLst/>
              <a:ahLst/>
              <a:cxnLst/>
              <a:rect l="l" t="t" r="r" b="b"/>
              <a:pathLst>
                <a:path w="6961" h="614" extrusionOk="0">
                  <a:moveTo>
                    <a:pt x="289" y="0"/>
                  </a:moveTo>
                  <a:cubicBezTo>
                    <a:pt x="144" y="0"/>
                    <a:pt x="0" y="144"/>
                    <a:pt x="0" y="289"/>
                  </a:cubicBezTo>
                  <a:cubicBezTo>
                    <a:pt x="0" y="469"/>
                    <a:pt x="144" y="613"/>
                    <a:pt x="289" y="613"/>
                  </a:cubicBezTo>
                  <a:lnTo>
                    <a:pt x="6672" y="613"/>
                  </a:lnTo>
                  <a:cubicBezTo>
                    <a:pt x="6817" y="613"/>
                    <a:pt x="6961" y="469"/>
                    <a:pt x="6961" y="289"/>
                  </a:cubicBezTo>
                  <a:cubicBezTo>
                    <a:pt x="6961" y="144"/>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8" name="Google Shape;2558;g312bfb4b743_5_798"/>
            <p:cNvSpPr/>
            <p:nvPr/>
          </p:nvSpPr>
          <p:spPr>
            <a:xfrm>
              <a:off x="4743225" y="4457975"/>
              <a:ext cx="384150" cy="15350"/>
            </a:xfrm>
            <a:custGeom>
              <a:avLst/>
              <a:gdLst/>
              <a:ahLst/>
              <a:cxnLst/>
              <a:rect l="l" t="t" r="r" b="b"/>
              <a:pathLst>
                <a:path w="15366" h="614" extrusionOk="0">
                  <a:moveTo>
                    <a:pt x="289" y="0"/>
                  </a:moveTo>
                  <a:cubicBezTo>
                    <a:pt x="145" y="0"/>
                    <a:pt x="0" y="144"/>
                    <a:pt x="0" y="289"/>
                  </a:cubicBezTo>
                  <a:cubicBezTo>
                    <a:pt x="0" y="469"/>
                    <a:pt x="145" y="613"/>
                    <a:pt x="289" y="613"/>
                  </a:cubicBezTo>
                  <a:lnTo>
                    <a:pt x="15077" y="613"/>
                  </a:lnTo>
                  <a:cubicBezTo>
                    <a:pt x="15221" y="613"/>
                    <a:pt x="15365" y="469"/>
                    <a:pt x="15365" y="289"/>
                  </a:cubicBezTo>
                  <a:cubicBezTo>
                    <a:pt x="15365" y="144"/>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9" name="Google Shape;2559;g312bfb4b743_5_798"/>
            <p:cNvSpPr/>
            <p:nvPr/>
          </p:nvSpPr>
          <p:spPr>
            <a:xfrm>
              <a:off x="5120125" y="4540925"/>
              <a:ext cx="420200" cy="15350"/>
            </a:xfrm>
            <a:custGeom>
              <a:avLst/>
              <a:gdLst/>
              <a:ahLst/>
              <a:cxnLst/>
              <a:rect l="l" t="t" r="r" b="b"/>
              <a:pathLst>
                <a:path w="16808" h="614" extrusionOk="0">
                  <a:moveTo>
                    <a:pt x="289" y="0"/>
                  </a:moveTo>
                  <a:cubicBezTo>
                    <a:pt x="109" y="0"/>
                    <a:pt x="1" y="145"/>
                    <a:pt x="1" y="325"/>
                  </a:cubicBezTo>
                  <a:cubicBezTo>
                    <a:pt x="1" y="469"/>
                    <a:pt x="109" y="613"/>
                    <a:pt x="289" y="613"/>
                  </a:cubicBezTo>
                  <a:lnTo>
                    <a:pt x="16483" y="613"/>
                  </a:lnTo>
                  <a:cubicBezTo>
                    <a:pt x="16663" y="613"/>
                    <a:pt x="16808" y="469"/>
                    <a:pt x="16808" y="325"/>
                  </a:cubicBezTo>
                  <a:cubicBezTo>
                    <a:pt x="16808" y="145"/>
                    <a:pt x="16663" y="0"/>
                    <a:pt x="164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0" name="Google Shape;2560;g312bfb4b743_5_798"/>
            <p:cNvSpPr/>
            <p:nvPr/>
          </p:nvSpPr>
          <p:spPr>
            <a:xfrm>
              <a:off x="4743225" y="4540925"/>
              <a:ext cx="304800" cy="15350"/>
            </a:xfrm>
            <a:custGeom>
              <a:avLst/>
              <a:gdLst/>
              <a:ahLst/>
              <a:cxnLst/>
              <a:rect l="l" t="t" r="r" b="b"/>
              <a:pathLst>
                <a:path w="12192" h="614" extrusionOk="0">
                  <a:moveTo>
                    <a:pt x="289" y="0"/>
                  </a:moveTo>
                  <a:cubicBezTo>
                    <a:pt x="145" y="0"/>
                    <a:pt x="0" y="145"/>
                    <a:pt x="0" y="325"/>
                  </a:cubicBezTo>
                  <a:cubicBezTo>
                    <a:pt x="0" y="469"/>
                    <a:pt x="145" y="613"/>
                    <a:pt x="289" y="613"/>
                  </a:cubicBezTo>
                  <a:lnTo>
                    <a:pt x="11903" y="613"/>
                  </a:lnTo>
                  <a:cubicBezTo>
                    <a:pt x="12047" y="613"/>
                    <a:pt x="12191" y="469"/>
                    <a:pt x="12191" y="325"/>
                  </a:cubicBezTo>
                  <a:cubicBezTo>
                    <a:pt x="12191" y="145"/>
                    <a:pt x="12047" y="0"/>
                    <a:pt x="119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1" name="Google Shape;2561;g312bfb4b743_5_798"/>
            <p:cNvSpPr/>
            <p:nvPr/>
          </p:nvSpPr>
          <p:spPr>
            <a:xfrm>
              <a:off x="5350950" y="4623875"/>
              <a:ext cx="189375" cy="15350"/>
            </a:xfrm>
            <a:custGeom>
              <a:avLst/>
              <a:gdLst/>
              <a:ahLst/>
              <a:cxnLst/>
              <a:rect l="l" t="t" r="r" b="b"/>
              <a:pathLst>
                <a:path w="7575" h="614" extrusionOk="0">
                  <a:moveTo>
                    <a:pt x="325" y="1"/>
                  </a:moveTo>
                  <a:cubicBezTo>
                    <a:pt x="145" y="1"/>
                    <a:pt x="1" y="145"/>
                    <a:pt x="1" y="325"/>
                  </a:cubicBezTo>
                  <a:cubicBezTo>
                    <a:pt x="1" y="469"/>
                    <a:pt x="145" y="614"/>
                    <a:pt x="325" y="614"/>
                  </a:cubicBezTo>
                  <a:lnTo>
                    <a:pt x="7250" y="614"/>
                  </a:lnTo>
                  <a:cubicBezTo>
                    <a:pt x="7430" y="614"/>
                    <a:pt x="7575" y="469"/>
                    <a:pt x="7575" y="325"/>
                  </a:cubicBezTo>
                  <a:cubicBezTo>
                    <a:pt x="7575" y="145"/>
                    <a:pt x="7430" y="1"/>
                    <a:pt x="7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2" name="Google Shape;2562;g312bfb4b743_5_798"/>
            <p:cNvSpPr/>
            <p:nvPr/>
          </p:nvSpPr>
          <p:spPr>
            <a:xfrm>
              <a:off x="4917250" y="4623875"/>
              <a:ext cx="376925" cy="15350"/>
            </a:xfrm>
            <a:custGeom>
              <a:avLst/>
              <a:gdLst/>
              <a:ahLst/>
              <a:cxnLst/>
              <a:rect l="l" t="t" r="r" b="b"/>
              <a:pathLst>
                <a:path w="15077" h="614" extrusionOk="0">
                  <a:moveTo>
                    <a:pt x="289" y="1"/>
                  </a:moveTo>
                  <a:cubicBezTo>
                    <a:pt x="109" y="1"/>
                    <a:pt x="0" y="145"/>
                    <a:pt x="0" y="325"/>
                  </a:cubicBezTo>
                  <a:cubicBezTo>
                    <a:pt x="0" y="469"/>
                    <a:pt x="109" y="614"/>
                    <a:pt x="289" y="614"/>
                  </a:cubicBezTo>
                  <a:lnTo>
                    <a:pt x="14752" y="614"/>
                  </a:lnTo>
                  <a:cubicBezTo>
                    <a:pt x="14932" y="614"/>
                    <a:pt x="15076" y="469"/>
                    <a:pt x="15076" y="325"/>
                  </a:cubicBezTo>
                  <a:cubicBezTo>
                    <a:pt x="15076" y="145"/>
                    <a:pt x="14932" y="1"/>
                    <a:pt x="147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3" name="Google Shape;2563;g312bfb4b743_5_798"/>
            <p:cNvSpPr/>
            <p:nvPr/>
          </p:nvSpPr>
          <p:spPr>
            <a:xfrm>
              <a:off x="4743225" y="4623875"/>
              <a:ext cx="109125" cy="15350"/>
            </a:xfrm>
            <a:custGeom>
              <a:avLst/>
              <a:gdLst/>
              <a:ahLst/>
              <a:cxnLst/>
              <a:rect l="l" t="t" r="r" b="b"/>
              <a:pathLst>
                <a:path w="4365" h="614" extrusionOk="0">
                  <a:moveTo>
                    <a:pt x="289" y="1"/>
                  </a:moveTo>
                  <a:cubicBezTo>
                    <a:pt x="145" y="1"/>
                    <a:pt x="0" y="145"/>
                    <a:pt x="0" y="325"/>
                  </a:cubicBezTo>
                  <a:cubicBezTo>
                    <a:pt x="0" y="469"/>
                    <a:pt x="145" y="614"/>
                    <a:pt x="289" y="614"/>
                  </a:cubicBezTo>
                  <a:lnTo>
                    <a:pt x="4076" y="614"/>
                  </a:lnTo>
                  <a:cubicBezTo>
                    <a:pt x="4220" y="614"/>
                    <a:pt x="4365" y="469"/>
                    <a:pt x="4365" y="325"/>
                  </a:cubicBezTo>
                  <a:cubicBezTo>
                    <a:pt x="4365" y="145"/>
                    <a:pt x="4220" y="1"/>
                    <a:pt x="4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4" name="Google Shape;2564;g312bfb4b743_5_798"/>
            <p:cNvSpPr/>
            <p:nvPr/>
          </p:nvSpPr>
          <p:spPr>
            <a:xfrm>
              <a:off x="5068725" y="4696900"/>
              <a:ext cx="471600" cy="15375"/>
            </a:xfrm>
            <a:custGeom>
              <a:avLst/>
              <a:gdLst/>
              <a:ahLst/>
              <a:cxnLst/>
              <a:rect l="l" t="t" r="r" b="b"/>
              <a:pathLst>
                <a:path w="18864" h="615" extrusionOk="0">
                  <a:moveTo>
                    <a:pt x="325" y="1"/>
                  </a:moveTo>
                  <a:cubicBezTo>
                    <a:pt x="145" y="1"/>
                    <a:pt x="1" y="145"/>
                    <a:pt x="1" y="289"/>
                  </a:cubicBezTo>
                  <a:cubicBezTo>
                    <a:pt x="1" y="470"/>
                    <a:pt x="145" y="614"/>
                    <a:pt x="325" y="614"/>
                  </a:cubicBezTo>
                  <a:lnTo>
                    <a:pt x="18539" y="614"/>
                  </a:lnTo>
                  <a:cubicBezTo>
                    <a:pt x="18719" y="614"/>
                    <a:pt x="18864" y="470"/>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5" name="Google Shape;2565;g312bfb4b743_5_798"/>
            <p:cNvSpPr/>
            <p:nvPr/>
          </p:nvSpPr>
          <p:spPr>
            <a:xfrm>
              <a:off x="4743225" y="4696900"/>
              <a:ext cx="174050" cy="15375"/>
            </a:xfrm>
            <a:custGeom>
              <a:avLst/>
              <a:gdLst/>
              <a:ahLst/>
              <a:cxnLst/>
              <a:rect l="l" t="t" r="r" b="b"/>
              <a:pathLst>
                <a:path w="6962" h="615" extrusionOk="0">
                  <a:moveTo>
                    <a:pt x="289" y="1"/>
                  </a:moveTo>
                  <a:cubicBezTo>
                    <a:pt x="145" y="1"/>
                    <a:pt x="0" y="145"/>
                    <a:pt x="0" y="289"/>
                  </a:cubicBezTo>
                  <a:cubicBezTo>
                    <a:pt x="0" y="470"/>
                    <a:pt x="145" y="614"/>
                    <a:pt x="289" y="614"/>
                  </a:cubicBezTo>
                  <a:lnTo>
                    <a:pt x="6673" y="614"/>
                  </a:lnTo>
                  <a:cubicBezTo>
                    <a:pt x="6853" y="614"/>
                    <a:pt x="6961" y="470"/>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6" name="Google Shape;2566;g312bfb4b743_5_798"/>
            <p:cNvSpPr/>
            <p:nvPr/>
          </p:nvSpPr>
          <p:spPr>
            <a:xfrm>
              <a:off x="5445625" y="4779875"/>
              <a:ext cx="94700" cy="15350"/>
            </a:xfrm>
            <a:custGeom>
              <a:avLst/>
              <a:gdLst/>
              <a:ahLst/>
              <a:cxnLst/>
              <a:rect l="l" t="t" r="r" b="b"/>
              <a:pathLst>
                <a:path w="3788" h="614" extrusionOk="0">
                  <a:moveTo>
                    <a:pt x="289" y="0"/>
                  </a:moveTo>
                  <a:cubicBezTo>
                    <a:pt x="145" y="0"/>
                    <a:pt x="1" y="144"/>
                    <a:pt x="1" y="325"/>
                  </a:cubicBezTo>
                  <a:cubicBezTo>
                    <a:pt x="1" y="469"/>
                    <a:pt x="145" y="613"/>
                    <a:pt x="289" y="613"/>
                  </a:cubicBezTo>
                  <a:lnTo>
                    <a:pt x="3463" y="613"/>
                  </a:lnTo>
                  <a:cubicBezTo>
                    <a:pt x="3643" y="613"/>
                    <a:pt x="3788" y="469"/>
                    <a:pt x="3788" y="325"/>
                  </a:cubicBezTo>
                  <a:cubicBezTo>
                    <a:pt x="3788" y="144"/>
                    <a:pt x="3643" y="0"/>
                    <a:pt x="3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7" name="Google Shape;2567;g312bfb4b743_5_798"/>
            <p:cNvSpPr/>
            <p:nvPr/>
          </p:nvSpPr>
          <p:spPr>
            <a:xfrm>
              <a:off x="5221125" y="4779875"/>
              <a:ext cx="174025" cy="15350"/>
            </a:xfrm>
            <a:custGeom>
              <a:avLst/>
              <a:gdLst/>
              <a:ahLst/>
              <a:cxnLst/>
              <a:rect l="l" t="t" r="r" b="b"/>
              <a:pathLst>
                <a:path w="6961" h="614" extrusionOk="0">
                  <a:moveTo>
                    <a:pt x="289" y="0"/>
                  </a:moveTo>
                  <a:cubicBezTo>
                    <a:pt x="144" y="0"/>
                    <a:pt x="0" y="144"/>
                    <a:pt x="0" y="325"/>
                  </a:cubicBezTo>
                  <a:cubicBezTo>
                    <a:pt x="0" y="469"/>
                    <a:pt x="144" y="613"/>
                    <a:pt x="289" y="613"/>
                  </a:cubicBezTo>
                  <a:lnTo>
                    <a:pt x="6672" y="613"/>
                  </a:lnTo>
                  <a:cubicBezTo>
                    <a:pt x="6817" y="613"/>
                    <a:pt x="6961" y="469"/>
                    <a:pt x="6961" y="325"/>
                  </a:cubicBezTo>
                  <a:cubicBezTo>
                    <a:pt x="6961" y="144"/>
                    <a:pt x="6817" y="0"/>
                    <a:pt x="6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8" name="Google Shape;2568;g312bfb4b743_5_798"/>
            <p:cNvSpPr/>
            <p:nvPr/>
          </p:nvSpPr>
          <p:spPr>
            <a:xfrm>
              <a:off x="4743225" y="4779875"/>
              <a:ext cx="384150" cy="15350"/>
            </a:xfrm>
            <a:custGeom>
              <a:avLst/>
              <a:gdLst/>
              <a:ahLst/>
              <a:cxnLst/>
              <a:rect l="l" t="t" r="r" b="b"/>
              <a:pathLst>
                <a:path w="15366" h="614" extrusionOk="0">
                  <a:moveTo>
                    <a:pt x="289" y="0"/>
                  </a:moveTo>
                  <a:cubicBezTo>
                    <a:pt x="145" y="0"/>
                    <a:pt x="0" y="144"/>
                    <a:pt x="0" y="325"/>
                  </a:cubicBezTo>
                  <a:cubicBezTo>
                    <a:pt x="0" y="469"/>
                    <a:pt x="145" y="613"/>
                    <a:pt x="289" y="613"/>
                  </a:cubicBezTo>
                  <a:lnTo>
                    <a:pt x="15077" y="613"/>
                  </a:lnTo>
                  <a:cubicBezTo>
                    <a:pt x="15221" y="613"/>
                    <a:pt x="15365" y="469"/>
                    <a:pt x="15365" y="325"/>
                  </a:cubicBezTo>
                  <a:cubicBezTo>
                    <a:pt x="15365" y="144"/>
                    <a:pt x="15221" y="0"/>
                    <a:pt x="150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9" name="Google Shape;2569;g312bfb4b743_5_798"/>
            <p:cNvSpPr/>
            <p:nvPr/>
          </p:nvSpPr>
          <p:spPr>
            <a:xfrm>
              <a:off x="5619650" y="3718600"/>
              <a:ext cx="671775" cy="1228275"/>
            </a:xfrm>
            <a:custGeom>
              <a:avLst/>
              <a:gdLst/>
              <a:ahLst/>
              <a:cxnLst/>
              <a:rect l="l" t="t" r="r" b="b"/>
              <a:pathLst>
                <a:path w="26871" h="49131" extrusionOk="0">
                  <a:moveTo>
                    <a:pt x="17529" y="0"/>
                  </a:moveTo>
                  <a:cubicBezTo>
                    <a:pt x="17385" y="0"/>
                    <a:pt x="17277" y="108"/>
                    <a:pt x="17241" y="253"/>
                  </a:cubicBezTo>
                  <a:lnTo>
                    <a:pt x="12408" y="36428"/>
                  </a:lnTo>
                  <a:lnTo>
                    <a:pt x="8440" y="16302"/>
                  </a:lnTo>
                  <a:cubicBezTo>
                    <a:pt x="8404" y="16158"/>
                    <a:pt x="8296" y="16050"/>
                    <a:pt x="8152" y="16050"/>
                  </a:cubicBezTo>
                  <a:cubicBezTo>
                    <a:pt x="7972" y="16050"/>
                    <a:pt x="7863" y="16158"/>
                    <a:pt x="7863" y="16302"/>
                  </a:cubicBezTo>
                  <a:lnTo>
                    <a:pt x="4870" y="43569"/>
                  </a:lnTo>
                  <a:lnTo>
                    <a:pt x="2958" y="38159"/>
                  </a:lnTo>
                  <a:cubicBezTo>
                    <a:pt x="2927" y="38065"/>
                    <a:pt x="2815" y="37972"/>
                    <a:pt x="2691" y="37972"/>
                  </a:cubicBezTo>
                  <a:cubicBezTo>
                    <a:pt x="2672" y="37972"/>
                    <a:pt x="2653" y="37974"/>
                    <a:pt x="2634" y="37979"/>
                  </a:cubicBezTo>
                  <a:cubicBezTo>
                    <a:pt x="2525" y="37979"/>
                    <a:pt x="2417" y="38087"/>
                    <a:pt x="2381" y="38195"/>
                  </a:cubicBezTo>
                  <a:lnTo>
                    <a:pt x="37" y="48763"/>
                  </a:lnTo>
                  <a:cubicBezTo>
                    <a:pt x="1" y="48943"/>
                    <a:pt x="109" y="49087"/>
                    <a:pt x="253" y="49124"/>
                  </a:cubicBezTo>
                  <a:cubicBezTo>
                    <a:pt x="277" y="49128"/>
                    <a:pt x="300" y="49131"/>
                    <a:pt x="322" y="49131"/>
                  </a:cubicBezTo>
                  <a:cubicBezTo>
                    <a:pt x="470" y="49131"/>
                    <a:pt x="582" y="49032"/>
                    <a:pt x="614" y="48907"/>
                  </a:cubicBezTo>
                  <a:lnTo>
                    <a:pt x="2742" y="39349"/>
                  </a:lnTo>
                  <a:lnTo>
                    <a:pt x="4725" y="45012"/>
                  </a:lnTo>
                  <a:cubicBezTo>
                    <a:pt x="4798" y="45156"/>
                    <a:pt x="4906" y="45228"/>
                    <a:pt x="5050" y="45228"/>
                  </a:cubicBezTo>
                  <a:cubicBezTo>
                    <a:pt x="5194" y="45192"/>
                    <a:pt x="5303" y="45084"/>
                    <a:pt x="5303" y="44940"/>
                  </a:cubicBezTo>
                  <a:lnTo>
                    <a:pt x="8224" y="18358"/>
                  </a:lnTo>
                  <a:lnTo>
                    <a:pt x="12155" y="38339"/>
                  </a:lnTo>
                  <a:cubicBezTo>
                    <a:pt x="12191" y="38484"/>
                    <a:pt x="12300" y="38556"/>
                    <a:pt x="12444" y="38556"/>
                  </a:cubicBezTo>
                  <a:cubicBezTo>
                    <a:pt x="12624" y="38556"/>
                    <a:pt x="12732" y="38448"/>
                    <a:pt x="12732" y="38303"/>
                  </a:cubicBezTo>
                  <a:lnTo>
                    <a:pt x="17529" y="2633"/>
                  </a:lnTo>
                  <a:lnTo>
                    <a:pt x="22723" y="44182"/>
                  </a:lnTo>
                  <a:cubicBezTo>
                    <a:pt x="22723" y="44291"/>
                    <a:pt x="22831" y="44399"/>
                    <a:pt x="22975" y="44435"/>
                  </a:cubicBezTo>
                  <a:cubicBezTo>
                    <a:pt x="22995" y="44441"/>
                    <a:pt x="23015" y="44444"/>
                    <a:pt x="23036" y="44444"/>
                  </a:cubicBezTo>
                  <a:cubicBezTo>
                    <a:pt x="23131" y="44444"/>
                    <a:pt x="23234" y="44380"/>
                    <a:pt x="23264" y="44291"/>
                  </a:cubicBezTo>
                  <a:lnTo>
                    <a:pt x="25176" y="40792"/>
                  </a:lnTo>
                  <a:lnTo>
                    <a:pt x="26258" y="48474"/>
                  </a:lnTo>
                  <a:cubicBezTo>
                    <a:pt x="26258" y="48631"/>
                    <a:pt x="26367" y="48734"/>
                    <a:pt x="26514" y="48734"/>
                  </a:cubicBezTo>
                  <a:cubicBezTo>
                    <a:pt x="26536" y="48734"/>
                    <a:pt x="26559" y="48731"/>
                    <a:pt x="26582" y="48727"/>
                  </a:cubicBezTo>
                  <a:cubicBezTo>
                    <a:pt x="26726" y="48727"/>
                    <a:pt x="26871" y="48583"/>
                    <a:pt x="26835" y="48402"/>
                  </a:cubicBezTo>
                  <a:lnTo>
                    <a:pt x="25680" y="39782"/>
                  </a:lnTo>
                  <a:cubicBezTo>
                    <a:pt x="25644" y="39674"/>
                    <a:pt x="25536" y="39566"/>
                    <a:pt x="25428" y="39530"/>
                  </a:cubicBezTo>
                  <a:cubicBezTo>
                    <a:pt x="25284" y="39530"/>
                    <a:pt x="25176" y="39566"/>
                    <a:pt x="25103" y="39674"/>
                  </a:cubicBezTo>
                  <a:lnTo>
                    <a:pt x="23192" y="43172"/>
                  </a:lnTo>
                  <a:lnTo>
                    <a:pt x="17854" y="289"/>
                  </a:lnTo>
                  <a:cubicBezTo>
                    <a:pt x="17818" y="108"/>
                    <a:pt x="17710" y="0"/>
                    <a:pt x="175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0" name="Google Shape;2570;g312bfb4b743_5_798"/>
            <p:cNvSpPr/>
            <p:nvPr/>
          </p:nvSpPr>
          <p:spPr>
            <a:xfrm>
              <a:off x="4803625" y="3226950"/>
              <a:ext cx="1458050" cy="440500"/>
            </a:xfrm>
            <a:custGeom>
              <a:avLst/>
              <a:gdLst/>
              <a:ahLst/>
              <a:cxnLst/>
              <a:rect l="l" t="t" r="r" b="b"/>
              <a:pathLst>
                <a:path w="58322" h="17620" extrusionOk="0">
                  <a:moveTo>
                    <a:pt x="57979" y="1"/>
                  </a:moveTo>
                  <a:cubicBezTo>
                    <a:pt x="57907" y="1"/>
                    <a:pt x="57835" y="28"/>
                    <a:pt x="57780" y="82"/>
                  </a:cubicBezTo>
                  <a:lnTo>
                    <a:pt x="44508" y="14112"/>
                  </a:lnTo>
                  <a:lnTo>
                    <a:pt x="32281" y="4879"/>
                  </a:lnTo>
                  <a:cubicBezTo>
                    <a:pt x="32216" y="4846"/>
                    <a:pt x="32151" y="4828"/>
                    <a:pt x="32090" y="4828"/>
                  </a:cubicBezTo>
                  <a:cubicBezTo>
                    <a:pt x="32014" y="4828"/>
                    <a:pt x="31944" y="4855"/>
                    <a:pt x="31884" y="4915"/>
                  </a:cubicBezTo>
                  <a:lnTo>
                    <a:pt x="23697" y="12344"/>
                  </a:lnTo>
                  <a:lnTo>
                    <a:pt x="13995" y="3652"/>
                  </a:lnTo>
                  <a:cubicBezTo>
                    <a:pt x="13941" y="3598"/>
                    <a:pt x="13869" y="3571"/>
                    <a:pt x="13797" y="3571"/>
                  </a:cubicBezTo>
                  <a:cubicBezTo>
                    <a:pt x="13724" y="3571"/>
                    <a:pt x="13652" y="3598"/>
                    <a:pt x="13598" y="3652"/>
                  </a:cubicBezTo>
                  <a:lnTo>
                    <a:pt x="145" y="17105"/>
                  </a:lnTo>
                  <a:cubicBezTo>
                    <a:pt x="1" y="17214"/>
                    <a:pt x="1" y="17430"/>
                    <a:pt x="145" y="17538"/>
                  </a:cubicBezTo>
                  <a:cubicBezTo>
                    <a:pt x="199" y="17592"/>
                    <a:pt x="271" y="17619"/>
                    <a:pt x="344" y="17619"/>
                  </a:cubicBezTo>
                  <a:cubicBezTo>
                    <a:pt x="416" y="17619"/>
                    <a:pt x="488" y="17592"/>
                    <a:pt x="542" y="17538"/>
                  </a:cubicBezTo>
                  <a:lnTo>
                    <a:pt x="13815" y="4265"/>
                  </a:lnTo>
                  <a:lnTo>
                    <a:pt x="23517" y="12958"/>
                  </a:lnTo>
                  <a:cubicBezTo>
                    <a:pt x="23571" y="13012"/>
                    <a:pt x="23643" y="13039"/>
                    <a:pt x="23715" y="13039"/>
                  </a:cubicBezTo>
                  <a:cubicBezTo>
                    <a:pt x="23787" y="13039"/>
                    <a:pt x="23859" y="13012"/>
                    <a:pt x="23913" y="12958"/>
                  </a:cubicBezTo>
                  <a:lnTo>
                    <a:pt x="32101" y="5528"/>
                  </a:lnTo>
                  <a:lnTo>
                    <a:pt x="44327" y="14761"/>
                  </a:lnTo>
                  <a:cubicBezTo>
                    <a:pt x="44388" y="14806"/>
                    <a:pt x="44455" y="14826"/>
                    <a:pt x="44520" y="14826"/>
                  </a:cubicBezTo>
                  <a:cubicBezTo>
                    <a:pt x="44610" y="14826"/>
                    <a:pt x="44697" y="14788"/>
                    <a:pt x="44760" y="14725"/>
                  </a:cubicBezTo>
                  <a:lnTo>
                    <a:pt x="58213" y="514"/>
                  </a:lnTo>
                  <a:cubicBezTo>
                    <a:pt x="58321" y="406"/>
                    <a:pt x="58321" y="190"/>
                    <a:pt x="58177" y="82"/>
                  </a:cubicBezTo>
                  <a:cubicBezTo>
                    <a:pt x="58123" y="28"/>
                    <a:pt x="58051" y="1"/>
                    <a:pt x="579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1" name="Google Shape;2571;g312bfb4b743_5_798"/>
            <p:cNvSpPr/>
            <p:nvPr/>
          </p:nvSpPr>
          <p:spPr>
            <a:xfrm>
              <a:off x="5103900" y="3278575"/>
              <a:ext cx="89275" cy="89275"/>
            </a:xfrm>
            <a:custGeom>
              <a:avLst/>
              <a:gdLst/>
              <a:ahLst/>
              <a:cxnLst/>
              <a:rect l="l" t="t" r="r" b="b"/>
              <a:pathLst>
                <a:path w="3571" h="3571" extrusionOk="0">
                  <a:moveTo>
                    <a:pt x="1804" y="0"/>
                  </a:moveTo>
                  <a:cubicBezTo>
                    <a:pt x="794" y="0"/>
                    <a:pt x="0" y="830"/>
                    <a:pt x="0" y="1804"/>
                  </a:cubicBezTo>
                  <a:cubicBezTo>
                    <a:pt x="0" y="2778"/>
                    <a:pt x="794" y="3571"/>
                    <a:pt x="1804" y="3571"/>
                  </a:cubicBezTo>
                  <a:cubicBezTo>
                    <a:pt x="2777" y="3571"/>
                    <a:pt x="3571" y="2778"/>
                    <a:pt x="3571" y="1804"/>
                  </a:cubicBezTo>
                  <a:cubicBezTo>
                    <a:pt x="3571" y="830"/>
                    <a:pt x="2777" y="0"/>
                    <a:pt x="180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2" name="Google Shape;2572;g312bfb4b743_5_798"/>
            <p:cNvSpPr/>
            <p:nvPr/>
          </p:nvSpPr>
          <p:spPr>
            <a:xfrm>
              <a:off x="5096675" y="3271350"/>
              <a:ext cx="103725" cy="103725"/>
            </a:xfrm>
            <a:custGeom>
              <a:avLst/>
              <a:gdLst/>
              <a:ahLst/>
              <a:cxnLst/>
              <a:rect l="l" t="t" r="r" b="b"/>
              <a:pathLst>
                <a:path w="4149" h="4149" extrusionOk="0">
                  <a:moveTo>
                    <a:pt x="2093" y="614"/>
                  </a:moveTo>
                  <a:cubicBezTo>
                    <a:pt x="2886" y="614"/>
                    <a:pt x="3571" y="1263"/>
                    <a:pt x="3571" y="2093"/>
                  </a:cubicBezTo>
                  <a:cubicBezTo>
                    <a:pt x="3571" y="2886"/>
                    <a:pt x="2886" y="3571"/>
                    <a:pt x="2093" y="3571"/>
                  </a:cubicBezTo>
                  <a:cubicBezTo>
                    <a:pt x="1263" y="3571"/>
                    <a:pt x="614" y="2886"/>
                    <a:pt x="614" y="2093"/>
                  </a:cubicBezTo>
                  <a:cubicBezTo>
                    <a:pt x="614" y="1263"/>
                    <a:pt x="1263" y="614"/>
                    <a:pt x="2093" y="614"/>
                  </a:cubicBezTo>
                  <a:close/>
                  <a:moveTo>
                    <a:pt x="2093" y="1"/>
                  </a:moveTo>
                  <a:cubicBezTo>
                    <a:pt x="939" y="1"/>
                    <a:pt x="1" y="939"/>
                    <a:pt x="1" y="2093"/>
                  </a:cubicBezTo>
                  <a:cubicBezTo>
                    <a:pt x="1" y="3247"/>
                    <a:pt x="939"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3" name="Google Shape;2573;g312bfb4b743_5_798"/>
            <p:cNvSpPr/>
            <p:nvPr/>
          </p:nvSpPr>
          <p:spPr>
            <a:xfrm>
              <a:off x="5561050" y="3311025"/>
              <a:ext cx="89275" cy="88400"/>
            </a:xfrm>
            <a:custGeom>
              <a:avLst/>
              <a:gdLst/>
              <a:ahLst/>
              <a:cxnLst/>
              <a:rect l="l" t="t" r="r" b="b"/>
              <a:pathLst>
                <a:path w="3571" h="3536" extrusionOk="0">
                  <a:moveTo>
                    <a:pt x="1804" y="1"/>
                  </a:moveTo>
                  <a:cubicBezTo>
                    <a:pt x="794" y="1"/>
                    <a:pt x="0" y="794"/>
                    <a:pt x="0" y="1768"/>
                  </a:cubicBezTo>
                  <a:cubicBezTo>
                    <a:pt x="0" y="2742"/>
                    <a:pt x="794" y="3535"/>
                    <a:pt x="1804" y="3535"/>
                  </a:cubicBezTo>
                  <a:cubicBezTo>
                    <a:pt x="2777" y="3535"/>
                    <a:pt x="3571" y="2742"/>
                    <a:pt x="3571" y="1768"/>
                  </a:cubicBezTo>
                  <a:cubicBezTo>
                    <a:pt x="3571" y="794"/>
                    <a:pt x="2777" y="1"/>
                    <a:pt x="180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4" name="Google Shape;2574;g312bfb4b743_5_798"/>
            <p:cNvSpPr/>
            <p:nvPr/>
          </p:nvSpPr>
          <p:spPr>
            <a:xfrm>
              <a:off x="5553825" y="3302925"/>
              <a:ext cx="103725" cy="104600"/>
            </a:xfrm>
            <a:custGeom>
              <a:avLst/>
              <a:gdLst/>
              <a:ahLst/>
              <a:cxnLst/>
              <a:rect l="l" t="t" r="r" b="b"/>
              <a:pathLst>
                <a:path w="4149" h="4184" extrusionOk="0">
                  <a:moveTo>
                    <a:pt x="2093" y="613"/>
                  </a:moveTo>
                  <a:cubicBezTo>
                    <a:pt x="2886" y="613"/>
                    <a:pt x="3535" y="1263"/>
                    <a:pt x="3535" y="2092"/>
                  </a:cubicBezTo>
                  <a:cubicBezTo>
                    <a:pt x="3535" y="2922"/>
                    <a:pt x="2886" y="3571"/>
                    <a:pt x="2093" y="3571"/>
                  </a:cubicBezTo>
                  <a:cubicBezTo>
                    <a:pt x="1263" y="3571"/>
                    <a:pt x="614" y="2922"/>
                    <a:pt x="614" y="2092"/>
                  </a:cubicBezTo>
                  <a:cubicBezTo>
                    <a:pt x="614" y="1263"/>
                    <a:pt x="1263" y="613"/>
                    <a:pt x="2093" y="613"/>
                  </a:cubicBezTo>
                  <a:close/>
                  <a:moveTo>
                    <a:pt x="2093" y="0"/>
                  </a:moveTo>
                  <a:cubicBezTo>
                    <a:pt x="939" y="0"/>
                    <a:pt x="1" y="938"/>
                    <a:pt x="1" y="2092"/>
                  </a:cubicBezTo>
                  <a:cubicBezTo>
                    <a:pt x="1" y="3246"/>
                    <a:pt x="939" y="4184"/>
                    <a:pt x="2093" y="4184"/>
                  </a:cubicBezTo>
                  <a:cubicBezTo>
                    <a:pt x="3211" y="4184"/>
                    <a:pt x="4148" y="3246"/>
                    <a:pt x="4148" y="2092"/>
                  </a:cubicBezTo>
                  <a:cubicBezTo>
                    <a:pt x="4148" y="938"/>
                    <a:pt x="3211" y="0"/>
                    <a:pt x="20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5" name="Google Shape;2575;g312bfb4b743_5_798"/>
            <p:cNvSpPr/>
            <p:nvPr/>
          </p:nvSpPr>
          <p:spPr>
            <a:xfrm>
              <a:off x="5872125" y="3545475"/>
              <a:ext cx="89300" cy="89275"/>
            </a:xfrm>
            <a:custGeom>
              <a:avLst/>
              <a:gdLst/>
              <a:ahLst/>
              <a:cxnLst/>
              <a:rect l="l" t="t" r="r" b="b"/>
              <a:pathLst>
                <a:path w="3572" h="3571" extrusionOk="0">
                  <a:moveTo>
                    <a:pt x="1768" y="0"/>
                  </a:moveTo>
                  <a:cubicBezTo>
                    <a:pt x="794" y="0"/>
                    <a:pt x="0" y="794"/>
                    <a:pt x="0" y="1768"/>
                  </a:cubicBezTo>
                  <a:cubicBezTo>
                    <a:pt x="0" y="2777"/>
                    <a:pt x="794" y="3571"/>
                    <a:pt x="1768" y="3571"/>
                  </a:cubicBezTo>
                  <a:cubicBezTo>
                    <a:pt x="2778" y="3571"/>
                    <a:pt x="3571" y="2777"/>
                    <a:pt x="3571" y="1768"/>
                  </a:cubicBezTo>
                  <a:cubicBezTo>
                    <a:pt x="3571" y="794"/>
                    <a:pt x="2778" y="0"/>
                    <a:pt x="176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6" name="Google Shape;2576;g312bfb4b743_5_798"/>
            <p:cNvSpPr/>
            <p:nvPr/>
          </p:nvSpPr>
          <p:spPr>
            <a:xfrm>
              <a:off x="5864900" y="3538250"/>
              <a:ext cx="103725" cy="103725"/>
            </a:xfrm>
            <a:custGeom>
              <a:avLst/>
              <a:gdLst/>
              <a:ahLst/>
              <a:cxnLst/>
              <a:rect l="l" t="t" r="r" b="b"/>
              <a:pathLst>
                <a:path w="4149" h="4149" extrusionOk="0">
                  <a:moveTo>
                    <a:pt x="2057" y="578"/>
                  </a:moveTo>
                  <a:cubicBezTo>
                    <a:pt x="2886" y="614"/>
                    <a:pt x="3535" y="1263"/>
                    <a:pt x="3535" y="2057"/>
                  </a:cubicBezTo>
                  <a:cubicBezTo>
                    <a:pt x="3535" y="2886"/>
                    <a:pt x="2886" y="3535"/>
                    <a:pt x="2057" y="3535"/>
                  </a:cubicBezTo>
                  <a:cubicBezTo>
                    <a:pt x="1263" y="3535"/>
                    <a:pt x="614" y="2886"/>
                    <a:pt x="614" y="2057"/>
                  </a:cubicBezTo>
                  <a:cubicBezTo>
                    <a:pt x="614" y="1263"/>
                    <a:pt x="1263" y="614"/>
                    <a:pt x="2057" y="578"/>
                  </a:cubicBezTo>
                  <a:close/>
                  <a:moveTo>
                    <a:pt x="2057" y="1"/>
                  </a:moveTo>
                  <a:cubicBezTo>
                    <a:pt x="939" y="1"/>
                    <a:pt x="1" y="938"/>
                    <a:pt x="1" y="2057"/>
                  </a:cubicBezTo>
                  <a:cubicBezTo>
                    <a:pt x="1" y="3211"/>
                    <a:pt x="939" y="4148"/>
                    <a:pt x="2057" y="4148"/>
                  </a:cubicBezTo>
                  <a:cubicBezTo>
                    <a:pt x="3211" y="4148"/>
                    <a:pt x="4149" y="3211"/>
                    <a:pt x="4149" y="2057"/>
                  </a:cubicBezTo>
                  <a:cubicBezTo>
                    <a:pt x="4149" y="938"/>
                    <a:pt x="3211" y="1"/>
                    <a:pt x="20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7" name="Google Shape;2577;g312bfb4b743_5_798"/>
            <p:cNvSpPr/>
            <p:nvPr/>
          </p:nvSpPr>
          <p:spPr>
            <a:xfrm>
              <a:off x="6202150" y="3190200"/>
              <a:ext cx="89275" cy="88400"/>
            </a:xfrm>
            <a:custGeom>
              <a:avLst/>
              <a:gdLst/>
              <a:ahLst/>
              <a:cxnLst/>
              <a:rect l="l" t="t" r="r" b="b"/>
              <a:pathLst>
                <a:path w="3571" h="3536" extrusionOk="0">
                  <a:moveTo>
                    <a:pt x="1803" y="1"/>
                  </a:moveTo>
                  <a:cubicBezTo>
                    <a:pt x="793" y="1"/>
                    <a:pt x="0" y="794"/>
                    <a:pt x="0" y="1768"/>
                  </a:cubicBezTo>
                  <a:cubicBezTo>
                    <a:pt x="0" y="2742"/>
                    <a:pt x="793" y="3535"/>
                    <a:pt x="1803" y="3535"/>
                  </a:cubicBezTo>
                  <a:cubicBezTo>
                    <a:pt x="2777" y="3535"/>
                    <a:pt x="3571" y="2742"/>
                    <a:pt x="3571" y="1768"/>
                  </a:cubicBezTo>
                  <a:cubicBezTo>
                    <a:pt x="3571" y="794"/>
                    <a:pt x="2777" y="1"/>
                    <a:pt x="18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8" name="Google Shape;2578;g312bfb4b743_5_798"/>
            <p:cNvSpPr/>
            <p:nvPr/>
          </p:nvSpPr>
          <p:spPr>
            <a:xfrm>
              <a:off x="6194925" y="3183000"/>
              <a:ext cx="103725" cy="103700"/>
            </a:xfrm>
            <a:custGeom>
              <a:avLst/>
              <a:gdLst/>
              <a:ahLst/>
              <a:cxnLst/>
              <a:rect l="l" t="t" r="r" b="b"/>
              <a:pathLst>
                <a:path w="4149" h="4148" extrusionOk="0">
                  <a:moveTo>
                    <a:pt x="2092" y="577"/>
                  </a:moveTo>
                  <a:cubicBezTo>
                    <a:pt x="2886" y="577"/>
                    <a:pt x="3535" y="1263"/>
                    <a:pt x="3535" y="2056"/>
                  </a:cubicBezTo>
                  <a:cubicBezTo>
                    <a:pt x="3535" y="2886"/>
                    <a:pt x="2886" y="3535"/>
                    <a:pt x="2092" y="3535"/>
                  </a:cubicBezTo>
                  <a:cubicBezTo>
                    <a:pt x="1263" y="3535"/>
                    <a:pt x="614" y="2886"/>
                    <a:pt x="614" y="2056"/>
                  </a:cubicBezTo>
                  <a:cubicBezTo>
                    <a:pt x="614" y="1263"/>
                    <a:pt x="1263" y="577"/>
                    <a:pt x="2092" y="577"/>
                  </a:cubicBezTo>
                  <a:close/>
                  <a:moveTo>
                    <a:pt x="2092" y="0"/>
                  </a:moveTo>
                  <a:cubicBezTo>
                    <a:pt x="938" y="0"/>
                    <a:pt x="0" y="902"/>
                    <a:pt x="0" y="2056"/>
                  </a:cubicBezTo>
                  <a:cubicBezTo>
                    <a:pt x="0" y="3210"/>
                    <a:pt x="938" y="4148"/>
                    <a:pt x="2092" y="4148"/>
                  </a:cubicBezTo>
                  <a:cubicBezTo>
                    <a:pt x="3210" y="4148"/>
                    <a:pt x="4148" y="3210"/>
                    <a:pt x="4148" y="2056"/>
                  </a:cubicBezTo>
                  <a:cubicBezTo>
                    <a:pt x="4148" y="902"/>
                    <a:pt x="3210" y="0"/>
                    <a:pt x="20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9" name="Google Shape;2579;g312bfb4b743_5_798"/>
            <p:cNvSpPr/>
            <p:nvPr/>
          </p:nvSpPr>
          <p:spPr>
            <a:xfrm>
              <a:off x="4767575" y="3615800"/>
              <a:ext cx="89275" cy="88400"/>
            </a:xfrm>
            <a:custGeom>
              <a:avLst/>
              <a:gdLst/>
              <a:ahLst/>
              <a:cxnLst/>
              <a:rect l="l" t="t" r="r" b="b"/>
              <a:pathLst>
                <a:path w="3571" h="3536" extrusionOk="0">
                  <a:moveTo>
                    <a:pt x="1804" y="0"/>
                  </a:moveTo>
                  <a:cubicBezTo>
                    <a:pt x="794" y="0"/>
                    <a:pt x="0" y="794"/>
                    <a:pt x="0" y="1768"/>
                  </a:cubicBezTo>
                  <a:cubicBezTo>
                    <a:pt x="0" y="2742"/>
                    <a:pt x="794" y="3535"/>
                    <a:pt x="1804" y="3535"/>
                  </a:cubicBezTo>
                  <a:cubicBezTo>
                    <a:pt x="2777" y="3535"/>
                    <a:pt x="3571" y="2742"/>
                    <a:pt x="3571" y="1768"/>
                  </a:cubicBezTo>
                  <a:cubicBezTo>
                    <a:pt x="3571" y="794"/>
                    <a:pt x="2777" y="0"/>
                    <a:pt x="180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0" name="Google Shape;2580;g312bfb4b743_5_798"/>
            <p:cNvSpPr/>
            <p:nvPr/>
          </p:nvSpPr>
          <p:spPr>
            <a:xfrm>
              <a:off x="4760350" y="3607675"/>
              <a:ext cx="103725" cy="103725"/>
            </a:xfrm>
            <a:custGeom>
              <a:avLst/>
              <a:gdLst/>
              <a:ahLst/>
              <a:cxnLst/>
              <a:rect l="l" t="t" r="r" b="b"/>
              <a:pathLst>
                <a:path w="4149" h="4149" extrusionOk="0">
                  <a:moveTo>
                    <a:pt x="2093" y="614"/>
                  </a:moveTo>
                  <a:cubicBezTo>
                    <a:pt x="2886" y="614"/>
                    <a:pt x="3535" y="1263"/>
                    <a:pt x="3571" y="2093"/>
                  </a:cubicBezTo>
                  <a:cubicBezTo>
                    <a:pt x="3535" y="2886"/>
                    <a:pt x="2886" y="3572"/>
                    <a:pt x="2093" y="3572"/>
                  </a:cubicBezTo>
                  <a:cubicBezTo>
                    <a:pt x="1263" y="3572"/>
                    <a:pt x="614" y="2886"/>
                    <a:pt x="614" y="2093"/>
                  </a:cubicBezTo>
                  <a:cubicBezTo>
                    <a:pt x="614" y="1263"/>
                    <a:pt x="1263" y="614"/>
                    <a:pt x="2093" y="614"/>
                  </a:cubicBezTo>
                  <a:close/>
                  <a:moveTo>
                    <a:pt x="2093" y="1"/>
                  </a:moveTo>
                  <a:cubicBezTo>
                    <a:pt x="938" y="1"/>
                    <a:pt x="1" y="939"/>
                    <a:pt x="1" y="2093"/>
                  </a:cubicBezTo>
                  <a:cubicBezTo>
                    <a:pt x="1" y="3247"/>
                    <a:pt x="938"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1" name="Google Shape;2581;g312bfb4b743_5_798"/>
            <p:cNvSpPr/>
            <p:nvPr/>
          </p:nvSpPr>
          <p:spPr>
            <a:xfrm>
              <a:off x="5351850" y="3488650"/>
              <a:ext cx="89300" cy="88400"/>
            </a:xfrm>
            <a:custGeom>
              <a:avLst/>
              <a:gdLst/>
              <a:ahLst/>
              <a:cxnLst/>
              <a:rect l="l" t="t" r="r" b="b"/>
              <a:pathLst>
                <a:path w="3572" h="3536" extrusionOk="0">
                  <a:moveTo>
                    <a:pt x="1768" y="1"/>
                  </a:moveTo>
                  <a:cubicBezTo>
                    <a:pt x="794" y="1"/>
                    <a:pt x="1" y="794"/>
                    <a:pt x="1" y="1768"/>
                  </a:cubicBezTo>
                  <a:cubicBezTo>
                    <a:pt x="1" y="2742"/>
                    <a:pt x="794" y="3536"/>
                    <a:pt x="1768" y="3536"/>
                  </a:cubicBezTo>
                  <a:cubicBezTo>
                    <a:pt x="2742" y="3536"/>
                    <a:pt x="3571" y="2742"/>
                    <a:pt x="3571" y="1768"/>
                  </a:cubicBezTo>
                  <a:cubicBezTo>
                    <a:pt x="3571" y="794"/>
                    <a:pt x="2742" y="1"/>
                    <a:pt x="176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2" name="Google Shape;2582;g312bfb4b743_5_798"/>
            <p:cNvSpPr/>
            <p:nvPr/>
          </p:nvSpPr>
          <p:spPr>
            <a:xfrm>
              <a:off x="5344650" y="3480550"/>
              <a:ext cx="103700" cy="104625"/>
            </a:xfrm>
            <a:custGeom>
              <a:avLst/>
              <a:gdLst/>
              <a:ahLst/>
              <a:cxnLst/>
              <a:rect l="l" t="t" r="r" b="b"/>
              <a:pathLst>
                <a:path w="4148" h="4185" extrusionOk="0">
                  <a:moveTo>
                    <a:pt x="2056" y="614"/>
                  </a:moveTo>
                  <a:cubicBezTo>
                    <a:pt x="2886" y="614"/>
                    <a:pt x="3535" y="1263"/>
                    <a:pt x="3535" y="2092"/>
                  </a:cubicBezTo>
                  <a:cubicBezTo>
                    <a:pt x="3535" y="2922"/>
                    <a:pt x="2886" y="3571"/>
                    <a:pt x="2056" y="3571"/>
                  </a:cubicBezTo>
                  <a:cubicBezTo>
                    <a:pt x="1263" y="3571"/>
                    <a:pt x="577" y="2922"/>
                    <a:pt x="577" y="2092"/>
                  </a:cubicBezTo>
                  <a:cubicBezTo>
                    <a:pt x="577" y="1263"/>
                    <a:pt x="1263" y="614"/>
                    <a:pt x="2056" y="614"/>
                  </a:cubicBezTo>
                  <a:close/>
                  <a:moveTo>
                    <a:pt x="2056" y="0"/>
                  </a:moveTo>
                  <a:cubicBezTo>
                    <a:pt x="902" y="0"/>
                    <a:pt x="0" y="938"/>
                    <a:pt x="0" y="2092"/>
                  </a:cubicBezTo>
                  <a:cubicBezTo>
                    <a:pt x="0" y="3246"/>
                    <a:pt x="902" y="4184"/>
                    <a:pt x="2056" y="4184"/>
                  </a:cubicBezTo>
                  <a:cubicBezTo>
                    <a:pt x="3210" y="4184"/>
                    <a:pt x="4148" y="3246"/>
                    <a:pt x="4148" y="2092"/>
                  </a:cubicBezTo>
                  <a:cubicBezTo>
                    <a:pt x="4148" y="938"/>
                    <a:pt x="3210" y="0"/>
                    <a:pt x="20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3" name="Google Shape;2583;g312bfb4b743_5_798"/>
            <p:cNvSpPr/>
            <p:nvPr/>
          </p:nvSpPr>
          <p:spPr>
            <a:xfrm>
              <a:off x="2393450" y="2124425"/>
              <a:ext cx="147900" cy="90200"/>
            </a:xfrm>
            <a:custGeom>
              <a:avLst/>
              <a:gdLst/>
              <a:ahLst/>
              <a:cxnLst/>
              <a:rect l="l" t="t" r="r" b="b"/>
              <a:pathLst>
                <a:path w="5916" h="3608" extrusionOk="0">
                  <a:moveTo>
                    <a:pt x="5563" y="0"/>
                  </a:moveTo>
                  <a:cubicBezTo>
                    <a:pt x="5511" y="0"/>
                    <a:pt x="5459" y="12"/>
                    <a:pt x="5411" y="36"/>
                  </a:cubicBezTo>
                  <a:lnTo>
                    <a:pt x="181" y="3066"/>
                  </a:lnTo>
                  <a:cubicBezTo>
                    <a:pt x="37" y="3138"/>
                    <a:pt x="1" y="3319"/>
                    <a:pt x="73" y="3463"/>
                  </a:cubicBezTo>
                  <a:cubicBezTo>
                    <a:pt x="145" y="3559"/>
                    <a:pt x="249" y="3607"/>
                    <a:pt x="353" y="3607"/>
                  </a:cubicBezTo>
                  <a:cubicBezTo>
                    <a:pt x="405" y="3607"/>
                    <a:pt x="457" y="3595"/>
                    <a:pt x="506" y="3571"/>
                  </a:cubicBezTo>
                  <a:lnTo>
                    <a:pt x="5735" y="578"/>
                  </a:lnTo>
                  <a:cubicBezTo>
                    <a:pt x="5880" y="469"/>
                    <a:pt x="5916" y="289"/>
                    <a:pt x="5843" y="145"/>
                  </a:cubicBezTo>
                  <a:cubicBezTo>
                    <a:pt x="5771" y="49"/>
                    <a:pt x="5667" y="0"/>
                    <a:pt x="55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4" name="Google Shape;2584;g312bfb4b743_5_798"/>
            <p:cNvSpPr/>
            <p:nvPr/>
          </p:nvSpPr>
          <p:spPr>
            <a:xfrm>
              <a:off x="1756875" y="1902825"/>
              <a:ext cx="783575" cy="901950"/>
            </a:xfrm>
            <a:custGeom>
              <a:avLst/>
              <a:gdLst/>
              <a:ahLst/>
              <a:cxnLst/>
              <a:rect l="l" t="t" r="r" b="b"/>
              <a:pathLst>
                <a:path w="31343" h="36078" extrusionOk="0">
                  <a:moveTo>
                    <a:pt x="15653" y="641"/>
                  </a:moveTo>
                  <a:lnTo>
                    <a:pt x="30729" y="9333"/>
                  </a:lnTo>
                  <a:lnTo>
                    <a:pt x="30729" y="26718"/>
                  </a:lnTo>
                  <a:lnTo>
                    <a:pt x="15653" y="35446"/>
                  </a:lnTo>
                  <a:lnTo>
                    <a:pt x="613" y="26718"/>
                  </a:lnTo>
                  <a:lnTo>
                    <a:pt x="613" y="9358"/>
                  </a:lnTo>
                  <a:lnTo>
                    <a:pt x="15653" y="641"/>
                  </a:lnTo>
                  <a:close/>
                  <a:moveTo>
                    <a:pt x="15671" y="1"/>
                  </a:moveTo>
                  <a:cubicBezTo>
                    <a:pt x="15617" y="1"/>
                    <a:pt x="15563" y="10"/>
                    <a:pt x="15509" y="28"/>
                  </a:cubicBezTo>
                  <a:lnTo>
                    <a:pt x="144" y="8900"/>
                  </a:lnTo>
                  <a:cubicBezTo>
                    <a:pt x="72" y="8973"/>
                    <a:pt x="0" y="9045"/>
                    <a:pt x="0" y="9153"/>
                  </a:cubicBezTo>
                  <a:lnTo>
                    <a:pt x="0" y="26898"/>
                  </a:lnTo>
                  <a:cubicBezTo>
                    <a:pt x="0" y="27006"/>
                    <a:pt x="72" y="27114"/>
                    <a:pt x="144" y="27150"/>
                  </a:cubicBezTo>
                  <a:lnTo>
                    <a:pt x="15509" y="36023"/>
                  </a:lnTo>
                  <a:cubicBezTo>
                    <a:pt x="15563" y="36059"/>
                    <a:pt x="15617" y="36077"/>
                    <a:pt x="15671" y="36077"/>
                  </a:cubicBezTo>
                  <a:cubicBezTo>
                    <a:pt x="15725" y="36077"/>
                    <a:pt x="15780" y="36059"/>
                    <a:pt x="15834" y="36023"/>
                  </a:cubicBezTo>
                  <a:lnTo>
                    <a:pt x="31198" y="27150"/>
                  </a:lnTo>
                  <a:cubicBezTo>
                    <a:pt x="31270" y="27114"/>
                    <a:pt x="31343" y="27006"/>
                    <a:pt x="31343" y="26898"/>
                  </a:cubicBezTo>
                  <a:lnTo>
                    <a:pt x="31343" y="9153"/>
                  </a:lnTo>
                  <a:cubicBezTo>
                    <a:pt x="31343" y="9045"/>
                    <a:pt x="31270" y="8973"/>
                    <a:pt x="31198" y="8900"/>
                  </a:cubicBezTo>
                  <a:lnTo>
                    <a:pt x="15834" y="28"/>
                  </a:lnTo>
                  <a:cubicBezTo>
                    <a:pt x="15780" y="10"/>
                    <a:pt x="15725" y="1"/>
                    <a:pt x="156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5" name="Google Shape;2585;g312bfb4b743_5_798"/>
            <p:cNvSpPr/>
            <p:nvPr/>
          </p:nvSpPr>
          <p:spPr>
            <a:xfrm>
              <a:off x="1887600" y="2053425"/>
              <a:ext cx="522100" cy="600750"/>
            </a:xfrm>
            <a:custGeom>
              <a:avLst/>
              <a:gdLst/>
              <a:ahLst/>
              <a:cxnLst/>
              <a:rect l="l" t="t" r="r" b="b"/>
              <a:pathLst>
                <a:path w="20884" h="24030" extrusionOk="0">
                  <a:moveTo>
                    <a:pt x="10424" y="640"/>
                  </a:moveTo>
                  <a:lnTo>
                    <a:pt x="20271" y="6339"/>
                  </a:lnTo>
                  <a:lnTo>
                    <a:pt x="20271" y="17700"/>
                  </a:lnTo>
                  <a:lnTo>
                    <a:pt x="10424" y="23363"/>
                  </a:lnTo>
                  <a:lnTo>
                    <a:pt x="614" y="17700"/>
                  </a:lnTo>
                  <a:lnTo>
                    <a:pt x="614" y="6307"/>
                  </a:lnTo>
                  <a:lnTo>
                    <a:pt x="10424" y="640"/>
                  </a:lnTo>
                  <a:close/>
                  <a:moveTo>
                    <a:pt x="10442" y="0"/>
                  </a:moveTo>
                  <a:cubicBezTo>
                    <a:pt x="10388" y="0"/>
                    <a:pt x="10334" y="9"/>
                    <a:pt x="10280" y="27"/>
                  </a:cubicBezTo>
                  <a:lnTo>
                    <a:pt x="145" y="5906"/>
                  </a:lnTo>
                  <a:cubicBezTo>
                    <a:pt x="73" y="5942"/>
                    <a:pt x="1" y="6050"/>
                    <a:pt x="1" y="6159"/>
                  </a:cubicBezTo>
                  <a:lnTo>
                    <a:pt x="1" y="17880"/>
                  </a:lnTo>
                  <a:cubicBezTo>
                    <a:pt x="1" y="17989"/>
                    <a:pt x="73" y="18061"/>
                    <a:pt x="145" y="18133"/>
                  </a:cubicBezTo>
                  <a:lnTo>
                    <a:pt x="10280" y="23976"/>
                  </a:lnTo>
                  <a:cubicBezTo>
                    <a:pt x="10334" y="24012"/>
                    <a:pt x="10388" y="24030"/>
                    <a:pt x="10442" y="24030"/>
                  </a:cubicBezTo>
                  <a:cubicBezTo>
                    <a:pt x="10496" y="24030"/>
                    <a:pt x="10551" y="24012"/>
                    <a:pt x="10605" y="23976"/>
                  </a:cubicBezTo>
                  <a:lnTo>
                    <a:pt x="20740" y="18133"/>
                  </a:lnTo>
                  <a:cubicBezTo>
                    <a:pt x="20812" y="18061"/>
                    <a:pt x="20884" y="17989"/>
                    <a:pt x="20884" y="17880"/>
                  </a:cubicBezTo>
                  <a:lnTo>
                    <a:pt x="20884" y="6159"/>
                  </a:lnTo>
                  <a:cubicBezTo>
                    <a:pt x="20884" y="6050"/>
                    <a:pt x="20812" y="5942"/>
                    <a:pt x="20740" y="5906"/>
                  </a:cubicBezTo>
                  <a:lnTo>
                    <a:pt x="10605" y="27"/>
                  </a:lnTo>
                  <a:cubicBezTo>
                    <a:pt x="10551" y="9"/>
                    <a:pt x="10496" y="0"/>
                    <a:pt x="104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6" name="Google Shape;2586;g312bfb4b743_5_798"/>
            <p:cNvSpPr/>
            <p:nvPr/>
          </p:nvSpPr>
          <p:spPr>
            <a:xfrm>
              <a:off x="2140975" y="1573500"/>
              <a:ext cx="15350" cy="344475"/>
            </a:xfrm>
            <a:custGeom>
              <a:avLst/>
              <a:gdLst/>
              <a:ahLst/>
              <a:cxnLst/>
              <a:rect l="l" t="t" r="r" b="b"/>
              <a:pathLst>
                <a:path w="614" h="13779" extrusionOk="0">
                  <a:moveTo>
                    <a:pt x="289" y="0"/>
                  </a:moveTo>
                  <a:cubicBezTo>
                    <a:pt x="145" y="0"/>
                    <a:pt x="1" y="109"/>
                    <a:pt x="1" y="289"/>
                  </a:cubicBezTo>
                  <a:lnTo>
                    <a:pt x="1" y="13453"/>
                  </a:lnTo>
                  <a:cubicBezTo>
                    <a:pt x="1" y="13634"/>
                    <a:pt x="145" y="13778"/>
                    <a:pt x="289" y="13778"/>
                  </a:cubicBezTo>
                  <a:cubicBezTo>
                    <a:pt x="470" y="13778"/>
                    <a:pt x="614" y="13634"/>
                    <a:pt x="614" y="13453"/>
                  </a:cubicBezTo>
                  <a:lnTo>
                    <a:pt x="614" y="289"/>
                  </a:lnTo>
                  <a:cubicBezTo>
                    <a:pt x="614" y="109"/>
                    <a:pt x="470" y="0"/>
                    <a:pt x="2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7" name="Google Shape;2587;g312bfb4b743_5_798"/>
            <p:cNvSpPr/>
            <p:nvPr/>
          </p:nvSpPr>
          <p:spPr>
            <a:xfrm>
              <a:off x="2083275" y="1499550"/>
              <a:ext cx="129875" cy="129875"/>
            </a:xfrm>
            <a:custGeom>
              <a:avLst/>
              <a:gdLst/>
              <a:ahLst/>
              <a:cxnLst/>
              <a:rect l="l" t="t" r="r" b="b"/>
              <a:pathLst>
                <a:path w="5195" h="5195" extrusionOk="0">
                  <a:moveTo>
                    <a:pt x="2597" y="1"/>
                  </a:moveTo>
                  <a:cubicBezTo>
                    <a:pt x="1191" y="1"/>
                    <a:pt x="1" y="1155"/>
                    <a:pt x="1" y="2598"/>
                  </a:cubicBezTo>
                  <a:cubicBezTo>
                    <a:pt x="1" y="4040"/>
                    <a:pt x="1191" y="5195"/>
                    <a:pt x="2597" y="5195"/>
                  </a:cubicBezTo>
                  <a:cubicBezTo>
                    <a:pt x="4040" y="5195"/>
                    <a:pt x="5194" y="4040"/>
                    <a:pt x="5194" y="2598"/>
                  </a:cubicBezTo>
                  <a:cubicBezTo>
                    <a:pt x="5194" y="1155"/>
                    <a:pt x="4040" y="1"/>
                    <a:pt x="259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8" name="Google Shape;2588;g312bfb4b743_5_798"/>
            <p:cNvSpPr/>
            <p:nvPr/>
          </p:nvSpPr>
          <p:spPr>
            <a:xfrm>
              <a:off x="2076050" y="1492350"/>
              <a:ext cx="145200" cy="144300"/>
            </a:xfrm>
            <a:custGeom>
              <a:avLst/>
              <a:gdLst/>
              <a:ahLst/>
              <a:cxnLst/>
              <a:rect l="l" t="t" r="r" b="b"/>
              <a:pathLst>
                <a:path w="5808" h="5772" extrusionOk="0">
                  <a:moveTo>
                    <a:pt x="2886" y="577"/>
                  </a:moveTo>
                  <a:cubicBezTo>
                    <a:pt x="3536" y="577"/>
                    <a:pt x="4113" y="830"/>
                    <a:pt x="4509" y="1263"/>
                  </a:cubicBezTo>
                  <a:cubicBezTo>
                    <a:pt x="4942" y="1659"/>
                    <a:pt x="5195" y="2237"/>
                    <a:pt x="5195" y="2886"/>
                  </a:cubicBezTo>
                  <a:cubicBezTo>
                    <a:pt x="5195" y="3499"/>
                    <a:pt x="4942" y="4076"/>
                    <a:pt x="4509" y="4509"/>
                  </a:cubicBezTo>
                  <a:cubicBezTo>
                    <a:pt x="4113" y="4906"/>
                    <a:pt x="3536" y="5158"/>
                    <a:pt x="2886" y="5158"/>
                  </a:cubicBezTo>
                  <a:cubicBezTo>
                    <a:pt x="2273" y="5158"/>
                    <a:pt x="1696" y="4906"/>
                    <a:pt x="1263" y="4509"/>
                  </a:cubicBezTo>
                  <a:cubicBezTo>
                    <a:pt x="867" y="4076"/>
                    <a:pt x="614" y="3499"/>
                    <a:pt x="614" y="2886"/>
                  </a:cubicBezTo>
                  <a:cubicBezTo>
                    <a:pt x="614" y="2237"/>
                    <a:pt x="867" y="1659"/>
                    <a:pt x="1263" y="1263"/>
                  </a:cubicBezTo>
                  <a:cubicBezTo>
                    <a:pt x="1696" y="830"/>
                    <a:pt x="2273" y="577"/>
                    <a:pt x="2886" y="577"/>
                  </a:cubicBezTo>
                  <a:close/>
                  <a:moveTo>
                    <a:pt x="2886" y="0"/>
                  </a:moveTo>
                  <a:cubicBezTo>
                    <a:pt x="1299" y="0"/>
                    <a:pt x="1" y="1299"/>
                    <a:pt x="1" y="2886"/>
                  </a:cubicBezTo>
                  <a:cubicBezTo>
                    <a:pt x="1" y="4473"/>
                    <a:pt x="1299" y="5771"/>
                    <a:pt x="2886" y="5771"/>
                  </a:cubicBezTo>
                  <a:cubicBezTo>
                    <a:pt x="4509" y="5771"/>
                    <a:pt x="5808" y="4473"/>
                    <a:pt x="5808" y="2886"/>
                  </a:cubicBezTo>
                  <a:cubicBezTo>
                    <a:pt x="5808" y="1299"/>
                    <a:pt x="4509" y="0"/>
                    <a:pt x="28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9" name="Google Shape;2589;g312bfb4b743_5_798"/>
            <p:cNvSpPr/>
            <p:nvPr/>
          </p:nvSpPr>
          <p:spPr>
            <a:xfrm>
              <a:off x="2140975" y="2779950"/>
              <a:ext cx="15350" cy="345350"/>
            </a:xfrm>
            <a:custGeom>
              <a:avLst/>
              <a:gdLst/>
              <a:ahLst/>
              <a:cxnLst/>
              <a:rect l="l" t="t" r="r" b="b"/>
              <a:pathLst>
                <a:path w="614" h="13814" extrusionOk="0">
                  <a:moveTo>
                    <a:pt x="289" y="0"/>
                  </a:moveTo>
                  <a:cubicBezTo>
                    <a:pt x="145" y="0"/>
                    <a:pt x="1" y="144"/>
                    <a:pt x="1" y="325"/>
                  </a:cubicBezTo>
                  <a:lnTo>
                    <a:pt x="1" y="13489"/>
                  </a:lnTo>
                  <a:cubicBezTo>
                    <a:pt x="1" y="13670"/>
                    <a:pt x="145" y="13814"/>
                    <a:pt x="289" y="13814"/>
                  </a:cubicBezTo>
                  <a:cubicBezTo>
                    <a:pt x="470" y="13814"/>
                    <a:pt x="614" y="13670"/>
                    <a:pt x="614" y="13489"/>
                  </a:cubicBezTo>
                  <a:lnTo>
                    <a:pt x="614" y="325"/>
                  </a:lnTo>
                  <a:cubicBezTo>
                    <a:pt x="614" y="144"/>
                    <a:pt x="470" y="0"/>
                    <a:pt x="2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0" name="Google Shape;2590;g312bfb4b743_5_798"/>
            <p:cNvSpPr/>
            <p:nvPr/>
          </p:nvSpPr>
          <p:spPr>
            <a:xfrm>
              <a:off x="2083275" y="3068475"/>
              <a:ext cx="129875" cy="129875"/>
            </a:xfrm>
            <a:custGeom>
              <a:avLst/>
              <a:gdLst/>
              <a:ahLst/>
              <a:cxnLst/>
              <a:rect l="l" t="t" r="r" b="b"/>
              <a:pathLst>
                <a:path w="5195" h="5195" extrusionOk="0">
                  <a:moveTo>
                    <a:pt x="2597" y="1"/>
                  </a:moveTo>
                  <a:cubicBezTo>
                    <a:pt x="1191" y="1"/>
                    <a:pt x="1" y="1191"/>
                    <a:pt x="1" y="2598"/>
                  </a:cubicBezTo>
                  <a:cubicBezTo>
                    <a:pt x="1" y="4040"/>
                    <a:pt x="1191" y="5194"/>
                    <a:pt x="2597" y="5194"/>
                  </a:cubicBezTo>
                  <a:cubicBezTo>
                    <a:pt x="4040" y="5194"/>
                    <a:pt x="5194" y="4040"/>
                    <a:pt x="5194" y="2598"/>
                  </a:cubicBezTo>
                  <a:cubicBezTo>
                    <a:pt x="5194" y="1191"/>
                    <a:pt x="4040" y="1"/>
                    <a:pt x="259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1" name="Google Shape;2591;g312bfb4b743_5_798"/>
            <p:cNvSpPr/>
            <p:nvPr/>
          </p:nvSpPr>
          <p:spPr>
            <a:xfrm>
              <a:off x="2076050" y="3061275"/>
              <a:ext cx="145200" cy="145175"/>
            </a:xfrm>
            <a:custGeom>
              <a:avLst/>
              <a:gdLst/>
              <a:ahLst/>
              <a:cxnLst/>
              <a:rect l="l" t="t" r="r" b="b"/>
              <a:pathLst>
                <a:path w="5808" h="5807" extrusionOk="0">
                  <a:moveTo>
                    <a:pt x="2886" y="613"/>
                  </a:moveTo>
                  <a:cubicBezTo>
                    <a:pt x="3536" y="613"/>
                    <a:pt x="4113" y="866"/>
                    <a:pt x="4509" y="1263"/>
                  </a:cubicBezTo>
                  <a:cubicBezTo>
                    <a:pt x="4942" y="1695"/>
                    <a:pt x="5195" y="2272"/>
                    <a:pt x="5195" y="2886"/>
                  </a:cubicBezTo>
                  <a:cubicBezTo>
                    <a:pt x="5195" y="3535"/>
                    <a:pt x="4942" y="4112"/>
                    <a:pt x="4509" y="4509"/>
                  </a:cubicBezTo>
                  <a:cubicBezTo>
                    <a:pt x="4113" y="4941"/>
                    <a:pt x="3536" y="5194"/>
                    <a:pt x="2886" y="5194"/>
                  </a:cubicBezTo>
                  <a:cubicBezTo>
                    <a:pt x="2273" y="5194"/>
                    <a:pt x="1696" y="4941"/>
                    <a:pt x="1263" y="4509"/>
                  </a:cubicBezTo>
                  <a:cubicBezTo>
                    <a:pt x="867" y="4112"/>
                    <a:pt x="614" y="3535"/>
                    <a:pt x="614" y="2886"/>
                  </a:cubicBezTo>
                  <a:cubicBezTo>
                    <a:pt x="614" y="2272"/>
                    <a:pt x="867" y="1695"/>
                    <a:pt x="1263" y="1263"/>
                  </a:cubicBezTo>
                  <a:cubicBezTo>
                    <a:pt x="1696" y="866"/>
                    <a:pt x="2273" y="613"/>
                    <a:pt x="2886" y="613"/>
                  </a:cubicBezTo>
                  <a:close/>
                  <a:moveTo>
                    <a:pt x="2886" y="0"/>
                  </a:moveTo>
                  <a:cubicBezTo>
                    <a:pt x="1299" y="0"/>
                    <a:pt x="1" y="1299"/>
                    <a:pt x="1" y="2886"/>
                  </a:cubicBezTo>
                  <a:cubicBezTo>
                    <a:pt x="1" y="4509"/>
                    <a:pt x="1299" y="5771"/>
                    <a:pt x="2886" y="5807"/>
                  </a:cubicBezTo>
                  <a:cubicBezTo>
                    <a:pt x="4509" y="5771"/>
                    <a:pt x="5808" y="4509"/>
                    <a:pt x="5808" y="2886"/>
                  </a:cubicBezTo>
                  <a:cubicBezTo>
                    <a:pt x="5808" y="1299"/>
                    <a:pt x="4509" y="0"/>
                    <a:pt x="28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2" name="Google Shape;2592;g312bfb4b743_5_798"/>
            <p:cNvSpPr/>
            <p:nvPr/>
          </p:nvSpPr>
          <p:spPr>
            <a:xfrm>
              <a:off x="1755975" y="2124425"/>
              <a:ext cx="147900" cy="90200"/>
            </a:xfrm>
            <a:custGeom>
              <a:avLst/>
              <a:gdLst/>
              <a:ahLst/>
              <a:cxnLst/>
              <a:rect l="l" t="t" r="r" b="b"/>
              <a:pathLst>
                <a:path w="5916" h="3608" extrusionOk="0">
                  <a:moveTo>
                    <a:pt x="345" y="0"/>
                  </a:moveTo>
                  <a:cubicBezTo>
                    <a:pt x="233" y="0"/>
                    <a:pt x="120" y="49"/>
                    <a:pt x="72" y="145"/>
                  </a:cubicBezTo>
                  <a:cubicBezTo>
                    <a:pt x="0" y="289"/>
                    <a:pt x="36" y="469"/>
                    <a:pt x="180" y="578"/>
                  </a:cubicBezTo>
                  <a:lnTo>
                    <a:pt x="5410" y="3571"/>
                  </a:lnTo>
                  <a:cubicBezTo>
                    <a:pt x="5458" y="3595"/>
                    <a:pt x="5510" y="3607"/>
                    <a:pt x="5563" y="3607"/>
                  </a:cubicBezTo>
                  <a:cubicBezTo>
                    <a:pt x="5667" y="3607"/>
                    <a:pt x="5771" y="3559"/>
                    <a:pt x="5843" y="3463"/>
                  </a:cubicBezTo>
                  <a:cubicBezTo>
                    <a:pt x="5915" y="3319"/>
                    <a:pt x="5843" y="3138"/>
                    <a:pt x="5699" y="3066"/>
                  </a:cubicBezTo>
                  <a:lnTo>
                    <a:pt x="505" y="36"/>
                  </a:lnTo>
                  <a:cubicBezTo>
                    <a:pt x="457" y="12"/>
                    <a:pt x="401" y="0"/>
                    <a:pt x="34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3" name="Google Shape;2593;g312bfb4b743_5_798"/>
            <p:cNvSpPr/>
            <p:nvPr/>
          </p:nvSpPr>
          <p:spPr>
            <a:xfrm>
              <a:off x="1897525" y="2348350"/>
              <a:ext cx="513075" cy="161125"/>
            </a:xfrm>
            <a:custGeom>
              <a:avLst/>
              <a:gdLst/>
              <a:ahLst/>
              <a:cxnLst/>
              <a:rect l="l" t="t" r="r" b="b"/>
              <a:pathLst>
                <a:path w="20523" h="6445" extrusionOk="0">
                  <a:moveTo>
                    <a:pt x="10450" y="0"/>
                  </a:moveTo>
                  <a:cubicBezTo>
                    <a:pt x="10406" y="0"/>
                    <a:pt x="10361" y="9"/>
                    <a:pt x="10316" y="24"/>
                  </a:cubicBezTo>
                  <a:lnTo>
                    <a:pt x="181" y="5903"/>
                  </a:lnTo>
                  <a:cubicBezTo>
                    <a:pt x="37" y="5975"/>
                    <a:pt x="1" y="6156"/>
                    <a:pt x="73" y="6300"/>
                  </a:cubicBezTo>
                  <a:cubicBezTo>
                    <a:pt x="145" y="6396"/>
                    <a:pt x="249" y="6444"/>
                    <a:pt x="353" y="6444"/>
                  </a:cubicBezTo>
                  <a:cubicBezTo>
                    <a:pt x="405" y="6444"/>
                    <a:pt x="458" y="6432"/>
                    <a:pt x="506" y="6408"/>
                  </a:cubicBezTo>
                  <a:lnTo>
                    <a:pt x="10496" y="637"/>
                  </a:lnTo>
                  <a:lnTo>
                    <a:pt x="20018" y="6336"/>
                  </a:lnTo>
                  <a:cubicBezTo>
                    <a:pt x="20066" y="6360"/>
                    <a:pt x="20118" y="6372"/>
                    <a:pt x="20170" y="6372"/>
                  </a:cubicBezTo>
                  <a:cubicBezTo>
                    <a:pt x="20274" y="6372"/>
                    <a:pt x="20379" y="6324"/>
                    <a:pt x="20451" y="6228"/>
                  </a:cubicBezTo>
                  <a:cubicBezTo>
                    <a:pt x="20523" y="6083"/>
                    <a:pt x="20487" y="5903"/>
                    <a:pt x="20343" y="5795"/>
                  </a:cubicBezTo>
                  <a:lnTo>
                    <a:pt x="10640" y="60"/>
                  </a:lnTo>
                  <a:cubicBezTo>
                    <a:pt x="10577" y="18"/>
                    <a:pt x="10514" y="0"/>
                    <a:pt x="104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4" name="Google Shape;2594;g312bfb4b743_5_798"/>
            <p:cNvSpPr/>
            <p:nvPr/>
          </p:nvSpPr>
          <p:spPr>
            <a:xfrm>
              <a:off x="2151800" y="2053200"/>
              <a:ext cx="15350" cy="310200"/>
            </a:xfrm>
            <a:custGeom>
              <a:avLst/>
              <a:gdLst/>
              <a:ahLst/>
              <a:cxnLst/>
              <a:rect l="l" t="t" r="r" b="b"/>
              <a:pathLst>
                <a:path w="614" h="12408" extrusionOk="0">
                  <a:moveTo>
                    <a:pt x="325" y="0"/>
                  </a:moveTo>
                  <a:cubicBezTo>
                    <a:pt x="145" y="0"/>
                    <a:pt x="1" y="144"/>
                    <a:pt x="1" y="325"/>
                  </a:cubicBezTo>
                  <a:lnTo>
                    <a:pt x="1" y="12119"/>
                  </a:lnTo>
                  <a:cubicBezTo>
                    <a:pt x="1" y="12263"/>
                    <a:pt x="145" y="12407"/>
                    <a:pt x="325" y="12407"/>
                  </a:cubicBezTo>
                  <a:cubicBezTo>
                    <a:pt x="469" y="12407"/>
                    <a:pt x="614" y="12263"/>
                    <a:pt x="614" y="12119"/>
                  </a:cubicBezTo>
                  <a:lnTo>
                    <a:pt x="614" y="325"/>
                  </a:lnTo>
                  <a:cubicBezTo>
                    <a:pt x="614" y="144"/>
                    <a:pt x="469" y="0"/>
                    <a:pt x="3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5" name="Google Shape;2595;g312bfb4b743_5_798"/>
            <p:cNvSpPr/>
            <p:nvPr/>
          </p:nvSpPr>
          <p:spPr>
            <a:xfrm>
              <a:off x="2929950" y="9116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6" name="Google Shape;2596;g312bfb4b743_5_798"/>
            <p:cNvSpPr/>
            <p:nvPr/>
          </p:nvSpPr>
          <p:spPr>
            <a:xfrm>
              <a:off x="2496250" y="9116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7" name="Google Shape;2597;g312bfb4b743_5_798"/>
            <p:cNvSpPr/>
            <p:nvPr/>
          </p:nvSpPr>
          <p:spPr>
            <a:xfrm>
              <a:off x="2322225" y="9116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8" name="Google Shape;2598;g312bfb4b743_5_798"/>
            <p:cNvSpPr/>
            <p:nvPr/>
          </p:nvSpPr>
          <p:spPr>
            <a:xfrm>
              <a:off x="2647725" y="9847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9" name="Google Shape;2599;g312bfb4b743_5_798"/>
            <p:cNvSpPr/>
            <p:nvPr/>
          </p:nvSpPr>
          <p:spPr>
            <a:xfrm>
              <a:off x="2322225" y="9847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0" name="Google Shape;2600;g312bfb4b743_5_798"/>
            <p:cNvSpPr/>
            <p:nvPr/>
          </p:nvSpPr>
          <p:spPr>
            <a:xfrm>
              <a:off x="3024625" y="10676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1" name="Google Shape;2601;g312bfb4b743_5_798"/>
            <p:cNvSpPr/>
            <p:nvPr/>
          </p:nvSpPr>
          <p:spPr>
            <a:xfrm>
              <a:off x="2800100" y="10676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2" name="Google Shape;2602;g312bfb4b743_5_798"/>
            <p:cNvSpPr/>
            <p:nvPr/>
          </p:nvSpPr>
          <p:spPr>
            <a:xfrm>
              <a:off x="2322225" y="10676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3" name="Google Shape;2603;g312bfb4b743_5_798"/>
            <p:cNvSpPr/>
            <p:nvPr/>
          </p:nvSpPr>
          <p:spPr>
            <a:xfrm>
              <a:off x="2699125" y="1151525"/>
              <a:ext cx="420200" cy="14450"/>
            </a:xfrm>
            <a:custGeom>
              <a:avLst/>
              <a:gdLst/>
              <a:ahLst/>
              <a:cxnLst/>
              <a:rect l="l" t="t" r="r" b="b"/>
              <a:pathLst>
                <a:path w="16808" h="578" extrusionOk="0">
                  <a:moveTo>
                    <a:pt x="289" y="0"/>
                  </a:moveTo>
                  <a:cubicBezTo>
                    <a:pt x="109" y="0"/>
                    <a:pt x="0" y="108"/>
                    <a:pt x="0" y="289"/>
                  </a:cubicBezTo>
                  <a:cubicBezTo>
                    <a:pt x="0" y="433"/>
                    <a:pt x="109" y="577"/>
                    <a:pt x="289" y="577"/>
                  </a:cubicBezTo>
                  <a:lnTo>
                    <a:pt x="16483" y="577"/>
                  </a:lnTo>
                  <a:cubicBezTo>
                    <a:pt x="16663" y="577"/>
                    <a:pt x="16808" y="433"/>
                    <a:pt x="16808" y="289"/>
                  </a:cubicBezTo>
                  <a:cubicBezTo>
                    <a:pt x="16808" y="108"/>
                    <a:pt x="16663" y="0"/>
                    <a:pt x="164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4" name="Google Shape;2604;g312bfb4b743_5_798"/>
            <p:cNvSpPr/>
            <p:nvPr/>
          </p:nvSpPr>
          <p:spPr>
            <a:xfrm>
              <a:off x="2322225" y="1151525"/>
              <a:ext cx="304775" cy="14450"/>
            </a:xfrm>
            <a:custGeom>
              <a:avLst/>
              <a:gdLst/>
              <a:ahLst/>
              <a:cxnLst/>
              <a:rect l="l" t="t" r="r" b="b"/>
              <a:pathLst>
                <a:path w="12191" h="578" extrusionOk="0">
                  <a:moveTo>
                    <a:pt x="289" y="0"/>
                  </a:moveTo>
                  <a:cubicBezTo>
                    <a:pt x="145" y="0"/>
                    <a:pt x="0" y="108"/>
                    <a:pt x="0" y="289"/>
                  </a:cubicBezTo>
                  <a:cubicBezTo>
                    <a:pt x="0" y="433"/>
                    <a:pt x="145" y="577"/>
                    <a:pt x="289" y="577"/>
                  </a:cubicBezTo>
                  <a:lnTo>
                    <a:pt x="11902" y="577"/>
                  </a:lnTo>
                  <a:cubicBezTo>
                    <a:pt x="12047" y="577"/>
                    <a:pt x="12191" y="433"/>
                    <a:pt x="12191" y="289"/>
                  </a:cubicBezTo>
                  <a:cubicBezTo>
                    <a:pt x="12191" y="108"/>
                    <a:pt x="12047" y="0"/>
                    <a:pt x="119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5" name="Google Shape;2605;g312bfb4b743_5_798"/>
            <p:cNvSpPr/>
            <p:nvPr/>
          </p:nvSpPr>
          <p:spPr>
            <a:xfrm>
              <a:off x="2929950" y="1234475"/>
              <a:ext cx="189375" cy="14450"/>
            </a:xfrm>
            <a:custGeom>
              <a:avLst/>
              <a:gdLst/>
              <a:ahLst/>
              <a:cxnLst/>
              <a:rect l="l" t="t" r="r" b="b"/>
              <a:pathLst>
                <a:path w="7575" h="578" extrusionOk="0">
                  <a:moveTo>
                    <a:pt x="325" y="0"/>
                  </a:moveTo>
                  <a:cubicBezTo>
                    <a:pt x="145" y="0"/>
                    <a:pt x="1" y="144"/>
                    <a:pt x="1" y="289"/>
                  </a:cubicBezTo>
                  <a:cubicBezTo>
                    <a:pt x="1" y="469"/>
                    <a:pt x="145" y="577"/>
                    <a:pt x="325" y="577"/>
                  </a:cubicBezTo>
                  <a:lnTo>
                    <a:pt x="7250" y="577"/>
                  </a:lnTo>
                  <a:cubicBezTo>
                    <a:pt x="7430" y="577"/>
                    <a:pt x="7575" y="469"/>
                    <a:pt x="7575" y="289"/>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6" name="Google Shape;2606;g312bfb4b743_5_798"/>
            <p:cNvSpPr/>
            <p:nvPr/>
          </p:nvSpPr>
          <p:spPr>
            <a:xfrm>
              <a:off x="2496250" y="1234475"/>
              <a:ext cx="376925" cy="14450"/>
            </a:xfrm>
            <a:custGeom>
              <a:avLst/>
              <a:gdLst/>
              <a:ahLst/>
              <a:cxnLst/>
              <a:rect l="l" t="t" r="r" b="b"/>
              <a:pathLst>
                <a:path w="15077" h="578" extrusionOk="0">
                  <a:moveTo>
                    <a:pt x="289" y="0"/>
                  </a:moveTo>
                  <a:cubicBezTo>
                    <a:pt x="108" y="0"/>
                    <a:pt x="0" y="144"/>
                    <a:pt x="0" y="289"/>
                  </a:cubicBezTo>
                  <a:cubicBezTo>
                    <a:pt x="0" y="469"/>
                    <a:pt x="108" y="577"/>
                    <a:pt x="289" y="577"/>
                  </a:cubicBezTo>
                  <a:lnTo>
                    <a:pt x="14788" y="577"/>
                  </a:lnTo>
                  <a:cubicBezTo>
                    <a:pt x="14932" y="577"/>
                    <a:pt x="15076" y="469"/>
                    <a:pt x="15076" y="289"/>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7" name="Google Shape;2607;g312bfb4b743_5_798"/>
            <p:cNvSpPr/>
            <p:nvPr/>
          </p:nvSpPr>
          <p:spPr>
            <a:xfrm>
              <a:off x="2322225" y="1234475"/>
              <a:ext cx="109125" cy="14450"/>
            </a:xfrm>
            <a:custGeom>
              <a:avLst/>
              <a:gdLst/>
              <a:ahLst/>
              <a:cxnLst/>
              <a:rect l="l" t="t" r="r" b="b"/>
              <a:pathLst>
                <a:path w="4365" h="578" extrusionOk="0">
                  <a:moveTo>
                    <a:pt x="289" y="0"/>
                  </a:moveTo>
                  <a:cubicBezTo>
                    <a:pt x="145" y="0"/>
                    <a:pt x="0" y="144"/>
                    <a:pt x="0" y="289"/>
                  </a:cubicBezTo>
                  <a:cubicBezTo>
                    <a:pt x="0" y="469"/>
                    <a:pt x="145" y="577"/>
                    <a:pt x="289" y="577"/>
                  </a:cubicBezTo>
                  <a:lnTo>
                    <a:pt x="4076" y="577"/>
                  </a:lnTo>
                  <a:cubicBezTo>
                    <a:pt x="4220" y="577"/>
                    <a:pt x="4364" y="469"/>
                    <a:pt x="4364" y="289"/>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8" name="Google Shape;2608;g312bfb4b743_5_798"/>
            <p:cNvSpPr/>
            <p:nvPr/>
          </p:nvSpPr>
          <p:spPr>
            <a:xfrm>
              <a:off x="2647725" y="1306600"/>
              <a:ext cx="471600" cy="15350"/>
            </a:xfrm>
            <a:custGeom>
              <a:avLst/>
              <a:gdLst/>
              <a:ahLst/>
              <a:cxnLst/>
              <a:rect l="l" t="t" r="r" b="b"/>
              <a:pathLst>
                <a:path w="18864" h="614" extrusionOk="0">
                  <a:moveTo>
                    <a:pt x="325" y="1"/>
                  </a:moveTo>
                  <a:cubicBezTo>
                    <a:pt x="145" y="1"/>
                    <a:pt x="1" y="145"/>
                    <a:pt x="1" y="325"/>
                  </a:cubicBezTo>
                  <a:cubicBezTo>
                    <a:pt x="1" y="469"/>
                    <a:pt x="145" y="614"/>
                    <a:pt x="325" y="614"/>
                  </a:cubicBezTo>
                  <a:lnTo>
                    <a:pt x="18539" y="614"/>
                  </a:lnTo>
                  <a:cubicBezTo>
                    <a:pt x="18719" y="614"/>
                    <a:pt x="18864" y="469"/>
                    <a:pt x="18864" y="325"/>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9" name="Google Shape;2609;g312bfb4b743_5_798"/>
            <p:cNvSpPr/>
            <p:nvPr/>
          </p:nvSpPr>
          <p:spPr>
            <a:xfrm>
              <a:off x="2322225" y="1306600"/>
              <a:ext cx="174050" cy="15350"/>
            </a:xfrm>
            <a:custGeom>
              <a:avLst/>
              <a:gdLst/>
              <a:ahLst/>
              <a:cxnLst/>
              <a:rect l="l" t="t" r="r" b="b"/>
              <a:pathLst>
                <a:path w="6962" h="614" extrusionOk="0">
                  <a:moveTo>
                    <a:pt x="289" y="1"/>
                  </a:moveTo>
                  <a:cubicBezTo>
                    <a:pt x="145" y="1"/>
                    <a:pt x="0" y="145"/>
                    <a:pt x="0" y="325"/>
                  </a:cubicBezTo>
                  <a:cubicBezTo>
                    <a:pt x="0" y="469"/>
                    <a:pt x="145" y="614"/>
                    <a:pt x="289" y="614"/>
                  </a:cubicBezTo>
                  <a:lnTo>
                    <a:pt x="6673" y="614"/>
                  </a:lnTo>
                  <a:cubicBezTo>
                    <a:pt x="6853" y="614"/>
                    <a:pt x="6961" y="469"/>
                    <a:pt x="6961" y="325"/>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0" name="Google Shape;2610;g312bfb4b743_5_798"/>
            <p:cNvSpPr/>
            <p:nvPr/>
          </p:nvSpPr>
          <p:spPr>
            <a:xfrm>
              <a:off x="3024625" y="1390450"/>
              <a:ext cx="94700" cy="14450"/>
            </a:xfrm>
            <a:custGeom>
              <a:avLst/>
              <a:gdLst/>
              <a:ahLst/>
              <a:cxnLst/>
              <a:rect l="l" t="t" r="r" b="b"/>
              <a:pathLst>
                <a:path w="3788" h="578" extrusionOk="0">
                  <a:moveTo>
                    <a:pt x="289" y="1"/>
                  </a:moveTo>
                  <a:cubicBezTo>
                    <a:pt x="145" y="1"/>
                    <a:pt x="1" y="109"/>
                    <a:pt x="1" y="289"/>
                  </a:cubicBezTo>
                  <a:cubicBezTo>
                    <a:pt x="1" y="470"/>
                    <a:pt x="145" y="578"/>
                    <a:pt x="289" y="578"/>
                  </a:cubicBezTo>
                  <a:lnTo>
                    <a:pt x="3463" y="578"/>
                  </a:lnTo>
                  <a:cubicBezTo>
                    <a:pt x="3643" y="578"/>
                    <a:pt x="3788" y="470"/>
                    <a:pt x="3788" y="289"/>
                  </a:cubicBezTo>
                  <a:cubicBezTo>
                    <a:pt x="3788" y="109"/>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1" name="Google Shape;2611;g312bfb4b743_5_798"/>
            <p:cNvSpPr/>
            <p:nvPr/>
          </p:nvSpPr>
          <p:spPr>
            <a:xfrm>
              <a:off x="2800100" y="1390450"/>
              <a:ext cx="174050" cy="14450"/>
            </a:xfrm>
            <a:custGeom>
              <a:avLst/>
              <a:gdLst/>
              <a:ahLst/>
              <a:cxnLst/>
              <a:rect l="l" t="t" r="r" b="b"/>
              <a:pathLst>
                <a:path w="6962" h="578" extrusionOk="0">
                  <a:moveTo>
                    <a:pt x="289" y="1"/>
                  </a:moveTo>
                  <a:cubicBezTo>
                    <a:pt x="145" y="1"/>
                    <a:pt x="1" y="109"/>
                    <a:pt x="1" y="289"/>
                  </a:cubicBezTo>
                  <a:cubicBezTo>
                    <a:pt x="1" y="470"/>
                    <a:pt x="145" y="578"/>
                    <a:pt x="289" y="578"/>
                  </a:cubicBezTo>
                  <a:lnTo>
                    <a:pt x="6673" y="578"/>
                  </a:lnTo>
                  <a:cubicBezTo>
                    <a:pt x="6854" y="578"/>
                    <a:pt x="6962" y="470"/>
                    <a:pt x="6962" y="289"/>
                  </a:cubicBezTo>
                  <a:cubicBezTo>
                    <a:pt x="6962" y="109"/>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2" name="Google Shape;2612;g312bfb4b743_5_798"/>
            <p:cNvSpPr/>
            <p:nvPr/>
          </p:nvSpPr>
          <p:spPr>
            <a:xfrm>
              <a:off x="2322225" y="1390450"/>
              <a:ext cx="384125" cy="14450"/>
            </a:xfrm>
            <a:custGeom>
              <a:avLst/>
              <a:gdLst/>
              <a:ahLst/>
              <a:cxnLst/>
              <a:rect l="l" t="t" r="r" b="b"/>
              <a:pathLst>
                <a:path w="15365" h="578" extrusionOk="0">
                  <a:moveTo>
                    <a:pt x="289" y="1"/>
                  </a:moveTo>
                  <a:cubicBezTo>
                    <a:pt x="145" y="1"/>
                    <a:pt x="0" y="109"/>
                    <a:pt x="0" y="289"/>
                  </a:cubicBezTo>
                  <a:cubicBezTo>
                    <a:pt x="0" y="470"/>
                    <a:pt x="145" y="578"/>
                    <a:pt x="289" y="578"/>
                  </a:cubicBezTo>
                  <a:lnTo>
                    <a:pt x="15076" y="578"/>
                  </a:lnTo>
                  <a:cubicBezTo>
                    <a:pt x="15221" y="578"/>
                    <a:pt x="15365" y="470"/>
                    <a:pt x="15365" y="289"/>
                  </a:cubicBezTo>
                  <a:cubicBezTo>
                    <a:pt x="15365" y="109"/>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3" name="Google Shape;2613;g312bfb4b743_5_798"/>
            <p:cNvSpPr/>
            <p:nvPr/>
          </p:nvSpPr>
          <p:spPr>
            <a:xfrm>
              <a:off x="2699125" y="1473400"/>
              <a:ext cx="420200" cy="15375"/>
            </a:xfrm>
            <a:custGeom>
              <a:avLst/>
              <a:gdLst/>
              <a:ahLst/>
              <a:cxnLst/>
              <a:rect l="l" t="t" r="r" b="b"/>
              <a:pathLst>
                <a:path w="16808" h="615" extrusionOk="0">
                  <a:moveTo>
                    <a:pt x="289" y="1"/>
                  </a:moveTo>
                  <a:cubicBezTo>
                    <a:pt x="109" y="1"/>
                    <a:pt x="0" y="145"/>
                    <a:pt x="0" y="290"/>
                  </a:cubicBezTo>
                  <a:cubicBezTo>
                    <a:pt x="0" y="470"/>
                    <a:pt x="109" y="614"/>
                    <a:pt x="289" y="614"/>
                  </a:cubicBezTo>
                  <a:lnTo>
                    <a:pt x="16483" y="614"/>
                  </a:lnTo>
                  <a:cubicBezTo>
                    <a:pt x="16663" y="614"/>
                    <a:pt x="16808" y="470"/>
                    <a:pt x="16808" y="290"/>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4" name="Google Shape;2614;g312bfb4b743_5_798"/>
            <p:cNvSpPr/>
            <p:nvPr/>
          </p:nvSpPr>
          <p:spPr>
            <a:xfrm>
              <a:off x="2322225" y="1473400"/>
              <a:ext cx="304775" cy="15375"/>
            </a:xfrm>
            <a:custGeom>
              <a:avLst/>
              <a:gdLst/>
              <a:ahLst/>
              <a:cxnLst/>
              <a:rect l="l" t="t" r="r" b="b"/>
              <a:pathLst>
                <a:path w="12191" h="615" extrusionOk="0">
                  <a:moveTo>
                    <a:pt x="289" y="1"/>
                  </a:moveTo>
                  <a:cubicBezTo>
                    <a:pt x="145" y="1"/>
                    <a:pt x="0" y="145"/>
                    <a:pt x="0" y="290"/>
                  </a:cubicBezTo>
                  <a:cubicBezTo>
                    <a:pt x="0" y="470"/>
                    <a:pt x="145" y="614"/>
                    <a:pt x="289" y="614"/>
                  </a:cubicBezTo>
                  <a:lnTo>
                    <a:pt x="11902" y="614"/>
                  </a:lnTo>
                  <a:cubicBezTo>
                    <a:pt x="12047" y="614"/>
                    <a:pt x="12191" y="470"/>
                    <a:pt x="12191" y="290"/>
                  </a:cubicBezTo>
                  <a:cubicBezTo>
                    <a:pt x="12191" y="145"/>
                    <a:pt x="12047" y="1"/>
                    <a:pt x="119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5" name="Google Shape;2615;g312bfb4b743_5_798"/>
            <p:cNvSpPr/>
            <p:nvPr/>
          </p:nvSpPr>
          <p:spPr>
            <a:xfrm>
              <a:off x="2929950" y="15563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6" name="Google Shape;2616;g312bfb4b743_5_798"/>
            <p:cNvSpPr/>
            <p:nvPr/>
          </p:nvSpPr>
          <p:spPr>
            <a:xfrm>
              <a:off x="2496250" y="15563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7" name="Google Shape;2617;g312bfb4b743_5_798"/>
            <p:cNvSpPr/>
            <p:nvPr/>
          </p:nvSpPr>
          <p:spPr>
            <a:xfrm>
              <a:off x="2322225" y="15563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8" name="Google Shape;2618;g312bfb4b743_5_798"/>
            <p:cNvSpPr/>
            <p:nvPr/>
          </p:nvSpPr>
          <p:spPr>
            <a:xfrm>
              <a:off x="2647725" y="16294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9" name="Google Shape;2619;g312bfb4b743_5_798"/>
            <p:cNvSpPr/>
            <p:nvPr/>
          </p:nvSpPr>
          <p:spPr>
            <a:xfrm>
              <a:off x="2322225" y="16294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0" name="Google Shape;2620;g312bfb4b743_5_798"/>
            <p:cNvSpPr/>
            <p:nvPr/>
          </p:nvSpPr>
          <p:spPr>
            <a:xfrm>
              <a:off x="3024625" y="17123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1" name="Google Shape;2621;g312bfb4b743_5_798"/>
            <p:cNvSpPr/>
            <p:nvPr/>
          </p:nvSpPr>
          <p:spPr>
            <a:xfrm>
              <a:off x="2800100" y="17123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g312bfb4b743_5_798"/>
            <p:cNvSpPr/>
            <p:nvPr/>
          </p:nvSpPr>
          <p:spPr>
            <a:xfrm>
              <a:off x="2322225" y="17123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g312bfb4b743_5_798"/>
            <p:cNvSpPr/>
            <p:nvPr/>
          </p:nvSpPr>
          <p:spPr>
            <a:xfrm>
              <a:off x="2699125" y="1795300"/>
              <a:ext cx="420200" cy="15375"/>
            </a:xfrm>
            <a:custGeom>
              <a:avLst/>
              <a:gdLst/>
              <a:ahLst/>
              <a:cxnLst/>
              <a:rect l="l" t="t" r="r" b="b"/>
              <a:pathLst>
                <a:path w="16808" h="615" extrusionOk="0">
                  <a:moveTo>
                    <a:pt x="289" y="1"/>
                  </a:moveTo>
                  <a:cubicBezTo>
                    <a:pt x="109" y="1"/>
                    <a:pt x="0" y="145"/>
                    <a:pt x="0" y="326"/>
                  </a:cubicBezTo>
                  <a:cubicBezTo>
                    <a:pt x="0" y="470"/>
                    <a:pt x="109" y="614"/>
                    <a:pt x="289" y="614"/>
                  </a:cubicBezTo>
                  <a:lnTo>
                    <a:pt x="16483" y="614"/>
                  </a:lnTo>
                  <a:cubicBezTo>
                    <a:pt x="16663" y="614"/>
                    <a:pt x="16808" y="470"/>
                    <a:pt x="16808" y="326"/>
                  </a:cubicBezTo>
                  <a:cubicBezTo>
                    <a:pt x="16808" y="145"/>
                    <a:pt x="16663" y="1"/>
                    <a:pt x="164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4" name="Google Shape;2624;g312bfb4b743_5_798"/>
            <p:cNvSpPr/>
            <p:nvPr/>
          </p:nvSpPr>
          <p:spPr>
            <a:xfrm>
              <a:off x="2322225" y="1795300"/>
              <a:ext cx="304775" cy="15375"/>
            </a:xfrm>
            <a:custGeom>
              <a:avLst/>
              <a:gdLst/>
              <a:ahLst/>
              <a:cxnLst/>
              <a:rect l="l" t="t" r="r" b="b"/>
              <a:pathLst>
                <a:path w="12191" h="615" extrusionOk="0">
                  <a:moveTo>
                    <a:pt x="289" y="1"/>
                  </a:moveTo>
                  <a:cubicBezTo>
                    <a:pt x="145" y="1"/>
                    <a:pt x="0" y="145"/>
                    <a:pt x="0" y="326"/>
                  </a:cubicBezTo>
                  <a:cubicBezTo>
                    <a:pt x="0" y="470"/>
                    <a:pt x="145" y="614"/>
                    <a:pt x="289" y="614"/>
                  </a:cubicBezTo>
                  <a:lnTo>
                    <a:pt x="11902" y="614"/>
                  </a:lnTo>
                  <a:cubicBezTo>
                    <a:pt x="12047" y="614"/>
                    <a:pt x="12191" y="470"/>
                    <a:pt x="12191" y="326"/>
                  </a:cubicBezTo>
                  <a:cubicBezTo>
                    <a:pt x="12191" y="145"/>
                    <a:pt x="12047" y="1"/>
                    <a:pt x="119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5" name="Google Shape;2625;g312bfb4b743_5_798"/>
            <p:cNvSpPr/>
            <p:nvPr/>
          </p:nvSpPr>
          <p:spPr>
            <a:xfrm>
              <a:off x="2929950" y="1879175"/>
              <a:ext cx="189375" cy="14450"/>
            </a:xfrm>
            <a:custGeom>
              <a:avLst/>
              <a:gdLst/>
              <a:ahLst/>
              <a:cxnLst/>
              <a:rect l="l" t="t" r="r" b="b"/>
              <a:pathLst>
                <a:path w="7575" h="578" extrusionOk="0">
                  <a:moveTo>
                    <a:pt x="325" y="0"/>
                  </a:moveTo>
                  <a:cubicBezTo>
                    <a:pt x="145" y="0"/>
                    <a:pt x="1" y="108"/>
                    <a:pt x="1" y="289"/>
                  </a:cubicBezTo>
                  <a:cubicBezTo>
                    <a:pt x="1" y="469"/>
                    <a:pt x="145" y="577"/>
                    <a:pt x="325" y="577"/>
                  </a:cubicBezTo>
                  <a:lnTo>
                    <a:pt x="7250" y="577"/>
                  </a:lnTo>
                  <a:cubicBezTo>
                    <a:pt x="7430" y="577"/>
                    <a:pt x="7575" y="469"/>
                    <a:pt x="7575" y="289"/>
                  </a:cubicBezTo>
                  <a:cubicBezTo>
                    <a:pt x="7575" y="108"/>
                    <a:pt x="7430" y="0"/>
                    <a:pt x="7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6" name="Google Shape;2626;g312bfb4b743_5_798"/>
            <p:cNvSpPr/>
            <p:nvPr/>
          </p:nvSpPr>
          <p:spPr>
            <a:xfrm>
              <a:off x="2496250" y="1879175"/>
              <a:ext cx="376925" cy="14450"/>
            </a:xfrm>
            <a:custGeom>
              <a:avLst/>
              <a:gdLst/>
              <a:ahLst/>
              <a:cxnLst/>
              <a:rect l="l" t="t" r="r" b="b"/>
              <a:pathLst>
                <a:path w="15077" h="578" extrusionOk="0">
                  <a:moveTo>
                    <a:pt x="289" y="0"/>
                  </a:moveTo>
                  <a:cubicBezTo>
                    <a:pt x="108" y="0"/>
                    <a:pt x="0" y="108"/>
                    <a:pt x="0" y="289"/>
                  </a:cubicBezTo>
                  <a:cubicBezTo>
                    <a:pt x="0" y="469"/>
                    <a:pt x="108" y="577"/>
                    <a:pt x="289" y="577"/>
                  </a:cubicBezTo>
                  <a:lnTo>
                    <a:pt x="14788" y="577"/>
                  </a:lnTo>
                  <a:cubicBezTo>
                    <a:pt x="14932" y="577"/>
                    <a:pt x="15076" y="469"/>
                    <a:pt x="15076" y="289"/>
                  </a:cubicBezTo>
                  <a:cubicBezTo>
                    <a:pt x="15076" y="108"/>
                    <a:pt x="14932" y="0"/>
                    <a:pt x="147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7" name="Google Shape;2627;g312bfb4b743_5_798"/>
            <p:cNvSpPr/>
            <p:nvPr/>
          </p:nvSpPr>
          <p:spPr>
            <a:xfrm>
              <a:off x="2322225" y="1879175"/>
              <a:ext cx="109125" cy="14450"/>
            </a:xfrm>
            <a:custGeom>
              <a:avLst/>
              <a:gdLst/>
              <a:ahLst/>
              <a:cxnLst/>
              <a:rect l="l" t="t" r="r" b="b"/>
              <a:pathLst>
                <a:path w="4365" h="578" extrusionOk="0">
                  <a:moveTo>
                    <a:pt x="289" y="0"/>
                  </a:moveTo>
                  <a:cubicBezTo>
                    <a:pt x="145" y="0"/>
                    <a:pt x="0" y="108"/>
                    <a:pt x="0" y="289"/>
                  </a:cubicBezTo>
                  <a:cubicBezTo>
                    <a:pt x="0" y="469"/>
                    <a:pt x="145" y="577"/>
                    <a:pt x="289" y="577"/>
                  </a:cubicBezTo>
                  <a:lnTo>
                    <a:pt x="4076" y="577"/>
                  </a:lnTo>
                  <a:cubicBezTo>
                    <a:pt x="4220" y="577"/>
                    <a:pt x="4364" y="469"/>
                    <a:pt x="4364" y="289"/>
                  </a:cubicBezTo>
                  <a:cubicBezTo>
                    <a:pt x="4364" y="108"/>
                    <a:pt x="4220" y="0"/>
                    <a:pt x="40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28" name="Google Shape;2628;g312bfb4b743_5_798"/>
          <p:cNvGrpSpPr/>
          <p:nvPr/>
        </p:nvGrpSpPr>
        <p:grpSpPr>
          <a:xfrm>
            <a:off x="4897292" y="2618863"/>
            <a:ext cx="1729343" cy="1578106"/>
            <a:chOff x="1171725" y="542675"/>
            <a:chExt cx="5016950" cy="4578200"/>
          </a:xfrm>
        </p:grpSpPr>
        <p:sp>
          <p:nvSpPr>
            <p:cNvPr id="2629" name="Google Shape;2629;g312bfb4b743_5_798"/>
            <p:cNvSpPr/>
            <p:nvPr/>
          </p:nvSpPr>
          <p:spPr>
            <a:xfrm>
              <a:off x="1171725" y="542775"/>
              <a:ext cx="5016950" cy="4577925"/>
            </a:xfrm>
            <a:custGeom>
              <a:avLst/>
              <a:gdLst/>
              <a:ahLst/>
              <a:cxnLst/>
              <a:rect l="l" t="t" r="r" b="b"/>
              <a:pathLst>
                <a:path w="200678" h="183117" extrusionOk="0">
                  <a:moveTo>
                    <a:pt x="147944" y="1"/>
                  </a:moveTo>
                  <a:cubicBezTo>
                    <a:pt x="128902" y="1"/>
                    <a:pt x="116374" y="16962"/>
                    <a:pt x="88848" y="22980"/>
                  </a:cubicBezTo>
                  <a:cubicBezTo>
                    <a:pt x="56060" y="30148"/>
                    <a:pt x="46096" y="27030"/>
                    <a:pt x="23048" y="51171"/>
                  </a:cubicBezTo>
                  <a:cubicBezTo>
                    <a:pt x="1" y="75311"/>
                    <a:pt x="5304" y="121085"/>
                    <a:pt x="34491" y="150176"/>
                  </a:cubicBezTo>
                  <a:cubicBezTo>
                    <a:pt x="63711" y="179299"/>
                    <a:pt x="92448" y="182578"/>
                    <a:pt x="92448" y="182578"/>
                  </a:cubicBezTo>
                  <a:cubicBezTo>
                    <a:pt x="92448" y="182578"/>
                    <a:pt x="95800" y="183116"/>
                    <a:pt x="101224" y="183116"/>
                  </a:cubicBezTo>
                  <a:cubicBezTo>
                    <a:pt x="113079" y="183116"/>
                    <a:pt x="134832" y="180544"/>
                    <a:pt x="153136" y="164159"/>
                  </a:cubicBezTo>
                  <a:cubicBezTo>
                    <a:pt x="179816" y="140243"/>
                    <a:pt x="187145" y="101381"/>
                    <a:pt x="193928" y="70104"/>
                  </a:cubicBezTo>
                  <a:cubicBezTo>
                    <a:pt x="200678" y="38795"/>
                    <a:pt x="186309" y="10958"/>
                    <a:pt x="159726" y="2054"/>
                  </a:cubicBezTo>
                  <a:cubicBezTo>
                    <a:pt x="155461" y="620"/>
                    <a:pt x="151583" y="1"/>
                    <a:pt x="14794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0" name="Google Shape;2630;g312bfb4b743_5_798"/>
            <p:cNvSpPr/>
            <p:nvPr/>
          </p:nvSpPr>
          <p:spPr>
            <a:xfrm>
              <a:off x="1388700" y="542675"/>
              <a:ext cx="4672200" cy="4578200"/>
            </a:xfrm>
            <a:custGeom>
              <a:avLst/>
              <a:gdLst/>
              <a:ahLst/>
              <a:cxnLst/>
              <a:rect l="l" t="t" r="r" b="b"/>
              <a:pathLst>
                <a:path w="186888" h="183128" extrusionOk="0">
                  <a:moveTo>
                    <a:pt x="139282" y="1"/>
                  </a:moveTo>
                  <a:cubicBezTo>
                    <a:pt x="120220" y="1"/>
                    <a:pt x="107716" y="16973"/>
                    <a:pt x="80169" y="22984"/>
                  </a:cubicBezTo>
                  <a:cubicBezTo>
                    <a:pt x="47381" y="30152"/>
                    <a:pt x="37417" y="27034"/>
                    <a:pt x="14369" y="51175"/>
                  </a:cubicBezTo>
                  <a:cubicBezTo>
                    <a:pt x="4661" y="61332"/>
                    <a:pt x="0" y="75283"/>
                    <a:pt x="0" y="90230"/>
                  </a:cubicBezTo>
                  <a:cubicBezTo>
                    <a:pt x="0" y="110835"/>
                    <a:pt x="8904" y="133304"/>
                    <a:pt x="25812" y="150180"/>
                  </a:cubicBezTo>
                  <a:cubicBezTo>
                    <a:pt x="55032" y="179303"/>
                    <a:pt x="83769" y="182582"/>
                    <a:pt x="83769" y="182582"/>
                  </a:cubicBezTo>
                  <a:cubicBezTo>
                    <a:pt x="83769" y="182582"/>
                    <a:pt x="87112" y="183128"/>
                    <a:pt x="92544" y="183128"/>
                  </a:cubicBezTo>
                  <a:cubicBezTo>
                    <a:pt x="104373" y="183128"/>
                    <a:pt x="126135" y="180556"/>
                    <a:pt x="144457" y="164163"/>
                  </a:cubicBezTo>
                  <a:cubicBezTo>
                    <a:pt x="171137" y="140247"/>
                    <a:pt x="178466" y="101385"/>
                    <a:pt x="185249" y="70108"/>
                  </a:cubicBezTo>
                  <a:cubicBezTo>
                    <a:pt x="186374" y="64901"/>
                    <a:pt x="186888" y="59790"/>
                    <a:pt x="186888" y="54871"/>
                  </a:cubicBezTo>
                  <a:cubicBezTo>
                    <a:pt x="186888" y="30088"/>
                    <a:pt x="173194" y="9483"/>
                    <a:pt x="151047" y="2058"/>
                  </a:cubicBezTo>
                  <a:cubicBezTo>
                    <a:pt x="146772" y="612"/>
                    <a:pt x="142914" y="1"/>
                    <a:pt x="13928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1" name="Google Shape;2631;g312bfb4b743_5_798"/>
            <p:cNvSpPr/>
            <p:nvPr/>
          </p:nvSpPr>
          <p:spPr>
            <a:xfrm>
              <a:off x="1698100" y="4799425"/>
              <a:ext cx="3900725" cy="255575"/>
            </a:xfrm>
            <a:custGeom>
              <a:avLst/>
              <a:gdLst/>
              <a:ahLst/>
              <a:cxnLst/>
              <a:rect l="l" t="t" r="r" b="b"/>
              <a:pathLst>
                <a:path w="156029" h="10223" extrusionOk="0">
                  <a:moveTo>
                    <a:pt x="78014" y="0"/>
                  </a:moveTo>
                  <a:cubicBezTo>
                    <a:pt x="34941" y="0"/>
                    <a:pt x="0" y="2282"/>
                    <a:pt x="0" y="5111"/>
                  </a:cubicBezTo>
                  <a:cubicBezTo>
                    <a:pt x="0" y="7908"/>
                    <a:pt x="34941" y="10222"/>
                    <a:pt x="78014" y="10222"/>
                  </a:cubicBezTo>
                  <a:cubicBezTo>
                    <a:pt x="121088" y="10222"/>
                    <a:pt x="156029" y="7908"/>
                    <a:pt x="156029" y="5111"/>
                  </a:cubicBezTo>
                  <a:cubicBezTo>
                    <a:pt x="156029" y="2282"/>
                    <a:pt x="121088" y="0"/>
                    <a:pt x="780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2" name="Google Shape;2632;g312bfb4b743_5_798"/>
            <p:cNvSpPr/>
            <p:nvPr/>
          </p:nvSpPr>
          <p:spPr>
            <a:xfrm>
              <a:off x="2634300" y="1148600"/>
              <a:ext cx="3007925" cy="1915850"/>
            </a:xfrm>
            <a:custGeom>
              <a:avLst/>
              <a:gdLst/>
              <a:ahLst/>
              <a:cxnLst/>
              <a:rect l="l" t="t" r="r" b="b"/>
              <a:pathLst>
                <a:path w="120317" h="76634" extrusionOk="0">
                  <a:moveTo>
                    <a:pt x="1190" y="1"/>
                  </a:moveTo>
                  <a:cubicBezTo>
                    <a:pt x="1061" y="1"/>
                    <a:pt x="965" y="97"/>
                    <a:pt x="965" y="226"/>
                  </a:cubicBezTo>
                  <a:cubicBezTo>
                    <a:pt x="965" y="322"/>
                    <a:pt x="1061" y="419"/>
                    <a:pt x="1190" y="419"/>
                  </a:cubicBezTo>
                  <a:lnTo>
                    <a:pt x="2475" y="419"/>
                  </a:lnTo>
                  <a:cubicBezTo>
                    <a:pt x="2572" y="419"/>
                    <a:pt x="2668" y="322"/>
                    <a:pt x="2668" y="226"/>
                  </a:cubicBezTo>
                  <a:cubicBezTo>
                    <a:pt x="2668" y="97"/>
                    <a:pt x="2572" y="1"/>
                    <a:pt x="2475" y="1"/>
                  </a:cubicBezTo>
                  <a:close/>
                  <a:moveTo>
                    <a:pt x="3729" y="1"/>
                  </a:moveTo>
                  <a:cubicBezTo>
                    <a:pt x="3633" y="1"/>
                    <a:pt x="3536" y="97"/>
                    <a:pt x="3536" y="226"/>
                  </a:cubicBezTo>
                  <a:cubicBezTo>
                    <a:pt x="3536" y="322"/>
                    <a:pt x="3633" y="419"/>
                    <a:pt x="3729" y="419"/>
                  </a:cubicBezTo>
                  <a:lnTo>
                    <a:pt x="5015" y="419"/>
                  </a:lnTo>
                  <a:cubicBezTo>
                    <a:pt x="5143" y="419"/>
                    <a:pt x="5240" y="322"/>
                    <a:pt x="5240" y="226"/>
                  </a:cubicBezTo>
                  <a:cubicBezTo>
                    <a:pt x="5240" y="97"/>
                    <a:pt x="5143" y="1"/>
                    <a:pt x="5015" y="1"/>
                  </a:cubicBezTo>
                  <a:close/>
                  <a:moveTo>
                    <a:pt x="6301" y="1"/>
                  </a:moveTo>
                  <a:cubicBezTo>
                    <a:pt x="6172" y="1"/>
                    <a:pt x="6076" y="97"/>
                    <a:pt x="6076" y="226"/>
                  </a:cubicBezTo>
                  <a:cubicBezTo>
                    <a:pt x="6076" y="322"/>
                    <a:pt x="6172" y="419"/>
                    <a:pt x="6301" y="419"/>
                  </a:cubicBezTo>
                  <a:lnTo>
                    <a:pt x="7554" y="419"/>
                  </a:lnTo>
                  <a:cubicBezTo>
                    <a:pt x="7683" y="419"/>
                    <a:pt x="7779" y="322"/>
                    <a:pt x="7779" y="226"/>
                  </a:cubicBezTo>
                  <a:cubicBezTo>
                    <a:pt x="7779" y="97"/>
                    <a:pt x="7683" y="1"/>
                    <a:pt x="7554" y="1"/>
                  </a:cubicBezTo>
                  <a:close/>
                  <a:moveTo>
                    <a:pt x="8840" y="1"/>
                  </a:moveTo>
                  <a:cubicBezTo>
                    <a:pt x="8711" y="1"/>
                    <a:pt x="8615" y="97"/>
                    <a:pt x="8615" y="226"/>
                  </a:cubicBezTo>
                  <a:cubicBezTo>
                    <a:pt x="8615" y="322"/>
                    <a:pt x="8711" y="419"/>
                    <a:pt x="8840" y="419"/>
                  </a:cubicBezTo>
                  <a:lnTo>
                    <a:pt x="10126" y="419"/>
                  </a:lnTo>
                  <a:cubicBezTo>
                    <a:pt x="10222" y="419"/>
                    <a:pt x="10319" y="322"/>
                    <a:pt x="10319" y="226"/>
                  </a:cubicBezTo>
                  <a:cubicBezTo>
                    <a:pt x="10319" y="97"/>
                    <a:pt x="10222" y="1"/>
                    <a:pt x="10126" y="1"/>
                  </a:cubicBezTo>
                  <a:close/>
                  <a:moveTo>
                    <a:pt x="11379" y="1"/>
                  </a:moveTo>
                  <a:cubicBezTo>
                    <a:pt x="11283" y="1"/>
                    <a:pt x="11187" y="97"/>
                    <a:pt x="11187" y="226"/>
                  </a:cubicBezTo>
                  <a:cubicBezTo>
                    <a:pt x="11187" y="322"/>
                    <a:pt x="11283" y="419"/>
                    <a:pt x="11379" y="419"/>
                  </a:cubicBezTo>
                  <a:lnTo>
                    <a:pt x="12665" y="419"/>
                  </a:lnTo>
                  <a:cubicBezTo>
                    <a:pt x="12794" y="419"/>
                    <a:pt x="12890" y="322"/>
                    <a:pt x="12890" y="226"/>
                  </a:cubicBezTo>
                  <a:cubicBezTo>
                    <a:pt x="12890" y="97"/>
                    <a:pt x="12794" y="1"/>
                    <a:pt x="12665" y="1"/>
                  </a:cubicBezTo>
                  <a:close/>
                  <a:moveTo>
                    <a:pt x="13951" y="1"/>
                  </a:moveTo>
                  <a:cubicBezTo>
                    <a:pt x="13822" y="1"/>
                    <a:pt x="13726" y="97"/>
                    <a:pt x="13726" y="226"/>
                  </a:cubicBezTo>
                  <a:cubicBezTo>
                    <a:pt x="13726" y="322"/>
                    <a:pt x="13822" y="419"/>
                    <a:pt x="13951" y="419"/>
                  </a:cubicBezTo>
                  <a:lnTo>
                    <a:pt x="15205" y="419"/>
                  </a:lnTo>
                  <a:cubicBezTo>
                    <a:pt x="15333" y="419"/>
                    <a:pt x="15430" y="322"/>
                    <a:pt x="15430" y="226"/>
                  </a:cubicBezTo>
                  <a:cubicBezTo>
                    <a:pt x="15430" y="97"/>
                    <a:pt x="15333" y="1"/>
                    <a:pt x="15205" y="1"/>
                  </a:cubicBezTo>
                  <a:close/>
                  <a:moveTo>
                    <a:pt x="16490" y="1"/>
                  </a:moveTo>
                  <a:cubicBezTo>
                    <a:pt x="16362" y="1"/>
                    <a:pt x="16265" y="97"/>
                    <a:pt x="16265" y="226"/>
                  </a:cubicBezTo>
                  <a:cubicBezTo>
                    <a:pt x="16265" y="322"/>
                    <a:pt x="16362" y="419"/>
                    <a:pt x="16490" y="419"/>
                  </a:cubicBezTo>
                  <a:lnTo>
                    <a:pt x="17776" y="419"/>
                  </a:lnTo>
                  <a:cubicBezTo>
                    <a:pt x="17873" y="419"/>
                    <a:pt x="17969" y="322"/>
                    <a:pt x="17969" y="226"/>
                  </a:cubicBezTo>
                  <a:cubicBezTo>
                    <a:pt x="17969" y="97"/>
                    <a:pt x="17873" y="1"/>
                    <a:pt x="17776" y="1"/>
                  </a:cubicBezTo>
                  <a:close/>
                  <a:moveTo>
                    <a:pt x="19030" y="1"/>
                  </a:moveTo>
                  <a:cubicBezTo>
                    <a:pt x="18933" y="1"/>
                    <a:pt x="18837" y="97"/>
                    <a:pt x="18837" y="226"/>
                  </a:cubicBezTo>
                  <a:cubicBezTo>
                    <a:pt x="18837" y="322"/>
                    <a:pt x="18933" y="419"/>
                    <a:pt x="19030" y="419"/>
                  </a:cubicBezTo>
                  <a:lnTo>
                    <a:pt x="20316" y="419"/>
                  </a:lnTo>
                  <a:cubicBezTo>
                    <a:pt x="20444" y="419"/>
                    <a:pt x="20541" y="322"/>
                    <a:pt x="20541" y="226"/>
                  </a:cubicBezTo>
                  <a:cubicBezTo>
                    <a:pt x="20541" y="97"/>
                    <a:pt x="20444" y="1"/>
                    <a:pt x="20316" y="1"/>
                  </a:cubicBezTo>
                  <a:close/>
                  <a:moveTo>
                    <a:pt x="21601" y="1"/>
                  </a:moveTo>
                  <a:cubicBezTo>
                    <a:pt x="21473" y="1"/>
                    <a:pt x="21376" y="97"/>
                    <a:pt x="21376" y="226"/>
                  </a:cubicBezTo>
                  <a:cubicBezTo>
                    <a:pt x="21376" y="322"/>
                    <a:pt x="21473" y="419"/>
                    <a:pt x="21601" y="419"/>
                  </a:cubicBezTo>
                  <a:lnTo>
                    <a:pt x="22855" y="419"/>
                  </a:lnTo>
                  <a:cubicBezTo>
                    <a:pt x="22984" y="419"/>
                    <a:pt x="23080" y="322"/>
                    <a:pt x="23080" y="226"/>
                  </a:cubicBezTo>
                  <a:cubicBezTo>
                    <a:pt x="23080" y="97"/>
                    <a:pt x="22984" y="1"/>
                    <a:pt x="22855" y="1"/>
                  </a:cubicBezTo>
                  <a:close/>
                  <a:moveTo>
                    <a:pt x="24141" y="1"/>
                  </a:moveTo>
                  <a:cubicBezTo>
                    <a:pt x="24012" y="1"/>
                    <a:pt x="23916" y="97"/>
                    <a:pt x="23916" y="226"/>
                  </a:cubicBezTo>
                  <a:cubicBezTo>
                    <a:pt x="23916" y="322"/>
                    <a:pt x="24012" y="419"/>
                    <a:pt x="24141" y="419"/>
                  </a:cubicBezTo>
                  <a:lnTo>
                    <a:pt x="25426" y="419"/>
                  </a:lnTo>
                  <a:cubicBezTo>
                    <a:pt x="25523" y="419"/>
                    <a:pt x="25619" y="322"/>
                    <a:pt x="25619" y="226"/>
                  </a:cubicBezTo>
                  <a:cubicBezTo>
                    <a:pt x="25619" y="97"/>
                    <a:pt x="25523" y="1"/>
                    <a:pt x="25426" y="1"/>
                  </a:cubicBezTo>
                  <a:close/>
                  <a:moveTo>
                    <a:pt x="26680" y="1"/>
                  </a:moveTo>
                  <a:cubicBezTo>
                    <a:pt x="26584" y="1"/>
                    <a:pt x="26487" y="97"/>
                    <a:pt x="26487" y="226"/>
                  </a:cubicBezTo>
                  <a:cubicBezTo>
                    <a:pt x="26487" y="322"/>
                    <a:pt x="26584" y="419"/>
                    <a:pt x="26680" y="419"/>
                  </a:cubicBezTo>
                  <a:lnTo>
                    <a:pt x="27966" y="419"/>
                  </a:lnTo>
                  <a:cubicBezTo>
                    <a:pt x="28094" y="419"/>
                    <a:pt x="28191" y="322"/>
                    <a:pt x="28191" y="226"/>
                  </a:cubicBezTo>
                  <a:cubicBezTo>
                    <a:pt x="28191" y="97"/>
                    <a:pt x="28094" y="1"/>
                    <a:pt x="27966" y="1"/>
                  </a:cubicBezTo>
                  <a:close/>
                  <a:moveTo>
                    <a:pt x="29252" y="1"/>
                  </a:moveTo>
                  <a:cubicBezTo>
                    <a:pt x="29123" y="1"/>
                    <a:pt x="29027" y="97"/>
                    <a:pt x="29027" y="226"/>
                  </a:cubicBezTo>
                  <a:cubicBezTo>
                    <a:pt x="29027" y="322"/>
                    <a:pt x="29123" y="419"/>
                    <a:pt x="29252" y="419"/>
                  </a:cubicBezTo>
                  <a:lnTo>
                    <a:pt x="30505" y="419"/>
                  </a:lnTo>
                  <a:cubicBezTo>
                    <a:pt x="30634" y="419"/>
                    <a:pt x="30730" y="322"/>
                    <a:pt x="30730" y="226"/>
                  </a:cubicBezTo>
                  <a:cubicBezTo>
                    <a:pt x="30730" y="97"/>
                    <a:pt x="30634" y="1"/>
                    <a:pt x="30505" y="1"/>
                  </a:cubicBezTo>
                  <a:close/>
                  <a:moveTo>
                    <a:pt x="31791" y="1"/>
                  </a:moveTo>
                  <a:cubicBezTo>
                    <a:pt x="31662" y="1"/>
                    <a:pt x="31598" y="97"/>
                    <a:pt x="31598" y="226"/>
                  </a:cubicBezTo>
                  <a:cubicBezTo>
                    <a:pt x="31598" y="322"/>
                    <a:pt x="31662" y="419"/>
                    <a:pt x="31791" y="419"/>
                  </a:cubicBezTo>
                  <a:lnTo>
                    <a:pt x="33077" y="419"/>
                  </a:lnTo>
                  <a:cubicBezTo>
                    <a:pt x="33173" y="419"/>
                    <a:pt x="33270" y="322"/>
                    <a:pt x="33270" y="226"/>
                  </a:cubicBezTo>
                  <a:cubicBezTo>
                    <a:pt x="33270" y="97"/>
                    <a:pt x="33173" y="1"/>
                    <a:pt x="33077" y="1"/>
                  </a:cubicBezTo>
                  <a:close/>
                  <a:moveTo>
                    <a:pt x="34330" y="1"/>
                  </a:moveTo>
                  <a:cubicBezTo>
                    <a:pt x="34234" y="1"/>
                    <a:pt x="34138" y="97"/>
                    <a:pt x="34138" y="226"/>
                  </a:cubicBezTo>
                  <a:cubicBezTo>
                    <a:pt x="34138" y="322"/>
                    <a:pt x="34234" y="419"/>
                    <a:pt x="34330" y="419"/>
                  </a:cubicBezTo>
                  <a:lnTo>
                    <a:pt x="35616" y="419"/>
                  </a:lnTo>
                  <a:cubicBezTo>
                    <a:pt x="35745" y="419"/>
                    <a:pt x="35841" y="322"/>
                    <a:pt x="35841" y="226"/>
                  </a:cubicBezTo>
                  <a:cubicBezTo>
                    <a:pt x="35841" y="97"/>
                    <a:pt x="35745" y="1"/>
                    <a:pt x="35616" y="1"/>
                  </a:cubicBezTo>
                  <a:close/>
                  <a:moveTo>
                    <a:pt x="36902" y="1"/>
                  </a:moveTo>
                  <a:cubicBezTo>
                    <a:pt x="36773" y="1"/>
                    <a:pt x="36677" y="97"/>
                    <a:pt x="36677" y="226"/>
                  </a:cubicBezTo>
                  <a:cubicBezTo>
                    <a:pt x="36677" y="322"/>
                    <a:pt x="36773" y="419"/>
                    <a:pt x="36902" y="419"/>
                  </a:cubicBezTo>
                  <a:lnTo>
                    <a:pt x="38188" y="419"/>
                  </a:lnTo>
                  <a:cubicBezTo>
                    <a:pt x="38284" y="419"/>
                    <a:pt x="38381" y="322"/>
                    <a:pt x="38381" y="226"/>
                  </a:cubicBezTo>
                  <a:cubicBezTo>
                    <a:pt x="38381" y="97"/>
                    <a:pt x="38284" y="1"/>
                    <a:pt x="38188" y="1"/>
                  </a:cubicBezTo>
                  <a:close/>
                  <a:moveTo>
                    <a:pt x="39441" y="1"/>
                  </a:moveTo>
                  <a:cubicBezTo>
                    <a:pt x="39345" y="1"/>
                    <a:pt x="39249" y="97"/>
                    <a:pt x="39249" y="226"/>
                  </a:cubicBezTo>
                  <a:cubicBezTo>
                    <a:pt x="39249" y="322"/>
                    <a:pt x="39345" y="419"/>
                    <a:pt x="39441" y="419"/>
                  </a:cubicBezTo>
                  <a:lnTo>
                    <a:pt x="40727" y="419"/>
                  </a:lnTo>
                  <a:cubicBezTo>
                    <a:pt x="40856" y="419"/>
                    <a:pt x="40920" y="322"/>
                    <a:pt x="40920" y="226"/>
                  </a:cubicBezTo>
                  <a:cubicBezTo>
                    <a:pt x="40920" y="97"/>
                    <a:pt x="40856" y="1"/>
                    <a:pt x="40727" y="1"/>
                  </a:cubicBezTo>
                  <a:close/>
                  <a:moveTo>
                    <a:pt x="42013" y="1"/>
                  </a:moveTo>
                  <a:cubicBezTo>
                    <a:pt x="41884" y="1"/>
                    <a:pt x="41788" y="97"/>
                    <a:pt x="41788" y="226"/>
                  </a:cubicBezTo>
                  <a:cubicBezTo>
                    <a:pt x="41788" y="322"/>
                    <a:pt x="41884" y="419"/>
                    <a:pt x="42013" y="419"/>
                  </a:cubicBezTo>
                  <a:lnTo>
                    <a:pt x="43267" y="419"/>
                  </a:lnTo>
                  <a:cubicBezTo>
                    <a:pt x="43395" y="419"/>
                    <a:pt x="43492" y="322"/>
                    <a:pt x="43492" y="226"/>
                  </a:cubicBezTo>
                  <a:cubicBezTo>
                    <a:pt x="43492" y="97"/>
                    <a:pt x="43395" y="1"/>
                    <a:pt x="43267" y="1"/>
                  </a:cubicBezTo>
                  <a:close/>
                  <a:moveTo>
                    <a:pt x="44552" y="1"/>
                  </a:moveTo>
                  <a:cubicBezTo>
                    <a:pt x="44424" y="1"/>
                    <a:pt x="44327" y="97"/>
                    <a:pt x="44327" y="226"/>
                  </a:cubicBezTo>
                  <a:cubicBezTo>
                    <a:pt x="44327" y="322"/>
                    <a:pt x="44424" y="419"/>
                    <a:pt x="44552" y="419"/>
                  </a:cubicBezTo>
                  <a:lnTo>
                    <a:pt x="45838" y="419"/>
                  </a:lnTo>
                  <a:cubicBezTo>
                    <a:pt x="45935" y="419"/>
                    <a:pt x="46031" y="322"/>
                    <a:pt x="46031" y="226"/>
                  </a:cubicBezTo>
                  <a:cubicBezTo>
                    <a:pt x="46031" y="97"/>
                    <a:pt x="45935" y="1"/>
                    <a:pt x="45838" y="1"/>
                  </a:cubicBezTo>
                  <a:close/>
                  <a:moveTo>
                    <a:pt x="47092" y="1"/>
                  </a:moveTo>
                  <a:cubicBezTo>
                    <a:pt x="46995" y="1"/>
                    <a:pt x="46899" y="97"/>
                    <a:pt x="46899" y="226"/>
                  </a:cubicBezTo>
                  <a:cubicBezTo>
                    <a:pt x="46899" y="322"/>
                    <a:pt x="46995" y="419"/>
                    <a:pt x="47092" y="419"/>
                  </a:cubicBezTo>
                  <a:lnTo>
                    <a:pt x="48378" y="419"/>
                  </a:lnTo>
                  <a:cubicBezTo>
                    <a:pt x="48506" y="419"/>
                    <a:pt x="48603" y="322"/>
                    <a:pt x="48603" y="226"/>
                  </a:cubicBezTo>
                  <a:cubicBezTo>
                    <a:pt x="48603" y="97"/>
                    <a:pt x="48506" y="1"/>
                    <a:pt x="48378" y="1"/>
                  </a:cubicBezTo>
                  <a:close/>
                  <a:moveTo>
                    <a:pt x="49663" y="1"/>
                  </a:moveTo>
                  <a:cubicBezTo>
                    <a:pt x="49535" y="1"/>
                    <a:pt x="49438" y="97"/>
                    <a:pt x="49438" y="226"/>
                  </a:cubicBezTo>
                  <a:cubicBezTo>
                    <a:pt x="49438" y="322"/>
                    <a:pt x="49535" y="419"/>
                    <a:pt x="49663" y="419"/>
                  </a:cubicBezTo>
                  <a:lnTo>
                    <a:pt x="50917" y="419"/>
                  </a:lnTo>
                  <a:cubicBezTo>
                    <a:pt x="51046" y="419"/>
                    <a:pt x="51142" y="322"/>
                    <a:pt x="51142" y="226"/>
                  </a:cubicBezTo>
                  <a:cubicBezTo>
                    <a:pt x="51142" y="97"/>
                    <a:pt x="51046" y="1"/>
                    <a:pt x="50917" y="1"/>
                  </a:cubicBezTo>
                  <a:close/>
                  <a:moveTo>
                    <a:pt x="52203" y="1"/>
                  </a:moveTo>
                  <a:cubicBezTo>
                    <a:pt x="52074" y="1"/>
                    <a:pt x="51978" y="97"/>
                    <a:pt x="51978" y="226"/>
                  </a:cubicBezTo>
                  <a:cubicBezTo>
                    <a:pt x="51978" y="322"/>
                    <a:pt x="52074" y="419"/>
                    <a:pt x="52203" y="419"/>
                  </a:cubicBezTo>
                  <a:lnTo>
                    <a:pt x="53489" y="419"/>
                  </a:lnTo>
                  <a:cubicBezTo>
                    <a:pt x="53585" y="419"/>
                    <a:pt x="53681" y="322"/>
                    <a:pt x="53681" y="226"/>
                  </a:cubicBezTo>
                  <a:cubicBezTo>
                    <a:pt x="53681" y="97"/>
                    <a:pt x="53585" y="1"/>
                    <a:pt x="53489" y="1"/>
                  </a:cubicBezTo>
                  <a:close/>
                  <a:moveTo>
                    <a:pt x="54742" y="1"/>
                  </a:moveTo>
                  <a:cubicBezTo>
                    <a:pt x="54646" y="1"/>
                    <a:pt x="54549" y="97"/>
                    <a:pt x="54549" y="226"/>
                  </a:cubicBezTo>
                  <a:cubicBezTo>
                    <a:pt x="54549" y="322"/>
                    <a:pt x="54646" y="419"/>
                    <a:pt x="54742" y="419"/>
                  </a:cubicBezTo>
                  <a:lnTo>
                    <a:pt x="56028" y="419"/>
                  </a:lnTo>
                  <a:cubicBezTo>
                    <a:pt x="56157" y="419"/>
                    <a:pt x="56253" y="322"/>
                    <a:pt x="56253" y="226"/>
                  </a:cubicBezTo>
                  <a:cubicBezTo>
                    <a:pt x="56253" y="97"/>
                    <a:pt x="56157" y="1"/>
                    <a:pt x="56028" y="1"/>
                  </a:cubicBezTo>
                  <a:close/>
                  <a:moveTo>
                    <a:pt x="57314" y="1"/>
                  </a:moveTo>
                  <a:cubicBezTo>
                    <a:pt x="57185" y="1"/>
                    <a:pt x="57089" y="97"/>
                    <a:pt x="57089" y="226"/>
                  </a:cubicBezTo>
                  <a:cubicBezTo>
                    <a:pt x="57089" y="322"/>
                    <a:pt x="57185" y="419"/>
                    <a:pt x="57314" y="419"/>
                  </a:cubicBezTo>
                  <a:lnTo>
                    <a:pt x="58567" y="419"/>
                  </a:lnTo>
                  <a:cubicBezTo>
                    <a:pt x="58696" y="419"/>
                    <a:pt x="58792" y="322"/>
                    <a:pt x="58792" y="226"/>
                  </a:cubicBezTo>
                  <a:cubicBezTo>
                    <a:pt x="58792" y="97"/>
                    <a:pt x="58696" y="1"/>
                    <a:pt x="58567" y="1"/>
                  </a:cubicBezTo>
                  <a:close/>
                  <a:moveTo>
                    <a:pt x="59853" y="1"/>
                  </a:moveTo>
                  <a:cubicBezTo>
                    <a:pt x="59725" y="1"/>
                    <a:pt x="59628" y="97"/>
                    <a:pt x="59628" y="226"/>
                  </a:cubicBezTo>
                  <a:cubicBezTo>
                    <a:pt x="59628" y="322"/>
                    <a:pt x="59725" y="419"/>
                    <a:pt x="59853" y="419"/>
                  </a:cubicBezTo>
                  <a:lnTo>
                    <a:pt x="61139" y="419"/>
                  </a:lnTo>
                  <a:cubicBezTo>
                    <a:pt x="61235" y="419"/>
                    <a:pt x="61332" y="322"/>
                    <a:pt x="61332" y="226"/>
                  </a:cubicBezTo>
                  <a:cubicBezTo>
                    <a:pt x="61332" y="97"/>
                    <a:pt x="61235" y="1"/>
                    <a:pt x="61139" y="1"/>
                  </a:cubicBezTo>
                  <a:close/>
                  <a:moveTo>
                    <a:pt x="62393" y="1"/>
                  </a:moveTo>
                  <a:cubicBezTo>
                    <a:pt x="62296" y="1"/>
                    <a:pt x="62200" y="97"/>
                    <a:pt x="62200" y="226"/>
                  </a:cubicBezTo>
                  <a:cubicBezTo>
                    <a:pt x="62200" y="322"/>
                    <a:pt x="62296" y="419"/>
                    <a:pt x="62393" y="419"/>
                  </a:cubicBezTo>
                  <a:lnTo>
                    <a:pt x="63678" y="419"/>
                  </a:lnTo>
                  <a:cubicBezTo>
                    <a:pt x="63807" y="419"/>
                    <a:pt x="63903" y="322"/>
                    <a:pt x="63903" y="226"/>
                  </a:cubicBezTo>
                  <a:cubicBezTo>
                    <a:pt x="63903" y="97"/>
                    <a:pt x="63807" y="1"/>
                    <a:pt x="63678" y="1"/>
                  </a:cubicBezTo>
                  <a:close/>
                  <a:moveTo>
                    <a:pt x="64964" y="1"/>
                  </a:moveTo>
                  <a:cubicBezTo>
                    <a:pt x="64835" y="1"/>
                    <a:pt x="64739" y="97"/>
                    <a:pt x="64739" y="226"/>
                  </a:cubicBezTo>
                  <a:cubicBezTo>
                    <a:pt x="64739" y="322"/>
                    <a:pt x="64835" y="419"/>
                    <a:pt x="64964" y="419"/>
                  </a:cubicBezTo>
                  <a:lnTo>
                    <a:pt x="66218" y="419"/>
                  </a:lnTo>
                  <a:cubicBezTo>
                    <a:pt x="66346" y="419"/>
                    <a:pt x="66443" y="322"/>
                    <a:pt x="66443" y="226"/>
                  </a:cubicBezTo>
                  <a:cubicBezTo>
                    <a:pt x="66443" y="97"/>
                    <a:pt x="66346" y="1"/>
                    <a:pt x="66218" y="1"/>
                  </a:cubicBezTo>
                  <a:close/>
                  <a:moveTo>
                    <a:pt x="67503" y="1"/>
                  </a:moveTo>
                  <a:cubicBezTo>
                    <a:pt x="67375" y="1"/>
                    <a:pt x="67278" y="97"/>
                    <a:pt x="67278" y="226"/>
                  </a:cubicBezTo>
                  <a:cubicBezTo>
                    <a:pt x="67278" y="322"/>
                    <a:pt x="67375" y="419"/>
                    <a:pt x="67503" y="419"/>
                  </a:cubicBezTo>
                  <a:lnTo>
                    <a:pt x="68789" y="419"/>
                  </a:lnTo>
                  <a:cubicBezTo>
                    <a:pt x="68886" y="419"/>
                    <a:pt x="68982" y="322"/>
                    <a:pt x="68982" y="226"/>
                  </a:cubicBezTo>
                  <a:cubicBezTo>
                    <a:pt x="68982" y="97"/>
                    <a:pt x="68886" y="1"/>
                    <a:pt x="68789" y="1"/>
                  </a:cubicBezTo>
                  <a:close/>
                  <a:moveTo>
                    <a:pt x="70043" y="1"/>
                  </a:moveTo>
                  <a:cubicBezTo>
                    <a:pt x="69946" y="1"/>
                    <a:pt x="69850" y="97"/>
                    <a:pt x="69850" y="226"/>
                  </a:cubicBezTo>
                  <a:cubicBezTo>
                    <a:pt x="69850" y="322"/>
                    <a:pt x="69946" y="419"/>
                    <a:pt x="70043" y="419"/>
                  </a:cubicBezTo>
                  <a:lnTo>
                    <a:pt x="71329" y="419"/>
                  </a:lnTo>
                  <a:cubicBezTo>
                    <a:pt x="71457" y="419"/>
                    <a:pt x="71554" y="322"/>
                    <a:pt x="71554" y="226"/>
                  </a:cubicBezTo>
                  <a:cubicBezTo>
                    <a:pt x="71554" y="97"/>
                    <a:pt x="71457" y="1"/>
                    <a:pt x="71329" y="1"/>
                  </a:cubicBezTo>
                  <a:close/>
                  <a:moveTo>
                    <a:pt x="72614" y="1"/>
                  </a:moveTo>
                  <a:cubicBezTo>
                    <a:pt x="72486" y="1"/>
                    <a:pt x="72389" y="97"/>
                    <a:pt x="72389" y="226"/>
                  </a:cubicBezTo>
                  <a:cubicBezTo>
                    <a:pt x="72389" y="322"/>
                    <a:pt x="72486" y="419"/>
                    <a:pt x="72614" y="419"/>
                  </a:cubicBezTo>
                  <a:lnTo>
                    <a:pt x="73868" y="419"/>
                  </a:lnTo>
                  <a:cubicBezTo>
                    <a:pt x="73997" y="419"/>
                    <a:pt x="74093" y="322"/>
                    <a:pt x="74093" y="226"/>
                  </a:cubicBezTo>
                  <a:cubicBezTo>
                    <a:pt x="74093" y="97"/>
                    <a:pt x="73997" y="1"/>
                    <a:pt x="73868" y="1"/>
                  </a:cubicBezTo>
                  <a:close/>
                  <a:moveTo>
                    <a:pt x="75154" y="1"/>
                  </a:moveTo>
                  <a:cubicBezTo>
                    <a:pt x="75025" y="1"/>
                    <a:pt x="74961" y="97"/>
                    <a:pt x="74961" y="226"/>
                  </a:cubicBezTo>
                  <a:cubicBezTo>
                    <a:pt x="74961" y="322"/>
                    <a:pt x="75025" y="419"/>
                    <a:pt x="75154" y="419"/>
                  </a:cubicBezTo>
                  <a:lnTo>
                    <a:pt x="76440" y="419"/>
                  </a:lnTo>
                  <a:cubicBezTo>
                    <a:pt x="76536" y="419"/>
                    <a:pt x="76632" y="322"/>
                    <a:pt x="76632" y="226"/>
                  </a:cubicBezTo>
                  <a:cubicBezTo>
                    <a:pt x="76632" y="97"/>
                    <a:pt x="76536" y="1"/>
                    <a:pt x="76440" y="1"/>
                  </a:cubicBezTo>
                  <a:close/>
                  <a:moveTo>
                    <a:pt x="77693" y="1"/>
                  </a:moveTo>
                  <a:cubicBezTo>
                    <a:pt x="77597" y="1"/>
                    <a:pt x="77500" y="97"/>
                    <a:pt x="77500" y="226"/>
                  </a:cubicBezTo>
                  <a:cubicBezTo>
                    <a:pt x="77500" y="322"/>
                    <a:pt x="77597" y="419"/>
                    <a:pt x="77693" y="419"/>
                  </a:cubicBezTo>
                  <a:lnTo>
                    <a:pt x="78979" y="419"/>
                  </a:lnTo>
                  <a:cubicBezTo>
                    <a:pt x="79108" y="419"/>
                    <a:pt x="79204" y="322"/>
                    <a:pt x="79204" y="226"/>
                  </a:cubicBezTo>
                  <a:cubicBezTo>
                    <a:pt x="79204" y="97"/>
                    <a:pt x="79108" y="1"/>
                    <a:pt x="78979" y="1"/>
                  </a:cubicBezTo>
                  <a:close/>
                  <a:moveTo>
                    <a:pt x="80265" y="1"/>
                  </a:moveTo>
                  <a:cubicBezTo>
                    <a:pt x="80136" y="1"/>
                    <a:pt x="80040" y="97"/>
                    <a:pt x="80040" y="226"/>
                  </a:cubicBezTo>
                  <a:cubicBezTo>
                    <a:pt x="80040" y="322"/>
                    <a:pt x="80136" y="419"/>
                    <a:pt x="80265" y="419"/>
                  </a:cubicBezTo>
                  <a:lnTo>
                    <a:pt x="81518" y="419"/>
                  </a:lnTo>
                  <a:cubicBezTo>
                    <a:pt x="81647" y="419"/>
                    <a:pt x="81743" y="322"/>
                    <a:pt x="81743" y="226"/>
                  </a:cubicBezTo>
                  <a:cubicBezTo>
                    <a:pt x="81743" y="97"/>
                    <a:pt x="81647" y="1"/>
                    <a:pt x="81518" y="1"/>
                  </a:cubicBezTo>
                  <a:close/>
                  <a:moveTo>
                    <a:pt x="82804" y="1"/>
                  </a:moveTo>
                  <a:cubicBezTo>
                    <a:pt x="82708" y="1"/>
                    <a:pt x="82611" y="97"/>
                    <a:pt x="82611" y="226"/>
                  </a:cubicBezTo>
                  <a:cubicBezTo>
                    <a:pt x="82611" y="322"/>
                    <a:pt x="82708" y="419"/>
                    <a:pt x="82804" y="419"/>
                  </a:cubicBezTo>
                  <a:lnTo>
                    <a:pt x="84090" y="419"/>
                  </a:lnTo>
                  <a:cubicBezTo>
                    <a:pt x="84186" y="419"/>
                    <a:pt x="84283" y="322"/>
                    <a:pt x="84283" y="226"/>
                  </a:cubicBezTo>
                  <a:cubicBezTo>
                    <a:pt x="84283" y="97"/>
                    <a:pt x="84186" y="1"/>
                    <a:pt x="84090" y="1"/>
                  </a:cubicBezTo>
                  <a:close/>
                  <a:moveTo>
                    <a:pt x="85376" y="1"/>
                  </a:moveTo>
                  <a:cubicBezTo>
                    <a:pt x="85247" y="1"/>
                    <a:pt x="85151" y="97"/>
                    <a:pt x="85151" y="226"/>
                  </a:cubicBezTo>
                  <a:cubicBezTo>
                    <a:pt x="85151" y="322"/>
                    <a:pt x="85247" y="419"/>
                    <a:pt x="85376" y="419"/>
                  </a:cubicBezTo>
                  <a:lnTo>
                    <a:pt x="86629" y="419"/>
                  </a:lnTo>
                  <a:cubicBezTo>
                    <a:pt x="86758" y="419"/>
                    <a:pt x="86854" y="322"/>
                    <a:pt x="86854" y="226"/>
                  </a:cubicBezTo>
                  <a:cubicBezTo>
                    <a:pt x="86854" y="97"/>
                    <a:pt x="86758" y="1"/>
                    <a:pt x="86629" y="1"/>
                  </a:cubicBezTo>
                  <a:close/>
                  <a:moveTo>
                    <a:pt x="87915" y="1"/>
                  </a:moveTo>
                  <a:cubicBezTo>
                    <a:pt x="87787" y="1"/>
                    <a:pt x="87690" y="97"/>
                    <a:pt x="87690" y="226"/>
                  </a:cubicBezTo>
                  <a:cubicBezTo>
                    <a:pt x="87690" y="259"/>
                    <a:pt x="87702" y="293"/>
                    <a:pt x="87722" y="322"/>
                  </a:cubicBezTo>
                  <a:lnTo>
                    <a:pt x="87722" y="322"/>
                  </a:lnTo>
                  <a:lnTo>
                    <a:pt x="87722" y="1479"/>
                  </a:lnTo>
                  <a:cubicBezTo>
                    <a:pt x="87722" y="1608"/>
                    <a:pt x="87819" y="1704"/>
                    <a:pt x="87915" y="1704"/>
                  </a:cubicBezTo>
                  <a:cubicBezTo>
                    <a:pt x="88044" y="1704"/>
                    <a:pt x="88140" y="1608"/>
                    <a:pt x="88140" y="1479"/>
                  </a:cubicBezTo>
                  <a:lnTo>
                    <a:pt x="88140" y="226"/>
                  </a:lnTo>
                  <a:cubicBezTo>
                    <a:pt x="88140" y="161"/>
                    <a:pt x="88108" y="97"/>
                    <a:pt x="88076" y="65"/>
                  </a:cubicBezTo>
                  <a:cubicBezTo>
                    <a:pt x="88044" y="33"/>
                    <a:pt x="87979" y="1"/>
                    <a:pt x="87915" y="1"/>
                  </a:cubicBezTo>
                  <a:close/>
                  <a:moveTo>
                    <a:pt x="193" y="290"/>
                  </a:moveTo>
                  <a:cubicBezTo>
                    <a:pt x="97" y="290"/>
                    <a:pt x="0" y="386"/>
                    <a:pt x="0" y="515"/>
                  </a:cubicBezTo>
                  <a:lnTo>
                    <a:pt x="0" y="1769"/>
                  </a:lnTo>
                  <a:cubicBezTo>
                    <a:pt x="0" y="1897"/>
                    <a:pt x="97" y="1994"/>
                    <a:pt x="193" y="1994"/>
                  </a:cubicBezTo>
                  <a:cubicBezTo>
                    <a:pt x="322" y="1994"/>
                    <a:pt x="418" y="1897"/>
                    <a:pt x="418" y="1769"/>
                  </a:cubicBezTo>
                  <a:lnTo>
                    <a:pt x="418" y="515"/>
                  </a:lnTo>
                  <a:cubicBezTo>
                    <a:pt x="418" y="386"/>
                    <a:pt x="322" y="290"/>
                    <a:pt x="193" y="290"/>
                  </a:cubicBezTo>
                  <a:close/>
                  <a:moveTo>
                    <a:pt x="87915" y="2540"/>
                  </a:moveTo>
                  <a:cubicBezTo>
                    <a:pt x="87819" y="2540"/>
                    <a:pt x="87722" y="2637"/>
                    <a:pt x="87722" y="2765"/>
                  </a:cubicBezTo>
                  <a:lnTo>
                    <a:pt x="87722" y="4019"/>
                  </a:lnTo>
                  <a:cubicBezTo>
                    <a:pt x="87722" y="4147"/>
                    <a:pt x="87819" y="4244"/>
                    <a:pt x="87915" y="4244"/>
                  </a:cubicBezTo>
                  <a:cubicBezTo>
                    <a:pt x="88044" y="4244"/>
                    <a:pt x="88140" y="4147"/>
                    <a:pt x="88140" y="4019"/>
                  </a:cubicBezTo>
                  <a:lnTo>
                    <a:pt x="88140" y="2765"/>
                  </a:lnTo>
                  <a:cubicBezTo>
                    <a:pt x="88140" y="2637"/>
                    <a:pt x="88044" y="2540"/>
                    <a:pt x="87915" y="2540"/>
                  </a:cubicBezTo>
                  <a:close/>
                  <a:moveTo>
                    <a:pt x="193" y="2829"/>
                  </a:moveTo>
                  <a:cubicBezTo>
                    <a:pt x="97" y="2829"/>
                    <a:pt x="0" y="2926"/>
                    <a:pt x="0" y="3054"/>
                  </a:cubicBezTo>
                  <a:lnTo>
                    <a:pt x="0" y="4340"/>
                  </a:lnTo>
                  <a:cubicBezTo>
                    <a:pt x="0" y="4437"/>
                    <a:pt x="97" y="4533"/>
                    <a:pt x="193" y="4533"/>
                  </a:cubicBezTo>
                  <a:cubicBezTo>
                    <a:pt x="322" y="4533"/>
                    <a:pt x="418" y="4437"/>
                    <a:pt x="418" y="4340"/>
                  </a:cubicBezTo>
                  <a:lnTo>
                    <a:pt x="418" y="3054"/>
                  </a:lnTo>
                  <a:cubicBezTo>
                    <a:pt x="418" y="2926"/>
                    <a:pt x="322" y="2829"/>
                    <a:pt x="193" y="2829"/>
                  </a:cubicBezTo>
                  <a:close/>
                  <a:moveTo>
                    <a:pt x="87915" y="5080"/>
                  </a:moveTo>
                  <a:cubicBezTo>
                    <a:pt x="87819" y="5080"/>
                    <a:pt x="87722" y="5176"/>
                    <a:pt x="87722" y="5305"/>
                  </a:cubicBezTo>
                  <a:lnTo>
                    <a:pt x="87722" y="6590"/>
                  </a:lnTo>
                  <a:cubicBezTo>
                    <a:pt x="87722" y="6687"/>
                    <a:pt x="87819" y="6783"/>
                    <a:pt x="87915" y="6783"/>
                  </a:cubicBezTo>
                  <a:cubicBezTo>
                    <a:pt x="88044" y="6783"/>
                    <a:pt x="88140" y="6687"/>
                    <a:pt x="88140" y="6590"/>
                  </a:cubicBezTo>
                  <a:lnTo>
                    <a:pt x="88140" y="5305"/>
                  </a:lnTo>
                  <a:cubicBezTo>
                    <a:pt x="88140" y="5176"/>
                    <a:pt x="88044" y="5080"/>
                    <a:pt x="87915" y="5080"/>
                  </a:cubicBezTo>
                  <a:close/>
                  <a:moveTo>
                    <a:pt x="193" y="5401"/>
                  </a:moveTo>
                  <a:cubicBezTo>
                    <a:pt x="97" y="5401"/>
                    <a:pt x="0" y="5497"/>
                    <a:pt x="0" y="5594"/>
                  </a:cubicBezTo>
                  <a:lnTo>
                    <a:pt x="0" y="6880"/>
                  </a:lnTo>
                  <a:cubicBezTo>
                    <a:pt x="0" y="7008"/>
                    <a:pt x="97" y="7105"/>
                    <a:pt x="193" y="7105"/>
                  </a:cubicBezTo>
                  <a:cubicBezTo>
                    <a:pt x="322" y="7105"/>
                    <a:pt x="418" y="7008"/>
                    <a:pt x="418" y="6880"/>
                  </a:cubicBezTo>
                  <a:lnTo>
                    <a:pt x="418" y="5594"/>
                  </a:lnTo>
                  <a:cubicBezTo>
                    <a:pt x="418" y="5497"/>
                    <a:pt x="322" y="5401"/>
                    <a:pt x="193" y="5401"/>
                  </a:cubicBezTo>
                  <a:close/>
                  <a:moveTo>
                    <a:pt x="87915" y="7651"/>
                  </a:moveTo>
                  <a:cubicBezTo>
                    <a:pt x="87819" y="7651"/>
                    <a:pt x="87722" y="7748"/>
                    <a:pt x="87722" y="7844"/>
                  </a:cubicBezTo>
                  <a:lnTo>
                    <a:pt x="87722" y="9130"/>
                  </a:lnTo>
                  <a:cubicBezTo>
                    <a:pt x="87722" y="9258"/>
                    <a:pt x="87819" y="9355"/>
                    <a:pt x="87915" y="9355"/>
                  </a:cubicBezTo>
                  <a:cubicBezTo>
                    <a:pt x="88044" y="9355"/>
                    <a:pt x="88140" y="9258"/>
                    <a:pt x="88140" y="9130"/>
                  </a:cubicBezTo>
                  <a:lnTo>
                    <a:pt x="88140" y="7844"/>
                  </a:lnTo>
                  <a:cubicBezTo>
                    <a:pt x="88140" y="7748"/>
                    <a:pt x="88044" y="7651"/>
                    <a:pt x="87915" y="7651"/>
                  </a:cubicBezTo>
                  <a:close/>
                  <a:moveTo>
                    <a:pt x="193" y="7940"/>
                  </a:moveTo>
                  <a:cubicBezTo>
                    <a:pt x="97" y="7940"/>
                    <a:pt x="0" y="8037"/>
                    <a:pt x="0" y="8165"/>
                  </a:cubicBezTo>
                  <a:lnTo>
                    <a:pt x="0" y="9419"/>
                  </a:lnTo>
                  <a:cubicBezTo>
                    <a:pt x="0" y="9548"/>
                    <a:pt x="97" y="9644"/>
                    <a:pt x="193" y="9644"/>
                  </a:cubicBezTo>
                  <a:cubicBezTo>
                    <a:pt x="322" y="9644"/>
                    <a:pt x="418" y="9548"/>
                    <a:pt x="418" y="9419"/>
                  </a:cubicBezTo>
                  <a:lnTo>
                    <a:pt x="418" y="8165"/>
                  </a:lnTo>
                  <a:cubicBezTo>
                    <a:pt x="418" y="8037"/>
                    <a:pt x="322" y="7940"/>
                    <a:pt x="193" y="7940"/>
                  </a:cubicBezTo>
                  <a:close/>
                  <a:moveTo>
                    <a:pt x="87915" y="10191"/>
                  </a:moveTo>
                  <a:cubicBezTo>
                    <a:pt x="87819" y="10191"/>
                    <a:pt x="87722" y="10287"/>
                    <a:pt x="87722" y="10416"/>
                  </a:cubicBezTo>
                  <a:lnTo>
                    <a:pt x="87722" y="11669"/>
                  </a:lnTo>
                  <a:cubicBezTo>
                    <a:pt x="87722" y="11798"/>
                    <a:pt x="87819" y="11894"/>
                    <a:pt x="87915" y="11894"/>
                  </a:cubicBezTo>
                  <a:cubicBezTo>
                    <a:pt x="88044" y="11894"/>
                    <a:pt x="88140" y="11798"/>
                    <a:pt x="88140" y="11669"/>
                  </a:cubicBezTo>
                  <a:lnTo>
                    <a:pt x="88140" y="10416"/>
                  </a:lnTo>
                  <a:cubicBezTo>
                    <a:pt x="88140" y="10287"/>
                    <a:pt x="88044" y="10191"/>
                    <a:pt x="87915" y="10191"/>
                  </a:cubicBezTo>
                  <a:close/>
                  <a:moveTo>
                    <a:pt x="193" y="10480"/>
                  </a:moveTo>
                  <a:cubicBezTo>
                    <a:pt x="97" y="10480"/>
                    <a:pt x="0" y="10576"/>
                    <a:pt x="0" y="10705"/>
                  </a:cubicBezTo>
                  <a:lnTo>
                    <a:pt x="0" y="11991"/>
                  </a:lnTo>
                  <a:cubicBezTo>
                    <a:pt x="0" y="12087"/>
                    <a:pt x="97" y="12183"/>
                    <a:pt x="193" y="12183"/>
                  </a:cubicBezTo>
                  <a:cubicBezTo>
                    <a:pt x="322" y="12183"/>
                    <a:pt x="418" y="12087"/>
                    <a:pt x="418" y="11991"/>
                  </a:cubicBezTo>
                  <a:lnTo>
                    <a:pt x="418" y="10705"/>
                  </a:lnTo>
                  <a:cubicBezTo>
                    <a:pt x="418" y="10576"/>
                    <a:pt x="322" y="10480"/>
                    <a:pt x="193" y="10480"/>
                  </a:cubicBezTo>
                  <a:close/>
                  <a:moveTo>
                    <a:pt x="87915" y="12730"/>
                  </a:moveTo>
                  <a:cubicBezTo>
                    <a:pt x="87819" y="12730"/>
                    <a:pt x="87722" y="12826"/>
                    <a:pt x="87722" y="12955"/>
                  </a:cubicBezTo>
                  <a:lnTo>
                    <a:pt x="87722" y="14241"/>
                  </a:lnTo>
                  <a:cubicBezTo>
                    <a:pt x="87722" y="14337"/>
                    <a:pt x="87819" y="14434"/>
                    <a:pt x="87915" y="14434"/>
                  </a:cubicBezTo>
                  <a:cubicBezTo>
                    <a:pt x="88044" y="14434"/>
                    <a:pt x="88140" y="14337"/>
                    <a:pt x="88140" y="14241"/>
                  </a:cubicBezTo>
                  <a:lnTo>
                    <a:pt x="88140" y="12955"/>
                  </a:lnTo>
                  <a:cubicBezTo>
                    <a:pt x="88140" y="12826"/>
                    <a:pt x="88044" y="12730"/>
                    <a:pt x="87915" y="12730"/>
                  </a:cubicBezTo>
                  <a:close/>
                  <a:moveTo>
                    <a:pt x="193" y="13051"/>
                  </a:moveTo>
                  <a:cubicBezTo>
                    <a:pt x="97" y="13051"/>
                    <a:pt x="0" y="13148"/>
                    <a:pt x="0" y="13244"/>
                  </a:cubicBezTo>
                  <a:lnTo>
                    <a:pt x="0" y="14530"/>
                  </a:lnTo>
                  <a:cubicBezTo>
                    <a:pt x="0" y="14659"/>
                    <a:pt x="97" y="14755"/>
                    <a:pt x="193" y="14755"/>
                  </a:cubicBezTo>
                  <a:cubicBezTo>
                    <a:pt x="322" y="14755"/>
                    <a:pt x="418" y="14659"/>
                    <a:pt x="418" y="14530"/>
                  </a:cubicBezTo>
                  <a:lnTo>
                    <a:pt x="418" y="13244"/>
                  </a:lnTo>
                  <a:cubicBezTo>
                    <a:pt x="418" y="13148"/>
                    <a:pt x="322" y="13051"/>
                    <a:pt x="193" y="13051"/>
                  </a:cubicBezTo>
                  <a:close/>
                  <a:moveTo>
                    <a:pt x="87915" y="15302"/>
                  </a:moveTo>
                  <a:cubicBezTo>
                    <a:pt x="87819" y="15302"/>
                    <a:pt x="87722" y="15398"/>
                    <a:pt x="87722" y="15494"/>
                  </a:cubicBezTo>
                  <a:lnTo>
                    <a:pt x="87722" y="16780"/>
                  </a:lnTo>
                  <a:cubicBezTo>
                    <a:pt x="87722" y="16909"/>
                    <a:pt x="87819" y="17005"/>
                    <a:pt x="87915" y="17005"/>
                  </a:cubicBezTo>
                  <a:cubicBezTo>
                    <a:pt x="88044" y="17005"/>
                    <a:pt x="88140" y="16909"/>
                    <a:pt x="88140" y="16780"/>
                  </a:cubicBezTo>
                  <a:lnTo>
                    <a:pt x="88140" y="15494"/>
                  </a:lnTo>
                  <a:cubicBezTo>
                    <a:pt x="88140" y="15398"/>
                    <a:pt x="88044" y="15302"/>
                    <a:pt x="87915" y="15302"/>
                  </a:cubicBezTo>
                  <a:close/>
                  <a:moveTo>
                    <a:pt x="193" y="15591"/>
                  </a:moveTo>
                  <a:cubicBezTo>
                    <a:pt x="97" y="15591"/>
                    <a:pt x="0" y="15687"/>
                    <a:pt x="0" y="15816"/>
                  </a:cubicBezTo>
                  <a:lnTo>
                    <a:pt x="0" y="17069"/>
                  </a:lnTo>
                  <a:cubicBezTo>
                    <a:pt x="0" y="17198"/>
                    <a:pt x="97" y="17294"/>
                    <a:pt x="193" y="17294"/>
                  </a:cubicBezTo>
                  <a:cubicBezTo>
                    <a:pt x="322" y="17294"/>
                    <a:pt x="418" y="17198"/>
                    <a:pt x="418" y="17069"/>
                  </a:cubicBezTo>
                  <a:lnTo>
                    <a:pt x="418" y="15816"/>
                  </a:lnTo>
                  <a:cubicBezTo>
                    <a:pt x="418" y="15687"/>
                    <a:pt x="322" y="15591"/>
                    <a:pt x="193" y="15591"/>
                  </a:cubicBezTo>
                  <a:close/>
                  <a:moveTo>
                    <a:pt x="87915" y="17841"/>
                  </a:moveTo>
                  <a:cubicBezTo>
                    <a:pt x="87819" y="17841"/>
                    <a:pt x="87722" y="17937"/>
                    <a:pt x="87722" y="18066"/>
                  </a:cubicBezTo>
                  <a:lnTo>
                    <a:pt x="87722" y="19320"/>
                  </a:lnTo>
                  <a:cubicBezTo>
                    <a:pt x="87722" y="19448"/>
                    <a:pt x="87819" y="19545"/>
                    <a:pt x="87915" y="19545"/>
                  </a:cubicBezTo>
                  <a:cubicBezTo>
                    <a:pt x="88044" y="19545"/>
                    <a:pt x="88140" y="19448"/>
                    <a:pt x="88140" y="19320"/>
                  </a:cubicBezTo>
                  <a:lnTo>
                    <a:pt x="88140" y="18066"/>
                  </a:lnTo>
                  <a:cubicBezTo>
                    <a:pt x="88140" y="17937"/>
                    <a:pt x="88044" y="17841"/>
                    <a:pt x="87915" y="17841"/>
                  </a:cubicBezTo>
                  <a:close/>
                  <a:moveTo>
                    <a:pt x="193" y="18130"/>
                  </a:moveTo>
                  <a:cubicBezTo>
                    <a:pt x="97" y="18130"/>
                    <a:pt x="0" y="18227"/>
                    <a:pt x="0" y="18355"/>
                  </a:cubicBezTo>
                  <a:lnTo>
                    <a:pt x="0" y="19641"/>
                  </a:lnTo>
                  <a:cubicBezTo>
                    <a:pt x="0" y="19737"/>
                    <a:pt x="97" y="19834"/>
                    <a:pt x="193" y="19834"/>
                  </a:cubicBezTo>
                  <a:cubicBezTo>
                    <a:pt x="322" y="19834"/>
                    <a:pt x="418" y="19737"/>
                    <a:pt x="418" y="19641"/>
                  </a:cubicBezTo>
                  <a:lnTo>
                    <a:pt x="418" y="18355"/>
                  </a:lnTo>
                  <a:cubicBezTo>
                    <a:pt x="418" y="18227"/>
                    <a:pt x="322" y="18130"/>
                    <a:pt x="193" y="18130"/>
                  </a:cubicBezTo>
                  <a:close/>
                  <a:moveTo>
                    <a:pt x="87915" y="20380"/>
                  </a:moveTo>
                  <a:cubicBezTo>
                    <a:pt x="87819" y="20380"/>
                    <a:pt x="87722" y="20477"/>
                    <a:pt x="87722" y="20605"/>
                  </a:cubicBezTo>
                  <a:lnTo>
                    <a:pt x="87722" y="21891"/>
                  </a:lnTo>
                  <a:cubicBezTo>
                    <a:pt x="87722" y="21988"/>
                    <a:pt x="87819" y="22084"/>
                    <a:pt x="87915" y="22084"/>
                  </a:cubicBezTo>
                  <a:cubicBezTo>
                    <a:pt x="88044" y="22084"/>
                    <a:pt x="88140" y="21988"/>
                    <a:pt x="88140" y="21891"/>
                  </a:cubicBezTo>
                  <a:lnTo>
                    <a:pt x="88140" y="20605"/>
                  </a:lnTo>
                  <a:cubicBezTo>
                    <a:pt x="88140" y="20477"/>
                    <a:pt x="88044" y="20380"/>
                    <a:pt x="87915" y="20380"/>
                  </a:cubicBezTo>
                  <a:close/>
                  <a:moveTo>
                    <a:pt x="193" y="20702"/>
                  </a:moveTo>
                  <a:cubicBezTo>
                    <a:pt x="97" y="20702"/>
                    <a:pt x="0" y="20798"/>
                    <a:pt x="0" y="20895"/>
                  </a:cubicBezTo>
                  <a:lnTo>
                    <a:pt x="0" y="22180"/>
                  </a:lnTo>
                  <a:cubicBezTo>
                    <a:pt x="0" y="22309"/>
                    <a:pt x="97" y="22405"/>
                    <a:pt x="193" y="22405"/>
                  </a:cubicBezTo>
                  <a:cubicBezTo>
                    <a:pt x="322" y="22405"/>
                    <a:pt x="418" y="22309"/>
                    <a:pt x="418" y="22180"/>
                  </a:cubicBezTo>
                  <a:lnTo>
                    <a:pt x="418" y="20895"/>
                  </a:lnTo>
                  <a:cubicBezTo>
                    <a:pt x="418" y="20798"/>
                    <a:pt x="322" y="20702"/>
                    <a:pt x="193" y="20702"/>
                  </a:cubicBezTo>
                  <a:close/>
                  <a:moveTo>
                    <a:pt x="87915" y="22952"/>
                  </a:moveTo>
                  <a:cubicBezTo>
                    <a:pt x="87819" y="22952"/>
                    <a:pt x="87722" y="23048"/>
                    <a:pt x="87722" y="23145"/>
                  </a:cubicBezTo>
                  <a:lnTo>
                    <a:pt x="87722" y="24431"/>
                  </a:lnTo>
                  <a:cubicBezTo>
                    <a:pt x="87722" y="24559"/>
                    <a:pt x="87819" y="24656"/>
                    <a:pt x="87915" y="24656"/>
                  </a:cubicBezTo>
                  <a:cubicBezTo>
                    <a:pt x="88044" y="24656"/>
                    <a:pt x="88140" y="24559"/>
                    <a:pt x="88140" y="24431"/>
                  </a:cubicBezTo>
                  <a:lnTo>
                    <a:pt x="88140" y="23145"/>
                  </a:lnTo>
                  <a:cubicBezTo>
                    <a:pt x="88140" y="23048"/>
                    <a:pt x="88044" y="22952"/>
                    <a:pt x="87915" y="22952"/>
                  </a:cubicBezTo>
                  <a:close/>
                  <a:moveTo>
                    <a:pt x="193" y="23241"/>
                  </a:moveTo>
                  <a:cubicBezTo>
                    <a:pt x="97" y="23241"/>
                    <a:pt x="0" y="23338"/>
                    <a:pt x="0" y="23466"/>
                  </a:cubicBezTo>
                  <a:lnTo>
                    <a:pt x="0" y="24720"/>
                  </a:lnTo>
                  <a:cubicBezTo>
                    <a:pt x="0" y="24848"/>
                    <a:pt x="97" y="24945"/>
                    <a:pt x="193" y="24945"/>
                  </a:cubicBezTo>
                  <a:cubicBezTo>
                    <a:pt x="322" y="24945"/>
                    <a:pt x="418" y="24848"/>
                    <a:pt x="418" y="24720"/>
                  </a:cubicBezTo>
                  <a:lnTo>
                    <a:pt x="418" y="23466"/>
                  </a:lnTo>
                  <a:cubicBezTo>
                    <a:pt x="418" y="23338"/>
                    <a:pt x="322" y="23241"/>
                    <a:pt x="193" y="23241"/>
                  </a:cubicBezTo>
                  <a:close/>
                  <a:moveTo>
                    <a:pt x="87915" y="25491"/>
                  </a:moveTo>
                  <a:cubicBezTo>
                    <a:pt x="87819" y="25491"/>
                    <a:pt x="87722" y="25588"/>
                    <a:pt x="87722" y="25716"/>
                  </a:cubicBezTo>
                  <a:lnTo>
                    <a:pt x="87722" y="26970"/>
                  </a:lnTo>
                  <a:cubicBezTo>
                    <a:pt x="87722" y="27099"/>
                    <a:pt x="87819" y="27195"/>
                    <a:pt x="87915" y="27195"/>
                  </a:cubicBezTo>
                  <a:cubicBezTo>
                    <a:pt x="88044" y="27195"/>
                    <a:pt x="88140" y="27099"/>
                    <a:pt x="88140" y="26970"/>
                  </a:cubicBezTo>
                  <a:lnTo>
                    <a:pt x="88140" y="25716"/>
                  </a:lnTo>
                  <a:cubicBezTo>
                    <a:pt x="88140" y="25588"/>
                    <a:pt x="88044" y="25491"/>
                    <a:pt x="87915" y="25491"/>
                  </a:cubicBezTo>
                  <a:close/>
                  <a:moveTo>
                    <a:pt x="193" y="25813"/>
                  </a:moveTo>
                  <a:cubicBezTo>
                    <a:pt x="97" y="25813"/>
                    <a:pt x="0" y="25909"/>
                    <a:pt x="0" y="26006"/>
                  </a:cubicBezTo>
                  <a:lnTo>
                    <a:pt x="0" y="27291"/>
                  </a:lnTo>
                  <a:cubicBezTo>
                    <a:pt x="0" y="27388"/>
                    <a:pt x="97" y="27484"/>
                    <a:pt x="193" y="27484"/>
                  </a:cubicBezTo>
                  <a:cubicBezTo>
                    <a:pt x="322" y="27484"/>
                    <a:pt x="418" y="27388"/>
                    <a:pt x="418" y="27291"/>
                  </a:cubicBezTo>
                  <a:lnTo>
                    <a:pt x="418" y="26006"/>
                  </a:lnTo>
                  <a:cubicBezTo>
                    <a:pt x="418" y="25909"/>
                    <a:pt x="322" y="25813"/>
                    <a:pt x="193" y="25813"/>
                  </a:cubicBezTo>
                  <a:close/>
                  <a:moveTo>
                    <a:pt x="87915" y="28063"/>
                  </a:moveTo>
                  <a:cubicBezTo>
                    <a:pt x="87819" y="28063"/>
                    <a:pt x="87722" y="28127"/>
                    <a:pt x="87722" y="28256"/>
                  </a:cubicBezTo>
                  <a:lnTo>
                    <a:pt x="87722" y="29542"/>
                  </a:lnTo>
                  <a:cubicBezTo>
                    <a:pt x="87722" y="29638"/>
                    <a:pt x="87819" y="29734"/>
                    <a:pt x="87915" y="29734"/>
                  </a:cubicBezTo>
                  <a:cubicBezTo>
                    <a:pt x="88044" y="29734"/>
                    <a:pt x="88140" y="29638"/>
                    <a:pt x="88140" y="29542"/>
                  </a:cubicBezTo>
                  <a:lnTo>
                    <a:pt x="88140" y="28256"/>
                  </a:lnTo>
                  <a:cubicBezTo>
                    <a:pt x="88140" y="28127"/>
                    <a:pt x="88044" y="28063"/>
                    <a:pt x="87915" y="28063"/>
                  </a:cubicBezTo>
                  <a:close/>
                  <a:moveTo>
                    <a:pt x="193" y="28352"/>
                  </a:moveTo>
                  <a:cubicBezTo>
                    <a:pt x="97" y="28352"/>
                    <a:pt x="0" y="28449"/>
                    <a:pt x="0" y="28577"/>
                  </a:cubicBezTo>
                  <a:lnTo>
                    <a:pt x="0" y="29831"/>
                  </a:lnTo>
                  <a:cubicBezTo>
                    <a:pt x="0" y="29959"/>
                    <a:pt x="97" y="30056"/>
                    <a:pt x="193" y="30056"/>
                  </a:cubicBezTo>
                  <a:cubicBezTo>
                    <a:pt x="322" y="30056"/>
                    <a:pt x="418" y="29959"/>
                    <a:pt x="418" y="29831"/>
                  </a:cubicBezTo>
                  <a:lnTo>
                    <a:pt x="418" y="28577"/>
                  </a:lnTo>
                  <a:cubicBezTo>
                    <a:pt x="418" y="28449"/>
                    <a:pt x="322" y="28352"/>
                    <a:pt x="193" y="28352"/>
                  </a:cubicBezTo>
                  <a:close/>
                  <a:moveTo>
                    <a:pt x="87915" y="30602"/>
                  </a:moveTo>
                  <a:cubicBezTo>
                    <a:pt x="87819" y="30602"/>
                    <a:pt x="87722" y="30699"/>
                    <a:pt x="87722" y="30795"/>
                  </a:cubicBezTo>
                  <a:lnTo>
                    <a:pt x="87722" y="32081"/>
                  </a:lnTo>
                  <a:cubicBezTo>
                    <a:pt x="87722" y="32210"/>
                    <a:pt x="87819" y="32306"/>
                    <a:pt x="87915" y="32306"/>
                  </a:cubicBezTo>
                  <a:cubicBezTo>
                    <a:pt x="88044" y="32306"/>
                    <a:pt x="88140" y="32210"/>
                    <a:pt x="88140" y="32081"/>
                  </a:cubicBezTo>
                  <a:lnTo>
                    <a:pt x="88140" y="30795"/>
                  </a:lnTo>
                  <a:cubicBezTo>
                    <a:pt x="88140" y="30699"/>
                    <a:pt x="88044" y="30602"/>
                    <a:pt x="87915" y="30602"/>
                  </a:cubicBezTo>
                  <a:close/>
                  <a:moveTo>
                    <a:pt x="193" y="30892"/>
                  </a:moveTo>
                  <a:cubicBezTo>
                    <a:pt x="97" y="30892"/>
                    <a:pt x="0" y="30988"/>
                    <a:pt x="0" y="31117"/>
                  </a:cubicBezTo>
                  <a:lnTo>
                    <a:pt x="0" y="32402"/>
                  </a:lnTo>
                  <a:cubicBezTo>
                    <a:pt x="0" y="32499"/>
                    <a:pt x="97" y="32595"/>
                    <a:pt x="193" y="32595"/>
                  </a:cubicBezTo>
                  <a:cubicBezTo>
                    <a:pt x="322" y="32595"/>
                    <a:pt x="418" y="32499"/>
                    <a:pt x="418" y="32402"/>
                  </a:cubicBezTo>
                  <a:lnTo>
                    <a:pt x="418" y="31117"/>
                  </a:lnTo>
                  <a:cubicBezTo>
                    <a:pt x="418" y="30988"/>
                    <a:pt x="322" y="30892"/>
                    <a:pt x="193" y="30892"/>
                  </a:cubicBezTo>
                  <a:close/>
                  <a:moveTo>
                    <a:pt x="87915" y="33142"/>
                  </a:moveTo>
                  <a:cubicBezTo>
                    <a:pt x="87819" y="33142"/>
                    <a:pt x="87722" y="33238"/>
                    <a:pt x="87722" y="33367"/>
                  </a:cubicBezTo>
                  <a:lnTo>
                    <a:pt x="87722" y="33592"/>
                  </a:lnTo>
                  <a:cubicBezTo>
                    <a:pt x="87722" y="33656"/>
                    <a:pt x="87722" y="33720"/>
                    <a:pt x="87787" y="33752"/>
                  </a:cubicBezTo>
                  <a:cubicBezTo>
                    <a:pt x="87819" y="33785"/>
                    <a:pt x="87883" y="33817"/>
                    <a:pt x="87915" y="33817"/>
                  </a:cubicBezTo>
                  <a:lnTo>
                    <a:pt x="88944" y="33817"/>
                  </a:lnTo>
                  <a:cubicBezTo>
                    <a:pt x="89072" y="33817"/>
                    <a:pt x="89169" y="33720"/>
                    <a:pt x="89169" y="33592"/>
                  </a:cubicBezTo>
                  <a:cubicBezTo>
                    <a:pt x="89169" y="33495"/>
                    <a:pt x="89072" y="33399"/>
                    <a:pt x="88944" y="33399"/>
                  </a:cubicBezTo>
                  <a:lnTo>
                    <a:pt x="88140" y="33399"/>
                  </a:lnTo>
                  <a:lnTo>
                    <a:pt x="88140" y="33367"/>
                  </a:lnTo>
                  <a:cubicBezTo>
                    <a:pt x="88140" y="33238"/>
                    <a:pt x="88044" y="33142"/>
                    <a:pt x="87915" y="33142"/>
                  </a:cubicBezTo>
                  <a:close/>
                  <a:moveTo>
                    <a:pt x="90230" y="33399"/>
                  </a:moveTo>
                  <a:cubicBezTo>
                    <a:pt x="90101" y="33399"/>
                    <a:pt x="90005" y="33495"/>
                    <a:pt x="90005" y="33592"/>
                  </a:cubicBezTo>
                  <a:cubicBezTo>
                    <a:pt x="90005" y="33720"/>
                    <a:pt x="90101" y="33817"/>
                    <a:pt x="90230" y="33817"/>
                  </a:cubicBezTo>
                  <a:lnTo>
                    <a:pt x="91515" y="33817"/>
                  </a:lnTo>
                  <a:cubicBezTo>
                    <a:pt x="91612" y="33817"/>
                    <a:pt x="91708" y="33720"/>
                    <a:pt x="91708" y="33592"/>
                  </a:cubicBezTo>
                  <a:cubicBezTo>
                    <a:pt x="91708" y="33495"/>
                    <a:pt x="91612" y="33399"/>
                    <a:pt x="91515" y="33399"/>
                  </a:cubicBezTo>
                  <a:close/>
                  <a:moveTo>
                    <a:pt x="92769" y="33399"/>
                  </a:moveTo>
                  <a:cubicBezTo>
                    <a:pt x="92673" y="33399"/>
                    <a:pt x="92576" y="33495"/>
                    <a:pt x="92576" y="33592"/>
                  </a:cubicBezTo>
                  <a:cubicBezTo>
                    <a:pt x="92576" y="33720"/>
                    <a:pt x="92673" y="33817"/>
                    <a:pt x="92769" y="33817"/>
                  </a:cubicBezTo>
                  <a:lnTo>
                    <a:pt x="94055" y="33817"/>
                  </a:lnTo>
                  <a:cubicBezTo>
                    <a:pt x="94183" y="33817"/>
                    <a:pt x="94280" y="33720"/>
                    <a:pt x="94280" y="33592"/>
                  </a:cubicBezTo>
                  <a:cubicBezTo>
                    <a:pt x="94280" y="33495"/>
                    <a:pt x="94183" y="33399"/>
                    <a:pt x="94055" y="33399"/>
                  </a:cubicBezTo>
                  <a:close/>
                  <a:moveTo>
                    <a:pt x="95341" y="33399"/>
                  </a:moveTo>
                  <a:cubicBezTo>
                    <a:pt x="95212" y="33399"/>
                    <a:pt x="95115" y="33495"/>
                    <a:pt x="95115" y="33592"/>
                  </a:cubicBezTo>
                  <a:cubicBezTo>
                    <a:pt x="95115" y="33720"/>
                    <a:pt x="95212" y="33817"/>
                    <a:pt x="95341" y="33817"/>
                  </a:cubicBezTo>
                  <a:lnTo>
                    <a:pt x="96594" y="33817"/>
                  </a:lnTo>
                  <a:cubicBezTo>
                    <a:pt x="96723" y="33817"/>
                    <a:pt x="96819" y="33720"/>
                    <a:pt x="96819" y="33592"/>
                  </a:cubicBezTo>
                  <a:cubicBezTo>
                    <a:pt x="96819" y="33495"/>
                    <a:pt x="96723" y="33399"/>
                    <a:pt x="96594" y="33399"/>
                  </a:cubicBezTo>
                  <a:close/>
                  <a:moveTo>
                    <a:pt x="97880" y="33399"/>
                  </a:moveTo>
                  <a:cubicBezTo>
                    <a:pt x="97751" y="33399"/>
                    <a:pt x="97655" y="33495"/>
                    <a:pt x="97655" y="33592"/>
                  </a:cubicBezTo>
                  <a:cubicBezTo>
                    <a:pt x="97655" y="33720"/>
                    <a:pt x="97751" y="33817"/>
                    <a:pt x="97880" y="33817"/>
                  </a:cubicBezTo>
                  <a:lnTo>
                    <a:pt x="99166" y="33817"/>
                  </a:lnTo>
                  <a:cubicBezTo>
                    <a:pt x="99262" y="33817"/>
                    <a:pt x="99359" y="33720"/>
                    <a:pt x="99359" y="33592"/>
                  </a:cubicBezTo>
                  <a:cubicBezTo>
                    <a:pt x="99359" y="33495"/>
                    <a:pt x="99262" y="33399"/>
                    <a:pt x="99166" y="33399"/>
                  </a:cubicBezTo>
                  <a:close/>
                  <a:moveTo>
                    <a:pt x="100419" y="33399"/>
                  </a:moveTo>
                  <a:cubicBezTo>
                    <a:pt x="100323" y="33399"/>
                    <a:pt x="100226" y="33495"/>
                    <a:pt x="100226" y="33592"/>
                  </a:cubicBezTo>
                  <a:cubicBezTo>
                    <a:pt x="100226" y="33720"/>
                    <a:pt x="100323" y="33817"/>
                    <a:pt x="100419" y="33817"/>
                  </a:cubicBezTo>
                  <a:lnTo>
                    <a:pt x="101705" y="33817"/>
                  </a:lnTo>
                  <a:cubicBezTo>
                    <a:pt x="101834" y="33817"/>
                    <a:pt x="101930" y="33720"/>
                    <a:pt x="101930" y="33592"/>
                  </a:cubicBezTo>
                  <a:cubicBezTo>
                    <a:pt x="101930" y="33495"/>
                    <a:pt x="101834" y="33399"/>
                    <a:pt x="101705" y="33399"/>
                  </a:cubicBezTo>
                  <a:close/>
                  <a:moveTo>
                    <a:pt x="102991" y="33399"/>
                  </a:moveTo>
                  <a:cubicBezTo>
                    <a:pt x="102862" y="33399"/>
                    <a:pt x="102766" y="33495"/>
                    <a:pt x="102766" y="33592"/>
                  </a:cubicBezTo>
                  <a:cubicBezTo>
                    <a:pt x="102766" y="33720"/>
                    <a:pt x="102862" y="33817"/>
                    <a:pt x="102991" y="33817"/>
                  </a:cubicBezTo>
                  <a:lnTo>
                    <a:pt x="104245" y="33817"/>
                  </a:lnTo>
                  <a:cubicBezTo>
                    <a:pt x="104373" y="33817"/>
                    <a:pt x="104470" y="33720"/>
                    <a:pt x="104470" y="33592"/>
                  </a:cubicBezTo>
                  <a:cubicBezTo>
                    <a:pt x="104470" y="33495"/>
                    <a:pt x="104373" y="33399"/>
                    <a:pt x="104245" y="33399"/>
                  </a:cubicBezTo>
                  <a:close/>
                  <a:moveTo>
                    <a:pt x="105530" y="33399"/>
                  </a:moveTo>
                  <a:cubicBezTo>
                    <a:pt x="105434" y="33399"/>
                    <a:pt x="105337" y="33495"/>
                    <a:pt x="105337" y="33592"/>
                  </a:cubicBezTo>
                  <a:cubicBezTo>
                    <a:pt x="105337" y="33720"/>
                    <a:pt x="105434" y="33817"/>
                    <a:pt x="105530" y="33817"/>
                  </a:cubicBezTo>
                  <a:lnTo>
                    <a:pt x="106816" y="33817"/>
                  </a:lnTo>
                  <a:cubicBezTo>
                    <a:pt x="106912" y="33817"/>
                    <a:pt x="107009" y="33720"/>
                    <a:pt x="107009" y="33592"/>
                  </a:cubicBezTo>
                  <a:cubicBezTo>
                    <a:pt x="107009" y="33495"/>
                    <a:pt x="106912" y="33399"/>
                    <a:pt x="106816" y="33399"/>
                  </a:cubicBezTo>
                  <a:close/>
                  <a:moveTo>
                    <a:pt x="108102" y="33399"/>
                  </a:moveTo>
                  <a:cubicBezTo>
                    <a:pt x="107973" y="33399"/>
                    <a:pt x="107877" y="33495"/>
                    <a:pt x="107877" y="33592"/>
                  </a:cubicBezTo>
                  <a:cubicBezTo>
                    <a:pt x="107877" y="33720"/>
                    <a:pt x="107973" y="33817"/>
                    <a:pt x="108102" y="33817"/>
                  </a:cubicBezTo>
                  <a:lnTo>
                    <a:pt x="109355" y="33817"/>
                  </a:lnTo>
                  <a:cubicBezTo>
                    <a:pt x="109484" y="33817"/>
                    <a:pt x="109580" y="33720"/>
                    <a:pt x="109580" y="33592"/>
                  </a:cubicBezTo>
                  <a:cubicBezTo>
                    <a:pt x="109580" y="33495"/>
                    <a:pt x="109484" y="33399"/>
                    <a:pt x="109355" y="33399"/>
                  </a:cubicBezTo>
                  <a:close/>
                  <a:moveTo>
                    <a:pt x="110641" y="33399"/>
                  </a:moveTo>
                  <a:cubicBezTo>
                    <a:pt x="110513" y="33399"/>
                    <a:pt x="110416" y="33495"/>
                    <a:pt x="110416" y="33592"/>
                  </a:cubicBezTo>
                  <a:cubicBezTo>
                    <a:pt x="110416" y="33720"/>
                    <a:pt x="110513" y="33817"/>
                    <a:pt x="110641" y="33817"/>
                  </a:cubicBezTo>
                  <a:lnTo>
                    <a:pt x="111927" y="33817"/>
                  </a:lnTo>
                  <a:cubicBezTo>
                    <a:pt x="112023" y="33817"/>
                    <a:pt x="112120" y="33720"/>
                    <a:pt x="112120" y="33592"/>
                  </a:cubicBezTo>
                  <a:cubicBezTo>
                    <a:pt x="112120" y="33495"/>
                    <a:pt x="112023" y="33399"/>
                    <a:pt x="111927" y="33399"/>
                  </a:cubicBezTo>
                  <a:close/>
                  <a:moveTo>
                    <a:pt x="113181" y="33399"/>
                  </a:moveTo>
                  <a:cubicBezTo>
                    <a:pt x="113084" y="33399"/>
                    <a:pt x="112988" y="33495"/>
                    <a:pt x="112988" y="33592"/>
                  </a:cubicBezTo>
                  <a:cubicBezTo>
                    <a:pt x="112988" y="33720"/>
                    <a:pt x="113084" y="33817"/>
                    <a:pt x="113181" y="33817"/>
                  </a:cubicBezTo>
                  <a:lnTo>
                    <a:pt x="114466" y="33817"/>
                  </a:lnTo>
                  <a:cubicBezTo>
                    <a:pt x="114595" y="33817"/>
                    <a:pt x="114691" y="33720"/>
                    <a:pt x="114691" y="33592"/>
                  </a:cubicBezTo>
                  <a:cubicBezTo>
                    <a:pt x="114691" y="33495"/>
                    <a:pt x="114595" y="33399"/>
                    <a:pt x="114466" y="33399"/>
                  </a:cubicBezTo>
                  <a:close/>
                  <a:moveTo>
                    <a:pt x="115752" y="33399"/>
                  </a:moveTo>
                  <a:cubicBezTo>
                    <a:pt x="115624" y="33399"/>
                    <a:pt x="115527" y="33495"/>
                    <a:pt x="115527" y="33592"/>
                  </a:cubicBezTo>
                  <a:cubicBezTo>
                    <a:pt x="115527" y="33720"/>
                    <a:pt x="115624" y="33817"/>
                    <a:pt x="115752" y="33817"/>
                  </a:cubicBezTo>
                  <a:lnTo>
                    <a:pt x="117006" y="33817"/>
                  </a:lnTo>
                  <a:cubicBezTo>
                    <a:pt x="117134" y="33817"/>
                    <a:pt x="117231" y="33720"/>
                    <a:pt x="117231" y="33592"/>
                  </a:cubicBezTo>
                  <a:cubicBezTo>
                    <a:pt x="117231" y="33495"/>
                    <a:pt x="117134" y="33399"/>
                    <a:pt x="117006" y="33399"/>
                  </a:cubicBezTo>
                  <a:close/>
                  <a:moveTo>
                    <a:pt x="118292" y="33399"/>
                  </a:moveTo>
                  <a:cubicBezTo>
                    <a:pt x="118163" y="33399"/>
                    <a:pt x="118067" y="33495"/>
                    <a:pt x="118067" y="33592"/>
                  </a:cubicBezTo>
                  <a:cubicBezTo>
                    <a:pt x="118067" y="33720"/>
                    <a:pt x="118163" y="33817"/>
                    <a:pt x="118292" y="33817"/>
                  </a:cubicBezTo>
                  <a:lnTo>
                    <a:pt x="119577" y="33817"/>
                  </a:lnTo>
                  <a:cubicBezTo>
                    <a:pt x="119674" y="33817"/>
                    <a:pt x="119770" y="33720"/>
                    <a:pt x="119770" y="33592"/>
                  </a:cubicBezTo>
                  <a:cubicBezTo>
                    <a:pt x="119770" y="33495"/>
                    <a:pt x="119674" y="33399"/>
                    <a:pt x="119577" y="33399"/>
                  </a:cubicBezTo>
                  <a:close/>
                  <a:moveTo>
                    <a:pt x="193" y="33463"/>
                  </a:moveTo>
                  <a:cubicBezTo>
                    <a:pt x="97" y="33463"/>
                    <a:pt x="0" y="33560"/>
                    <a:pt x="0" y="33656"/>
                  </a:cubicBezTo>
                  <a:lnTo>
                    <a:pt x="0" y="34942"/>
                  </a:lnTo>
                  <a:cubicBezTo>
                    <a:pt x="0" y="35070"/>
                    <a:pt x="97" y="35167"/>
                    <a:pt x="193" y="35167"/>
                  </a:cubicBezTo>
                  <a:cubicBezTo>
                    <a:pt x="322" y="35167"/>
                    <a:pt x="418" y="35070"/>
                    <a:pt x="418" y="34942"/>
                  </a:cubicBezTo>
                  <a:lnTo>
                    <a:pt x="418" y="33656"/>
                  </a:lnTo>
                  <a:cubicBezTo>
                    <a:pt x="418" y="33560"/>
                    <a:pt x="322" y="33463"/>
                    <a:pt x="193" y="33463"/>
                  </a:cubicBezTo>
                  <a:close/>
                  <a:moveTo>
                    <a:pt x="120092" y="34138"/>
                  </a:moveTo>
                  <a:cubicBezTo>
                    <a:pt x="119995" y="34138"/>
                    <a:pt x="119899" y="34235"/>
                    <a:pt x="119899" y="34331"/>
                  </a:cubicBezTo>
                  <a:lnTo>
                    <a:pt x="119899" y="35617"/>
                  </a:lnTo>
                  <a:cubicBezTo>
                    <a:pt x="119899" y="35745"/>
                    <a:pt x="119995" y="35842"/>
                    <a:pt x="120092" y="35842"/>
                  </a:cubicBezTo>
                  <a:cubicBezTo>
                    <a:pt x="120220" y="35842"/>
                    <a:pt x="120317" y="35745"/>
                    <a:pt x="120317" y="35617"/>
                  </a:cubicBezTo>
                  <a:lnTo>
                    <a:pt x="120317" y="34331"/>
                  </a:lnTo>
                  <a:cubicBezTo>
                    <a:pt x="120317" y="34235"/>
                    <a:pt x="120220" y="34138"/>
                    <a:pt x="120092" y="34138"/>
                  </a:cubicBezTo>
                  <a:close/>
                  <a:moveTo>
                    <a:pt x="193" y="36003"/>
                  </a:moveTo>
                  <a:cubicBezTo>
                    <a:pt x="97" y="36003"/>
                    <a:pt x="0" y="36099"/>
                    <a:pt x="0" y="36228"/>
                  </a:cubicBezTo>
                  <a:lnTo>
                    <a:pt x="0" y="37481"/>
                  </a:lnTo>
                  <a:cubicBezTo>
                    <a:pt x="0" y="37610"/>
                    <a:pt x="97" y="37706"/>
                    <a:pt x="193" y="37706"/>
                  </a:cubicBezTo>
                  <a:cubicBezTo>
                    <a:pt x="322" y="37706"/>
                    <a:pt x="418" y="37610"/>
                    <a:pt x="418" y="37481"/>
                  </a:cubicBezTo>
                  <a:lnTo>
                    <a:pt x="418" y="36228"/>
                  </a:lnTo>
                  <a:cubicBezTo>
                    <a:pt x="418" y="36099"/>
                    <a:pt x="322" y="36003"/>
                    <a:pt x="193" y="36003"/>
                  </a:cubicBezTo>
                  <a:close/>
                  <a:moveTo>
                    <a:pt x="120092" y="36678"/>
                  </a:moveTo>
                  <a:cubicBezTo>
                    <a:pt x="119995" y="36678"/>
                    <a:pt x="119899" y="36774"/>
                    <a:pt x="119899" y="36903"/>
                  </a:cubicBezTo>
                  <a:lnTo>
                    <a:pt x="119899" y="38156"/>
                  </a:lnTo>
                  <a:cubicBezTo>
                    <a:pt x="119899" y="38285"/>
                    <a:pt x="119995" y="38381"/>
                    <a:pt x="120092" y="38381"/>
                  </a:cubicBezTo>
                  <a:cubicBezTo>
                    <a:pt x="120220" y="38381"/>
                    <a:pt x="120317" y="38285"/>
                    <a:pt x="120317" y="38156"/>
                  </a:cubicBezTo>
                  <a:lnTo>
                    <a:pt x="120317" y="36903"/>
                  </a:lnTo>
                  <a:cubicBezTo>
                    <a:pt x="120317" y="36774"/>
                    <a:pt x="120220" y="36678"/>
                    <a:pt x="120092" y="36678"/>
                  </a:cubicBezTo>
                  <a:close/>
                  <a:moveTo>
                    <a:pt x="193" y="38542"/>
                  </a:moveTo>
                  <a:cubicBezTo>
                    <a:pt x="97" y="38542"/>
                    <a:pt x="0" y="38638"/>
                    <a:pt x="0" y="38767"/>
                  </a:cubicBezTo>
                  <a:lnTo>
                    <a:pt x="0" y="40053"/>
                  </a:lnTo>
                  <a:cubicBezTo>
                    <a:pt x="0" y="40149"/>
                    <a:pt x="97" y="40246"/>
                    <a:pt x="193" y="40246"/>
                  </a:cubicBezTo>
                  <a:cubicBezTo>
                    <a:pt x="322" y="40246"/>
                    <a:pt x="418" y="40149"/>
                    <a:pt x="418" y="40053"/>
                  </a:cubicBezTo>
                  <a:lnTo>
                    <a:pt x="418" y="38767"/>
                  </a:lnTo>
                  <a:cubicBezTo>
                    <a:pt x="418" y="38638"/>
                    <a:pt x="322" y="38542"/>
                    <a:pt x="193" y="38542"/>
                  </a:cubicBezTo>
                  <a:close/>
                  <a:moveTo>
                    <a:pt x="120092" y="39249"/>
                  </a:moveTo>
                  <a:cubicBezTo>
                    <a:pt x="119995" y="39249"/>
                    <a:pt x="119899" y="39313"/>
                    <a:pt x="119899" y="39442"/>
                  </a:cubicBezTo>
                  <a:lnTo>
                    <a:pt x="119899" y="40728"/>
                  </a:lnTo>
                  <a:cubicBezTo>
                    <a:pt x="119899" y="40824"/>
                    <a:pt x="119995" y="40921"/>
                    <a:pt x="120092" y="40921"/>
                  </a:cubicBezTo>
                  <a:cubicBezTo>
                    <a:pt x="120220" y="40921"/>
                    <a:pt x="120317" y="40824"/>
                    <a:pt x="120317" y="40728"/>
                  </a:cubicBezTo>
                  <a:lnTo>
                    <a:pt x="120317" y="39442"/>
                  </a:lnTo>
                  <a:cubicBezTo>
                    <a:pt x="120317" y="39313"/>
                    <a:pt x="120220" y="39249"/>
                    <a:pt x="120092" y="39249"/>
                  </a:cubicBezTo>
                  <a:close/>
                  <a:moveTo>
                    <a:pt x="193" y="41114"/>
                  </a:moveTo>
                  <a:cubicBezTo>
                    <a:pt x="97" y="41114"/>
                    <a:pt x="0" y="41210"/>
                    <a:pt x="0" y="41306"/>
                  </a:cubicBezTo>
                  <a:lnTo>
                    <a:pt x="0" y="42592"/>
                  </a:lnTo>
                  <a:cubicBezTo>
                    <a:pt x="0" y="42721"/>
                    <a:pt x="97" y="42817"/>
                    <a:pt x="193" y="42817"/>
                  </a:cubicBezTo>
                  <a:cubicBezTo>
                    <a:pt x="322" y="42817"/>
                    <a:pt x="418" y="42721"/>
                    <a:pt x="418" y="42592"/>
                  </a:cubicBezTo>
                  <a:lnTo>
                    <a:pt x="418" y="41306"/>
                  </a:lnTo>
                  <a:cubicBezTo>
                    <a:pt x="418" y="41210"/>
                    <a:pt x="322" y="41114"/>
                    <a:pt x="193" y="41114"/>
                  </a:cubicBezTo>
                  <a:close/>
                  <a:moveTo>
                    <a:pt x="120092" y="41789"/>
                  </a:moveTo>
                  <a:cubicBezTo>
                    <a:pt x="119995" y="41789"/>
                    <a:pt x="119899" y="41885"/>
                    <a:pt x="119899" y="41981"/>
                  </a:cubicBezTo>
                  <a:lnTo>
                    <a:pt x="119899" y="43267"/>
                  </a:lnTo>
                  <a:cubicBezTo>
                    <a:pt x="119899" y="43396"/>
                    <a:pt x="119995" y="43492"/>
                    <a:pt x="120092" y="43492"/>
                  </a:cubicBezTo>
                  <a:cubicBezTo>
                    <a:pt x="120220" y="43492"/>
                    <a:pt x="120317" y="43396"/>
                    <a:pt x="120317" y="43267"/>
                  </a:cubicBezTo>
                  <a:lnTo>
                    <a:pt x="120317" y="41981"/>
                  </a:lnTo>
                  <a:cubicBezTo>
                    <a:pt x="120317" y="41885"/>
                    <a:pt x="120220" y="41789"/>
                    <a:pt x="120092" y="41789"/>
                  </a:cubicBezTo>
                  <a:close/>
                  <a:moveTo>
                    <a:pt x="193" y="43653"/>
                  </a:moveTo>
                  <a:cubicBezTo>
                    <a:pt x="97" y="43653"/>
                    <a:pt x="0" y="43749"/>
                    <a:pt x="0" y="43878"/>
                  </a:cubicBezTo>
                  <a:lnTo>
                    <a:pt x="0" y="45132"/>
                  </a:lnTo>
                  <a:cubicBezTo>
                    <a:pt x="0" y="45260"/>
                    <a:pt x="97" y="45357"/>
                    <a:pt x="193" y="45357"/>
                  </a:cubicBezTo>
                  <a:cubicBezTo>
                    <a:pt x="322" y="45357"/>
                    <a:pt x="418" y="45260"/>
                    <a:pt x="418" y="45132"/>
                  </a:cubicBezTo>
                  <a:lnTo>
                    <a:pt x="418" y="43878"/>
                  </a:lnTo>
                  <a:cubicBezTo>
                    <a:pt x="418" y="43749"/>
                    <a:pt x="322" y="43653"/>
                    <a:pt x="193" y="43653"/>
                  </a:cubicBezTo>
                  <a:close/>
                  <a:moveTo>
                    <a:pt x="120092" y="44328"/>
                  </a:moveTo>
                  <a:cubicBezTo>
                    <a:pt x="119995" y="44328"/>
                    <a:pt x="119899" y="44424"/>
                    <a:pt x="119899" y="44553"/>
                  </a:cubicBezTo>
                  <a:lnTo>
                    <a:pt x="119899" y="45839"/>
                  </a:lnTo>
                  <a:cubicBezTo>
                    <a:pt x="119899" y="45935"/>
                    <a:pt x="119995" y="46032"/>
                    <a:pt x="120092" y="46032"/>
                  </a:cubicBezTo>
                  <a:cubicBezTo>
                    <a:pt x="120220" y="46032"/>
                    <a:pt x="120317" y="45935"/>
                    <a:pt x="120317" y="45839"/>
                  </a:cubicBezTo>
                  <a:lnTo>
                    <a:pt x="120317" y="44553"/>
                  </a:lnTo>
                  <a:cubicBezTo>
                    <a:pt x="120317" y="44424"/>
                    <a:pt x="120220" y="44328"/>
                    <a:pt x="120092" y="44328"/>
                  </a:cubicBezTo>
                  <a:close/>
                  <a:moveTo>
                    <a:pt x="120092" y="46900"/>
                  </a:moveTo>
                  <a:cubicBezTo>
                    <a:pt x="119995" y="46900"/>
                    <a:pt x="119899" y="46996"/>
                    <a:pt x="119899" y="47092"/>
                  </a:cubicBezTo>
                  <a:lnTo>
                    <a:pt x="119899" y="48378"/>
                  </a:lnTo>
                  <a:cubicBezTo>
                    <a:pt x="119899" y="48507"/>
                    <a:pt x="119995" y="48571"/>
                    <a:pt x="120092" y="48571"/>
                  </a:cubicBezTo>
                  <a:cubicBezTo>
                    <a:pt x="120220" y="48571"/>
                    <a:pt x="120317" y="48507"/>
                    <a:pt x="120317" y="48378"/>
                  </a:cubicBezTo>
                  <a:lnTo>
                    <a:pt x="120317" y="47092"/>
                  </a:lnTo>
                  <a:cubicBezTo>
                    <a:pt x="120317" y="46996"/>
                    <a:pt x="120220" y="46900"/>
                    <a:pt x="120092" y="46900"/>
                  </a:cubicBezTo>
                  <a:close/>
                  <a:moveTo>
                    <a:pt x="120092" y="49439"/>
                  </a:moveTo>
                  <a:cubicBezTo>
                    <a:pt x="119995" y="49439"/>
                    <a:pt x="119899" y="49535"/>
                    <a:pt x="119899" y="49664"/>
                  </a:cubicBezTo>
                  <a:lnTo>
                    <a:pt x="119899" y="50918"/>
                  </a:lnTo>
                  <a:cubicBezTo>
                    <a:pt x="119899" y="51046"/>
                    <a:pt x="119995" y="51143"/>
                    <a:pt x="120092" y="51143"/>
                  </a:cubicBezTo>
                  <a:cubicBezTo>
                    <a:pt x="120220" y="51143"/>
                    <a:pt x="120317" y="51046"/>
                    <a:pt x="120317" y="50918"/>
                  </a:cubicBezTo>
                  <a:lnTo>
                    <a:pt x="120317" y="49664"/>
                  </a:lnTo>
                  <a:cubicBezTo>
                    <a:pt x="120317" y="49535"/>
                    <a:pt x="120220" y="49439"/>
                    <a:pt x="120092" y="49439"/>
                  </a:cubicBezTo>
                  <a:close/>
                  <a:moveTo>
                    <a:pt x="120092" y="51978"/>
                  </a:moveTo>
                  <a:cubicBezTo>
                    <a:pt x="119995" y="51978"/>
                    <a:pt x="119899" y="52075"/>
                    <a:pt x="119899" y="52203"/>
                  </a:cubicBezTo>
                  <a:lnTo>
                    <a:pt x="119899" y="53489"/>
                  </a:lnTo>
                  <a:cubicBezTo>
                    <a:pt x="119899" y="53586"/>
                    <a:pt x="119995" y="53682"/>
                    <a:pt x="120092" y="53682"/>
                  </a:cubicBezTo>
                  <a:cubicBezTo>
                    <a:pt x="120220" y="53682"/>
                    <a:pt x="120317" y="53586"/>
                    <a:pt x="120317" y="53489"/>
                  </a:cubicBezTo>
                  <a:lnTo>
                    <a:pt x="120317" y="52203"/>
                  </a:lnTo>
                  <a:cubicBezTo>
                    <a:pt x="120317" y="52075"/>
                    <a:pt x="120220" y="51978"/>
                    <a:pt x="120092" y="51978"/>
                  </a:cubicBezTo>
                  <a:close/>
                  <a:moveTo>
                    <a:pt x="120092" y="54550"/>
                  </a:moveTo>
                  <a:cubicBezTo>
                    <a:pt x="119995" y="54550"/>
                    <a:pt x="119899" y="54646"/>
                    <a:pt x="119899" y="54743"/>
                  </a:cubicBezTo>
                  <a:lnTo>
                    <a:pt x="119899" y="56029"/>
                  </a:lnTo>
                  <a:cubicBezTo>
                    <a:pt x="119899" y="56157"/>
                    <a:pt x="119995" y="56254"/>
                    <a:pt x="120092" y="56254"/>
                  </a:cubicBezTo>
                  <a:cubicBezTo>
                    <a:pt x="120220" y="56254"/>
                    <a:pt x="120317" y="56157"/>
                    <a:pt x="120317" y="56029"/>
                  </a:cubicBezTo>
                  <a:lnTo>
                    <a:pt x="120317" y="54743"/>
                  </a:lnTo>
                  <a:cubicBezTo>
                    <a:pt x="120317" y="54646"/>
                    <a:pt x="120220" y="54550"/>
                    <a:pt x="120092" y="54550"/>
                  </a:cubicBezTo>
                  <a:close/>
                  <a:moveTo>
                    <a:pt x="120092" y="57089"/>
                  </a:moveTo>
                  <a:cubicBezTo>
                    <a:pt x="119995" y="57089"/>
                    <a:pt x="119899" y="57186"/>
                    <a:pt x="119899" y="57314"/>
                  </a:cubicBezTo>
                  <a:lnTo>
                    <a:pt x="119899" y="58568"/>
                  </a:lnTo>
                  <a:cubicBezTo>
                    <a:pt x="119899" y="58697"/>
                    <a:pt x="119995" y="58793"/>
                    <a:pt x="120092" y="58793"/>
                  </a:cubicBezTo>
                  <a:cubicBezTo>
                    <a:pt x="120220" y="58793"/>
                    <a:pt x="120317" y="58697"/>
                    <a:pt x="120317" y="58568"/>
                  </a:cubicBezTo>
                  <a:lnTo>
                    <a:pt x="120317" y="57314"/>
                  </a:lnTo>
                  <a:cubicBezTo>
                    <a:pt x="120317" y="57186"/>
                    <a:pt x="120220" y="57089"/>
                    <a:pt x="120092" y="57089"/>
                  </a:cubicBezTo>
                  <a:close/>
                  <a:moveTo>
                    <a:pt x="120092" y="59629"/>
                  </a:moveTo>
                  <a:cubicBezTo>
                    <a:pt x="119995" y="59629"/>
                    <a:pt x="119899" y="59725"/>
                    <a:pt x="119899" y="59854"/>
                  </a:cubicBezTo>
                  <a:lnTo>
                    <a:pt x="119899" y="61140"/>
                  </a:lnTo>
                  <a:cubicBezTo>
                    <a:pt x="119899" y="61236"/>
                    <a:pt x="119995" y="61332"/>
                    <a:pt x="120092" y="61332"/>
                  </a:cubicBezTo>
                  <a:cubicBezTo>
                    <a:pt x="120220" y="61332"/>
                    <a:pt x="120317" y="61236"/>
                    <a:pt x="120317" y="61140"/>
                  </a:cubicBezTo>
                  <a:lnTo>
                    <a:pt x="120317" y="59854"/>
                  </a:lnTo>
                  <a:cubicBezTo>
                    <a:pt x="120317" y="59725"/>
                    <a:pt x="120220" y="59629"/>
                    <a:pt x="120092" y="59629"/>
                  </a:cubicBezTo>
                  <a:close/>
                  <a:moveTo>
                    <a:pt x="120092" y="62200"/>
                  </a:moveTo>
                  <a:cubicBezTo>
                    <a:pt x="119995" y="62200"/>
                    <a:pt x="119899" y="62297"/>
                    <a:pt x="119899" y="62393"/>
                  </a:cubicBezTo>
                  <a:lnTo>
                    <a:pt x="119899" y="63679"/>
                  </a:lnTo>
                  <a:cubicBezTo>
                    <a:pt x="119899" y="63808"/>
                    <a:pt x="119995" y="63904"/>
                    <a:pt x="120092" y="63904"/>
                  </a:cubicBezTo>
                  <a:cubicBezTo>
                    <a:pt x="120220" y="63904"/>
                    <a:pt x="120317" y="63808"/>
                    <a:pt x="120317" y="63679"/>
                  </a:cubicBezTo>
                  <a:lnTo>
                    <a:pt x="120317" y="62393"/>
                  </a:lnTo>
                  <a:cubicBezTo>
                    <a:pt x="120317" y="62297"/>
                    <a:pt x="120220" y="62200"/>
                    <a:pt x="120092" y="62200"/>
                  </a:cubicBezTo>
                  <a:close/>
                  <a:moveTo>
                    <a:pt x="120092" y="64740"/>
                  </a:moveTo>
                  <a:cubicBezTo>
                    <a:pt x="119995" y="64740"/>
                    <a:pt x="119899" y="64836"/>
                    <a:pt x="119899" y="64965"/>
                  </a:cubicBezTo>
                  <a:lnTo>
                    <a:pt x="119899" y="66218"/>
                  </a:lnTo>
                  <a:cubicBezTo>
                    <a:pt x="119899" y="66347"/>
                    <a:pt x="119995" y="66443"/>
                    <a:pt x="120092" y="66443"/>
                  </a:cubicBezTo>
                  <a:cubicBezTo>
                    <a:pt x="120220" y="66443"/>
                    <a:pt x="120317" y="66347"/>
                    <a:pt x="120317" y="66218"/>
                  </a:cubicBezTo>
                  <a:lnTo>
                    <a:pt x="120317" y="64965"/>
                  </a:lnTo>
                  <a:cubicBezTo>
                    <a:pt x="120317" y="64836"/>
                    <a:pt x="120220" y="64740"/>
                    <a:pt x="120092" y="64740"/>
                  </a:cubicBezTo>
                  <a:close/>
                  <a:moveTo>
                    <a:pt x="120092" y="67279"/>
                  </a:moveTo>
                  <a:cubicBezTo>
                    <a:pt x="119995" y="67279"/>
                    <a:pt x="119899" y="67376"/>
                    <a:pt x="119899" y="67504"/>
                  </a:cubicBezTo>
                  <a:lnTo>
                    <a:pt x="119899" y="68790"/>
                  </a:lnTo>
                  <a:cubicBezTo>
                    <a:pt x="119899" y="68886"/>
                    <a:pt x="119995" y="68983"/>
                    <a:pt x="120092" y="68983"/>
                  </a:cubicBezTo>
                  <a:cubicBezTo>
                    <a:pt x="120220" y="68983"/>
                    <a:pt x="120317" y="68886"/>
                    <a:pt x="120317" y="68790"/>
                  </a:cubicBezTo>
                  <a:lnTo>
                    <a:pt x="120317" y="67504"/>
                  </a:lnTo>
                  <a:cubicBezTo>
                    <a:pt x="120317" y="67376"/>
                    <a:pt x="120220" y="67279"/>
                    <a:pt x="120092" y="67279"/>
                  </a:cubicBezTo>
                  <a:close/>
                  <a:moveTo>
                    <a:pt x="120092" y="69851"/>
                  </a:moveTo>
                  <a:cubicBezTo>
                    <a:pt x="119995" y="69851"/>
                    <a:pt x="119899" y="69947"/>
                    <a:pt x="119899" y="70044"/>
                  </a:cubicBezTo>
                  <a:lnTo>
                    <a:pt x="119899" y="71329"/>
                  </a:lnTo>
                  <a:cubicBezTo>
                    <a:pt x="119899" y="71458"/>
                    <a:pt x="119995" y="71554"/>
                    <a:pt x="120092" y="71554"/>
                  </a:cubicBezTo>
                  <a:cubicBezTo>
                    <a:pt x="120220" y="71554"/>
                    <a:pt x="120317" y="71458"/>
                    <a:pt x="120317" y="71329"/>
                  </a:cubicBezTo>
                  <a:lnTo>
                    <a:pt x="120317" y="70044"/>
                  </a:lnTo>
                  <a:cubicBezTo>
                    <a:pt x="120317" y="69947"/>
                    <a:pt x="120220" y="69851"/>
                    <a:pt x="120092" y="69851"/>
                  </a:cubicBezTo>
                  <a:close/>
                  <a:moveTo>
                    <a:pt x="120092" y="72390"/>
                  </a:moveTo>
                  <a:cubicBezTo>
                    <a:pt x="119995" y="72390"/>
                    <a:pt x="119899" y="72487"/>
                    <a:pt x="119899" y="72615"/>
                  </a:cubicBezTo>
                  <a:lnTo>
                    <a:pt x="119899" y="73869"/>
                  </a:lnTo>
                  <a:cubicBezTo>
                    <a:pt x="119899" y="73997"/>
                    <a:pt x="119995" y="74094"/>
                    <a:pt x="120092" y="74094"/>
                  </a:cubicBezTo>
                  <a:cubicBezTo>
                    <a:pt x="120220" y="74094"/>
                    <a:pt x="120317" y="73997"/>
                    <a:pt x="120317" y="73869"/>
                  </a:cubicBezTo>
                  <a:lnTo>
                    <a:pt x="120317" y="72615"/>
                  </a:lnTo>
                  <a:cubicBezTo>
                    <a:pt x="120317" y="72487"/>
                    <a:pt x="120220" y="72390"/>
                    <a:pt x="120092" y="72390"/>
                  </a:cubicBezTo>
                  <a:close/>
                  <a:moveTo>
                    <a:pt x="120092" y="74930"/>
                  </a:moveTo>
                  <a:cubicBezTo>
                    <a:pt x="119995" y="74930"/>
                    <a:pt x="119899" y="75026"/>
                    <a:pt x="119899" y="75155"/>
                  </a:cubicBezTo>
                  <a:lnTo>
                    <a:pt x="119899" y="76408"/>
                  </a:lnTo>
                  <a:cubicBezTo>
                    <a:pt x="119899" y="76537"/>
                    <a:pt x="119995" y="76633"/>
                    <a:pt x="120092" y="76633"/>
                  </a:cubicBezTo>
                  <a:cubicBezTo>
                    <a:pt x="120220" y="76633"/>
                    <a:pt x="120317" y="76537"/>
                    <a:pt x="120317" y="76408"/>
                  </a:cubicBezTo>
                  <a:lnTo>
                    <a:pt x="120317" y="75155"/>
                  </a:lnTo>
                  <a:cubicBezTo>
                    <a:pt x="120317" y="75026"/>
                    <a:pt x="120220" y="74930"/>
                    <a:pt x="120092" y="7493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3" name="Google Shape;2633;g312bfb4b743_5_798"/>
            <p:cNvSpPr/>
            <p:nvPr/>
          </p:nvSpPr>
          <p:spPr>
            <a:xfrm>
              <a:off x="4008475" y="962975"/>
              <a:ext cx="286100" cy="383350"/>
            </a:xfrm>
            <a:custGeom>
              <a:avLst/>
              <a:gdLst/>
              <a:ahLst/>
              <a:cxnLst/>
              <a:rect l="l" t="t" r="r" b="b"/>
              <a:pathLst>
                <a:path w="11444" h="15334" extrusionOk="0">
                  <a:moveTo>
                    <a:pt x="0" y="0"/>
                  </a:moveTo>
                  <a:lnTo>
                    <a:pt x="7683" y="15333"/>
                  </a:lnTo>
                  <a:lnTo>
                    <a:pt x="114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4" name="Google Shape;2634;g312bfb4b743_5_798"/>
            <p:cNvSpPr/>
            <p:nvPr/>
          </p:nvSpPr>
          <p:spPr>
            <a:xfrm>
              <a:off x="4002850" y="957350"/>
              <a:ext cx="297350" cy="394000"/>
            </a:xfrm>
            <a:custGeom>
              <a:avLst/>
              <a:gdLst/>
              <a:ahLst/>
              <a:cxnLst/>
              <a:rect l="l" t="t" r="r" b="b"/>
              <a:pathLst>
                <a:path w="11894" h="15760" extrusionOk="0">
                  <a:moveTo>
                    <a:pt x="11379" y="450"/>
                  </a:moveTo>
                  <a:lnTo>
                    <a:pt x="7815" y="14954"/>
                  </a:lnTo>
                  <a:lnTo>
                    <a:pt x="579" y="450"/>
                  </a:lnTo>
                  <a:close/>
                  <a:moveTo>
                    <a:pt x="225" y="0"/>
                  </a:moveTo>
                  <a:cubicBezTo>
                    <a:pt x="161" y="0"/>
                    <a:pt x="97" y="32"/>
                    <a:pt x="64" y="97"/>
                  </a:cubicBezTo>
                  <a:cubicBezTo>
                    <a:pt x="0" y="161"/>
                    <a:pt x="0" y="257"/>
                    <a:pt x="32" y="322"/>
                  </a:cubicBezTo>
                  <a:lnTo>
                    <a:pt x="7715" y="15655"/>
                  </a:lnTo>
                  <a:cubicBezTo>
                    <a:pt x="7741" y="15707"/>
                    <a:pt x="7810" y="15760"/>
                    <a:pt x="7870" y="15760"/>
                  </a:cubicBezTo>
                  <a:cubicBezTo>
                    <a:pt x="7883" y="15760"/>
                    <a:pt x="7896" y="15757"/>
                    <a:pt x="7908" y="15751"/>
                  </a:cubicBezTo>
                  <a:cubicBezTo>
                    <a:pt x="8004" y="15751"/>
                    <a:pt x="8068" y="15687"/>
                    <a:pt x="8101" y="15590"/>
                  </a:cubicBezTo>
                  <a:lnTo>
                    <a:pt x="11861" y="257"/>
                  </a:lnTo>
                  <a:cubicBezTo>
                    <a:pt x="11894" y="225"/>
                    <a:pt x="11861" y="129"/>
                    <a:pt x="11829" y="97"/>
                  </a:cubicBezTo>
                  <a:cubicBezTo>
                    <a:pt x="11797" y="32"/>
                    <a:pt x="11733" y="0"/>
                    <a:pt x="116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5" name="Google Shape;2635;g312bfb4b743_5_798"/>
            <p:cNvSpPr/>
            <p:nvPr/>
          </p:nvSpPr>
          <p:spPr>
            <a:xfrm>
              <a:off x="4039000" y="977425"/>
              <a:ext cx="182450" cy="368900"/>
            </a:xfrm>
            <a:custGeom>
              <a:avLst/>
              <a:gdLst/>
              <a:ahLst/>
              <a:cxnLst/>
              <a:rect l="l" t="t" r="r" b="b"/>
              <a:pathLst>
                <a:path w="7298" h="14756" extrusionOk="0">
                  <a:moveTo>
                    <a:pt x="1" y="1"/>
                  </a:moveTo>
                  <a:lnTo>
                    <a:pt x="6462" y="14755"/>
                  </a:lnTo>
                  <a:lnTo>
                    <a:pt x="729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6" name="Google Shape;2636;g312bfb4b743_5_798"/>
            <p:cNvSpPr/>
            <p:nvPr/>
          </p:nvSpPr>
          <p:spPr>
            <a:xfrm>
              <a:off x="4033375" y="971800"/>
              <a:ext cx="192900" cy="379550"/>
            </a:xfrm>
            <a:custGeom>
              <a:avLst/>
              <a:gdLst/>
              <a:ahLst/>
              <a:cxnLst/>
              <a:rect l="l" t="t" r="r" b="b"/>
              <a:pathLst>
                <a:path w="7716" h="15182" extrusionOk="0">
                  <a:moveTo>
                    <a:pt x="7297" y="451"/>
                  </a:moveTo>
                  <a:lnTo>
                    <a:pt x="6513" y="14049"/>
                  </a:lnTo>
                  <a:lnTo>
                    <a:pt x="547" y="451"/>
                  </a:lnTo>
                  <a:close/>
                  <a:moveTo>
                    <a:pt x="226" y="1"/>
                  </a:moveTo>
                  <a:cubicBezTo>
                    <a:pt x="161" y="1"/>
                    <a:pt x="97" y="65"/>
                    <a:pt x="65" y="97"/>
                  </a:cubicBezTo>
                  <a:cubicBezTo>
                    <a:pt x="33" y="162"/>
                    <a:pt x="1" y="258"/>
                    <a:pt x="33" y="322"/>
                  </a:cubicBezTo>
                  <a:lnTo>
                    <a:pt x="6494" y="15045"/>
                  </a:lnTo>
                  <a:cubicBezTo>
                    <a:pt x="6520" y="15124"/>
                    <a:pt x="6590" y="15181"/>
                    <a:pt x="6668" y="15181"/>
                  </a:cubicBezTo>
                  <a:cubicBezTo>
                    <a:pt x="6685" y="15181"/>
                    <a:pt x="6702" y="15179"/>
                    <a:pt x="6719" y="15173"/>
                  </a:cubicBezTo>
                  <a:cubicBezTo>
                    <a:pt x="6815" y="15173"/>
                    <a:pt x="6880" y="15077"/>
                    <a:pt x="6880" y="14980"/>
                  </a:cubicBezTo>
                  <a:lnTo>
                    <a:pt x="7715" y="226"/>
                  </a:lnTo>
                  <a:cubicBezTo>
                    <a:pt x="7715" y="194"/>
                    <a:pt x="7715" y="130"/>
                    <a:pt x="7651" y="65"/>
                  </a:cubicBezTo>
                  <a:cubicBezTo>
                    <a:pt x="7619" y="33"/>
                    <a:pt x="7555" y="1"/>
                    <a:pt x="75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7" name="Google Shape;2637;g312bfb4b743_5_798"/>
            <p:cNvSpPr/>
            <p:nvPr/>
          </p:nvSpPr>
          <p:spPr>
            <a:xfrm>
              <a:off x="3998825" y="948500"/>
              <a:ext cx="201725" cy="397825"/>
            </a:xfrm>
            <a:custGeom>
              <a:avLst/>
              <a:gdLst/>
              <a:ahLst/>
              <a:cxnLst/>
              <a:rect l="l" t="t" r="r" b="b"/>
              <a:pathLst>
                <a:path w="8069" h="15913" extrusionOk="0">
                  <a:moveTo>
                    <a:pt x="0" y="1"/>
                  </a:moveTo>
                  <a:lnTo>
                    <a:pt x="8069" y="15912"/>
                  </a:lnTo>
                  <a:lnTo>
                    <a:pt x="726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8" name="Google Shape;2638;g312bfb4b743_5_798"/>
            <p:cNvSpPr/>
            <p:nvPr/>
          </p:nvSpPr>
          <p:spPr>
            <a:xfrm>
              <a:off x="3993200" y="943675"/>
              <a:ext cx="212175" cy="407675"/>
            </a:xfrm>
            <a:custGeom>
              <a:avLst/>
              <a:gdLst/>
              <a:ahLst/>
              <a:cxnLst/>
              <a:rect l="l" t="t" r="r" b="b"/>
              <a:pathLst>
                <a:path w="8487" h="16307" extrusionOk="0">
                  <a:moveTo>
                    <a:pt x="7297" y="419"/>
                  </a:moveTo>
                  <a:lnTo>
                    <a:pt x="8022" y="15152"/>
                  </a:lnTo>
                  <a:lnTo>
                    <a:pt x="579" y="419"/>
                  </a:lnTo>
                  <a:close/>
                  <a:moveTo>
                    <a:pt x="225" y="1"/>
                  </a:moveTo>
                  <a:cubicBezTo>
                    <a:pt x="161" y="1"/>
                    <a:pt x="97" y="33"/>
                    <a:pt x="33" y="97"/>
                  </a:cubicBezTo>
                  <a:cubicBezTo>
                    <a:pt x="0" y="162"/>
                    <a:pt x="0" y="226"/>
                    <a:pt x="33" y="290"/>
                  </a:cubicBezTo>
                  <a:lnTo>
                    <a:pt x="8101" y="16202"/>
                  </a:lnTo>
                  <a:cubicBezTo>
                    <a:pt x="8127" y="16254"/>
                    <a:pt x="8196" y="16307"/>
                    <a:pt x="8273" y="16307"/>
                  </a:cubicBezTo>
                  <a:cubicBezTo>
                    <a:pt x="8290" y="16307"/>
                    <a:pt x="8308" y="16304"/>
                    <a:pt x="8326" y="16298"/>
                  </a:cubicBezTo>
                  <a:cubicBezTo>
                    <a:pt x="8422" y="16266"/>
                    <a:pt x="8487" y="16170"/>
                    <a:pt x="8487" y="16073"/>
                  </a:cubicBezTo>
                  <a:lnTo>
                    <a:pt x="7715" y="194"/>
                  </a:lnTo>
                  <a:cubicBezTo>
                    <a:pt x="7715" y="65"/>
                    <a:pt x="7619" y="1"/>
                    <a:pt x="74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9" name="Google Shape;2639;g312bfb4b743_5_798"/>
            <p:cNvSpPr/>
            <p:nvPr/>
          </p:nvSpPr>
          <p:spPr>
            <a:xfrm>
              <a:off x="3567275" y="876975"/>
              <a:ext cx="633275" cy="469350"/>
            </a:xfrm>
            <a:custGeom>
              <a:avLst/>
              <a:gdLst/>
              <a:ahLst/>
              <a:cxnLst/>
              <a:rect l="l" t="t" r="r" b="b"/>
              <a:pathLst>
                <a:path w="25331" h="18774" extrusionOk="0">
                  <a:moveTo>
                    <a:pt x="1" y="1"/>
                  </a:moveTo>
                  <a:lnTo>
                    <a:pt x="4630" y="18773"/>
                  </a:lnTo>
                  <a:lnTo>
                    <a:pt x="25331" y="18773"/>
                  </a:lnTo>
                  <a:lnTo>
                    <a:pt x="22052" y="2155"/>
                  </a:lnTo>
                  <a:lnTo>
                    <a:pt x="11734" y="2155"/>
                  </a:lnTo>
                  <a:lnTo>
                    <a:pt x="986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0" name="Google Shape;2640;g312bfb4b743_5_798"/>
            <p:cNvSpPr/>
            <p:nvPr/>
          </p:nvSpPr>
          <p:spPr>
            <a:xfrm>
              <a:off x="3561650" y="872175"/>
              <a:ext cx="643725" cy="478975"/>
            </a:xfrm>
            <a:custGeom>
              <a:avLst/>
              <a:gdLst/>
              <a:ahLst/>
              <a:cxnLst/>
              <a:rect l="l" t="t" r="r" b="b"/>
              <a:pathLst>
                <a:path w="25749" h="19159" extrusionOk="0">
                  <a:moveTo>
                    <a:pt x="9998" y="418"/>
                  </a:moveTo>
                  <a:lnTo>
                    <a:pt x="11798" y="2475"/>
                  </a:lnTo>
                  <a:cubicBezTo>
                    <a:pt x="11830" y="2507"/>
                    <a:pt x="11894" y="2539"/>
                    <a:pt x="11959" y="2539"/>
                  </a:cubicBezTo>
                  <a:lnTo>
                    <a:pt x="22084" y="2539"/>
                  </a:lnTo>
                  <a:lnTo>
                    <a:pt x="25299" y="18740"/>
                  </a:lnTo>
                  <a:lnTo>
                    <a:pt x="5015" y="18740"/>
                  </a:lnTo>
                  <a:lnTo>
                    <a:pt x="483" y="418"/>
                  </a:lnTo>
                  <a:close/>
                  <a:moveTo>
                    <a:pt x="226" y="0"/>
                  </a:moveTo>
                  <a:cubicBezTo>
                    <a:pt x="162" y="0"/>
                    <a:pt x="97" y="32"/>
                    <a:pt x="33" y="64"/>
                  </a:cubicBezTo>
                  <a:cubicBezTo>
                    <a:pt x="1" y="129"/>
                    <a:pt x="1" y="193"/>
                    <a:pt x="1" y="257"/>
                  </a:cubicBezTo>
                  <a:lnTo>
                    <a:pt x="4630" y="18997"/>
                  </a:lnTo>
                  <a:cubicBezTo>
                    <a:pt x="4662" y="19094"/>
                    <a:pt x="4758" y="19158"/>
                    <a:pt x="4855" y="19158"/>
                  </a:cubicBezTo>
                  <a:lnTo>
                    <a:pt x="25556" y="19158"/>
                  </a:lnTo>
                  <a:cubicBezTo>
                    <a:pt x="25620" y="19158"/>
                    <a:pt x="25652" y="19126"/>
                    <a:pt x="25716" y="19094"/>
                  </a:cubicBezTo>
                  <a:cubicBezTo>
                    <a:pt x="25749" y="19030"/>
                    <a:pt x="25749" y="18965"/>
                    <a:pt x="25749" y="18901"/>
                  </a:cubicBezTo>
                  <a:lnTo>
                    <a:pt x="22470" y="2282"/>
                  </a:lnTo>
                  <a:cubicBezTo>
                    <a:pt x="22438" y="2186"/>
                    <a:pt x="22373" y="2122"/>
                    <a:pt x="22277" y="2122"/>
                  </a:cubicBezTo>
                  <a:lnTo>
                    <a:pt x="12063" y="2122"/>
                  </a:lnTo>
                  <a:lnTo>
                    <a:pt x="10255" y="64"/>
                  </a:lnTo>
                  <a:cubicBezTo>
                    <a:pt x="10191" y="32"/>
                    <a:pt x="10159" y="0"/>
                    <a:pt x="100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1" name="Google Shape;2641;g312bfb4b743_5_798"/>
            <p:cNvSpPr/>
            <p:nvPr/>
          </p:nvSpPr>
          <p:spPr>
            <a:xfrm>
              <a:off x="4486625" y="1409775"/>
              <a:ext cx="694325" cy="411475"/>
            </a:xfrm>
            <a:custGeom>
              <a:avLst/>
              <a:gdLst/>
              <a:ahLst/>
              <a:cxnLst/>
              <a:rect l="l" t="t" r="r" b="b"/>
              <a:pathLst>
                <a:path w="27773" h="16459" extrusionOk="0">
                  <a:moveTo>
                    <a:pt x="1961" y="1"/>
                  </a:moveTo>
                  <a:cubicBezTo>
                    <a:pt x="868" y="1"/>
                    <a:pt x="0" y="901"/>
                    <a:pt x="0" y="1994"/>
                  </a:cubicBezTo>
                  <a:lnTo>
                    <a:pt x="0" y="14498"/>
                  </a:lnTo>
                  <a:cubicBezTo>
                    <a:pt x="0" y="15591"/>
                    <a:pt x="868" y="16459"/>
                    <a:pt x="1961" y="16459"/>
                  </a:cubicBezTo>
                  <a:lnTo>
                    <a:pt x="25812" y="16459"/>
                  </a:lnTo>
                  <a:cubicBezTo>
                    <a:pt x="26873" y="16459"/>
                    <a:pt x="27773" y="15591"/>
                    <a:pt x="27773" y="14498"/>
                  </a:cubicBezTo>
                  <a:lnTo>
                    <a:pt x="27773" y="1994"/>
                  </a:lnTo>
                  <a:cubicBezTo>
                    <a:pt x="27773" y="901"/>
                    <a:pt x="26873" y="1"/>
                    <a:pt x="258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2" name="Google Shape;2642;g312bfb4b743_5_798"/>
            <p:cNvSpPr/>
            <p:nvPr/>
          </p:nvSpPr>
          <p:spPr>
            <a:xfrm>
              <a:off x="4481000" y="1404950"/>
              <a:ext cx="704775" cy="421125"/>
            </a:xfrm>
            <a:custGeom>
              <a:avLst/>
              <a:gdLst/>
              <a:ahLst/>
              <a:cxnLst/>
              <a:rect l="l" t="t" r="r" b="b"/>
              <a:pathLst>
                <a:path w="28191" h="16845" extrusionOk="0">
                  <a:moveTo>
                    <a:pt x="26037" y="419"/>
                  </a:moveTo>
                  <a:cubicBezTo>
                    <a:pt x="27001" y="419"/>
                    <a:pt x="27773" y="1190"/>
                    <a:pt x="27773" y="2187"/>
                  </a:cubicBezTo>
                  <a:lnTo>
                    <a:pt x="27773" y="14691"/>
                  </a:lnTo>
                  <a:cubicBezTo>
                    <a:pt x="27773" y="15655"/>
                    <a:pt x="27001" y="16427"/>
                    <a:pt x="26037" y="16427"/>
                  </a:cubicBezTo>
                  <a:lnTo>
                    <a:pt x="2186" y="16427"/>
                  </a:lnTo>
                  <a:cubicBezTo>
                    <a:pt x="1222" y="16427"/>
                    <a:pt x="418" y="15655"/>
                    <a:pt x="418" y="14691"/>
                  </a:cubicBezTo>
                  <a:lnTo>
                    <a:pt x="418" y="2187"/>
                  </a:lnTo>
                  <a:cubicBezTo>
                    <a:pt x="418" y="1190"/>
                    <a:pt x="1222" y="419"/>
                    <a:pt x="2186" y="419"/>
                  </a:cubicBezTo>
                  <a:close/>
                  <a:moveTo>
                    <a:pt x="2186" y="1"/>
                  </a:moveTo>
                  <a:cubicBezTo>
                    <a:pt x="964" y="1"/>
                    <a:pt x="0" y="965"/>
                    <a:pt x="0" y="2187"/>
                  </a:cubicBezTo>
                  <a:lnTo>
                    <a:pt x="0" y="14691"/>
                  </a:lnTo>
                  <a:cubicBezTo>
                    <a:pt x="0" y="15880"/>
                    <a:pt x="964" y="16845"/>
                    <a:pt x="2186" y="16845"/>
                  </a:cubicBezTo>
                  <a:lnTo>
                    <a:pt x="26037" y="16845"/>
                  </a:lnTo>
                  <a:cubicBezTo>
                    <a:pt x="27226" y="16845"/>
                    <a:pt x="28191" y="15880"/>
                    <a:pt x="28191" y="14691"/>
                  </a:cubicBezTo>
                  <a:lnTo>
                    <a:pt x="28191" y="2187"/>
                  </a:lnTo>
                  <a:cubicBezTo>
                    <a:pt x="28191" y="965"/>
                    <a:pt x="27226" y="1"/>
                    <a:pt x="260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3" name="Google Shape;2643;g312bfb4b743_5_798"/>
            <p:cNvSpPr/>
            <p:nvPr/>
          </p:nvSpPr>
          <p:spPr>
            <a:xfrm>
              <a:off x="4486625" y="1487725"/>
              <a:ext cx="694325" cy="149500"/>
            </a:xfrm>
            <a:custGeom>
              <a:avLst/>
              <a:gdLst/>
              <a:ahLst/>
              <a:cxnLst/>
              <a:rect l="l" t="t" r="r" b="b"/>
              <a:pathLst>
                <a:path w="27773" h="5980" extrusionOk="0">
                  <a:moveTo>
                    <a:pt x="0" y="1"/>
                  </a:moveTo>
                  <a:lnTo>
                    <a:pt x="0" y="5980"/>
                  </a:lnTo>
                  <a:lnTo>
                    <a:pt x="27773" y="5980"/>
                  </a:lnTo>
                  <a:lnTo>
                    <a:pt x="277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4" name="Google Shape;2644;g312bfb4b743_5_798"/>
            <p:cNvSpPr/>
            <p:nvPr/>
          </p:nvSpPr>
          <p:spPr>
            <a:xfrm>
              <a:off x="4481000" y="1482900"/>
              <a:ext cx="704775" cy="159150"/>
            </a:xfrm>
            <a:custGeom>
              <a:avLst/>
              <a:gdLst/>
              <a:ahLst/>
              <a:cxnLst/>
              <a:rect l="l" t="t" r="r" b="b"/>
              <a:pathLst>
                <a:path w="28191" h="6366" extrusionOk="0">
                  <a:moveTo>
                    <a:pt x="27773" y="419"/>
                  </a:moveTo>
                  <a:lnTo>
                    <a:pt x="27773" y="5948"/>
                  </a:lnTo>
                  <a:lnTo>
                    <a:pt x="418" y="5948"/>
                  </a:lnTo>
                  <a:lnTo>
                    <a:pt x="418" y="419"/>
                  </a:lnTo>
                  <a:close/>
                  <a:moveTo>
                    <a:pt x="225" y="1"/>
                  </a:moveTo>
                  <a:cubicBezTo>
                    <a:pt x="161" y="1"/>
                    <a:pt x="96" y="33"/>
                    <a:pt x="64" y="65"/>
                  </a:cubicBezTo>
                  <a:cubicBezTo>
                    <a:pt x="32" y="97"/>
                    <a:pt x="0" y="162"/>
                    <a:pt x="0" y="194"/>
                  </a:cubicBezTo>
                  <a:lnTo>
                    <a:pt x="0" y="6173"/>
                  </a:lnTo>
                  <a:cubicBezTo>
                    <a:pt x="0" y="6205"/>
                    <a:pt x="32" y="6269"/>
                    <a:pt x="64" y="6301"/>
                  </a:cubicBezTo>
                  <a:cubicBezTo>
                    <a:pt x="96" y="6365"/>
                    <a:pt x="161" y="6365"/>
                    <a:pt x="225" y="6365"/>
                  </a:cubicBezTo>
                  <a:lnTo>
                    <a:pt x="27998" y="6365"/>
                  </a:lnTo>
                  <a:cubicBezTo>
                    <a:pt x="28030" y="6365"/>
                    <a:pt x="28094" y="6365"/>
                    <a:pt x="28126" y="6301"/>
                  </a:cubicBezTo>
                  <a:cubicBezTo>
                    <a:pt x="28191" y="6269"/>
                    <a:pt x="28191" y="6205"/>
                    <a:pt x="28191" y="6173"/>
                  </a:cubicBezTo>
                  <a:lnTo>
                    <a:pt x="28191" y="194"/>
                  </a:lnTo>
                  <a:cubicBezTo>
                    <a:pt x="28191" y="162"/>
                    <a:pt x="28191" y="97"/>
                    <a:pt x="28126" y="65"/>
                  </a:cubicBezTo>
                  <a:cubicBezTo>
                    <a:pt x="28094" y="33"/>
                    <a:pt x="28030" y="1"/>
                    <a:pt x="2799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5" name="Google Shape;2645;g312bfb4b743_5_798"/>
            <p:cNvSpPr/>
            <p:nvPr/>
          </p:nvSpPr>
          <p:spPr>
            <a:xfrm>
              <a:off x="4976025" y="1726400"/>
              <a:ext cx="57875" cy="57900"/>
            </a:xfrm>
            <a:custGeom>
              <a:avLst/>
              <a:gdLst/>
              <a:ahLst/>
              <a:cxnLst/>
              <a:rect l="l" t="t" r="r" b="b"/>
              <a:pathLst>
                <a:path w="2315" h="2316" extrusionOk="0">
                  <a:moveTo>
                    <a:pt x="1157" y="1"/>
                  </a:moveTo>
                  <a:cubicBezTo>
                    <a:pt x="514" y="1"/>
                    <a:pt x="0" y="515"/>
                    <a:pt x="0" y="1158"/>
                  </a:cubicBezTo>
                  <a:cubicBezTo>
                    <a:pt x="0" y="1801"/>
                    <a:pt x="514" y="2315"/>
                    <a:pt x="1157" y="2315"/>
                  </a:cubicBezTo>
                  <a:cubicBezTo>
                    <a:pt x="1800" y="2315"/>
                    <a:pt x="2314" y="1801"/>
                    <a:pt x="2314" y="1158"/>
                  </a:cubicBezTo>
                  <a:cubicBezTo>
                    <a:pt x="2314" y="515"/>
                    <a:pt x="1800" y="1"/>
                    <a:pt x="115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6" name="Google Shape;2646;g312bfb4b743_5_798"/>
            <p:cNvSpPr/>
            <p:nvPr/>
          </p:nvSpPr>
          <p:spPr>
            <a:xfrm>
              <a:off x="4970375" y="1720775"/>
              <a:ext cx="69150" cy="69150"/>
            </a:xfrm>
            <a:custGeom>
              <a:avLst/>
              <a:gdLst/>
              <a:ahLst/>
              <a:cxnLst/>
              <a:rect l="l" t="t" r="r" b="b"/>
              <a:pathLst>
                <a:path w="2766" h="2766" extrusionOk="0">
                  <a:moveTo>
                    <a:pt x="1383" y="451"/>
                  </a:moveTo>
                  <a:cubicBezTo>
                    <a:pt x="1898" y="451"/>
                    <a:pt x="2348" y="869"/>
                    <a:pt x="2348" y="1383"/>
                  </a:cubicBezTo>
                  <a:cubicBezTo>
                    <a:pt x="2348" y="1929"/>
                    <a:pt x="1898" y="2347"/>
                    <a:pt x="1383" y="2347"/>
                  </a:cubicBezTo>
                  <a:cubicBezTo>
                    <a:pt x="869" y="2347"/>
                    <a:pt x="451" y="1929"/>
                    <a:pt x="451" y="1383"/>
                  </a:cubicBezTo>
                  <a:cubicBezTo>
                    <a:pt x="451" y="869"/>
                    <a:pt x="869" y="451"/>
                    <a:pt x="1383" y="451"/>
                  </a:cubicBezTo>
                  <a:close/>
                  <a:moveTo>
                    <a:pt x="1383" y="1"/>
                  </a:moveTo>
                  <a:cubicBezTo>
                    <a:pt x="644" y="1"/>
                    <a:pt x="1" y="643"/>
                    <a:pt x="1" y="1383"/>
                  </a:cubicBezTo>
                  <a:cubicBezTo>
                    <a:pt x="1" y="2154"/>
                    <a:pt x="644" y="2765"/>
                    <a:pt x="1383" y="2765"/>
                  </a:cubicBezTo>
                  <a:cubicBezTo>
                    <a:pt x="2155" y="2765"/>
                    <a:pt x="2765" y="2154"/>
                    <a:pt x="2765" y="1383"/>
                  </a:cubicBezTo>
                  <a:cubicBezTo>
                    <a:pt x="2765" y="643"/>
                    <a:pt x="2155"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7" name="Google Shape;2647;g312bfb4b743_5_798"/>
            <p:cNvSpPr/>
            <p:nvPr/>
          </p:nvSpPr>
          <p:spPr>
            <a:xfrm>
              <a:off x="5056375" y="1726400"/>
              <a:ext cx="58675" cy="57900"/>
            </a:xfrm>
            <a:custGeom>
              <a:avLst/>
              <a:gdLst/>
              <a:ahLst/>
              <a:cxnLst/>
              <a:rect l="l" t="t" r="r" b="b"/>
              <a:pathLst>
                <a:path w="2347" h="2316" extrusionOk="0">
                  <a:moveTo>
                    <a:pt x="1190" y="1"/>
                  </a:moveTo>
                  <a:cubicBezTo>
                    <a:pt x="547" y="1"/>
                    <a:pt x="0" y="515"/>
                    <a:pt x="0" y="1158"/>
                  </a:cubicBezTo>
                  <a:cubicBezTo>
                    <a:pt x="0" y="1801"/>
                    <a:pt x="547" y="2315"/>
                    <a:pt x="1190" y="2315"/>
                  </a:cubicBezTo>
                  <a:cubicBezTo>
                    <a:pt x="1801" y="2315"/>
                    <a:pt x="2347" y="1801"/>
                    <a:pt x="2347" y="1158"/>
                  </a:cubicBezTo>
                  <a:cubicBezTo>
                    <a:pt x="2347" y="515"/>
                    <a:pt x="1801" y="1"/>
                    <a:pt x="119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8" name="Google Shape;2648;g312bfb4b743_5_798"/>
            <p:cNvSpPr/>
            <p:nvPr/>
          </p:nvSpPr>
          <p:spPr>
            <a:xfrm>
              <a:off x="5051550" y="1720775"/>
              <a:ext cx="68325" cy="69150"/>
            </a:xfrm>
            <a:custGeom>
              <a:avLst/>
              <a:gdLst/>
              <a:ahLst/>
              <a:cxnLst/>
              <a:rect l="l" t="t" r="r" b="b"/>
              <a:pathLst>
                <a:path w="2733" h="2766" extrusionOk="0">
                  <a:moveTo>
                    <a:pt x="1383" y="451"/>
                  </a:moveTo>
                  <a:cubicBezTo>
                    <a:pt x="1897" y="451"/>
                    <a:pt x="2315" y="869"/>
                    <a:pt x="2315" y="1383"/>
                  </a:cubicBezTo>
                  <a:cubicBezTo>
                    <a:pt x="2315" y="1929"/>
                    <a:pt x="1897" y="2347"/>
                    <a:pt x="1383" y="2347"/>
                  </a:cubicBezTo>
                  <a:cubicBezTo>
                    <a:pt x="836" y="2347"/>
                    <a:pt x="418" y="1929"/>
                    <a:pt x="418" y="1383"/>
                  </a:cubicBezTo>
                  <a:cubicBezTo>
                    <a:pt x="418" y="869"/>
                    <a:pt x="836" y="451"/>
                    <a:pt x="1383" y="451"/>
                  </a:cubicBezTo>
                  <a:close/>
                  <a:moveTo>
                    <a:pt x="1383" y="1"/>
                  </a:moveTo>
                  <a:cubicBezTo>
                    <a:pt x="611" y="1"/>
                    <a:pt x="1" y="643"/>
                    <a:pt x="1" y="1383"/>
                  </a:cubicBezTo>
                  <a:cubicBezTo>
                    <a:pt x="1" y="2154"/>
                    <a:pt x="611" y="2765"/>
                    <a:pt x="1383" y="2765"/>
                  </a:cubicBezTo>
                  <a:cubicBezTo>
                    <a:pt x="2122" y="2765"/>
                    <a:pt x="2733" y="2154"/>
                    <a:pt x="2733" y="1383"/>
                  </a:cubicBezTo>
                  <a:cubicBezTo>
                    <a:pt x="2733" y="643"/>
                    <a:pt x="2122"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9" name="Google Shape;2649;g312bfb4b743_5_798"/>
            <p:cNvSpPr/>
            <p:nvPr/>
          </p:nvSpPr>
          <p:spPr>
            <a:xfrm>
              <a:off x="2203550" y="1434700"/>
              <a:ext cx="830975" cy="432350"/>
            </a:xfrm>
            <a:custGeom>
              <a:avLst/>
              <a:gdLst/>
              <a:ahLst/>
              <a:cxnLst/>
              <a:rect l="l" t="t" r="r" b="b"/>
              <a:pathLst>
                <a:path w="33239" h="17294" extrusionOk="0">
                  <a:moveTo>
                    <a:pt x="1" y="0"/>
                  </a:moveTo>
                  <a:lnTo>
                    <a:pt x="1" y="17294"/>
                  </a:lnTo>
                  <a:lnTo>
                    <a:pt x="33238" y="17294"/>
                  </a:lnTo>
                  <a:lnTo>
                    <a:pt x="3323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0" name="Google Shape;2650;g312bfb4b743_5_798"/>
            <p:cNvSpPr/>
            <p:nvPr/>
          </p:nvSpPr>
          <p:spPr>
            <a:xfrm>
              <a:off x="2198750" y="1429075"/>
              <a:ext cx="841400" cy="443600"/>
            </a:xfrm>
            <a:custGeom>
              <a:avLst/>
              <a:gdLst/>
              <a:ahLst/>
              <a:cxnLst/>
              <a:rect l="l" t="t" r="r" b="b"/>
              <a:pathLst>
                <a:path w="33656" h="17744" extrusionOk="0">
                  <a:moveTo>
                    <a:pt x="33205" y="418"/>
                  </a:moveTo>
                  <a:lnTo>
                    <a:pt x="33205" y="17326"/>
                  </a:lnTo>
                  <a:lnTo>
                    <a:pt x="418" y="17326"/>
                  </a:lnTo>
                  <a:lnTo>
                    <a:pt x="418" y="418"/>
                  </a:lnTo>
                  <a:close/>
                  <a:moveTo>
                    <a:pt x="193" y="0"/>
                  </a:moveTo>
                  <a:cubicBezTo>
                    <a:pt x="161" y="0"/>
                    <a:pt x="96" y="32"/>
                    <a:pt x="64" y="64"/>
                  </a:cubicBezTo>
                  <a:cubicBezTo>
                    <a:pt x="0" y="97"/>
                    <a:pt x="0" y="161"/>
                    <a:pt x="0" y="225"/>
                  </a:cubicBezTo>
                  <a:lnTo>
                    <a:pt x="0" y="17519"/>
                  </a:lnTo>
                  <a:cubicBezTo>
                    <a:pt x="0" y="17583"/>
                    <a:pt x="0" y="17647"/>
                    <a:pt x="64" y="17680"/>
                  </a:cubicBezTo>
                  <a:cubicBezTo>
                    <a:pt x="96" y="17712"/>
                    <a:pt x="161" y="17744"/>
                    <a:pt x="193" y="17744"/>
                  </a:cubicBezTo>
                  <a:lnTo>
                    <a:pt x="33430" y="17744"/>
                  </a:lnTo>
                  <a:cubicBezTo>
                    <a:pt x="33494" y="17744"/>
                    <a:pt x="33527" y="17712"/>
                    <a:pt x="33591" y="17680"/>
                  </a:cubicBezTo>
                  <a:cubicBezTo>
                    <a:pt x="33623" y="17647"/>
                    <a:pt x="33655" y="17583"/>
                    <a:pt x="33655" y="1751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1" name="Google Shape;2651;g312bfb4b743_5_798"/>
            <p:cNvSpPr/>
            <p:nvPr/>
          </p:nvSpPr>
          <p:spPr>
            <a:xfrm>
              <a:off x="2203550" y="1434700"/>
              <a:ext cx="830975" cy="76350"/>
            </a:xfrm>
            <a:custGeom>
              <a:avLst/>
              <a:gdLst/>
              <a:ahLst/>
              <a:cxnLst/>
              <a:rect l="l" t="t" r="r" b="b"/>
              <a:pathLst>
                <a:path w="33239" h="3054" extrusionOk="0">
                  <a:moveTo>
                    <a:pt x="1" y="0"/>
                  </a:moveTo>
                  <a:lnTo>
                    <a:pt x="1" y="3054"/>
                  </a:lnTo>
                  <a:lnTo>
                    <a:pt x="33238" y="3054"/>
                  </a:lnTo>
                  <a:lnTo>
                    <a:pt x="3323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2" name="Google Shape;2652;g312bfb4b743_5_798"/>
            <p:cNvSpPr/>
            <p:nvPr/>
          </p:nvSpPr>
          <p:spPr>
            <a:xfrm>
              <a:off x="2198750" y="1429075"/>
              <a:ext cx="841400" cy="87600"/>
            </a:xfrm>
            <a:custGeom>
              <a:avLst/>
              <a:gdLst/>
              <a:ahLst/>
              <a:cxnLst/>
              <a:rect l="l" t="t" r="r" b="b"/>
              <a:pathLst>
                <a:path w="33656" h="3504" extrusionOk="0">
                  <a:moveTo>
                    <a:pt x="33205" y="418"/>
                  </a:moveTo>
                  <a:lnTo>
                    <a:pt x="33205" y="3054"/>
                  </a:lnTo>
                  <a:lnTo>
                    <a:pt x="418" y="3054"/>
                  </a:lnTo>
                  <a:lnTo>
                    <a:pt x="418" y="418"/>
                  </a:lnTo>
                  <a:close/>
                  <a:moveTo>
                    <a:pt x="193" y="0"/>
                  </a:moveTo>
                  <a:cubicBezTo>
                    <a:pt x="161" y="0"/>
                    <a:pt x="96" y="32"/>
                    <a:pt x="64" y="64"/>
                  </a:cubicBezTo>
                  <a:cubicBezTo>
                    <a:pt x="0" y="97"/>
                    <a:pt x="0" y="161"/>
                    <a:pt x="0" y="225"/>
                  </a:cubicBezTo>
                  <a:lnTo>
                    <a:pt x="0" y="3279"/>
                  </a:lnTo>
                  <a:cubicBezTo>
                    <a:pt x="0" y="3343"/>
                    <a:pt x="0" y="3407"/>
                    <a:pt x="64" y="3440"/>
                  </a:cubicBezTo>
                  <a:cubicBezTo>
                    <a:pt x="96" y="3472"/>
                    <a:pt x="161" y="3504"/>
                    <a:pt x="193" y="3504"/>
                  </a:cubicBezTo>
                  <a:lnTo>
                    <a:pt x="33430" y="3504"/>
                  </a:lnTo>
                  <a:cubicBezTo>
                    <a:pt x="33494" y="3504"/>
                    <a:pt x="33527" y="3472"/>
                    <a:pt x="33591" y="3440"/>
                  </a:cubicBezTo>
                  <a:cubicBezTo>
                    <a:pt x="33623" y="3407"/>
                    <a:pt x="33655" y="3343"/>
                    <a:pt x="33655" y="327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3" name="Google Shape;2653;g312bfb4b743_5_798"/>
            <p:cNvSpPr/>
            <p:nvPr/>
          </p:nvSpPr>
          <p:spPr>
            <a:xfrm>
              <a:off x="2328925" y="1603450"/>
              <a:ext cx="580225" cy="123775"/>
            </a:xfrm>
            <a:custGeom>
              <a:avLst/>
              <a:gdLst/>
              <a:ahLst/>
              <a:cxnLst/>
              <a:rect l="l" t="t" r="r" b="b"/>
              <a:pathLst>
                <a:path w="23209" h="4951" extrusionOk="0">
                  <a:moveTo>
                    <a:pt x="0" y="1"/>
                  </a:moveTo>
                  <a:lnTo>
                    <a:pt x="0" y="4951"/>
                  </a:lnTo>
                  <a:lnTo>
                    <a:pt x="23209" y="4951"/>
                  </a:lnTo>
                  <a:lnTo>
                    <a:pt x="2320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4" name="Google Shape;2654;g312bfb4b743_5_798"/>
            <p:cNvSpPr/>
            <p:nvPr/>
          </p:nvSpPr>
          <p:spPr>
            <a:xfrm>
              <a:off x="2323300" y="1597825"/>
              <a:ext cx="591475" cy="135025"/>
            </a:xfrm>
            <a:custGeom>
              <a:avLst/>
              <a:gdLst/>
              <a:ahLst/>
              <a:cxnLst/>
              <a:rect l="l" t="t" r="r" b="b"/>
              <a:pathLst>
                <a:path w="23659" h="5401" extrusionOk="0">
                  <a:moveTo>
                    <a:pt x="23241" y="418"/>
                  </a:moveTo>
                  <a:lnTo>
                    <a:pt x="23241" y="4983"/>
                  </a:lnTo>
                  <a:lnTo>
                    <a:pt x="418" y="4983"/>
                  </a:lnTo>
                  <a:lnTo>
                    <a:pt x="418" y="418"/>
                  </a:lnTo>
                  <a:close/>
                  <a:moveTo>
                    <a:pt x="225" y="0"/>
                  </a:moveTo>
                  <a:cubicBezTo>
                    <a:pt x="161" y="0"/>
                    <a:pt x="97" y="33"/>
                    <a:pt x="65" y="65"/>
                  </a:cubicBezTo>
                  <a:cubicBezTo>
                    <a:pt x="33" y="97"/>
                    <a:pt x="0" y="161"/>
                    <a:pt x="0" y="226"/>
                  </a:cubicBezTo>
                  <a:lnTo>
                    <a:pt x="0" y="5176"/>
                  </a:lnTo>
                  <a:cubicBezTo>
                    <a:pt x="0" y="5240"/>
                    <a:pt x="33" y="5304"/>
                    <a:pt x="65" y="5336"/>
                  </a:cubicBezTo>
                  <a:cubicBezTo>
                    <a:pt x="97" y="5369"/>
                    <a:pt x="161" y="5401"/>
                    <a:pt x="225" y="5401"/>
                  </a:cubicBezTo>
                  <a:lnTo>
                    <a:pt x="23434" y="5401"/>
                  </a:lnTo>
                  <a:cubicBezTo>
                    <a:pt x="23498" y="5401"/>
                    <a:pt x="23562" y="5369"/>
                    <a:pt x="23594" y="5336"/>
                  </a:cubicBezTo>
                  <a:cubicBezTo>
                    <a:pt x="23627" y="5304"/>
                    <a:pt x="23659" y="5240"/>
                    <a:pt x="23659" y="5176"/>
                  </a:cubicBezTo>
                  <a:lnTo>
                    <a:pt x="23659" y="226"/>
                  </a:lnTo>
                  <a:cubicBezTo>
                    <a:pt x="23659" y="161"/>
                    <a:pt x="23627" y="97"/>
                    <a:pt x="23594" y="65"/>
                  </a:cubicBezTo>
                  <a:cubicBezTo>
                    <a:pt x="23562" y="33"/>
                    <a:pt x="23498" y="0"/>
                    <a:pt x="234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5" name="Google Shape;2655;g312bfb4b743_5_798"/>
            <p:cNvSpPr/>
            <p:nvPr/>
          </p:nvSpPr>
          <p:spPr>
            <a:xfrm>
              <a:off x="2357050" y="1644425"/>
              <a:ext cx="45825" cy="46650"/>
            </a:xfrm>
            <a:custGeom>
              <a:avLst/>
              <a:gdLst/>
              <a:ahLst/>
              <a:cxnLst/>
              <a:rect l="l" t="t" r="r" b="b"/>
              <a:pathLst>
                <a:path w="1833" h="1866" extrusionOk="0">
                  <a:moveTo>
                    <a:pt x="708" y="1"/>
                  </a:moveTo>
                  <a:lnTo>
                    <a:pt x="804" y="708"/>
                  </a:lnTo>
                  <a:lnTo>
                    <a:pt x="225" y="290"/>
                  </a:lnTo>
                  <a:lnTo>
                    <a:pt x="0" y="612"/>
                  </a:lnTo>
                  <a:lnTo>
                    <a:pt x="643" y="933"/>
                  </a:lnTo>
                  <a:lnTo>
                    <a:pt x="33" y="1222"/>
                  </a:lnTo>
                  <a:lnTo>
                    <a:pt x="225" y="1576"/>
                  </a:lnTo>
                  <a:lnTo>
                    <a:pt x="804" y="1158"/>
                  </a:lnTo>
                  <a:lnTo>
                    <a:pt x="708" y="1865"/>
                  </a:lnTo>
                  <a:lnTo>
                    <a:pt x="1126" y="1865"/>
                  </a:lnTo>
                  <a:lnTo>
                    <a:pt x="1061" y="1158"/>
                  </a:lnTo>
                  <a:lnTo>
                    <a:pt x="1608" y="1608"/>
                  </a:lnTo>
                  <a:lnTo>
                    <a:pt x="1833" y="1255"/>
                  </a:lnTo>
                  <a:lnTo>
                    <a:pt x="1190" y="933"/>
                  </a:lnTo>
                  <a:lnTo>
                    <a:pt x="1833" y="612"/>
                  </a:lnTo>
                  <a:lnTo>
                    <a:pt x="1608" y="258"/>
                  </a:lnTo>
                  <a:lnTo>
                    <a:pt x="1061"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6" name="Google Shape;2656;g312bfb4b743_5_798"/>
            <p:cNvSpPr/>
            <p:nvPr/>
          </p:nvSpPr>
          <p:spPr>
            <a:xfrm>
              <a:off x="2417325" y="1644425"/>
              <a:ext cx="45025" cy="46650"/>
            </a:xfrm>
            <a:custGeom>
              <a:avLst/>
              <a:gdLst/>
              <a:ahLst/>
              <a:cxnLst/>
              <a:rect l="l" t="t" r="r" b="b"/>
              <a:pathLst>
                <a:path w="1801" h="1866" extrusionOk="0">
                  <a:moveTo>
                    <a:pt x="707" y="1"/>
                  </a:moveTo>
                  <a:lnTo>
                    <a:pt x="772" y="708"/>
                  </a:lnTo>
                  <a:lnTo>
                    <a:pt x="772" y="708"/>
                  </a:lnTo>
                  <a:lnTo>
                    <a:pt x="193" y="290"/>
                  </a:lnTo>
                  <a:lnTo>
                    <a:pt x="0" y="612"/>
                  </a:lnTo>
                  <a:lnTo>
                    <a:pt x="643" y="933"/>
                  </a:lnTo>
                  <a:lnTo>
                    <a:pt x="0" y="1222"/>
                  </a:lnTo>
                  <a:lnTo>
                    <a:pt x="193" y="1576"/>
                  </a:lnTo>
                  <a:lnTo>
                    <a:pt x="772" y="1158"/>
                  </a:lnTo>
                  <a:lnTo>
                    <a:pt x="707" y="1865"/>
                  </a:lnTo>
                  <a:lnTo>
                    <a:pt x="1093" y="1865"/>
                  </a:lnTo>
                  <a:lnTo>
                    <a:pt x="1029" y="1158"/>
                  </a:lnTo>
                  <a:lnTo>
                    <a:pt x="1608" y="1608"/>
                  </a:lnTo>
                  <a:lnTo>
                    <a:pt x="1800" y="1255"/>
                  </a:lnTo>
                  <a:lnTo>
                    <a:pt x="1157" y="933"/>
                  </a:lnTo>
                  <a:lnTo>
                    <a:pt x="1800" y="612"/>
                  </a:lnTo>
                  <a:lnTo>
                    <a:pt x="1608"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7" name="Google Shape;2657;g312bfb4b743_5_798"/>
            <p:cNvSpPr/>
            <p:nvPr/>
          </p:nvSpPr>
          <p:spPr>
            <a:xfrm>
              <a:off x="2476775" y="1644425"/>
              <a:ext cx="45050" cy="46650"/>
            </a:xfrm>
            <a:custGeom>
              <a:avLst/>
              <a:gdLst/>
              <a:ahLst/>
              <a:cxnLst/>
              <a:rect l="l" t="t" r="r" b="b"/>
              <a:pathLst>
                <a:path w="1802" h="1866" extrusionOk="0">
                  <a:moveTo>
                    <a:pt x="708" y="1"/>
                  </a:moveTo>
                  <a:lnTo>
                    <a:pt x="772" y="708"/>
                  </a:lnTo>
                  <a:lnTo>
                    <a:pt x="772" y="708"/>
                  </a:lnTo>
                  <a:lnTo>
                    <a:pt x="194" y="290"/>
                  </a:lnTo>
                  <a:lnTo>
                    <a:pt x="1" y="612"/>
                  </a:lnTo>
                  <a:lnTo>
                    <a:pt x="644" y="933"/>
                  </a:lnTo>
                  <a:lnTo>
                    <a:pt x="33" y="1222"/>
                  </a:lnTo>
                  <a:lnTo>
                    <a:pt x="226" y="1576"/>
                  </a:lnTo>
                  <a:lnTo>
                    <a:pt x="772" y="1158"/>
                  </a:lnTo>
                  <a:lnTo>
                    <a:pt x="708" y="1865"/>
                  </a:lnTo>
                  <a:lnTo>
                    <a:pt x="1126" y="1865"/>
                  </a:lnTo>
                  <a:lnTo>
                    <a:pt x="1062" y="1158"/>
                  </a:lnTo>
                  <a:lnTo>
                    <a:pt x="1608" y="1608"/>
                  </a:lnTo>
                  <a:lnTo>
                    <a:pt x="1801" y="1255"/>
                  </a:lnTo>
                  <a:lnTo>
                    <a:pt x="1190" y="933"/>
                  </a:lnTo>
                  <a:lnTo>
                    <a:pt x="1801" y="612"/>
                  </a:lnTo>
                  <a:lnTo>
                    <a:pt x="1608" y="258"/>
                  </a:lnTo>
                  <a:lnTo>
                    <a:pt x="1062"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8" name="Google Shape;2658;g312bfb4b743_5_798"/>
            <p:cNvSpPr/>
            <p:nvPr/>
          </p:nvSpPr>
          <p:spPr>
            <a:xfrm>
              <a:off x="2537050" y="1644425"/>
              <a:ext cx="45025" cy="46650"/>
            </a:xfrm>
            <a:custGeom>
              <a:avLst/>
              <a:gdLst/>
              <a:ahLst/>
              <a:cxnLst/>
              <a:rect l="l" t="t" r="r" b="b"/>
              <a:pathLst>
                <a:path w="1801" h="1866" extrusionOk="0">
                  <a:moveTo>
                    <a:pt x="708" y="1"/>
                  </a:moveTo>
                  <a:lnTo>
                    <a:pt x="772" y="708"/>
                  </a:lnTo>
                  <a:lnTo>
                    <a:pt x="194" y="290"/>
                  </a:lnTo>
                  <a:lnTo>
                    <a:pt x="1" y="612"/>
                  </a:lnTo>
                  <a:lnTo>
                    <a:pt x="612" y="933"/>
                  </a:lnTo>
                  <a:lnTo>
                    <a:pt x="1" y="1222"/>
                  </a:lnTo>
                  <a:lnTo>
                    <a:pt x="194" y="1576"/>
                  </a:lnTo>
                  <a:lnTo>
                    <a:pt x="772" y="1158"/>
                  </a:lnTo>
                  <a:lnTo>
                    <a:pt x="708" y="1865"/>
                  </a:lnTo>
                  <a:lnTo>
                    <a:pt x="1094" y="1865"/>
                  </a:lnTo>
                  <a:lnTo>
                    <a:pt x="1029" y="1158"/>
                  </a:lnTo>
                  <a:lnTo>
                    <a:pt x="1608" y="1608"/>
                  </a:lnTo>
                  <a:lnTo>
                    <a:pt x="1801" y="1255"/>
                  </a:lnTo>
                  <a:lnTo>
                    <a:pt x="1158" y="933"/>
                  </a:lnTo>
                  <a:lnTo>
                    <a:pt x="1801" y="612"/>
                  </a:lnTo>
                  <a:lnTo>
                    <a:pt x="1608" y="258"/>
                  </a:lnTo>
                  <a:lnTo>
                    <a:pt x="1029" y="676"/>
                  </a:lnTo>
                  <a:lnTo>
                    <a:pt x="1029" y="676"/>
                  </a:lnTo>
                  <a:lnTo>
                    <a:pt x="109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9" name="Google Shape;2659;g312bfb4b743_5_798"/>
            <p:cNvSpPr/>
            <p:nvPr/>
          </p:nvSpPr>
          <p:spPr>
            <a:xfrm>
              <a:off x="2596525" y="1644425"/>
              <a:ext cx="45025" cy="46650"/>
            </a:xfrm>
            <a:custGeom>
              <a:avLst/>
              <a:gdLst/>
              <a:ahLst/>
              <a:cxnLst/>
              <a:rect l="l" t="t" r="r" b="b"/>
              <a:pathLst>
                <a:path w="1801" h="1866" extrusionOk="0">
                  <a:moveTo>
                    <a:pt x="708" y="1"/>
                  </a:moveTo>
                  <a:lnTo>
                    <a:pt x="772" y="708"/>
                  </a:lnTo>
                  <a:lnTo>
                    <a:pt x="772" y="708"/>
                  </a:lnTo>
                  <a:lnTo>
                    <a:pt x="193" y="290"/>
                  </a:lnTo>
                  <a:lnTo>
                    <a:pt x="0" y="612"/>
                  </a:lnTo>
                  <a:lnTo>
                    <a:pt x="643" y="933"/>
                  </a:lnTo>
                  <a:lnTo>
                    <a:pt x="0" y="1222"/>
                  </a:lnTo>
                  <a:lnTo>
                    <a:pt x="226" y="1576"/>
                  </a:lnTo>
                  <a:lnTo>
                    <a:pt x="772" y="1158"/>
                  </a:lnTo>
                  <a:lnTo>
                    <a:pt x="708" y="1865"/>
                  </a:lnTo>
                  <a:lnTo>
                    <a:pt x="1093" y="1865"/>
                  </a:lnTo>
                  <a:lnTo>
                    <a:pt x="1029" y="1158"/>
                  </a:lnTo>
                  <a:lnTo>
                    <a:pt x="1608" y="1608"/>
                  </a:lnTo>
                  <a:lnTo>
                    <a:pt x="1801" y="1255"/>
                  </a:lnTo>
                  <a:lnTo>
                    <a:pt x="1158" y="933"/>
                  </a:lnTo>
                  <a:lnTo>
                    <a:pt x="1801" y="612"/>
                  </a:lnTo>
                  <a:lnTo>
                    <a:pt x="1608"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0" name="Google Shape;2660;g312bfb4b743_5_798"/>
            <p:cNvSpPr/>
            <p:nvPr/>
          </p:nvSpPr>
          <p:spPr>
            <a:xfrm>
              <a:off x="2656000" y="1644425"/>
              <a:ext cx="45825" cy="46650"/>
            </a:xfrm>
            <a:custGeom>
              <a:avLst/>
              <a:gdLst/>
              <a:ahLst/>
              <a:cxnLst/>
              <a:rect l="l" t="t" r="r" b="b"/>
              <a:pathLst>
                <a:path w="1833" h="1866" extrusionOk="0">
                  <a:moveTo>
                    <a:pt x="707" y="1"/>
                  </a:moveTo>
                  <a:lnTo>
                    <a:pt x="804" y="708"/>
                  </a:lnTo>
                  <a:lnTo>
                    <a:pt x="225" y="290"/>
                  </a:lnTo>
                  <a:lnTo>
                    <a:pt x="0" y="612"/>
                  </a:lnTo>
                  <a:lnTo>
                    <a:pt x="643" y="933"/>
                  </a:lnTo>
                  <a:lnTo>
                    <a:pt x="32" y="1222"/>
                  </a:lnTo>
                  <a:lnTo>
                    <a:pt x="225" y="1576"/>
                  </a:lnTo>
                  <a:lnTo>
                    <a:pt x="804" y="1158"/>
                  </a:lnTo>
                  <a:lnTo>
                    <a:pt x="707" y="1865"/>
                  </a:lnTo>
                  <a:lnTo>
                    <a:pt x="1125" y="1865"/>
                  </a:lnTo>
                  <a:lnTo>
                    <a:pt x="1061" y="1158"/>
                  </a:lnTo>
                  <a:lnTo>
                    <a:pt x="1607" y="1608"/>
                  </a:lnTo>
                  <a:lnTo>
                    <a:pt x="1832" y="1255"/>
                  </a:lnTo>
                  <a:lnTo>
                    <a:pt x="1190" y="933"/>
                  </a:lnTo>
                  <a:lnTo>
                    <a:pt x="1832" y="612"/>
                  </a:lnTo>
                  <a:lnTo>
                    <a:pt x="1607" y="258"/>
                  </a:lnTo>
                  <a:lnTo>
                    <a:pt x="1061" y="676"/>
                  </a:lnTo>
                  <a:lnTo>
                    <a:pt x="11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1" name="Google Shape;2661;g312bfb4b743_5_798"/>
            <p:cNvSpPr/>
            <p:nvPr/>
          </p:nvSpPr>
          <p:spPr>
            <a:xfrm>
              <a:off x="2716275" y="1644425"/>
              <a:ext cx="45025" cy="46650"/>
            </a:xfrm>
            <a:custGeom>
              <a:avLst/>
              <a:gdLst/>
              <a:ahLst/>
              <a:cxnLst/>
              <a:rect l="l" t="t" r="r" b="b"/>
              <a:pathLst>
                <a:path w="1801" h="1866" extrusionOk="0">
                  <a:moveTo>
                    <a:pt x="707" y="1"/>
                  </a:moveTo>
                  <a:lnTo>
                    <a:pt x="771" y="708"/>
                  </a:lnTo>
                  <a:lnTo>
                    <a:pt x="193" y="290"/>
                  </a:lnTo>
                  <a:lnTo>
                    <a:pt x="0" y="612"/>
                  </a:lnTo>
                  <a:lnTo>
                    <a:pt x="643" y="933"/>
                  </a:lnTo>
                  <a:lnTo>
                    <a:pt x="0" y="1222"/>
                  </a:lnTo>
                  <a:lnTo>
                    <a:pt x="193" y="1576"/>
                  </a:lnTo>
                  <a:lnTo>
                    <a:pt x="771" y="1158"/>
                  </a:lnTo>
                  <a:lnTo>
                    <a:pt x="707" y="1865"/>
                  </a:lnTo>
                  <a:lnTo>
                    <a:pt x="1093" y="1865"/>
                  </a:lnTo>
                  <a:lnTo>
                    <a:pt x="1029" y="1158"/>
                  </a:lnTo>
                  <a:lnTo>
                    <a:pt x="1607" y="1608"/>
                  </a:lnTo>
                  <a:lnTo>
                    <a:pt x="1800" y="1255"/>
                  </a:lnTo>
                  <a:lnTo>
                    <a:pt x="1157" y="933"/>
                  </a:lnTo>
                  <a:lnTo>
                    <a:pt x="1800" y="612"/>
                  </a:lnTo>
                  <a:lnTo>
                    <a:pt x="1607" y="258"/>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2" name="Google Shape;2662;g312bfb4b743_5_798"/>
            <p:cNvSpPr/>
            <p:nvPr/>
          </p:nvSpPr>
          <p:spPr>
            <a:xfrm>
              <a:off x="2775725" y="1644425"/>
              <a:ext cx="45025" cy="46650"/>
            </a:xfrm>
            <a:custGeom>
              <a:avLst/>
              <a:gdLst/>
              <a:ahLst/>
              <a:cxnLst/>
              <a:rect l="l" t="t" r="r" b="b"/>
              <a:pathLst>
                <a:path w="1801" h="1866" extrusionOk="0">
                  <a:moveTo>
                    <a:pt x="708" y="1"/>
                  </a:moveTo>
                  <a:lnTo>
                    <a:pt x="772" y="708"/>
                  </a:lnTo>
                  <a:lnTo>
                    <a:pt x="194" y="290"/>
                  </a:lnTo>
                  <a:lnTo>
                    <a:pt x="1" y="612"/>
                  </a:lnTo>
                  <a:lnTo>
                    <a:pt x="644" y="933"/>
                  </a:lnTo>
                  <a:lnTo>
                    <a:pt x="33" y="1222"/>
                  </a:lnTo>
                  <a:lnTo>
                    <a:pt x="226" y="1576"/>
                  </a:lnTo>
                  <a:lnTo>
                    <a:pt x="772" y="1158"/>
                  </a:lnTo>
                  <a:lnTo>
                    <a:pt x="708" y="1865"/>
                  </a:lnTo>
                  <a:lnTo>
                    <a:pt x="1126" y="1865"/>
                  </a:lnTo>
                  <a:lnTo>
                    <a:pt x="1061" y="1158"/>
                  </a:lnTo>
                  <a:lnTo>
                    <a:pt x="1608" y="1608"/>
                  </a:lnTo>
                  <a:lnTo>
                    <a:pt x="1801" y="1255"/>
                  </a:lnTo>
                  <a:lnTo>
                    <a:pt x="1190" y="933"/>
                  </a:lnTo>
                  <a:lnTo>
                    <a:pt x="1801" y="612"/>
                  </a:lnTo>
                  <a:lnTo>
                    <a:pt x="1608" y="258"/>
                  </a:lnTo>
                  <a:lnTo>
                    <a:pt x="1061" y="676"/>
                  </a:lnTo>
                  <a:lnTo>
                    <a:pt x="112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3" name="Google Shape;2663;g312bfb4b743_5_798"/>
            <p:cNvSpPr/>
            <p:nvPr/>
          </p:nvSpPr>
          <p:spPr>
            <a:xfrm>
              <a:off x="2836000" y="1644425"/>
              <a:ext cx="45025" cy="46650"/>
            </a:xfrm>
            <a:custGeom>
              <a:avLst/>
              <a:gdLst/>
              <a:ahLst/>
              <a:cxnLst/>
              <a:rect l="l" t="t" r="r" b="b"/>
              <a:pathLst>
                <a:path w="1801" h="1866" extrusionOk="0">
                  <a:moveTo>
                    <a:pt x="676" y="1"/>
                  </a:moveTo>
                  <a:lnTo>
                    <a:pt x="772" y="708"/>
                  </a:lnTo>
                  <a:lnTo>
                    <a:pt x="193" y="290"/>
                  </a:lnTo>
                  <a:lnTo>
                    <a:pt x="1" y="612"/>
                  </a:lnTo>
                  <a:lnTo>
                    <a:pt x="611" y="933"/>
                  </a:lnTo>
                  <a:lnTo>
                    <a:pt x="1" y="1222"/>
                  </a:lnTo>
                  <a:lnTo>
                    <a:pt x="193" y="1576"/>
                  </a:lnTo>
                  <a:lnTo>
                    <a:pt x="772" y="1158"/>
                  </a:lnTo>
                  <a:lnTo>
                    <a:pt x="676" y="1865"/>
                  </a:lnTo>
                  <a:lnTo>
                    <a:pt x="1093" y="1865"/>
                  </a:lnTo>
                  <a:lnTo>
                    <a:pt x="1029" y="1158"/>
                  </a:lnTo>
                  <a:lnTo>
                    <a:pt x="1608" y="1608"/>
                  </a:lnTo>
                  <a:lnTo>
                    <a:pt x="1801" y="1255"/>
                  </a:lnTo>
                  <a:lnTo>
                    <a:pt x="1158" y="933"/>
                  </a:lnTo>
                  <a:lnTo>
                    <a:pt x="1801" y="612"/>
                  </a:lnTo>
                  <a:lnTo>
                    <a:pt x="1608" y="258"/>
                  </a:lnTo>
                  <a:lnTo>
                    <a:pt x="1029" y="676"/>
                  </a:lnTo>
                  <a:lnTo>
                    <a:pt x="1029" y="676"/>
                  </a:lnTo>
                  <a:lnTo>
                    <a:pt x="109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4" name="Google Shape;2664;g312bfb4b743_5_798"/>
            <p:cNvSpPr/>
            <p:nvPr/>
          </p:nvSpPr>
          <p:spPr>
            <a:xfrm>
              <a:off x="3166275" y="1069850"/>
              <a:ext cx="190500" cy="167175"/>
            </a:xfrm>
            <a:custGeom>
              <a:avLst/>
              <a:gdLst/>
              <a:ahLst/>
              <a:cxnLst/>
              <a:rect l="l" t="t" r="r" b="b"/>
              <a:pathLst>
                <a:path w="7620" h="6687" extrusionOk="0">
                  <a:moveTo>
                    <a:pt x="1" y="1"/>
                  </a:moveTo>
                  <a:lnTo>
                    <a:pt x="1" y="6687"/>
                  </a:lnTo>
                  <a:lnTo>
                    <a:pt x="7619" y="3344"/>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5" name="Google Shape;2665;g312bfb4b743_5_798"/>
            <p:cNvSpPr/>
            <p:nvPr/>
          </p:nvSpPr>
          <p:spPr>
            <a:xfrm>
              <a:off x="5470225" y="2407075"/>
              <a:ext cx="341575" cy="341550"/>
            </a:xfrm>
            <a:custGeom>
              <a:avLst/>
              <a:gdLst/>
              <a:ahLst/>
              <a:cxnLst/>
              <a:rect l="l" t="t" r="r" b="b"/>
              <a:pathLst>
                <a:path w="13663" h="13662" extrusionOk="0">
                  <a:moveTo>
                    <a:pt x="6815" y="0"/>
                  </a:moveTo>
                  <a:cubicBezTo>
                    <a:pt x="3055" y="0"/>
                    <a:pt x="1" y="3054"/>
                    <a:pt x="1" y="6815"/>
                  </a:cubicBezTo>
                  <a:cubicBezTo>
                    <a:pt x="1" y="10608"/>
                    <a:pt x="3055" y="13661"/>
                    <a:pt x="6815" y="13661"/>
                  </a:cubicBezTo>
                  <a:cubicBezTo>
                    <a:pt x="10608" y="13661"/>
                    <a:pt x="13662" y="10608"/>
                    <a:pt x="13662" y="6815"/>
                  </a:cubicBezTo>
                  <a:cubicBezTo>
                    <a:pt x="13662" y="3054"/>
                    <a:pt x="10608" y="0"/>
                    <a:pt x="68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6" name="Google Shape;2666;g312bfb4b743_5_798"/>
            <p:cNvSpPr/>
            <p:nvPr/>
          </p:nvSpPr>
          <p:spPr>
            <a:xfrm>
              <a:off x="5464600" y="2401425"/>
              <a:ext cx="352025" cy="352025"/>
            </a:xfrm>
            <a:custGeom>
              <a:avLst/>
              <a:gdLst/>
              <a:ahLst/>
              <a:cxnLst/>
              <a:rect l="l" t="t" r="r" b="b"/>
              <a:pathLst>
                <a:path w="14081" h="14081" extrusionOk="0">
                  <a:moveTo>
                    <a:pt x="7040" y="451"/>
                  </a:moveTo>
                  <a:cubicBezTo>
                    <a:pt x="8873" y="451"/>
                    <a:pt x="10544" y="1190"/>
                    <a:pt x="11733" y="2380"/>
                  </a:cubicBezTo>
                  <a:cubicBezTo>
                    <a:pt x="12923" y="3569"/>
                    <a:pt x="13662" y="5241"/>
                    <a:pt x="13662" y="7041"/>
                  </a:cubicBezTo>
                  <a:cubicBezTo>
                    <a:pt x="13662" y="8873"/>
                    <a:pt x="12923" y="10544"/>
                    <a:pt x="11733" y="11734"/>
                  </a:cubicBezTo>
                  <a:cubicBezTo>
                    <a:pt x="10544" y="12923"/>
                    <a:pt x="8873" y="13662"/>
                    <a:pt x="7040" y="13662"/>
                  </a:cubicBezTo>
                  <a:cubicBezTo>
                    <a:pt x="5240" y="13662"/>
                    <a:pt x="3569" y="12923"/>
                    <a:pt x="2379" y="11734"/>
                  </a:cubicBezTo>
                  <a:cubicBezTo>
                    <a:pt x="1190" y="10544"/>
                    <a:pt x="451" y="8873"/>
                    <a:pt x="451" y="7041"/>
                  </a:cubicBezTo>
                  <a:cubicBezTo>
                    <a:pt x="451" y="5241"/>
                    <a:pt x="1190" y="3569"/>
                    <a:pt x="2379" y="2380"/>
                  </a:cubicBezTo>
                  <a:cubicBezTo>
                    <a:pt x="3569" y="1190"/>
                    <a:pt x="5240" y="451"/>
                    <a:pt x="7040" y="451"/>
                  </a:cubicBezTo>
                  <a:close/>
                  <a:moveTo>
                    <a:pt x="7040" y="1"/>
                  </a:moveTo>
                  <a:cubicBezTo>
                    <a:pt x="3183" y="1"/>
                    <a:pt x="1" y="3151"/>
                    <a:pt x="1" y="7041"/>
                  </a:cubicBezTo>
                  <a:cubicBezTo>
                    <a:pt x="1" y="10930"/>
                    <a:pt x="3183" y="14080"/>
                    <a:pt x="7040" y="14080"/>
                  </a:cubicBezTo>
                  <a:cubicBezTo>
                    <a:pt x="10930" y="14080"/>
                    <a:pt x="14080" y="10930"/>
                    <a:pt x="14080" y="7041"/>
                  </a:cubicBezTo>
                  <a:cubicBezTo>
                    <a:pt x="14080" y="3151"/>
                    <a:pt x="10930" y="1"/>
                    <a:pt x="70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7" name="Google Shape;2667;g312bfb4b743_5_798"/>
            <p:cNvSpPr/>
            <p:nvPr/>
          </p:nvSpPr>
          <p:spPr>
            <a:xfrm>
              <a:off x="5514425" y="2451250"/>
              <a:ext cx="253175" cy="253175"/>
            </a:xfrm>
            <a:custGeom>
              <a:avLst/>
              <a:gdLst/>
              <a:ahLst/>
              <a:cxnLst/>
              <a:rect l="l" t="t" r="r" b="b"/>
              <a:pathLst>
                <a:path w="10127" h="10127" extrusionOk="0">
                  <a:moveTo>
                    <a:pt x="5047" y="1"/>
                  </a:moveTo>
                  <a:cubicBezTo>
                    <a:pt x="2251" y="1"/>
                    <a:pt x="1" y="2251"/>
                    <a:pt x="1" y="5048"/>
                  </a:cubicBezTo>
                  <a:cubicBezTo>
                    <a:pt x="1" y="7876"/>
                    <a:pt x="2251" y="10126"/>
                    <a:pt x="5047" y="10126"/>
                  </a:cubicBezTo>
                  <a:cubicBezTo>
                    <a:pt x="7876" y="10126"/>
                    <a:pt x="10126" y="7876"/>
                    <a:pt x="10126" y="5048"/>
                  </a:cubicBezTo>
                  <a:cubicBezTo>
                    <a:pt x="10126" y="2251"/>
                    <a:pt x="7876" y="1"/>
                    <a:pt x="504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8" name="Google Shape;2668;g312bfb4b743_5_798"/>
            <p:cNvSpPr/>
            <p:nvPr/>
          </p:nvSpPr>
          <p:spPr>
            <a:xfrm>
              <a:off x="5508800" y="2445625"/>
              <a:ext cx="264425" cy="264425"/>
            </a:xfrm>
            <a:custGeom>
              <a:avLst/>
              <a:gdLst/>
              <a:ahLst/>
              <a:cxnLst/>
              <a:rect l="l" t="t" r="r" b="b"/>
              <a:pathLst>
                <a:path w="10577" h="10577" extrusionOk="0">
                  <a:moveTo>
                    <a:pt x="5272" y="419"/>
                  </a:moveTo>
                  <a:cubicBezTo>
                    <a:pt x="6622" y="419"/>
                    <a:pt x="7844" y="965"/>
                    <a:pt x="8712" y="1865"/>
                  </a:cubicBezTo>
                  <a:cubicBezTo>
                    <a:pt x="9612" y="2733"/>
                    <a:pt x="10158" y="3955"/>
                    <a:pt x="10158" y="5273"/>
                  </a:cubicBezTo>
                  <a:cubicBezTo>
                    <a:pt x="10158" y="6623"/>
                    <a:pt x="9612" y="7844"/>
                    <a:pt x="8712" y="8712"/>
                  </a:cubicBezTo>
                  <a:cubicBezTo>
                    <a:pt x="7844" y="9612"/>
                    <a:pt x="6622" y="10159"/>
                    <a:pt x="5272" y="10159"/>
                  </a:cubicBezTo>
                  <a:cubicBezTo>
                    <a:pt x="3954" y="10159"/>
                    <a:pt x="2733" y="9612"/>
                    <a:pt x="1865" y="8712"/>
                  </a:cubicBezTo>
                  <a:cubicBezTo>
                    <a:pt x="965" y="7844"/>
                    <a:pt x="419" y="6623"/>
                    <a:pt x="419" y="5273"/>
                  </a:cubicBezTo>
                  <a:cubicBezTo>
                    <a:pt x="419" y="3955"/>
                    <a:pt x="965" y="2733"/>
                    <a:pt x="1865" y="1865"/>
                  </a:cubicBezTo>
                  <a:cubicBezTo>
                    <a:pt x="2733" y="965"/>
                    <a:pt x="3954" y="419"/>
                    <a:pt x="5272" y="419"/>
                  </a:cubicBezTo>
                  <a:close/>
                  <a:moveTo>
                    <a:pt x="5272" y="1"/>
                  </a:moveTo>
                  <a:cubicBezTo>
                    <a:pt x="2379" y="1"/>
                    <a:pt x="1" y="2380"/>
                    <a:pt x="1" y="5273"/>
                  </a:cubicBezTo>
                  <a:cubicBezTo>
                    <a:pt x="1" y="8198"/>
                    <a:pt x="2379" y="10576"/>
                    <a:pt x="5272" y="10576"/>
                  </a:cubicBezTo>
                  <a:cubicBezTo>
                    <a:pt x="8198" y="10576"/>
                    <a:pt x="10576" y="8198"/>
                    <a:pt x="10576" y="5273"/>
                  </a:cubicBezTo>
                  <a:cubicBezTo>
                    <a:pt x="10576" y="2380"/>
                    <a:pt x="8198" y="1"/>
                    <a:pt x="52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9" name="Google Shape;2669;g312bfb4b743_5_798"/>
            <p:cNvSpPr/>
            <p:nvPr/>
          </p:nvSpPr>
          <p:spPr>
            <a:xfrm>
              <a:off x="5589175" y="2480200"/>
              <a:ext cx="103675" cy="189475"/>
            </a:xfrm>
            <a:custGeom>
              <a:avLst/>
              <a:gdLst/>
              <a:ahLst/>
              <a:cxnLst/>
              <a:rect l="l" t="t" r="r" b="b"/>
              <a:pathLst>
                <a:path w="4147" h="7579" extrusionOk="0">
                  <a:moveTo>
                    <a:pt x="2057" y="0"/>
                  </a:moveTo>
                  <a:cubicBezTo>
                    <a:pt x="1993" y="0"/>
                    <a:pt x="1897" y="32"/>
                    <a:pt x="1832" y="97"/>
                  </a:cubicBezTo>
                  <a:cubicBezTo>
                    <a:pt x="1768" y="161"/>
                    <a:pt x="1736" y="225"/>
                    <a:pt x="1736" y="354"/>
                  </a:cubicBezTo>
                  <a:lnTo>
                    <a:pt x="1736" y="1351"/>
                  </a:lnTo>
                  <a:lnTo>
                    <a:pt x="1736" y="1351"/>
                  </a:lnTo>
                  <a:cubicBezTo>
                    <a:pt x="1278" y="1376"/>
                    <a:pt x="892" y="1479"/>
                    <a:pt x="579" y="1672"/>
                  </a:cubicBezTo>
                  <a:cubicBezTo>
                    <a:pt x="193" y="1929"/>
                    <a:pt x="0" y="2282"/>
                    <a:pt x="0" y="2765"/>
                  </a:cubicBezTo>
                  <a:cubicBezTo>
                    <a:pt x="0" y="2957"/>
                    <a:pt x="0" y="3118"/>
                    <a:pt x="64" y="3247"/>
                  </a:cubicBezTo>
                  <a:cubicBezTo>
                    <a:pt x="97" y="3407"/>
                    <a:pt x="161" y="3504"/>
                    <a:pt x="257" y="3600"/>
                  </a:cubicBezTo>
                  <a:cubicBezTo>
                    <a:pt x="322" y="3697"/>
                    <a:pt x="450" y="3793"/>
                    <a:pt x="611" y="3890"/>
                  </a:cubicBezTo>
                  <a:cubicBezTo>
                    <a:pt x="772" y="3954"/>
                    <a:pt x="900" y="4018"/>
                    <a:pt x="1061" y="4083"/>
                  </a:cubicBezTo>
                  <a:cubicBezTo>
                    <a:pt x="1222" y="4147"/>
                    <a:pt x="1415" y="4211"/>
                    <a:pt x="1672" y="4275"/>
                  </a:cubicBezTo>
                  <a:lnTo>
                    <a:pt x="2315" y="4436"/>
                  </a:lnTo>
                  <a:cubicBezTo>
                    <a:pt x="2507" y="4500"/>
                    <a:pt x="2636" y="4565"/>
                    <a:pt x="2732" y="4629"/>
                  </a:cubicBezTo>
                  <a:cubicBezTo>
                    <a:pt x="2861" y="4693"/>
                    <a:pt x="2893" y="4790"/>
                    <a:pt x="2893" y="4886"/>
                  </a:cubicBezTo>
                  <a:cubicBezTo>
                    <a:pt x="2893" y="4983"/>
                    <a:pt x="2861" y="5079"/>
                    <a:pt x="2797" y="5143"/>
                  </a:cubicBezTo>
                  <a:cubicBezTo>
                    <a:pt x="2732" y="5208"/>
                    <a:pt x="2636" y="5240"/>
                    <a:pt x="2540" y="5272"/>
                  </a:cubicBezTo>
                  <a:cubicBezTo>
                    <a:pt x="2443" y="5304"/>
                    <a:pt x="2347" y="5304"/>
                    <a:pt x="2218" y="5336"/>
                  </a:cubicBezTo>
                  <a:lnTo>
                    <a:pt x="1897" y="5336"/>
                  </a:lnTo>
                  <a:cubicBezTo>
                    <a:pt x="1768" y="5336"/>
                    <a:pt x="1607" y="5304"/>
                    <a:pt x="1479" y="5272"/>
                  </a:cubicBezTo>
                  <a:cubicBezTo>
                    <a:pt x="1350" y="5240"/>
                    <a:pt x="1254" y="5208"/>
                    <a:pt x="1190" y="5175"/>
                  </a:cubicBezTo>
                  <a:cubicBezTo>
                    <a:pt x="1093" y="5143"/>
                    <a:pt x="1029" y="5079"/>
                    <a:pt x="932" y="5047"/>
                  </a:cubicBezTo>
                  <a:cubicBezTo>
                    <a:pt x="836" y="4983"/>
                    <a:pt x="772" y="4950"/>
                    <a:pt x="739" y="4950"/>
                  </a:cubicBezTo>
                  <a:cubicBezTo>
                    <a:pt x="611" y="4886"/>
                    <a:pt x="514" y="4854"/>
                    <a:pt x="418" y="4854"/>
                  </a:cubicBezTo>
                  <a:cubicBezTo>
                    <a:pt x="322" y="4886"/>
                    <a:pt x="225" y="4918"/>
                    <a:pt x="161" y="4983"/>
                  </a:cubicBezTo>
                  <a:cubicBezTo>
                    <a:pt x="97" y="5047"/>
                    <a:pt x="64" y="5143"/>
                    <a:pt x="32" y="5240"/>
                  </a:cubicBezTo>
                  <a:cubicBezTo>
                    <a:pt x="0" y="5304"/>
                    <a:pt x="0" y="5400"/>
                    <a:pt x="32" y="5497"/>
                  </a:cubicBezTo>
                  <a:cubicBezTo>
                    <a:pt x="64" y="5593"/>
                    <a:pt x="97" y="5690"/>
                    <a:pt x="193" y="5754"/>
                  </a:cubicBezTo>
                  <a:cubicBezTo>
                    <a:pt x="660" y="6075"/>
                    <a:pt x="1206" y="6264"/>
                    <a:pt x="1832" y="6320"/>
                  </a:cubicBezTo>
                  <a:lnTo>
                    <a:pt x="1832" y="6320"/>
                  </a:lnTo>
                  <a:lnTo>
                    <a:pt x="1832" y="7233"/>
                  </a:lnTo>
                  <a:cubicBezTo>
                    <a:pt x="1832" y="7393"/>
                    <a:pt x="1865" y="7490"/>
                    <a:pt x="1993" y="7554"/>
                  </a:cubicBezTo>
                  <a:cubicBezTo>
                    <a:pt x="2041" y="7570"/>
                    <a:pt x="2098" y="7578"/>
                    <a:pt x="2154" y="7578"/>
                  </a:cubicBezTo>
                  <a:cubicBezTo>
                    <a:pt x="2210" y="7578"/>
                    <a:pt x="2266" y="7570"/>
                    <a:pt x="2315" y="7554"/>
                  </a:cubicBezTo>
                  <a:cubicBezTo>
                    <a:pt x="2443" y="7490"/>
                    <a:pt x="2475" y="7393"/>
                    <a:pt x="2475" y="7233"/>
                  </a:cubicBezTo>
                  <a:lnTo>
                    <a:pt x="2475" y="6315"/>
                  </a:lnTo>
                  <a:lnTo>
                    <a:pt x="2475" y="6315"/>
                  </a:lnTo>
                  <a:cubicBezTo>
                    <a:pt x="2707" y="6294"/>
                    <a:pt x="2919" y="6252"/>
                    <a:pt x="3118" y="6172"/>
                  </a:cubicBezTo>
                  <a:cubicBezTo>
                    <a:pt x="3440" y="6075"/>
                    <a:pt x="3697" y="5883"/>
                    <a:pt x="3890" y="5625"/>
                  </a:cubicBezTo>
                  <a:cubicBezTo>
                    <a:pt x="4083" y="5400"/>
                    <a:pt x="4147" y="5079"/>
                    <a:pt x="4147" y="4725"/>
                  </a:cubicBezTo>
                  <a:cubicBezTo>
                    <a:pt x="4147" y="4500"/>
                    <a:pt x="4115" y="4308"/>
                    <a:pt x="4050" y="4147"/>
                  </a:cubicBezTo>
                  <a:cubicBezTo>
                    <a:pt x="3954" y="3986"/>
                    <a:pt x="3857" y="3858"/>
                    <a:pt x="3697" y="3761"/>
                  </a:cubicBezTo>
                  <a:cubicBezTo>
                    <a:pt x="3568" y="3632"/>
                    <a:pt x="3407" y="3536"/>
                    <a:pt x="3215" y="3472"/>
                  </a:cubicBezTo>
                  <a:cubicBezTo>
                    <a:pt x="3022" y="3407"/>
                    <a:pt x="2797" y="3343"/>
                    <a:pt x="2540" y="3247"/>
                  </a:cubicBezTo>
                  <a:lnTo>
                    <a:pt x="1897" y="3086"/>
                  </a:lnTo>
                  <a:cubicBezTo>
                    <a:pt x="1704" y="3054"/>
                    <a:pt x="1543" y="2990"/>
                    <a:pt x="1479" y="2925"/>
                  </a:cubicBezTo>
                  <a:cubicBezTo>
                    <a:pt x="1382" y="2861"/>
                    <a:pt x="1350" y="2765"/>
                    <a:pt x="1350" y="2668"/>
                  </a:cubicBezTo>
                  <a:cubicBezTo>
                    <a:pt x="1350" y="2572"/>
                    <a:pt x="1382" y="2507"/>
                    <a:pt x="1511" y="2443"/>
                  </a:cubicBezTo>
                  <a:cubicBezTo>
                    <a:pt x="1607" y="2379"/>
                    <a:pt x="1704" y="2347"/>
                    <a:pt x="1832" y="2347"/>
                  </a:cubicBezTo>
                  <a:lnTo>
                    <a:pt x="2218" y="2347"/>
                  </a:lnTo>
                  <a:cubicBezTo>
                    <a:pt x="2540" y="2379"/>
                    <a:pt x="2893" y="2443"/>
                    <a:pt x="3182" y="2572"/>
                  </a:cubicBezTo>
                  <a:cubicBezTo>
                    <a:pt x="3273" y="2594"/>
                    <a:pt x="3364" y="2617"/>
                    <a:pt x="3444" y="2617"/>
                  </a:cubicBezTo>
                  <a:cubicBezTo>
                    <a:pt x="3477" y="2617"/>
                    <a:pt x="3508" y="2613"/>
                    <a:pt x="3536" y="2604"/>
                  </a:cubicBezTo>
                  <a:cubicBezTo>
                    <a:pt x="3632" y="2572"/>
                    <a:pt x="3697" y="2540"/>
                    <a:pt x="3761" y="2443"/>
                  </a:cubicBezTo>
                  <a:cubicBezTo>
                    <a:pt x="3793" y="2379"/>
                    <a:pt x="3825" y="2282"/>
                    <a:pt x="3857" y="2186"/>
                  </a:cubicBezTo>
                  <a:cubicBezTo>
                    <a:pt x="3857" y="2090"/>
                    <a:pt x="3825" y="1993"/>
                    <a:pt x="3761" y="1897"/>
                  </a:cubicBezTo>
                  <a:cubicBezTo>
                    <a:pt x="3729" y="1800"/>
                    <a:pt x="3632" y="1736"/>
                    <a:pt x="3536" y="1672"/>
                  </a:cubicBezTo>
                  <a:cubicBezTo>
                    <a:pt x="3375" y="1607"/>
                    <a:pt x="3247" y="1575"/>
                    <a:pt x="3150" y="1543"/>
                  </a:cubicBezTo>
                  <a:cubicBezTo>
                    <a:pt x="3086" y="1511"/>
                    <a:pt x="2925" y="1447"/>
                    <a:pt x="2765" y="1415"/>
                  </a:cubicBezTo>
                  <a:cubicBezTo>
                    <a:pt x="2649" y="1391"/>
                    <a:pt x="2516" y="1368"/>
                    <a:pt x="2379" y="1357"/>
                  </a:cubicBezTo>
                  <a:lnTo>
                    <a:pt x="2379" y="1357"/>
                  </a:lnTo>
                  <a:lnTo>
                    <a:pt x="2379" y="354"/>
                  </a:lnTo>
                  <a:cubicBezTo>
                    <a:pt x="2379" y="225"/>
                    <a:pt x="2347" y="161"/>
                    <a:pt x="2282" y="97"/>
                  </a:cubicBezTo>
                  <a:cubicBezTo>
                    <a:pt x="2218" y="32"/>
                    <a:pt x="2154" y="0"/>
                    <a:pt x="20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0" name="Google Shape;2670;g312bfb4b743_5_798"/>
            <p:cNvSpPr/>
            <p:nvPr/>
          </p:nvSpPr>
          <p:spPr>
            <a:xfrm>
              <a:off x="5470225" y="2280900"/>
              <a:ext cx="341575" cy="340750"/>
            </a:xfrm>
            <a:custGeom>
              <a:avLst/>
              <a:gdLst/>
              <a:ahLst/>
              <a:cxnLst/>
              <a:rect l="l" t="t" r="r" b="b"/>
              <a:pathLst>
                <a:path w="13663" h="13630" extrusionOk="0">
                  <a:moveTo>
                    <a:pt x="6815" y="0"/>
                  </a:moveTo>
                  <a:cubicBezTo>
                    <a:pt x="3055" y="0"/>
                    <a:pt x="1" y="3054"/>
                    <a:pt x="1" y="6815"/>
                  </a:cubicBezTo>
                  <a:cubicBezTo>
                    <a:pt x="1" y="10576"/>
                    <a:pt x="3055" y="13630"/>
                    <a:pt x="6815" y="13630"/>
                  </a:cubicBezTo>
                  <a:cubicBezTo>
                    <a:pt x="10608" y="13630"/>
                    <a:pt x="13662" y="10576"/>
                    <a:pt x="13662" y="6815"/>
                  </a:cubicBezTo>
                  <a:cubicBezTo>
                    <a:pt x="13662" y="3054"/>
                    <a:pt x="10608" y="0"/>
                    <a:pt x="681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1" name="Google Shape;2671;g312bfb4b743_5_798"/>
            <p:cNvSpPr/>
            <p:nvPr/>
          </p:nvSpPr>
          <p:spPr>
            <a:xfrm>
              <a:off x="5464600" y="2275275"/>
              <a:ext cx="352025" cy="352000"/>
            </a:xfrm>
            <a:custGeom>
              <a:avLst/>
              <a:gdLst/>
              <a:ahLst/>
              <a:cxnLst/>
              <a:rect l="l" t="t" r="r" b="b"/>
              <a:pathLst>
                <a:path w="14081" h="14080" extrusionOk="0">
                  <a:moveTo>
                    <a:pt x="7040" y="418"/>
                  </a:moveTo>
                  <a:cubicBezTo>
                    <a:pt x="8873" y="418"/>
                    <a:pt x="10544" y="1158"/>
                    <a:pt x="11733" y="2379"/>
                  </a:cubicBezTo>
                  <a:cubicBezTo>
                    <a:pt x="12923" y="3568"/>
                    <a:pt x="13662" y="5208"/>
                    <a:pt x="13662" y="7040"/>
                  </a:cubicBezTo>
                  <a:cubicBezTo>
                    <a:pt x="13662" y="8872"/>
                    <a:pt x="12923" y="10512"/>
                    <a:pt x="11733" y="11733"/>
                  </a:cubicBezTo>
                  <a:cubicBezTo>
                    <a:pt x="10544" y="12922"/>
                    <a:pt x="8873" y="13662"/>
                    <a:pt x="7040" y="13662"/>
                  </a:cubicBezTo>
                  <a:cubicBezTo>
                    <a:pt x="5240" y="13662"/>
                    <a:pt x="3569" y="12922"/>
                    <a:pt x="2379" y="11733"/>
                  </a:cubicBezTo>
                  <a:cubicBezTo>
                    <a:pt x="1190" y="10512"/>
                    <a:pt x="451" y="8872"/>
                    <a:pt x="451" y="7040"/>
                  </a:cubicBezTo>
                  <a:cubicBezTo>
                    <a:pt x="451" y="5208"/>
                    <a:pt x="1190" y="3568"/>
                    <a:pt x="2379" y="2379"/>
                  </a:cubicBezTo>
                  <a:cubicBezTo>
                    <a:pt x="3569" y="1158"/>
                    <a:pt x="5240" y="418"/>
                    <a:pt x="7040" y="418"/>
                  </a:cubicBezTo>
                  <a:close/>
                  <a:moveTo>
                    <a:pt x="7040" y="0"/>
                  </a:moveTo>
                  <a:cubicBezTo>
                    <a:pt x="3183" y="0"/>
                    <a:pt x="1" y="3150"/>
                    <a:pt x="1" y="7040"/>
                  </a:cubicBezTo>
                  <a:cubicBezTo>
                    <a:pt x="1" y="10929"/>
                    <a:pt x="3183" y="14080"/>
                    <a:pt x="7040" y="14080"/>
                  </a:cubicBezTo>
                  <a:cubicBezTo>
                    <a:pt x="10930" y="14080"/>
                    <a:pt x="14080" y="10929"/>
                    <a:pt x="14080" y="7040"/>
                  </a:cubicBezTo>
                  <a:cubicBezTo>
                    <a:pt x="14080" y="3150"/>
                    <a:pt x="10930" y="0"/>
                    <a:pt x="70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2" name="Google Shape;2672;g312bfb4b743_5_798"/>
            <p:cNvSpPr/>
            <p:nvPr/>
          </p:nvSpPr>
          <p:spPr>
            <a:xfrm>
              <a:off x="5514425" y="2324300"/>
              <a:ext cx="253175" cy="253950"/>
            </a:xfrm>
            <a:custGeom>
              <a:avLst/>
              <a:gdLst/>
              <a:ahLst/>
              <a:cxnLst/>
              <a:rect l="l" t="t" r="r" b="b"/>
              <a:pathLst>
                <a:path w="10127" h="10158" extrusionOk="0">
                  <a:moveTo>
                    <a:pt x="5047" y="0"/>
                  </a:moveTo>
                  <a:cubicBezTo>
                    <a:pt x="2251" y="0"/>
                    <a:pt x="1" y="2282"/>
                    <a:pt x="1" y="5079"/>
                  </a:cubicBezTo>
                  <a:cubicBezTo>
                    <a:pt x="1" y="7876"/>
                    <a:pt x="2251" y="10158"/>
                    <a:pt x="5047" y="10158"/>
                  </a:cubicBezTo>
                  <a:cubicBezTo>
                    <a:pt x="7876" y="10158"/>
                    <a:pt x="10126" y="7876"/>
                    <a:pt x="10126" y="5079"/>
                  </a:cubicBezTo>
                  <a:cubicBezTo>
                    <a:pt x="10126" y="2282"/>
                    <a:pt x="7876" y="0"/>
                    <a:pt x="504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3" name="Google Shape;2673;g312bfb4b743_5_798"/>
            <p:cNvSpPr/>
            <p:nvPr/>
          </p:nvSpPr>
          <p:spPr>
            <a:xfrm>
              <a:off x="5508800" y="2319475"/>
              <a:ext cx="264425" cy="263600"/>
            </a:xfrm>
            <a:custGeom>
              <a:avLst/>
              <a:gdLst/>
              <a:ahLst/>
              <a:cxnLst/>
              <a:rect l="l" t="t" r="r" b="b"/>
              <a:pathLst>
                <a:path w="10577" h="10544" extrusionOk="0">
                  <a:moveTo>
                    <a:pt x="5272" y="418"/>
                  </a:moveTo>
                  <a:cubicBezTo>
                    <a:pt x="6622" y="418"/>
                    <a:pt x="7844" y="965"/>
                    <a:pt x="8712" y="1832"/>
                  </a:cubicBezTo>
                  <a:cubicBezTo>
                    <a:pt x="9612" y="2733"/>
                    <a:pt x="10158" y="3922"/>
                    <a:pt x="10158" y="5272"/>
                  </a:cubicBezTo>
                  <a:cubicBezTo>
                    <a:pt x="10158" y="6622"/>
                    <a:pt x="9612" y="7844"/>
                    <a:pt x="8712" y="8711"/>
                  </a:cubicBezTo>
                  <a:cubicBezTo>
                    <a:pt x="7844" y="9579"/>
                    <a:pt x="6622" y="10126"/>
                    <a:pt x="5272" y="10126"/>
                  </a:cubicBezTo>
                  <a:cubicBezTo>
                    <a:pt x="3954" y="10126"/>
                    <a:pt x="2733" y="9579"/>
                    <a:pt x="1865" y="8711"/>
                  </a:cubicBezTo>
                  <a:cubicBezTo>
                    <a:pt x="965" y="7844"/>
                    <a:pt x="419" y="6622"/>
                    <a:pt x="419" y="5272"/>
                  </a:cubicBezTo>
                  <a:cubicBezTo>
                    <a:pt x="419" y="3922"/>
                    <a:pt x="965" y="2733"/>
                    <a:pt x="1865" y="1832"/>
                  </a:cubicBezTo>
                  <a:cubicBezTo>
                    <a:pt x="2733" y="965"/>
                    <a:pt x="3954" y="418"/>
                    <a:pt x="5272" y="418"/>
                  </a:cubicBezTo>
                  <a:close/>
                  <a:moveTo>
                    <a:pt x="5272" y="0"/>
                  </a:moveTo>
                  <a:cubicBezTo>
                    <a:pt x="2379" y="0"/>
                    <a:pt x="1" y="2347"/>
                    <a:pt x="1" y="5272"/>
                  </a:cubicBezTo>
                  <a:cubicBezTo>
                    <a:pt x="1" y="8197"/>
                    <a:pt x="2379" y="10544"/>
                    <a:pt x="5272" y="10544"/>
                  </a:cubicBezTo>
                  <a:cubicBezTo>
                    <a:pt x="8198" y="10544"/>
                    <a:pt x="10576" y="8197"/>
                    <a:pt x="10576" y="5272"/>
                  </a:cubicBezTo>
                  <a:cubicBezTo>
                    <a:pt x="10576" y="2347"/>
                    <a:pt x="8198" y="0"/>
                    <a:pt x="52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4" name="Google Shape;2674;g312bfb4b743_5_798"/>
            <p:cNvSpPr/>
            <p:nvPr/>
          </p:nvSpPr>
          <p:spPr>
            <a:xfrm>
              <a:off x="5589175" y="2354025"/>
              <a:ext cx="103675" cy="189275"/>
            </a:xfrm>
            <a:custGeom>
              <a:avLst/>
              <a:gdLst/>
              <a:ahLst/>
              <a:cxnLst/>
              <a:rect l="l" t="t" r="r" b="b"/>
              <a:pathLst>
                <a:path w="4147" h="7571" extrusionOk="0">
                  <a:moveTo>
                    <a:pt x="2057" y="0"/>
                  </a:moveTo>
                  <a:cubicBezTo>
                    <a:pt x="1993" y="0"/>
                    <a:pt x="1897" y="33"/>
                    <a:pt x="1832" y="97"/>
                  </a:cubicBezTo>
                  <a:cubicBezTo>
                    <a:pt x="1768" y="129"/>
                    <a:pt x="1736" y="225"/>
                    <a:pt x="1736" y="322"/>
                  </a:cubicBezTo>
                  <a:lnTo>
                    <a:pt x="1736" y="1337"/>
                  </a:lnTo>
                  <a:lnTo>
                    <a:pt x="1736" y="1337"/>
                  </a:lnTo>
                  <a:cubicBezTo>
                    <a:pt x="1278" y="1359"/>
                    <a:pt x="892" y="1479"/>
                    <a:pt x="579" y="1672"/>
                  </a:cubicBezTo>
                  <a:cubicBezTo>
                    <a:pt x="193" y="1929"/>
                    <a:pt x="0" y="2283"/>
                    <a:pt x="0" y="2733"/>
                  </a:cubicBezTo>
                  <a:cubicBezTo>
                    <a:pt x="0" y="2926"/>
                    <a:pt x="0" y="3086"/>
                    <a:pt x="64" y="3247"/>
                  </a:cubicBezTo>
                  <a:cubicBezTo>
                    <a:pt x="97" y="3376"/>
                    <a:pt x="161" y="3504"/>
                    <a:pt x="257" y="3601"/>
                  </a:cubicBezTo>
                  <a:cubicBezTo>
                    <a:pt x="322" y="3697"/>
                    <a:pt x="450" y="3794"/>
                    <a:pt x="611" y="3858"/>
                  </a:cubicBezTo>
                  <a:cubicBezTo>
                    <a:pt x="772" y="3954"/>
                    <a:pt x="900" y="4019"/>
                    <a:pt x="1061" y="4083"/>
                  </a:cubicBezTo>
                  <a:cubicBezTo>
                    <a:pt x="1222" y="4115"/>
                    <a:pt x="1415" y="4179"/>
                    <a:pt x="1672" y="4276"/>
                  </a:cubicBezTo>
                  <a:lnTo>
                    <a:pt x="2315" y="4436"/>
                  </a:lnTo>
                  <a:cubicBezTo>
                    <a:pt x="2507" y="4469"/>
                    <a:pt x="2636" y="4533"/>
                    <a:pt x="2732" y="4629"/>
                  </a:cubicBezTo>
                  <a:cubicBezTo>
                    <a:pt x="2861" y="4694"/>
                    <a:pt x="2893" y="4790"/>
                    <a:pt x="2893" y="4854"/>
                  </a:cubicBezTo>
                  <a:cubicBezTo>
                    <a:pt x="2893" y="4983"/>
                    <a:pt x="2861" y="5047"/>
                    <a:pt x="2797" y="5111"/>
                  </a:cubicBezTo>
                  <a:cubicBezTo>
                    <a:pt x="2732" y="5208"/>
                    <a:pt x="2636" y="5240"/>
                    <a:pt x="2540" y="5272"/>
                  </a:cubicBezTo>
                  <a:cubicBezTo>
                    <a:pt x="2443" y="5304"/>
                    <a:pt x="2347" y="5304"/>
                    <a:pt x="2218" y="5336"/>
                  </a:cubicBezTo>
                  <a:cubicBezTo>
                    <a:pt x="2122" y="5336"/>
                    <a:pt x="1993" y="5336"/>
                    <a:pt x="1897" y="5304"/>
                  </a:cubicBezTo>
                  <a:cubicBezTo>
                    <a:pt x="1768" y="5304"/>
                    <a:pt x="1607" y="5304"/>
                    <a:pt x="1479" y="5272"/>
                  </a:cubicBezTo>
                  <a:cubicBezTo>
                    <a:pt x="1350" y="5208"/>
                    <a:pt x="1254" y="5176"/>
                    <a:pt x="1190" y="5144"/>
                  </a:cubicBezTo>
                  <a:cubicBezTo>
                    <a:pt x="1093" y="5111"/>
                    <a:pt x="1029" y="5079"/>
                    <a:pt x="932" y="5015"/>
                  </a:cubicBezTo>
                  <a:cubicBezTo>
                    <a:pt x="836" y="4983"/>
                    <a:pt x="772" y="4951"/>
                    <a:pt x="739" y="4919"/>
                  </a:cubicBezTo>
                  <a:cubicBezTo>
                    <a:pt x="611" y="4886"/>
                    <a:pt x="514" y="4854"/>
                    <a:pt x="418" y="4854"/>
                  </a:cubicBezTo>
                  <a:cubicBezTo>
                    <a:pt x="322" y="4854"/>
                    <a:pt x="225" y="4919"/>
                    <a:pt x="161" y="4983"/>
                  </a:cubicBezTo>
                  <a:cubicBezTo>
                    <a:pt x="97" y="5047"/>
                    <a:pt x="64" y="5144"/>
                    <a:pt x="32" y="5208"/>
                  </a:cubicBezTo>
                  <a:cubicBezTo>
                    <a:pt x="0" y="5304"/>
                    <a:pt x="0" y="5401"/>
                    <a:pt x="32" y="5497"/>
                  </a:cubicBezTo>
                  <a:cubicBezTo>
                    <a:pt x="64" y="5594"/>
                    <a:pt x="97" y="5658"/>
                    <a:pt x="193" y="5722"/>
                  </a:cubicBezTo>
                  <a:cubicBezTo>
                    <a:pt x="660" y="6072"/>
                    <a:pt x="1206" y="6264"/>
                    <a:pt x="1832" y="6296"/>
                  </a:cubicBezTo>
                  <a:lnTo>
                    <a:pt x="1832" y="6296"/>
                  </a:lnTo>
                  <a:lnTo>
                    <a:pt x="1832" y="7233"/>
                  </a:lnTo>
                  <a:cubicBezTo>
                    <a:pt x="1832" y="7394"/>
                    <a:pt x="1865" y="7490"/>
                    <a:pt x="1993" y="7522"/>
                  </a:cubicBezTo>
                  <a:cubicBezTo>
                    <a:pt x="2041" y="7554"/>
                    <a:pt x="2098" y="7571"/>
                    <a:pt x="2154" y="7571"/>
                  </a:cubicBezTo>
                  <a:cubicBezTo>
                    <a:pt x="2210" y="7571"/>
                    <a:pt x="2266" y="7554"/>
                    <a:pt x="2315" y="7522"/>
                  </a:cubicBezTo>
                  <a:cubicBezTo>
                    <a:pt x="2443" y="7458"/>
                    <a:pt x="2475" y="7362"/>
                    <a:pt x="2475" y="7233"/>
                  </a:cubicBezTo>
                  <a:lnTo>
                    <a:pt x="2475" y="6308"/>
                  </a:lnTo>
                  <a:lnTo>
                    <a:pt x="2475" y="6308"/>
                  </a:lnTo>
                  <a:cubicBezTo>
                    <a:pt x="2707" y="6295"/>
                    <a:pt x="2919" y="6252"/>
                    <a:pt x="3118" y="6172"/>
                  </a:cubicBezTo>
                  <a:cubicBezTo>
                    <a:pt x="3440" y="6076"/>
                    <a:pt x="3697" y="5883"/>
                    <a:pt x="3890" y="5626"/>
                  </a:cubicBezTo>
                  <a:cubicBezTo>
                    <a:pt x="4083" y="5369"/>
                    <a:pt x="4147" y="5079"/>
                    <a:pt x="4147" y="4726"/>
                  </a:cubicBezTo>
                  <a:cubicBezTo>
                    <a:pt x="4147" y="4501"/>
                    <a:pt x="4115" y="4308"/>
                    <a:pt x="4050" y="4147"/>
                  </a:cubicBezTo>
                  <a:cubicBezTo>
                    <a:pt x="3954" y="3986"/>
                    <a:pt x="3857" y="3858"/>
                    <a:pt x="3697" y="3729"/>
                  </a:cubicBezTo>
                  <a:cubicBezTo>
                    <a:pt x="3568" y="3633"/>
                    <a:pt x="3407" y="3536"/>
                    <a:pt x="3215" y="3472"/>
                  </a:cubicBezTo>
                  <a:cubicBezTo>
                    <a:pt x="3022" y="3408"/>
                    <a:pt x="2797" y="3311"/>
                    <a:pt x="2540" y="3247"/>
                  </a:cubicBezTo>
                  <a:lnTo>
                    <a:pt x="1897" y="3086"/>
                  </a:lnTo>
                  <a:cubicBezTo>
                    <a:pt x="1704" y="3054"/>
                    <a:pt x="1543" y="2990"/>
                    <a:pt x="1479" y="2926"/>
                  </a:cubicBezTo>
                  <a:cubicBezTo>
                    <a:pt x="1382" y="2861"/>
                    <a:pt x="1350" y="2765"/>
                    <a:pt x="1350" y="2668"/>
                  </a:cubicBezTo>
                  <a:cubicBezTo>
                    <a:pt x="1350" y="2572"/>
                    <a:pt x="1382" y="2476"/>
                    <a:pt x="1511" y="2411"/>
                  </a:cubicBezTo>
                  <a:cubicBezTo>
                    <a:pt x="1607" y="2379"/>
                    <a:pt x="1704" y="2347"/>
                    <a:pt x="1832" y="2347"/>
                  </a:cubicBezTo>
                  <a:cubicBezTo>
                    <a:pt x="1913" y="2331"/>
                    <a:pt x="1977" y="2323"/>
                    <a:pt x="2037" y="2323"/>
                  </a:cubicBezTo>
                  <a:cubicBezTo>
                    <a:pt x="2098" y="2323"/>
                    <a:pt x="2154" y="2331"/>
                    <a:pt x="2218" y="2347"/>
                  </a:cubicBezTo>
                  <a:cubicBezTo>
                    <a:pt x="2540" y="2379"/>
                    <a:pt x="2893" y="2443"/>
                    <a:pt x="3182" y="2572"/>
                  </a:cubicBezTo>
                  <a:cubicBezTo>
                    <a:pt x="3311" y="2604"/>
                    <a:pt x="3440" y="2604"/>
                    <a:pt x="3536" y="2604"/>
                  </a:cubicBezTo>
                  <a:cubicBezTo>
                    <a:pt x="3632" y="2572"/>
                    <a:pt x="3697" y="2508"/>
                    <a:pt x="3761" y="2443"/>
                  </a:cubicBezTo>
                  <a:cubicBezTo>
                    <a:pt x="3793" y="2347"/>
                    <a:pt x="3825" y="2283"/>
                    <a:pt x="3857" y="2186"/>
                  </a:cubicBezTo>
                  <a:cubicBezTo>
                    <a:pt x="3857" y="2090"/>
                    <a:pt x="3825" y="1993"/>
                    <a:pt x="3761" y="1897"/>
                  </a:cubicBezTo>
                  <a:cubicBezTo>
                    <a:pt x="3729" y="1801"/>
                    <a:pt x="3632" y="1736"/>
                    <a:pt x="3536" y="1672"/>
                  </a:cubicBezTo>
                  <a:cubicBezTo>
                    <a:pt x="3375" y="1608"/>
                    <a:pt x="3247" y="1543"/>
                    <a:pt x="3150" y="1511"/>
                  </a:cubicBezTo>
                  <a:cubicBezTo>
                    <a:pt x="3086" y="1479"/>
                    <a:pt x="2925" y="1447"/>
                    <a:pt x="2765" y="1415"/>
                  </a:cubicBezTo>
                  <a:cubicBezTo>
                    <a:pt x="2649" y="1392"/>
                    <a:pt x="2516" y="1368"/>
                    <a:pt x="2379" y="1357"/>
                  </a:cubicBezTo>
                  <a:lnTo>
                    <a:pt x="2379" y="1357"/>
                  </a:lnTo>
                  <a:lnTo>
                    <a:pt x="2379" y="322"/>
                  </a:lnTo>
                  <a:cubicBezTo>
                    <a:pt x="2379" y="225"/>
                    <a:pt x="2347" y="161"/>
                    <a:pt x="2282" y="97"/>
                  </a:cubicBezTo>
                  <a:cubicBezTo>
                    <a:pt x="2218" y="33"/>
                    <a:pt x="2154" y="0"/>
                    <a:pt x="20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5" name="Google Shape;2675;g312bfb4b743_5_798"/>
            <p:cNvSpPr/>
            <p:nvPr/>
          </p:nvSpPr>
          <p:spPr>
            <a:xfrm>
              <a:off x="5470225" y="2054275"/>
              <a:ext cx="341575" cy="341550"/>
            </a:xfrm>
            <a:custGeom>
              <a:avLst/>
              <a:gdLst/>
              <a:ahLst/>
              <a:cxnLst/>
              <a:rect l="l" t="t" r="r" b="b"/>
              <a:pathLst>
                <a:path w="13663" h="13662" extrusionOk="0">
                  <a:moveTo>
                    <a:pt x="6815" y="1"/>
                  </a:moveTo>
                  <a:cubicBezTo>
                    <a:pt x="3055" y="1"/>
                    <a:pt x="1" y="3054"/>
                    <a:pt x="1" y="6815"/>
                  </a:cubicBezTo>
                  <a:cubicBezTo>
                    <a:pt x="1" y="10608"/>
                    <a:pt x="3055" y="13662"/>
                    <a:pt x="6815" y="13662"/>
                  </a:cubicBezTo>
                  <a:cubicBezTo>
                    <a:pt x="10608" y="13662"/>
                    <a:pt x="13662" y="10608"/>
                    <a:pt x="13662" y="6815"/>
                  </a:cubicBezTo>
                  <a:cubicBezTo>
                    <a:pt x="13662" y="3054"/>
                    <a:pt x="10608" y="1"/>
                    <a:pt x="681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6" name="Google Shape;2676;g312bfb4b743_5_798"/>
            <p:cNvSpPr/>
            <p:nvPr/>
          </p:nvSpPr>
          <p:spPr>
            <a:xfrm>
              <a:off x="5464600" y="2049450"/>
              <a:ext cx="352025" cy="351200"/>
            </a:xfrm>
            <a:custGeom>
              <a:avLst/>
              <a:gdLst/>
              <a:ahLst/>
              <a:cxnLst/>
              <a:rect l="l" t="t" r="r" b="b"/>
              <a:pathLst>
                <a:path w="14081" h="14048" extrusionOk="0">
                  <a:moveTo>
                    <a:pt x="7040" y="419"/>
                  </a:moveTo>
                  <a:cubicBezTo>
                    <a:pt x="8873" y="419"/>
                    <a:pt x="10544" y="1158"/>
                    <a:pt x="11733" y="2347"/>
                  </a:cubicBezTo>
                  <a:cubicBezTo>
                    <a:pt x="12923" y="3537"/>
                    <a:pt x="13662" y="5208"/>
                    <a:pt x="13662" y="7008"/>
                  </a:cubicBezTo>
                  <a:cubicBezTo>
                    <a:pt x="13662" y="8840"/>
                    <a:pt x="12923" y="10512"/>
                    <a:pt x="11733" y="11701"/>
                  </a:cubicBezTo>
                  <a:cubicBezTo>
                    <a:pt x="10544" y="12891"/>
                    <a:pt x="8873" y="13630"/>
                    <a:pt x="7040" y="13630"/>
                  </a:cubicBezTo>
                  <a:cubicBezTo>
                    <a:pt x="5240" y="13630"/>
                    <a:pt x="3569" y="12891"/>
                    <a:pt x="2379" y="11701"/>
                  </a:cubicBezTo>
                  <a:cubicBezTo>
                    <a:pt x="1190" y="10512"/>
                    <a:pt x="451" y="8840"/>
                    <a:pt x="451" y="7008"/>
                  </a:cubicBezTo>
                  <a:cubicBezTo>
                    <a:pt x="451" y="5208"/>
                    <a:pt x="1190" y="3537"/>
                    <a:pt x="2379" y="2347"/>
                  </a:cubicBezTo>
                  <a:cubicBezTo>
                    <a:pt x="3569" y="1158"/>
                    <a:pt x="5240" y="419"/>
                    <a:pt x="7040" y="419"/>
                  </a:cubicBezTo>
                  <a:close/>
                  <a:moveTo>
                    <a:pt x="7040" y="1"/>
                  </a:moveTo>
                  <a:cubicBezTo>
                    <a:pt x="3183" y="1"/>
                    <a:pt x="1" y="3151"/>
                    <a:pt x="1" y="7008"/>
                  </a:cubicBezTo>
                  <a:cubicBezTo>
                    <a:pt x="1" y="10898"/>
                    <a:pt x="3183" y="14048"/>
                    <a:pt x="7040" y="14048"/>
                  </a:cubicBezTo>
                  <a:cubicBezTo>
                    <a:pt x="10930" y="14048"/>
                    <a:pt x="14080" y="10898"/>
                    <a:pt x="14080" y="7008"/>
                  </a:cubicBezTo>
                  <a:cubicBezTo>
                    <a:pt x="14080" y="3151"/>
                    <a:pt x="10930" y="1"/>
                    <a:pt x="70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7" name="Google Shape;2677;g312bfb4b743_5_798"/>
            <p:cNvSpPr/>
            <p:nvPr/>
          </p:nvSpPr>
          <p:spPr>
            <a:xfrm>
              <a:off x="5514425" y="2098475"/>
              <a:ext cx="253175" cy="253175"/>
            </a:xfrm>
            <a:custGeom>
              <a:avLst/>
              <a:gdLst/>
              <a:ahLst/>
              <a:cxnLst/>
              <a:rect l="l" t="t" r="r" b="b"/>
              <a:pathLst>
                <a:path w="10127" h="10127" extrusionOk="0">
                  <a:moveTo>
                    <a:pt x="5047" y="1"/>
                  </a:moveTo>
                  <a:cubicBezTo>
                    <a:pt x="2251" y="1"/>
                    <a:pt x="1" y="2251"/>
                    <a:pt x="1" y="5047"/>
                  </a:cubicBezTo>
                  <a:cubicBezTo>
                    <a:pt x="1" y="7876"/>
                    <a:pt x="2251" y="10126"/>
                    <a:pt x="5047" y="10126"/>
                  </a:cubicBezTo>
                  <a:cubicBezTo>
                    <a:pt x="7876" y="10126"/>
                    <a:pt x="10126" y="7876"/>
                    <a:pt x="10126" y="5047"/>
                  </a:cubicBezTo>
                  <a:cubicBezTo>
                    <a:pt x="10126" y="2251"/>
                    <a:pt x="7876" y="1"/>
                    <a:pt x="504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8" name="Google Shape;2678;g312bfb4b743_5_798"/>
            <p:cNvSpPr/>
            <p:nvPr/>
          </p:nvSpPr>
          <p:spPr>
            <a:xfrm>
              <a:off x="5508800" y="2092850"/>
              <a:ext cx="264425" cy="264425"/>
            </a:xfrm>
            <a:custGeom>
              <a:avLst/>
              <a:gdLst/>
              <a:ahLst/>
              <a:cxnLst/>
              <a:rect l="l" t="t" r="r" b="b"/>
              <a:pathLst>
                <a:path w="10577" h="10577" extrusionOk="0">
                  <a:moveTo>
                    <a:pt x="5272" y="418"/>
                  </a:moveTo>
                  <a:cubicBezTo>
                    <a:pt x="6622" y="418"/>
                    <a:pt x="7844" y="965"/>
                    <a:pt x="8712" y="1865"/>
                  </a:cubicBezTo>
                  <a:cubicBezTo>
                    <a:pt x="9612" y="2733"/>
                    <a:pt x="10158" y="3954"/>
                    <a:pt x="10158" y="5272"/>
                  </a:cubicBezTo>
                  <a:cubicBezTo>
                    <a:pt x="10158" y="6622"/>
                    <a:pt x="9612" y="7844"/>
                    <a:pt x="8712" y="8712"/>
                  </a:cubicBezTo>
                  <a:cubicBezTo>
                    <a:pt x="7844" y="9612"/>
                    <a:pt x="6622" y="10158"/>
                    <a:pt x="5272" y="10158"/>
                  </a:cubicBezTo>
                  <a:cubicBezTo>
                    <a:pt x="3954" y="10158"/>
                    <a:pt x="2733" y="9612"/>
                    <a:pt x="1865" y="8712"/>
                  </a:cubicBezTo>
                  <a:cubicBezTo>
                    <a:pt x="965" y="7844"/>
                    <a:pt x="419" y="6622"/>
                    <a:pt x="419" y="5272"/>
                  </a:cubicBezTo>
                  <a:cubicBezTo>
                    <a:pt x="419" y="3954"/>
                    <a:pt x="965" y="2733"/>
                    <a:pt x="1865" y="1865"/>
                  </a:cubicBezTo>
                  <a:cubicBezTo>
                    <a:pt x="2733" y="965"/>
                    <a:pt x="3954" y="418"/>
                    <a:pt x="5272" y="418"/>
                  </a:cubicBezTo>
                  <a:close/>
                  <a:moveTo>
                    <a:pt x="5272" y="1"/>
                  </a:moveTo>
                  <a:cubicBezTo>
                    <a:pt x="2379" y="1"/>
                    <a:pt x="1" y="2379"/>
                    <a:pt x="1" y="5272"/>
                  </a:cubicBezTo>
                  <a:cubicBezTo>
                    <a:pt x="1" y="8197"/>
                    <a:pt x="2379" y="10576"/>
                    <a:pt x="5272" y="10576"/>
                  </a:cubicBezTo>
                  <a:cubicBezTo>
                    <a:pt x="8198" y="10576"/>
                    <a:pt x="10576" y="8197"/>
                    <a:pt x="10576" y="5272"/>
                  </a:cubicBezTo>
                  <a:cubicBezTo>
                    <a:pt x="10576" y="2379"/>
                    <a:pt x="8198" y="1"/>
                    <a:pt x="52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9" name="Google Shape;2679;g312bfb4b743_5_798"/>
            <p:cNvSpPr/>
            <p:nvPr/>
          </p:nvSpPr>
          <p:spPr>
            <a:xfrm>
              <a:off x="5589175" y="2127400"/>
              <a:ext cx="103675" cy="189475"/>
            </a:xfrm>
            <a:custGeom>
              <a:avLst/>
              <a:gdLst/>
              <a:ahLst/>
              <a:cxnLst/>
              <a:rect l="l" t="t" r="r" b="b"/>
              <a:pathLst>
                <a:path w="4147" h="7579" extrusionOk="0">
                  <a:moveTo>
                    <a:pt x="2057" y="1"/>
                  </a:moveTo>
                  <a:cubicBezTo>
                    <a:pt x="1993" y="1"/>
                    <a:pt x="1897" y="33"/>
                    <a:pt x="1832" y="97"/>
                  </a:cubicBezTo>
                  <a:cubicBezTo>
                    <a:pt x="1768" y="161"/>
                    <a:pt x="1736" y="226"/>
                    <a:pt x="1736" y="354"/>
                  </a:cubicBezTo>
                  <a:lnTo>
                    <a:pt x="1736" y="1351"/>
                  </a:lnTo>
                  <a:lnTo>
                    <a:pt x="1736" y="1351"/>
                  </a:lnTo>
                  <a:cubicBezTo>
                    <a:pt x="1278" y="1377"/>
                    <a:pt x="892" y="1479"/>
                    <a:pt x="579" y="1672"/>
                  </a:cubicBezTo>
                  <a:cubicBezTo>
                    <a:pt x="193" y="1929"/>
                    <a:pt x="0" y="2283"/>
                    <a:pt x="0" y="2765"/>
                  </a:cubicBezTo>
                  <a:cubicBezTo>
                    <a:pt x="0" y="2958"/>
                    <a:pt x="0" y="3119"/>
                    <a:pt x="64" y="3247"/>
                  </a:cubicBezTo>
                  <a:cubicBezTo>
                    <a:pt x="97" y="3408"/>
                    <a:pt x="161" y="3504"/>
                    <a:pt x="257" y="3601"/>
                  </a:cubicBezTo>
                  <a:cubicBezTo>
                    <a:pt x="322" y="3697"/>
                    <a:pt x="450" y="3794"/>
                    <a:pt x="611" y="3890"/>
                  </a:cubicBezTo>
                  <a:cubicBezTo>
                    <a:pt x="772" y="3954"/>
                    <a:pt x="900" y="4019"/>
                    <a:pt x="1061" y="4083"/>
                  </a:cubicBezTo>
                  <a:cubicBezTo>
                    <a:pt x="1222" y="4147"/>
                    <a:pt x="1415" y="4212"/>
                    <a:pt x="1672" y="4276"/>
                  </a:cubicBezTo>
                  <a:lnTo>
                    <a:pt x="2315" y="4437"/>
                  </a:lnTo>
                  <a:cubicBezTo>
                    <a:pt x="2507" y="4501"/>
                    <a:pt x="2636" y="4565"/>
                    <a:pt x="2732" y="4630"/>
                  </a:cubicBezTo>
                  <a:cubicBezTo>
                    <a:pt x="2861" y="4726"/>
                    <a:pt x="2893" y="4790"/>
                    <a:pt x="2893" y="4887"/>
                  </a:cubicBezTo>
                  <a:cubicBezTo>
                    <a:pt x="2893" y="4983"/>
                    <a:pt x="2861" y="5080"/>
                    <a:pt x="2797" y="5144"/>
                  </a:cubicBezTo>
                  <a:cubicBezTo>
                    <a:pt x="2732" y="5208"/>
                    <a:pt x="2636" y="5240"/>
                    <a:pt x="2540" y="5272"/>
                  </a:cubicBezTo>
                  <a:cubicBezTo>
                    <a:pt x="2443" y="5305"/>
                    <a:pt x="2347" y="5337"/>
                    <a:pt x="2218" y="5337"/>
                  </a:cubicBezTo>
                  <a:lnTo>
                    <a:pt x="1897" y="5337"/>
                  </a:lnTo>
                  <a:cubicBezTo>
                    <a:pt x="1768" y="5337"/>
                    <a:pt x="1607" y="5305"/>
                    <a:pt x="1479" y="5272"/>
                  </a:cubicBezTo>
                  <a:cubicBezTo>
                    <a:pt x="1350" y="5240"/>
                    <a:pt x="1254" y="5208"/>
                    <a:pt x="1190" y="5176"/>
                  </a:cubicBezTo>
                  <a:cubicBezTo>
                    <a:pt x="1093" y="5144"/>
                    <a:pt x="1029" y="5080"/>
                    <a:pt x="932" y="5047"/>
                  </a:cubicBezTo>
                  <a:cubicBezTo>
                    <a:pt x="836" y="4983"/>
                    <a:pt x="772" y="4951"/>
                    <a:pt x="739" y="4951"/>
                  </a:cubicBezTo>
                  <a:cubicBezTo>
                    <a:pt x="611" y="4887"/>
                    <a:pt x="514" y="4855"/>
                    <a:pt x="418" y="4855"/>
                  </a:cubicBezTo>
                  <a:cubicBezTo>
                    <a:pt x="322" y="4887"/>
                    <a:pt x="225" y="4919"/>
                    <a:pt x="161" y="4983"/>
                  </a:cubicBezTo>
                  <a:cubicBezTo>
                    <a:pt x="97" y="5047"/>
                    <a:pt x="64" y="5144"/>
                    <a:pt x="32" y="5240"/>
                  </a:cubicBezTo>
                  <a:cubicBezTo>
                    <a:pt x="0" y="5305"/>
                    <a:pt x="0" y="5401"/>
                    <a:pt x="32" y="5497"/>
                  </a:cubicBezTo>
                  <a:cubicBezTo>
                    <a:pt x="64" y="5594"/>
                    <a:pt x="97" y="5690"/>
                    <a:pt x="193" y="5755"/>
                  </a:cubicBezTo>
                  <a:cubicBezTo>
                    <a:pt x="660" y="6076"/>
                    <a:pt x="1206" y="6264"/>
                    <a:pt x="1832" y="6320"/>
                  </a:cubicBezTo>
                  <a:lnTo>
                    <a:pt x="1832" y="6320"/>
                  </a:lnTo>
                  <a:lnTo>
                    <a:pt x="1832" y="7233"/>
                  </a:lnTo>
                  <a:cubicBezTo>
                    <a:pt x="1832" y="7394"/>
                    <a:pt x="1865" y="7490"/>
                    <a:pt x="1993" y="7555"/>
                  </a:cubicBezTo>
                  <a:cubicBezTo>
                    <a:pt x="2041" y="7571"/>
                    <a:pt x="2098" y="7579"/>
                    <a:pt x="2154" y="7579"/>
                  </a:cubicBezTo>
                  <a:cubicBezTo>
                    <a:pt x="2210" y="7579"/>
                    <a:pt x="2266" y="7571"/>
                    <a:pt x="2315" y="7555"/>
                  </a:cubicBezTo>
                  <a:cubicBezTo>
                    <a:pt x="2443" y="7490"/>
                    <a:pt x="2475" y="7394"/>
                    <a:pt x="2475" y="7233"/>
                  </a:cubicBezTo>
                  <a:lnTo>
                    <a:pt x="2475" y="6316"/>
                  </a:lnTo>
                  <a:lnTo>
                    <a:pt x="2475" y="6316"/>
                  </a:lnTo>
                  <a:cubicBezTo>
                    <a:pt x="2707" y="6295"/>
                    <a:pt x="2919" y="6252"/>
                    <a:pt x="3118" y="6172"/>
                  </a:cubicBezTo>
                  <a:cubicBezTo>
                    <a:pt x="3440" y="6076"/>
                    <a:pt x="3697" y="5883"/>
                    <a:pt x="3890" y="5658"/>
                  </a:cubicBezTo>
                  <a:cubicBezTo>
                    <a:pt x="4083" y="5401"/>
                    <a:pt x="4147" y="5080"/>
                    <a:pt x="4147" y="4726"/>
                  </a:cubicBezTo>
                  <a:cubicBezTo>
                    <a:pt x="4147" y="4501"/>
                    <a:pt x="4115" y="4308"/>
                    <a:pt x="4050" y="4147"/>
                  </a:cubicBezTo>
                  <a:cubicBezTo>
                    <a:pt x="3954" y="3987"/>
                    <a:pt x="3857" y="3858"/>
                    <a:pt x="3697" y="3762"/>
                  </a:cubicBezTo>
                  <a:cubicBezTo>
                    <a:pt x="3568" y="3633"/>
                    <a:pt x="3407" y="3537"/>
                    <a:pt x="3215" y="3472"/>
                  </a:cubicBezTo>
                  <a:cubicBezTo>
                    <a:pt x="3022" y="3408"/>
                    <a:pt x="2797" y="3344"/>
                    <a:pt x="2540" y="3247"/>
                  </a:cubicBezTo>
                  <a:lnTo>
                    <a:pt x="1897" y="3087"/>
                  </a:lnTo>
                  <a:cubicBezTo>
                    <a:pt x="1704" y="3054"/>
                    <a:pt x="1543" y="2990"/>
                    <a:pt x="1479" y="2926"/>
                  </a:cubicBezTo>
                  <a:cubicBezTo>
                    <a:pt x="1382" y="2862"/>
                    <a:pt x="1350" y="2797"/>
                    <a:pt x="1350" y="2669"/>
                  </a:cubicBezTo>
                  <a:cubicBezTo>
                    <a:pt x="1350" y="2572"/>
                    <a:pt x="1382" y="2508"/>
                    <a:pt x="1511" y="2444"/>
                  </a:cubicBezTo>
                  <a:cubicBezTo>
                    <a:pt x="1607" y="2379"/>
                    <a:pt x="1704" y="2347"/>
                    <a:pt x="1832" y="2347"/>
                  </a:cubicBezTo>
                  <a:lnTo>
                    <a:pt x="2218" y="2347"/>
                  </a:lnTo>
                  <a:cubicBezTo>
                    <a:pt x="2540" y="2379"/>
                    <a:pt x="2893" y="2476"/>
                    <a:pt x="3182" y="2572"/>
                  </a:cubicBezTo>
                  <a:cubicBezTo>
                    <a:pt x="3273" y="2595"/>
                    <a:pt x="3364" y="2618"/>
                    <a:pt x="3444" y="2618"/>
                  </a:cubicBezTo>
                  <a:cubicBezTo>
                    <a:pt x="3477" y="2618"/>
                    <a:pt x="3508" y="2614"/>
                    <a:pt x="3536" y="2604"/>
                  </a:cubicBezTo>
                  <a:cubicBezTo>
                    <a:pt x="3632" y="2572"/>
                    <a:pt x="3697" y="2540"/>
                    <a:pt x="3761" y="2444"/>
                  </a:cubicBezTo>
                  <a:cubicBezTo>
                    <a:pt x="3793" y="2379"/>
                    <a:pt x="3825" y="2283"/>
                    <a:pt x="3857" y="2187"/>
                  </a:cubicBezTo>
                  <a:cubicBezTo>
                    <a:pt x="3857" y="2090"/>
                    <a:pt x="3825" y="1994"/>
                    <a:pt x="3761" y="1897"/>
                  </a:cubicBezTo>
                  <a:cubicBezTo>
                    <a:pt x="3729" y="1801"/>
                    <a:pt x="3632" y="1737"/>
                    <a:pt x="3536" y="1672"/>
                  </a:cubicBezTo>
                  <a:cubicBezTo>
                    <a:pt x="3375" y="1608"/>
                    <a:pt x="3247" y="1576"/>
                    <a:pt x="3150" y="1544"/>
                  </a:cubicBezTo>
                  <a:cubicBezTo>
                    <a:pt x="3086" y="1512"/>
                    <a:pt x="2925" y="1447"/>
                    <a:pt x="2765" y="1415"/>
                  </a:cubicBezTo>
                  <a:cubicBezTo>
                    <a:pt x="2649" y="1392"/>
                    <a:pt x="2516" y="1369"/>
                    <a:pt x="2379" y="1358"/>
                  </a:cubicBezTo>
                  <a:lnTo>
                    <a:pt x="2379" y="1358"/>
                  </a:lnTo>
                  <a:lnTo>
                    <a:pt x="2379" y="354"/>
                  </a:lnTo>
                  <a:cubicBezTo>
                    <a:pt x="2379" y="226"/>
                    <a:pt x="2347" y="161"/>
                    <a:pt x="2282" y="97"/>
                  </a:cubicBezTo>
                  <a:cubicBezTo>
                    <a:pt x="2218" y="33"/>
                    <a:pt x="2154" y="1"/>
                    <a:pt x="205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0" name="Google Shape;2680;g312bfb4b743_5_798"/>
            <p:cNvSpPr/>
            <p:nvPr/>
          </p:nvSpPr>
          <p:spPr>
            <a:xfrm>
              <a:off x="5070850" y="2818525"/>
              <a:ext cx="197700" cy="144500"/>
            </a:xfrm>
            <a:custGeom>
              <a:avLst/>
              <a:gdLst/>
              <a:ahLst/>
              <a:cxnLst/>
              <a:rect l="l" t="t" r="r" b="b"/>
              <a:pathLst>
                <a:path w="7908" h="5780" extrusionOk="0">
                  <a:moveTo>
                    <a:pt x="7467" y="0"/>
                  </a:moveTo>
                  <a:cubicBezTo>
                    <a:pt x="5221" y="0"/>
                    <a:pt x="0" y="3825"/>
                    <a:pt x="0" y="3825"/>
                  </a:cubicBezTo>
                  <a:cubicBezTo>
                    <a:pt x="0" y="3825"/>
                    <a:pt x="579" y="4597"/>
                    <a:pt x="1286" y="5143"/>
                  </a:cubicBezTo>
                  <a:cubicBezTo>
                    <a:pt x="1752" y="5468"/>
                    <a:pt x="2475" y="5780"/>
                    <a:pt x="3187" y="5780"/>
                  </a:cubicBezTo>
                  <a:cubicBezTo>
                    <a:pt x="3603" y="5780"/>
                    <a:pt x="4016" y="5673"/>
                    <a:pt x="4372" y="5400"/>
                  </a:cubicBezTo>
                  <a:cubicBezTo>
                    <a:pt x="5336" y="4693"/>
                    <a:pt x="5818" y="3054"/>
                    <a:pt x="5818" y="3054"/>
                  </a:cubicBezTo>
                  <a:cubicBezTo>
                    <a:pt x="5818" y="3054"/>
                    <a:pt x="6911" y="3054"/>
                    <a:pt x="7200" y="3022"/>
                  </a:cubicBezTo>
                  <a:cubicBezTo>
                    <a:pt x="7490" y="3022"/>
                    <a:pt x="7908" y="64"/>
                    <a:pt x="7908" y="64"/>
                  </a:cubicBezTo>
                  <a:cubicBezTo>
                    <a:pt x="7779" y="21"/>
                    <a:pt x="7630" y="0"/>
                    <a:pt x="746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1" name="Google Shape;2681;g312bfb4b743_5_798"/>
            <p:cNvSpPr/>
            <p:nvPr/>
          </p:nvSpPr>
          <p:spPr>
            <a:xfrm>
              <a:off x="5063600" y="2813700"/>
              <a:ext cx="210575" cy="154300"/>
            </a:xfrm>
            <a:custGeom>
              <a:avLst/>
              <a:gdLst/>
              <a:ahLst/>
              <a:cxnLst/>
              <a:rect l="l" t="t" r="r" b="b"/>
              <a:pathLst>
                <a:path w="8423" h="6172" extrusionOk="0">
                  <a:moveTo>
                    <a:pt x="7748" y="418"/>
                  </a:moveTo>
                  <a:cubicBezTo>
                    <a:pt x="7828" y="418"/>
                    <a:pt x="7901" y="426"/>
                    <a:pt x="7965" y="438"/>
                  </a:cubicBezTo>
                  <a:lnTo>
                    <a:pt x="7965" y="438"/>
                  </a:lnTo>
                  <a:cubicBezTo>
                    <a:pt x="7950" y="513"/>
                    <a:pt x="7931" y="604"/>
                    <a:pt x="7908" y="707"/>
                  </a:cubicBezTo>
                  <a:cubicBezTo>
                    <a:pt x="7844" y="1125"/>
                    <a:pt x="7748" y="1736"/>
                    <a:pt x="7619" y="2250"/>
                  </a:cubicBezTo>
                  <a:cubicBezTo>
                    <a:pt x="7587" y="2507"/>
                    <a:pt x="7523" y="2732"/>
                    <a:pt x="7458" y="2893"/>
                  </a:cubicBezTo>
                  <a:cubicBezTo>
                    <a:pt x="7435" y="2940"/>
                    <a:pt x="7428" y="2988"/>
                    <a:pt x="7414" y="3022"/>
                  </a:cubicBezTo>
                  <a:lnTo>
                    <a:pt x="7414" y="3022"/>
                  </a:lnTo>
                  <a:cubicBezTo>
                    <a:pt x="7042" y="3026"/>
                    <a:pt x="6076" y="3054"/>
                    <a:pt x="6076" y="3054"/>
                  </a:cubicBezTo>
                  <a:lnTo>
                    <a:pt x="5947" y="3054"/>
                  </a:lnTo>
                  <a:lnTo>
                    <a:pt x="5883" y="3215"/>
                  </a:lnTo>
                  <a:lnTo>
                    <a:pt x="5883" y="3279"/>
                  </a:lnTo>
                  <a:cubicBezTo>
                    <a:pt x="5787" y="3568"/>
                    <a:pt x="5305" y="4854"/>
                    <a:pt x="4533" y="5433"/>
                  </a:cubicBezTo>
                  <a:cubicBezTo>
                    <a:pt x="4244" y="5658"/>
                    <a:pt x="3858" y="5754"/>
                    <a:pt x="3472" y="5754"/>
                  </a:cubicBezTo>
                  <a:cubicBezTo>
                    <a:pt x="2829" y="5754"/>
                    <a:pt x="2122" y="5465"/>
                    <a:pt x="1704" y="5143"/>
                  </a:cubicBezTo>
                  <a:cubicBezTo>
                    <a:pt x="1383" y="4886"/>
                    <a:pt x="1062" y="4565"/>
                    <a:pt x="836" y="4307"/>
                  </a:cubicBezTo>
                  <a:cubicBezTo>
                    <a:pt x="727" y="4226"/>
                    <a:pt x="665" y="4121"/>
                    <a:pt x="609" y="4051"/>
                  </a:cubicBezTo>
                  <a:lnTo>
                    <a:pt x="609" y="4051"/>
                  </a:lnTo>
                  <a:cubicBezTo>
                    <a:pt x="620" y="4041"/>
                    <a:pt x="632" y="4030"/>
                    <a:pt x="644" y="4018"/>
                  </a:cubicBezTo>
                  <a:cubicBezTo>
                    <a:pt x="1158" y="3665"/>
                    <a:pt x="2476" y="2765"/>
                    <a:pt x="3890" y="1929"/>
                  </a:cubicBezTo>
                  <a:cubicBezTo>
                    <a:pt x="4597" y="1543"/>
                    <a:pt x="5337" y="1157"/>
                    <a:pt x="6012" y="868"/>
                  </a:cubicBezTo>
                  <a:cubicBezTo>
                    <a:pt x="6687" y="579"/>
                    <a:pt x="7298" y="418"/>
                    <a:pt x="7748" y="418"/>
                  </a:cubicBezTo>
                  <a:close/>
                  <a:moveTo>
                    <a:pt x="7748" y="0"/>
                  </a:moveTo>
                  <a:cubicBezTo>
                    <a:pt x="7137" y="0"/>
                    <a:pt x="6365" y="257"/>
                    <a:pt x="5530" y="611"/>
                  </a:cubicBezTo>
                  <a:cubicBezTo>
                    <a:pt x="3087" y="1704"/>
                    <a:pt x="194" y="3857"/>
                    <a:pt x="161" y="3857"/>
                  </a:cubicBezTo>
                  <a:lnTo>
                    <a:pt x="1" y="3986"/>
                  </a:lnTo>
                  <a:lnTo>
                    <a:pt x="129" y="4147"/>
                  </a:lnTo>
                  <a:cubicBezTo>
                    <a:pt x="129" y="4147"/>
                    <a:pt x="708" y="4918"/>
                    <a:pt x="1447" y="5497"/>
                  </a:cubicBezTo>
                  <a:cubicBezTo>
                    <a:pt x="1962" y="5850"/>
                    <a:pt x="2701" y="6172"/>
                    <a:pt x="3472" y="6172"/>
                  </a:cubicBezTo>
                  <a:cubicBezTo>
                    <a:pt x="3954" y="6172"/>
                    <a:pt x="4405" y="6075"/>
                    <a:pt x="4790" y="5786"/>
                  </a:cubicBezTo>
                  <a:cubicBezTo>
                    <a:pt x="5337" y="5368"/>
                    <a:pt x="5690" y="4758"/>
                    <a:pt x="5947" y="4243"/>
                  </a:cubicBezTo>
                  <a:cubicBezTo>
                    <a:pt x="6089" y="3920"/>
                    <a:pt x="6192" y="3635"/>
                    <a:pt x="6249" y="3468"/>
                  </a:cubicBezTo>
                  <a:lnTo>
                    <a:pt x="6249" y="3468"/>
                  </a:lnTo>
                  <a:cubicBezTo>
                    <a:pt x="6560" y="3459"/>
                    <a:pt x="7290" y="3440"/>
                    <a:pt x="7490" y="3440"/>
                  </a:cubicBezTo>
                  <a:cubicBezTo>
                    <a:pt x="7619" y="3440"/>
                    <a:pt x="7683" y="3375"/>
                    <a:pt x="7715" y="3343"/>
                  </a:cubicBezTo>
                  <a:cubicBezTo>
                    <a:pt x="7780" y="3247"/>
                    <a:pt x="7812" y="3150"/>
                    <a:pt x="7844" y="3054"/>
                  </a:cubicBezTo>
                  <a:cubicBezTo>
                    <a:pt x="8005" y="2668"/>
                    <a:pt x="8133" y="1993"/>
                    <a:pt x="8230" y="1382"/>
                  </a:cubicBezTo>
                  <a:cubicBezTo>
                    <a:pt x="8326" y="804"/>
                    <a:pt x="8423" y="289"/>
                    <a:pt x="8423" y="289"/>
                  </a:cubicBezTo>
                  <a:lnTo>
                    <a:pt x="8423" y="129"/>
                  </a:lnTo>
                  <a:lnTo>
                    <a:pt x="8262" y="64"/>
                  </a:lnTo>
                  <a:cubicBezTo>
                    <a:pt x="8101" y="0"/>
                    <a:pt x="7940" y="0"/>
                    <a:pt x="77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2" name="Google Shape;2682;g312bfb4b743_5_798"/>
            <p:cNvSpPr/>
            <p:nvPr/>
          </p:nvSpPr>
          <p:spPr>
            <a:xfrm>
              <a:off x="5134325" y="3466225"/>
              <a:ext cx="366475" cy="166375"/>
            </a:xfrm>
            <a:custGeom>
              <a:avLst/>
              <a:gdLst/>
              <a:ahLst/>
              <a:cxnLst/>
              <a:rect l="l" t="t" r="r" b="b"/>
              <a:pathLst>
                <a:path w="14659" h="6655" extrusionOk="0">
                  <a:moveTo>
                    <a:pt x="0" y="0"/>
                  </a:moveTo>
                  <a:lnTo>
                    <a:pt x="193" y="5465"/>
                  </a:lnTo>
                  <a:cubicBezTo>
                    <a:pt x="193" y="5465"/>
                    <a:pt x="7991" y="6655"/>
                    <a:pt x="8719" y="6655"/>
                  </a:cubicBezTo>
                  <a:cubicBezTo>
                    <a:pt x="8728" y="6655"/>
                    <a:pt x="8737" y="6655"/>
                    <a:pt x="8744" y="6654"/>
                  </a:cubicBezTo>
                  <a:cubicBezTo>
                    <a:pt x="9322" y="6654"/>
                    <a:pt x="11669" y="5690"/>
                    <a:pt x="12376" y="5529"/>
                  </a:cubicBezTo>
                  <a:cubicBezTo>
                    <a:pt x="13083" y="5369"/>
                    <a:pt x="14658" y="4083"/>
                    <a:pt x="14658" y="4083"/>
                  </a:cubicBezTo>
                  <a:lnTo>
                    <a:pt x="14658" y="4083"/>
                  </a:lnTo>
                  <a:lnTo>
                    <a:pt x="7715" y="4179"/>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3" name="Google Shape;2683;g312bfb4b743_5_798"/>
            <p:cNvSpPr/>
            <p:nvPr/>
          </p:nvSpPr>
          <p:spPr>
            <a:xfrm>
              <a:off x="5128700" y="3457375"/>
              <a:ext cx="387375" cy="180850"/>
            </a:xfrm>
            <a:custGeom>
              <a:avLst/>
              <a:gdLst/>
              <a:ahLst/>
              <a:cxnLst/>
              <a:rect l="l" t="t" r="r" b="b"/>
              <a:pathLst>
                <a:path w="15495" h="7234" extrusionOk="0">
                  <a:moveTo>
                    <a:pt x="450" y="708"/>
                  </a:moveTo>
                  <a:lnTo>
                    <a:pt x="7908" y="4726"/>
                  </a:lnTo>
                  <a:lnTo>
                    <a:pt x="14229" y="4668"/>
                  </a:lnTo>
                  <a:lnTo>
                    <a:pt x="14229" y="4668"/>
                  </a:lnTo>
                  <a:cubicBezTo>
                    <a:pt x="14015" y="4823"/>
                    <a:pt x="13766" y="5000"/>
                    <a:pt x="13501" y="5176"/>
                  </a:cubicBezTo>
                  <a:cubicBezTo>
                    <a:pt x="13147" y="5433"/>
                    <a:pt x="12762" y="5626"/>
                    <a:pt x="12569" y="5690"/>
                  </a:cubicBezTo>
                  <a:cubicBezTo>
                    <a:pt x="12183" y="5755"/>
                    <a:pt x="11412" y="6044"/>
                    <a:pt x="10672" y="6301"/>
                  </a:cubicBezTo>
                  <a:cubicBezTo>
                    <a:pt x="10287" y="6430"/>
                    <a:pt x="9933" y="6558"/>
                    <a:pt x="9612" y="6655"/>
                  </a:cubicBezTo>
                  <a:cubicBezTo>
                    <a:pt x="9322" y="6751"/>
                    <a:pt x="9065" y="6816"/>
                    <a:pt x="8969" y="6816"/>
                  </a:cubicBezTo>
                  <a:cubicBezTo>
                    <a:pt x="8937" y="6816"/>
                    <a:pt x="8744" y="6783"/>
                    <a:pt x="8454" y="6751"/>
                  </a:cubicBezTo>
                  <a:cubicBezTo>
                    <a:pt x="7490" y="6655"/>
                    <a:pt x="5497" y="6333"/>
                    <a:pt x="3729" y="6076"/>
                  </a:cubicBezTo>
                  <a:cubicBezTo>
                    <a:pt x="2829" y="5948"/>
                    <a:pt x="2026" y="5851"/>
                    <a:pt x="1415" y="5755"/>
                  </a:cubicBezTo>
                  <a:cubicBezTo>
                    <a:pt x="1055" y="5695"/>
                    <a:pt x="770" y="5647"/>
                    <a:pt x="606" y="5620"/>
                  </a:cubicBezTo>
                  <a:lnTo>
                    <a:pt x="606" y="5620"/>
                  </a:lnTo>
                  <a:lnTo>
                    <a:pt x="450" y="708"/>
                  </a:lnTo>
                  <a:close/>
                  <a:moveTo>
                    <a:pt x="0" y="1"/>
                  </a:moveTo>
                  <a:lnTo>
                    <a:pt x="193" y="5980"/>
                  </a:lnTo>
                  <a:lnTo>
                    <a:pt x="386" y="6012"/>
                  </a:lnTo>
                  <a:cubicBezTo>
                    <a:pt x="386" y="6012"/>
                    <a:pt x="2347" y="6333"/>
                    <a:pt x="4436" y="6623"/>
                  </a:cubicBezTo>
                  <a:cubicBezTo>
                    <a:pt x="5465" y="6783"/>
                    <a:pt x="6494" y="6912"/>
                    <a:pt x="7329" y="7041"/>
                  </a:cubicBezTo>
                  <a:cubicBezTo>
                    <a:pt x="7747" y="7105"/>
                    <a:pt x="8133" y="7137"/>
                    <a:pt x="8390" y="7169"/>
                  </a:cubicBezTo>
                  <a:cubicBezTo>
                    <a:pt x="8679" y="7201"/>
                    <a:pt x="8872" y="7233"/>
                    <a:pt x="8969" y="7233"/>
                  </a:cubicBezTo>
                  <a:lnTo>
                    <a:pt x="9001" y="7233"/>
                  </a:lnTo>
                  <a:cubicBezTo>
                    <a:pt x="9162" y="7233"/>
                    <a:pt x="9419" y="7169"/>
                    <a:pt x="9740" y="7073"/>
                  </a:cubicBezTo>
                  <a:cubicBezTo>
                    <a:pt x="10222" y="6912"/>
                    <a:pt x="10833" y="6687"/>
                    <a:pt x="11380" y="6494"/>
                  </a:cubicBezTo>
                  <a:cubicBezTo>
                    <a:pt x="11926" y="6301"/>
                    <a:pt x="12408" y="6140"/>
                    <a:pt x="12633" y="6108"/>
                  </a:cubicBezTo>
                  <a:cubicBezTo>
                    <a:pt x="12858" y="6044"/>
                    <a:pt x="13115" y="5915"/>
                    <a:pt x="13340" y="5787"/>
                  </a:cubicBezTo>
                  <a:cubicBezTo>
                    <a:pt x="14112" y="5337"/>
                    <a:pt x="15012" y="4598"/>
                    <a:pt x="15012" y="4598"/>
                  </a:cubicBezTo>
                  <a:lnTo>
                    <a:pt x="15494" y="4212"/>
                  </a:lnTo>
                  <a:lnTo>
                    <a:pt x="8004" y="430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4" name="Google Shape;2684;g312bfb4b743_5_798"/>
            <p:cNvSpPr/>
            <p:nvPr/>
          </p:nvSpPr>
          <p:spPr>
            <a:xfrm>
              <a:off x="5301475" y="3568275"/>
              <a:ext cx="199325" cy="64325"/>
            </a:xfrm>
            <a:custGeom>
              <a:avLst/>
              <a:gdLst/>
              <a:ahLst/>
              <a:cxnLst/>
              <a:rect l="l" t="t" r="r" b="b"/>
              <a:pathLst>
                <a:path w="7973" h="2573" extrusionOk="0">
                  <a:moveTo>
                    <a:pt x="7972" y="1"/>
                  </a:moveTo>
                  <a:lnTo>
                    <a:pt x="1029" y="97"/>
                  </a:lnTo>
                  <a:cubicBezTo>
                    <a:pt x="1029" y="97"/>
                    <a:pt x="0" y="451"/>
                    <a:pt x="97" y="1512"/>
                  </a:cubicBezTo>
                  <a:cubicBezTo>
                    <a:pt x="129" y="1865"/>
                    <a:pt x="386" y="2187"/>
                    <a:pt x="708" y="2412"/>
                  </a:cubicBezTo>
                  <a:cubicBezTo>
                    <a:pt x="1415" y="2508"/>
                    <a:pt x="1929" y="2572"/>
                    <a:pt x="2058" y="2572"/>
                  </a:cubicBezTo>
                  <a:cubicBezTo>
                    <a:pt x="2636" y="2572"/>
                    <a:pt x="4983" y="1608"/>
                    <a:pt x="5690" y="1447"/>
                  </a:cubicBezTo>
                  <a:cubicBezTo>
                    <a:pt x="6397" y="1287"/>
                    <a:pt x="7972" y="1"/>
                    <a:pt x="797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5" name="Google Shape;2685;g312bfb4b743_5_798"/>
            <p:cNvSpPr/>
            <p:nvPr/>
          </p:nvSpPr>
          <p:spPr>
            <a:xfrm>
              <a:off x="5298250" y="3562650"/>
              <a:ext cx="217825" cy="75575"/>
            </a:xfrm>
            <a:custGeom>
              <a:avLst/>
              <a:gdLst/>
              <a:ahLst/>
              <a:cxnLst/>
              <a:rect l="l" t="t" r="r" b="b"/>
              <a:pathLst>
                <a:path w="8713" h="3023" extrusionOk="0">
                  <a:moveTo>
                    <a:pt x="7446" y="457"/>
                  </a:moveTo>
                  <a:cubicBezTo>
                    <a:pt x="7233" y="612"/>
                    <a:pt x="6984" y="789"/>
                    <a:pt x="6719" y="965"/>
                  </a:cubicBezTo>
                  <a:cubicBezTo>
                    <a:pt x="6365" y="1222"/>
                    <a:pt x="5980" y="1415"/>
                    <a:pt x="5787" y="1479"/>
                  </a:cubicBezTo>
                  <a:cubicBezTo>
                    <a:pt x="5401" y="1544"/>
                    <a:pt x="4630" y="1833"/>
                    <a:pt x="3890" y="2090"/>
                  </a:cubicBezTo>
                  <a:cubicBezTo>
                    <a:pt x="3505" y="2219"/>
                    <a:pt x="3151" y="2347"/>
                    <a:pt x="2830" y="2444"/>
                  </a:cubicBezTo>
                  <a:cubicBezTo>
                    <a:pt x="2540" y="2540"/>
                    <a:pt x="2283" y="2605"/>
                    <a:pt x="2187" y="2605"/>
                  </a:cubicBezTo>
                  <a:cubicBezTo>
                    <a:pt x="2155" y="2605"/>
                    <a:pt x="1994" y="2572"/>
                    <a:pt x="1737" y="2540"/>
                  </a:cubicBezTo>
                  <a:cubicBezTo>
                    <a:pt x="1525" y="2540"/>
                    <a:pt x="1257" y="2483"/>
                    <a:pt x="932" y="2450"/>
                  </a:cubicBezTo>
                  <a:lnTo>
                    <a:pt x="932" y="2450"/>
                  </a:lnTo>
                  <a:cubicBezTo>
                    <a:pt x="659" y="2231"/>
                    <a:pt x="450" y="1983"/>
                    <a:pt x="419" y="1704"/>
                  </a:cubicBezTo>
                  <a:lnTo>
                    <a:pt x="419" y="1608"/>
                  </a:lnTo>
                  <a:cubicBezTo>
                    <a:pt x="419" y="1190"/>
                    <a:pt x="612" y="933"/>
                    <a:pt x="837" y="772"/>
                  </a:cubicBezTo>
                  <a:cubicBezTo>
                    <a:pt x="933" y="676"/>
                    <a:pt x="1030" y="612"/>
                    <a:pt x="1126" y="579"/>
                  </a:cubicBezTo>
                  <a:lnTo>
                    <a:pt x="1222" y="515"/>
                  </a:lnTo>
                  <a:lnTo>
                    <a:pt x="1222" y="515"/>
                  </a:lnTo>
                  <a:lnTo>
                    <a:pt x="1222" y="515"/>
                  </a:lnTo>
                  <a:lnTo>
                    <a:pt x="7446" y="457"/>
                  </a:lnTo>
                  <a:close/>
                  <a:moveTo>
                    <a:pt x="8712" y="1"/>
                  </a:moveTo>
                  <a:lnTo>
                    <a:pt x="1126" y="97"/>
                  </a:lnTo>
                  <a:lnTo>
                    <a:pt x="1094" y="97"/>
                  </a:lnTo>
                  <a:cubicBezTo>
                    <a:pt x="1094" y="97"/>
                    <a:pt x="805" y="194"/>
                    <a:pt x="547" y="451"/>
                  </a:cubicBezTo>
                  <a:cubicBezTo>
                    <a:pt x="290" y="676"/>
                    <a:pt x="1" y="1062"/>
                    <a:pt x="1" y="1608"/>
                  </a:cubicBezTo>
                  <a:cubicBezTo>
                    <a:pt x="1" y="1640"/>
                    <a:pt x="1" y="1704"/>
                    <a:pt x="1" y="1737"/>
                  </a:cubicBezTo>
                  <a:cubicBezTo>
                    <a:pt x="33" y="2219"/>
                    <a:pt x="354" y="2572"/>
                    <a:pt x="708" y="2830"/>
                  </a:cubicBezTo>
                  <a:lnTo>
                    <a:pt x="772" y="2862"/>
                  </a:lnTo>
                  <a:lnTo>
                    <a:pt x="805" y="2862"/>
                  </a:lnTo>
                  <a:cubicBezTo>
                    <a:pt x="1158" y="2894"/>
                    <a:pt x="1480" y="2958"/>
                    <a:pt x="1705" y="2990"/>
                  </a:cubicBezTo>
                  <a:cubicBezTo>
                    <a:pt x="1930" y="2990"/>
                    <a:pt x="2090" y="3022"/>
                    <a:pt x="2187" y="3022"/>
                  </a:cubicBezTo>
                  <a:lnTo>
                    <a:pt x="2219" y="3022"/>
                  </a:lnTo>
                  <a:cubicBezTo>
                    <a:pt x="2380" y="3022"/>
                    <a:pt x="2637" y="2958"/>
                    <a:pt x="2958" y="2862"/>
                  </a:cubicBezTo>
                  <a:cubicBezTo>
                    <a:pt x="3440" y="2701"/>
                    <a:pt x="4051" y="2476"/>
                    <a:pt x="4598" y="2283"/>
                  </a:cubicBezTo>
                  <a:cubicBezTo>
                    <a:pt x="5144" y="2090"/>
                    <a:pt x="5626" y="1929"/>
                    <a:pt x="5851" y="1897"/>
                  </a:cubicBezTo>
                  <a:cubicBezTo>
                    <a:pt x="6076" y="1833"/>
                    <a:pt x="6333" y="1704"/>
                    <a:pt x="6558" y="1576"/>
                  </a:cubicBezTo>
                  <a:cubicBezTo>
                    <a:pt x="7330" y="1126"/>
                    <a:pt x="8230" y="387"/>
                    <a:pt x="8230" y="387"/>
                  </a:cubicBezTo>
                  <a:lnTo>
                    <a:pt x="871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6" name="Google Shape;2686;g312bfb4b743_5_798"/>
            <p:cNvSpPr/>
            <p:nvPr/>
          </p:nvSpPr>
          <p:spPr>
            <a:xfrm>
              <a:off x="4830550" y="3803825"/>
              <a:ext cx="219425" cy="1071950"/>
            </a:xfrm>
            <a:custGeom>
              <a:avLst/>
              <a:gdLst/>
              <a:ahLst/>
              <a:cxnLst/>
              <a:rect l="l" t="t" r="r" b="b"/>
              <a:pathLst>
                <a:path w="8777" h="42878" extrusionOk="0">
                  <a:moveTo>
                    <a:pt x="3190" y="0"/>
                  </a:moveTo>
                  <a:cubicBezTo>
                    <a:pt x="3112" y="0"/>
                    <a:pt x="3034" y="10"/>
                    <a:pt x="2958" y="29"/>
                  </a:cubicBezTo>
                  <a:cubicBezTo>
                    <a:pt x="1544" y="383"/>
                    <a:pt x="1930" y="2215"/>
                    <a:pt x="1930" y="2215"/>
                  </a:cubicBezTo>
                  <a:cubicBezTo>
                    <a:pt x="1930" y="2215"/>
                    <a:pt x="2476" y="16873"/>
                    <a:pt x="2508" y="19220"/>
                  </a:cubicBezTo>
                  <a:cubicBezTo>
                    <a:pt x="2572" y="21598"/>
                    <a:pt x="1" y="26934"/>
                    <a:pt x="290" y="30727"/>
                  </a:cubicBezTo>
                  <a:cubicBezTo>
                    <a:pt x="579" y="34488"/>
                    <a:pt x="997" y="42878"/>
                    <a:pt x="997" y="42878"/>
                  </a:cubicBezTo>
                  <a:lnTo>
                    <a:pt x="3890" y="42814"/>
                  </a:lnTo>
                  <a:cubicBezTo>
                    <a:pt x="3890" y="42814"/>
                    <a:pt x="4276" y="40660"/>
                    <a:pt x="5080" y="38056"/>
                  </a:cubicBezTo>
                  <a:cubicBezTo>
                    <a:pt x="5883" y="35453"/>
                    <a:pt x="6880" y="31306"/>
                    <a:pt x="7137" y="27770"/>
                  </a:cubicBezTo>
                  <a:cubicBezTo>
                    <a:pt x="7362" y="24202"/>
                    <a:pt x="8776" y="14141"/>
                    <a:pt x="7458" y="8323"/>
                  </a:cubicBezTo>
                  <a:cubicBezTo>
                    <a:pt x="6213" y="2856"/>
                    <a:pt x="4537" y="0"/>
                    <a:pt x="31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7" name="Google Shape;2687;g312bfb4b743_5_798"/>
            <p:cNvSpPr/>
            <p:nvPr/>
          </p:nvSpPr>
          <p:spPr>
            <a:xfrm>
              <a:off x="4832175" y="3798125"/>
              <a:ext cx="204125" cy="1083275"/>
            </a:xfrm>
            <a:custGeom>
              <a:avLst/>
              <a:gdLst/>
              <a:ahLst/>
              <a:cxnLst/>
              <a:rect l="l" t="t" r="r" b="b"/>
              <a:pathLst>
                <a:path w="8165" h="43331" extrusionOk="0">
                  <a:moveTo>
                    <a:pt x="3118" y="418"/>
                  </a:moveTo>
                  <a:cubicBezTo>
                    <a:pt x="3375" y="418"/>
                    <a:pt x="3697" y="579"/>
                    <a:pt x="4050" y="900"/>
                  </a:cubicBezTo>
                  <a:cubicBezTo>
                    <a:pt x="4565" y="1415"/>
                    <a:pt x="5111" y="2315"/>
                    <a:pt x="5658" y="3600"/>
                  </a:cubicBezTo>
                  <a:cubicBezTo>
                    <a:pt x="6204" y="4886"/>
                    <a:pt x="6718" y="6558"/>
                    <a:pt x="7168" y="8615"/>
                  </a:cubicBezTo>
                  <a:cubicBezTo>
                    <a:pt x="7586" y="10383"/>
                    <a:pt x="7715" y="12601"/>
                    <a:pt x="7715" y="14915"/>
                  </a:cubicBezTo>
                  <a:cubicBezTo>
                    <a:pt x="7715" y="19994"/>
                    <a:pt x="7008" y="25491"/>
                    <a:pt x="6847" y="27966"/>
                  </a:cubicBezTo>
                  <a:cubicBezTo>
                    <a:pt x="6622" y="31502"/>
                    <a:pt x="5625" y="35616"/>
                    <a:pt x="4822" y="38220"/>
                  </a:cubicBezTo>
                  <a:cubicBezTo>
                    <a:pt x="4145" y="40412"/>
                    <a:pt x="3765" y="42308"/>
                    <a:pt x="3662" y="42852"/>
                  </a:cubicBezTo>
                  <a:lnTo>
                    <a:pt x="3662" y="42852"/>
                  </a:lnTo>
                  <a:lnTo>
                    <a:pt x="1147" y="42908"/>
                  </a:lnTo>
                  <a:lnTo>
                    <a:pt x="1147" y="42908"/>
                  </a:lnTo>
                  <a:cubicBezTo>
                    <a:pt x="1083" y="41618"/>
                    <a:pt x="713" y="34343"/>
                    <a:pt x="450" y="30923"/>
                  </a:cubicBezTo>
                  <a:cubicBezTo>
                    <a:pt x="418" y="30730"/>
                    <a:pt x="418" y="30505"/>
                    <a:pt x="418" y="30312"/>
                  </a:cubicBezTo>
                  <a:cubicBezTo>
                    <a:pt x="418" y="28512"/>
                    <a:pt x="964" y="26391"/>
                    <a:pt x="1543" y="24462"/>
                  </a:cubicBezTo>
                  <a:cubicBezTo>
                    <a:pt x="2090" y="22501"/>
                    <a:pt x="2668" y="20733"/>
                    <a:pt x="2668" y="19544"/>
                  </a:cubicBezTo>
                  <a:lnTo>
                    <a:pt x="2668" y="19448"/>
                  </a:lnTo>
                  <a:cubicBezTo>
                    <a:pt x="2604" y="17069"/>
                    <a:pt x="2057" y="2411"/>
                    <a:pt x="2057" y="2411"/>
                  </a:cubicBezTo>
                  <a:lnTo>
                    <a:pt x="2057" y="2379"/>
                  </a:lnTo>
                  <a:lnTo>
                    <a:pt x="2057" y="2347"/>
                  </a:lnTo>
                  <a:cubicBezTo>
                    <a:pt x="2057" y="2282"/>
                    <a:pt x="2025" y="2122"/>
                    <a:pt x="2025" y="1929"/>
                  </a:cubicBezTo>
                  <a:cubicBezTo>
                    <a:pt x="2025" y="1640"/>
                    <a:pt x="2057" y="1318"/>
                    <a:pt x="2186" y="1061"/>
                  </a:cubicBezTo>
                  <a:cubicBezTo>
                    <a:pt x="2347" y="772"/>
                    <a:pt x="2540" y="547"/>
                    <a:pt x="2925" y="450"/>
                  </a:cubicBezTo>
                  <a:cubicBezTo>
                    <a:pt x="2990" y="450"/>
                    <a:pt x="3054" y="418"/>
                    <a:pt x="3118" y="418"/>
                  </a:cubicBezTo>
                  <a:close/>
                  <a:moveTo>
                    <a:pt x="3118" y="0"/>
                  </a:moveTo>
                  <a:cubicBezTo>
                    <a:pt x="3022" y="0"/>
                    <a:pt x="2925" y="32"/>
                    <a:pt x="2829" y="32"/>
                  </a:cubicBezTo>
                  <a:cubicBezTo>
                    <a:pt x="2315" y="161"/>
                    <a:pt x="1993" y="514"/>
                    <a:pt x="1800" y="868"/>
                  </a:cubicBezTo>
                  <a:cubicBezTo>
                    <a:pt x="1640" y="1222"/>
                    <a:pt x="1607" y="1607"/>
                    <a:pt x="1607" y="1929"/>
                  </a:cubicBezTo>
                  <a:cubicBezTo>
                    <a:pt x="1607" y="2250"/>
                    <a:pt x="1640" y="2475"/>
                    <a:pt x="1640" y="2475"/>
                  </a:cubicBezTo>
                  <a:lnTo>
                    <a:pt x="1641" y="2475"/>
                  </a:lnTo>
                  <a:lnTo>
                    <a:pt x="1641" y="2475"/>
                  </a:lnTo>
                  <a:cubicBezTo>
                    <a:pt x="1647" y="2647"/>
                    <a:pt x="1679" y="3498"/>
                    <a:pt x="1736" y="4758"/>
                  </a:cubicBezTo>
                  <a:cubicBezTo>
                    <a:pt x="1897" y="9001"/>
                    <a:pt x="2186" y="17680"/>
                    <a:pt x="2250" y="19448"/>
                  </a:cubicBezTo>
                  <a:lnTo>
                    <a:pt x="2250" y="19544"/>
                  </a:lnTo>
                  <a:cubicBezTo>
                    <a:pt x="2250" y="20605"/>
                    <a:pt x="1704" y="22373"/>
                    <a:pt x="1125" y="24334"/>
                  </a:cubicBezTo>
                  <a:cubicBezTo>
                    <a:pt x="547" y="26294"/>
                    <a:pt x="0" y="28416"/>
                    <a:pt x="0" y="30312"/>
                  </a:cubicBezTo>
                  <a:cubicBezTo>
                    <a:pt x="0" y="30537"/>
                    <a:pt x="0" y="30730"/>
                    <a:pt x="0" y="30955"/>
                  </a:cubicBezTo>
                  <a:cubicBezTo>
                    <a:pt x="161" y="32852"/>
                    <a:pt x="354" y="35873"/>
                    <a:pt x="482" y="38445"/>
                  </a:cubicBezTo>
                  <a:cubicBezTo>
                    <a:pt x="547" y="39731"/>
                    <a:pt x="611" y="40920"/>
                    <a:pt x="643" y="41756"/>
                  </a:cubicBezTo>
                  <a:cubicBezTo>
                    <a:pt x="707" y="42592"/>
                    <a:pt x="707" y="43138"/>
                    <a:pt x="707" y="43138"/>
                  </a:cubicBezTo>
                  <a:lnTo>
                    <a:pt x="739" y="43331"/>
                  </a:lnTo>
                  <a:lnTo>
                    <a:pt x="4018" y="43267"/>
                  </a:lnTo>
                  <a:lnTo>
                    <a:pt x="4050" y="43074"/>
                  </a:lnTo>
                  <a:cubicBezTo>
                    <a:pt x="4050" y="43074"/>
                    <a:pt x="4082" y="42945"/>
                    <a:pt x="4115" y="42720"/>
                  </a:cubicBezTo>
                  <a:cubicBezTo>
                    <a:pt x="4275" y="41981"/>
                    <a:pt x="4629" y="40277"/>
                    <a:pt x="5240" y="38349"/>
                  </a:cubicBezTo>
                  <a:cubicBezTo>
                    <a:pt x="6043" y="35713"/>
                    <a:pt x="7040" y="31598"/>
                    <a:pt x="7265" y="27998"/>
                  </a:cubicBezTo>
                  <a:cubicBezTo>
                    <a:pt x="7458" y="25555"/>
                    <a:pt x="8165" y="20026"/>
                    <a:pt x="8165" y="14915"/>
                  </a:cubicBezTo>
                  <a:cubicBezTo>
                    <a:pt x="8165" y="12601"/>
                    <a:pt x="8004" y="10351"/>
                    <a:pt x="7586" y="8518"/>
                  </a:cubicBezTo>
                  <a:cubicBezTo>
                    <a:pt x="6975" y="5754"/>
                    <a:pt x="6236" y="3665"/>
                    <a:pt x="5497" y="2250"/>
                  </a:cubicBezTo>
                  <a:cubicBezTo>
                    <a:pt x="5111" y="1511"/>
                    <a:pt x="4725" y="964"/>
                    <a:pt x="4340" y="611"/>
                  </a:cubicBezTo>
                  <a:cubicBezTo>
                    <a:pt x="3954" y="225"/>
                    <a:pt x="3536" y="0"/>
                    <a:pt x="31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8" name="Google Shape;2688;g312bfb4b743_5_798"/>
            <p:cNvSpPr/>
            <p:nvPr/>
          </p:nvSpPr>
          <p:spPr>
            <a:xfrm>
              <a:off x="4814475" y="3655075"/>
              <a:ext cx="331925" cy="1231150"/>
            </a:xfrm>
            <a:custGeom>
              <a:avLst/>
              <a:gdLst/>
              <a:ahLst/>
              <a:cxnLst/>
              <a:rect l="l" t="t" r="r" b="b"/>
              <a:pathLst>
                <a:path w="13277" h="49246" extrusionOk="0">
                  <a:moveTo>
                    <a:pt x="772" y="0"/>
                  </a:moveTo>
                  <a:cubicBezTo>
                    <a:pt x="772" y="1"/>
                    <a:pt x="1" y="4340"/>
                    <a:pt x="1030" y="6558"/>
                  </a:cubicBezTo>
                  <a:cubicBezTo>
                    <a:pt x="2026" y="8808"/>
                    <a:pt x="3665" y="14690"/>
                    <a:pt x="4630" y="18130"/>
                  </a:cubicBezTo>
                  <a:cubicBezTo>
                    <a:pt x="5562" y="21569"/>
                    <a:pt x="5755" y="25234"/>
                    <a:pt x="4855" y="28384"/>
                  </a:cubicBezTo>
                  <a:cubicBezTo>
                    <a:pt x="3955" y="31534"/>
                    <a:pt x="4565" y="35617"/>
                    <a:pt x="5305" y="38927"/>
                  </a:cubicBezTo>
                  <a:cubicBezTo>
                    <a:pt x="6012" y="42270"/>
                    <a:pt x="7137" y="49246"/>
                    <a:pt x="7137" y="49246"/>
                  </a:cubicBezTo>
                  <a:lnTo>
                    <a:pt x="9837" y="49182"/>
                  </a:lnTo>
                  <a:cubicBezTo>
                    <a:pt x="9837" y="49182"/>
                    <a:pt x="11059" y="35584"/>
                    <a:pt x="11734" y="32338"/>
                  </a:cubicBezTo>
                  <a:cubicBezTo>
                    <a:pt x="12409" y="29059"/>
                    <a:pt x="13052" y="23980"/>
                    <a:pt x="13180" y="19448"/>
                  </a:cubicBezTo>
                  <a:cubicBezTo>
                    <a:pt x="13277" y="14915"/>
                    <a:pt x="12955" y="4565"/>
                    <a:pt x="12955" y="4565"/>
                  </a:cubicBezTo>
                  <a:lnTo>
                    <a:pt x="13084" y="1029"/>
                  </a:lnTo>
                  <a:lnTo>
                    <a:pt x="7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9" name="Google Shape;2689;g312bfb4b743_5_798"/>
            <p:cNvSpPr/>
            <p:nvPr/>
          </p:nvSpPr>
          <p:spPr>
            <a:xfrm>
              <a:off x="4821725" y="3649450"/>
              <a:ext cx="327900" cy="1242400"/>
            </a:xfrm>
            <a:custGeom>
              <a:avLst/>
              <a:gdLst/>
              <a:ahLst/>
              <a:cxnLst/>
              <a:rect l="l" t="t" r="r" b="b"/>
              <a:pathLst>
                <a:path w="13116" h="49696" extrusionOk="0">
                  <a:moveTo>
                    <a:pt x="657" y="436"/>
                  </a:moveTo>
                  <a:lnTo>
                    <a:pt x="12569" y="1447"/>
                  </a:lnTo>
                  <a:lnTo>
                    <a:pt x="12440" y="4790"/>
                  </a:lnTo>
                  <a:lnTo>
                    <a:pt x="12440" y="4822"/>
                  </a:lnTo>
                  <a:cubicBezTo>
                    <a:pt x="12440" y="4822"/>
                    <a:pt x="12472" y="5272"/>
                    <a:pt x="12472" y="6076"/>
                  </a:cubicBezTo>
                  <a:cubicBezTo>
                    <a:pt x="12569" y="8422"/>
                    <a:pt x="12697" y="13630"/>
                    <a:pt x="12697" y="17391"/>
                  </a:cubicBezTo>
                  <a:cubicBezTo>
                    <a:pt x="12697" y="18258"/>
                    <a:pt x="12697" y="19030"/>
                    <a:pt x="12665" y="19673"/>
                  </a:cubicBezTo>
                  <a:cubicBezTo>
                    <a:pt x="12569" y="24205"/>
                    <a:pt x="11926" y="29284"/>
                    <a:pt x="11219" y="32499"/>
                  </a:cubicBezTo>
                  <a:cubicBezTo>
                    <a:pt x="10897" y="34170"/>
                    <a:pt x="10415" y="38349"/>
                    <a:pt x="10029" y="42174"/>
                  </a:cubicBezTo>
                  <a:cubicBezTo>
                    <a:pt x="9697" y="45469"/>
                    <a:pt x="9436" y="48453"/>
                    <a:pt x="9370" y="49218"/>
                  </a:cubicBezTo>
                  <a:lnTo>
                    <a:pt x="9370" y="49218"/>
                  </a:lnTo>
                  <a:lnTo>
                    <a:pt x="7045" y="49273"/>
                  </a:lnTo>
                  <a:lnTo>
                    <a:pt x="7045" y="49273"/>
                  </a:lnTo>
                  <a:cubicBezTo>
                    <a:pt x="6870" y="48199"/>
                    <a:pt x="5880" y="42159"/>
                    <a:pt x="5208" y="39120"/>
                  </a:cubicBezTo>
                  <a:cubicBezTo>
                    <a:pt x="4758" y="36967"/>
                    <a:pt x="4340" y="34524"/>
                    <a:pt x="4340" y="32209"/>
                  </a:cubicBezTo>
                  <a:cubicBezTo>
                    <a:pt x="4340" y="30956"/>
                    <a:pt x="4468" y="29734"/>
                    <a:pt x="4758" y="28673"/>
                  </a:cubicBezTo>
                  <a:cubicBezTo>
                    <a:pt x="5176" y="27227"/>
                    <a:pt x="5368" y="25716"/>
                    <a:pt x="5368" y="24173"/>
                  </a:cubicBezTo>
                  <a:cubicBezTo>
                    <a:pt x="5368" y="22244"/>
                    <a:pt x="5047" y="20219"/>
                    <a:pt x="4533" y="18291"/>
                  </a:cubicBezTo>
                  <a:cubicBezTo>
                    <a:pt x="4050" y="16587"/>
                    <a:pt x="3408" y="14273"/>
                    <a:pt x="2765" y="12055"/>
                  </a:cubicBezTo>
                  <a:cubicBezTo>
                    <a:pt x="2122" y="9869"/>
                    <a:pt x="1447" y="7844"/>
                    <a:pt x="932" y="6719"/>
                  </a:cubicBezTo>
                  <a:cubicBezTo>
                    <a:pt x="547" y="5851"/>
                    <a:pt x="418" y="4661"/>
                    <a:pt x="418" y="3504"/>
                  </a:cubicBezTo>
                  <a:cubicBezTo>
                    <a:pt x="418" y="2668"/>
                    <a:pt x="482" y="1833"/>
                    <a:pt x="547" y="1254"/>
                  </a:cubicBezTo>
                  <a:cubicBezTo>
                    <a:pt x="579" y="933"/>
                    <a:pt x="611" y="708"/>
                    <a:pt x="643" y="515"/>
                  </a:cubicBezTo>
                  <a:cubicBezTo>
                    <a:pt x="649" y="486"/>
                    <a:pt x="654" y="460"/>
                    <a:pt x="657" y="436"/>
                  </a:cubicBezTo>
                  <a:close/>
                  <a:moveTo>
                    <a:pt x="290" y="0"/>
                  </a:moveTo>
                  <a:lnTo>
                    <a:pt x="257" y="193"/>
                  </a:lnTo>
                  <a:cubicBezTo>
                    <a:pt x="257" y="193"/>
                    <a:pt x="0" y="1768"/>
                    <a:pt x="0" y="3504"/>
                  </a:cubicBezTo>
                  <a:cubicBezTo>
                    <a:pt x="0" y="4694"/>
                    <a:pt x="97" y="5947"/>
                    <a:pt x="547" y="6879"/>
                  </a:cubicBezTo>
                  <a:cubicBezTo>
                    <a:pt x="1029" y="7972"/>
                    <a:pt x="1704" y="10029"/>
                    <a:pt x="2347" y="12183"/>
                  </a:cubicBezTo>
                  <a:cubicBezTo>
                    <a:pt x="3022" y="14369"/>
                    <a:pt x="3665" y="16716"/>
                    <a:pt x="4115" y="18419"/>
                  </a:cubicBezTo>
                  <a:cubicBezTo>
                    <a:pt x="4629" y="20316"/>
                    <a:pt x="4918" y="22277"/>
                    <a:pt x="4918" y="24173"/>
                  </a:cubicBezTo>
                  <a:cubicBezTo>
                    <a:pt x="4918" y="25684"/>
                    <a:pt x="4758" y="27163"/>
                    <a:pt x="4340" y="28545"/>
                  </a:cubicBezTo>
                  <a:cubicBezTo>
                    <a:pt x="4018" y="29670"/>
                    <a:pt x="3890" y="30923"/>
                    <a:pt x="3890" y="32209"/>
                  </a:cubicBezTo>
                  <a:cubicBezTo>
                    <a:pt x="3890" y="34556"/>
                    <a:pt x="4340" y="37031"/>
                    <a:pt x="4790" y="39217"/>
                  </a:cubicBezTo>
                  <a:cubicBezTo>
                    <a:pt x="5176" y="40856"/>
                    <a:pt x="5626" y="43428"/>
                    <a:pt x="6011" y="45613"/>
                  </a:cubicBezTo>
                  <a:cubicBezTo>
                    <a:pt x="6172" y="46674"/>
                    <a:pt x="6333" y="47671"/>
                    <a:pt x="6461" y="48378"/>
                  </a:cubicBezTo>
                  <a:cubicBezTo>
                    <a:pt x="6590" y="49085"/>
                    <a:pt x="6654" y="49503"/>
                    <a:pt x="6654" y="49503"/>
                  </a:cubicBezTo>
                  <a:lnTo>
                    <a:pt x="6686" y="49696"/>
                  </a:lnTo>
                  <a:lnTo>
                    <a:pt x="9740" y="49632"/>
                  </a:lnTo>
                  <a:lnTo>
                    <a:pt x="9772" y="49439"/>
                  </a:lnTo>
                  <a:cubicBezTo>
                    <a:pt x="9772" y="49439"/>
                    <a:pt x="9836" y="48571"/>
                    <a:pt x="9965" y="47253"/>
                  </a:cubicBezTo>
                  <a:cubicBezTo>
                    <a:pt x="10158" y="45260"/>
                    <a:pt x="10447" y="42206"/>
                    <a:pt x="10769" y="39345"/>
                  </a:cubicBezTo>
                  <a:cubicBezTo>
                    <a:pt x="11058" y="36484"/>
                    <a:pt x="11412" y="33784"/>
                    <a:pt x="11637" y="32595"/>
                  </a:cubicBezTo>
                  <a:cubicBezTo>
                    <a:pt x="12344" y="29316"/>
                    <a:pt x="12987" y="24237"/>
                    <a:pt x="13083" y="19673"/>
                  </a:cubicBezTo>
                  <a:cubicBezTo>
                    <a:pt x="13115" y="19030"/>
                    <a:pt x="13115" y="18258"/>
                    <a:pt x="13115" y="17391"/>
                  </a:cubicBezTo>
                  <a:cubicBezTo>
                    <a:pt x="13115" y="12518"/>
                    <a:pt x="12872" y="5216"/>
                    <a:pt x="12859" y="4808"/>
                  </a:cubicBezTo>
                  <a:lnTo>
                    <a:pt x="12859" y="4808"/>
                  </a:lnTo>
                  <a:lnTo>
                    <a:pt x="13019" y="1029"/>
                  </a:lnTo>
                  <a:lnTo>
                    <a:pt x="29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0" name="Google Shape;2690;g312bfb4b743_5_798"/>
            <p:cNvSpPr/>
            <p:nvPr/>
          </p:nvSpPr>
          <p:spPr>
            <a:xfrm>
              <a:off x="4835375" y="4872550"/>
              <a:ext cx="217000" cy="65925"/>
            </a:xfrm>
            <a:custGeom>
              <a:avLst/>
              <a:gdLst/>
              <a:ahLst/>
              <a:cxnLst/>
              <a:rect l="l" t="t" r="r" b="b"/>
              <a:pathLst>
                <a:path w="8680" h="2637" extrusionOk="0">
                  <a:moveTo>
                    <a:pt x="804" y="0"/>
                  </a:moveTo>
                  <a:lnTo>
                    <a:pt x="772" y="65"/>
                  </a:lnTo>
                  <a:cubicBezTo>
                    <a:pt x="1" y="965"/>
                    <a:pt x="258" y="2636"/>
                    <a:pt x="258" y="2636"/>
                  </a:cubicBezTo>
                  <a:lnTo>
                    <a:pt x="8680" y="2636"/>
                  </a:lnTo>
                  <a:lnTo>
                    <a:pt x="8680" y="2379"/>
                  </a:lnTo>
                  <a:cubicBezTo>
                    <a:pt x="8680" y="2379"/>
                    <a:pt x="8390" y="2025"/>
                    <a:pt x="8230" y="1929"/>
                  </a:cubicBezTo>
                  <a:cubicBezTo>
                    <a:pt x="8069" y="1833"/>
                    <a:pt x="5594" y="1415"/>
                    <a:pt x="5047" y="997"/>
                  </a:cubicBezTo>
                  <a:cubicBezTo>
                    <a:pt x="4469" y="579"/>
                    <a:pt x="3729" y="0"/>
                    <a:pt x="372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1" name="Google Shape;2691;g312bfb4b743_5_798"/>
            <p:cNvSpPr/>
            <p:nvPr/>
          </p:nvSpPr>
          <p:spPr>
            <a:xfrm>
              <a:off x="4835375" y="4867725"/>
              <a:ext cx="222625" cy="76375"/>
            </a:xfrm>
            <a:custGeom>
              <a:avLst/>
              <a:gdLst/>
              <a:ahLst/>
              <a:cxnLst/>
              <a:rect l="l" t="t" r="r" b="b"/>
              <a:pathLst>
                <a:path w="8905" h="3055" extrusionOk="0">
                  <a:moveTo>
                    <a:pt x="3644" y="418"/>
                  </a:moveTo>
                  <a:cubicBezTo>
                    <a:pt x="3811" y="541"/>
                    <a:pt x="4424" y="993"/>
                    <a:pt x="4919" y="1351"/>
                  </a:cubicBezTo>
                  <a:cubicBezTo>
                    <a:pt x="5112" y="1479"/>
                    <a:pt x="5369" y="1608"/>
                    <a:pt x="5690" y="1704"/>
                  </a:cubicBezTo>
                  <a:cubicBezTo>
                    <a:pt x="6172" y="1833"/>
                    <a:pt x="6751" y="1993"/>
                    <a:pt x="7265" y="2090"/>
                  </a:cubicBezTo>
                  <a:cubicBezTo>
                    <a:pt x="7490" y="2154"/>
                    <a:pt x="7715" y="2186"/>
                    <a:pt x="7876" y="2218"/>
                  </a:cubicBezTo>
                  <a:cubicBezTo>
                    <a:pt x="7940" y="2251"/>
                    <a:pt x="8037" y="2283"/>
                    <a:pt x="8069" y="2283"/>
                  </a:cubicBezTo>
                  <a:lnTo>
                    <a:pt x="8101" y="2283"/>
                  </a:lnTo>
                  <a:cubicBezTo>
                    <a:pt x="8101" y="2283"/>
                    <a:pt x="8101" y="2283"/>
                    <a:pt x="8101" y="2283"/>
                  </a:cubicBezTo>
                  <a:lnTo>
                    <a:pt x="8101" y="2283"/>
                  </a:lnTo>
                  <a:lnTo>
                    <a:pt x="8133" y="2315"/>
                  </a:lnTo>
                  <a:lnTo>
                    <a:pt x="8135" y="2306"/>
                  </a:lnTo>
                  <a:lnTo>
                    <a:pt x="8135" y="2306"/>
                  </a:lnTo>
                  <a:cubicBezTo>
                    <a:pt x="8197" y="2357"/>
                    <a:pt x="8278" y="2459"/>
                    <a:pt x="8358" y="2540"/>
                  </a:cubicBezTo>
                  <a:cubicBezTo>
                    <a:pt x="8382" y="2563"/>
                    <a:pt x="8403" y="2585"/>
                    <a:pt x="8423" y="2604"/>
                  </a:cubicBezTo>
                  <a:lnTo>
                    <a:pt x="440" y="2604"/>
                  </a:lnTo>
                  <a:cubicBezTo>
                    <a:pt x="431" y="2489"/>
                    <a:pt x="419" y="2334"/>
                    <a:pt x="419" y="2154"/>
                  </a:cubicBezTo>
                  <a:cubicBezTo>
                    <a:pt x="419" y="1608"/>
                    <a:pt x="515" y="836"/>
                    <a:pt x="933" y="418"/>
                  </a:cubicBezTo>
                  <a:close/>
                  <a:moveTo>
                    <a:pt x="708" y="0"/>
                  </a:moveTo>
                  <a:lnTo>
                    <a:pt x="611" y="129"/>
                  </a:lnTo>
                  <a:cubicBezTo>
                    <a:pt x="97" y="708"/>
                    <a:pt x="1" y="1543"/>
                    <a:pt x="1" y="2154"/>
                  </a:cubicBezTo>
                  <a:cubicBezTo>
                    <a:pt x="1" y="2572"/>
                    <a:pt x="65" y="2861"/>
                    <a:pt x="65" y="2861"/>
                  </a:cubicBezTo>
                  <a:lnTo>
                    <a:pt x="65" y="3054"/>
                  </a:lnTo>
                  <a:lnTo>
                    <a:pt x="8905" y="3054"/>
                  </a:lnTo>
                  <a:lnTo>
                    <a:pt x="8905" y="2572"/>
                  </a:lnTo>
                  <a:lnTo>
                    <a:pt x="8905" y="2508"/>
                  </a:lnTo>
                  <a:lnTo>
                    <a:pt x="8840" y="2443"/>
                  </a:lnTo>
                  <a:cubicBezTo>
                    <a:pt x="8840" y="2443"/>
                    <a:pt x="8776" y="2347"/>
                    <a:pt x="8680" y="2251"/>
                  </a:cubicBezTo>
                  <a:cubicBezTo>
                    <a:pt x="8583" y="2122"/>
                    <a:pt x="8455" y="2026"/>
                    <a:pt x="8358" y="1929"/>
                  </a:cubicBezTo>
                  <a:lnTo>
                    <a:pt x="8230" y="1897"/>
                  </a:lnTo>
                  <a:cubicBezTo>
                    <a:pt x="8133" y="1865"/>
                    <a:pt x="7908" y="1801"/>
                    <a:pt x="7651" y="1736"/>
                  </a:cubicBezTo>
                  <a:cubicBezTo>
                    <a:pt x="7233" y="1640"/>
                    <a:pt x="6687" y="1543"/>
                    <a:pt x="6205" y="1415"/>
                  </a:cubicBezTo>
                  <a:cubicBezTo>
                    <a:pt x="5980" y="1351"/>
                    <a:pt x="5755" y="1286"/>
                    <a:pt x="5562" y="1190"/>
                  </a:cubicBezTo>
                  <a:cubicBezTo>
                    <a:pt x="5369" y="1126"/>
                    <a:pt x="5240" y="1061"/>
                    <a:pt x="5176" y="1029"/>
                  </a:cubicBezTo>
                  <a:cubicBezTo>
                    <a:pt x="4597" y="611"/>
                    <a:pt x="3858" y="33"/>
                    <a:pt x="3858" y="33"/>
                  </a:cubicBezTo>
                  <a:lnTo>
                    <a:pt x="37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2" name="Google Shape;2692;g312bfb4b743_5_798"/>
            <p:cNvSpPr/>
            <p:nvPr/>
          </p:nvSpPr>
          <p:spPr>
            <a:xfrm>
              <a:off x="4841000" y="4927200"/>
              <a:ext cx="211375" cy="11275"/>
            </a:xfrm>
            <a:custGeom>
              <a:avLst/>
              <a:gdLst/>
              <a:ahLst/>
              <a:cxnLst/>
              <a:rect l="l" t="t" r="r" b="b"/>
              <a:pathLst>
                <a:path w="8455" h="451" extrusionOk="0">
                  <a:moveTo>
                    <a:pt x="1" y="0"/>
                  </a:moveTo>
                  <a:cubicBezTo>
                    <a:pt x="1" y="289"/>
                    <a:pt x="33" y="450"/>
                    <a:pt x="33" y="450"/>
                  </a:cubicBezTo>
                  <a:lnTo>
                    <a:pt x="8455" y="450"/>
                  </a:lnTo>
                  <a:lnTo>
                    <a:pt x="8455" y="193"/>
                  </a:lnTo>
                  <a:cubicBezTo>
                    <a:pt x="8455" y="193"/>
                    <a:pt x="8390" y="97"/>
                    <a:pt x="829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3" name="Google Shape;2693;g312bfb4b743_5_798"/>
            <p:cNvSpPr/>
            <p:nvPr/>
          </p:nvSpPr>
          <p:spPr>
            <a:xfrm>
              <a:off x="4835375" y="4921575"/>
              <a:ext cx="222625" cy="22525"/>
            </a:xfrm>
            <a:custGeom>
              <a:avLst/>
              <a:gdLst/>
              <a:ahLst/>
              <a:cxnLst/>
              <a:rect l="l" t="t" r="r" b="b"/>
              <a:pathLst>
                <a:path w="8905" h="901" extrusionOk="0">
                  <a:moveTo>
                    <a:pt x="1" y="0"/>
                  </a:moveTo>
                  <a:lnTo>
                    <a:pt x="1" y="225"/>
                  </a:lnTo>
                  <a:cubicBezTo>
                    <a:pt x="33" y="514"/>
                    <a:pt x="65" y="707"/>
                    <a:pt x="65" y="707"/>
                  </a:cubicBezTo>
                  <a:lnTo>
                    <a:pt x="65" y="900"/>
                  </a:lnTo>
                  <a:lnTo>
                    <a:pt x="8905" y="900"/>
                  </a:lnTo>
                  <a:lnTo>
                    <a:pt x="8905" y="418"/>
                  </a:lnTo>
                  <a:lnTo>
                    <a:pt x="8905" y="354"/>
                  </a:lnTo>
                  <a:lnTo>
                    <a:pt x="8840" y="289"/>
                  </a:lnTo>
                  <a:cubicBezTo>
                    <a:pt x="8840" y="289"/>
                    <a:pt x="8776" y="193"/>
                    <a:pt x="8680" y="97"/>
                  </a:cubicBezTo>
                  <a:lnTo>
                    <a:pt x="86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4" name="Google Shape;2694;g312bfb4b743_5_798"/>
            <p:cNvSpPr/>
            <p:nvPr/>
          </p:nvSpPr>
          <p:spPr>
            <a:xfrm>
              <a:off x="4983250" y="4884600"/>
              <a:ext cx="230400" cy="70475"/>
            </a:xfrm>
            <a:custGeom>
              <a:avLst/>
              <a:gdLst/>
              <a:ahLst/>
              <a:cxnLst/>
              <a:rect l="l" t="t" r="r" b="b"/>
              <a:pathLst>
                <a:path w="9216" h="2819" extrusionOk="0">
                  <a:moveTo>
                    <a:pt x="3086" y="1"/>
                  </a:moveTo>
                  <a:lnTo>
                    <a:pt x="386" y="65"/>
                  </a:lnTo>
                  <a:cubicBezTo>
                    <a:pt x="386" y="65"/>
                    <a:pt x="0" y="676"/>
                    <a:pt x="0" y="1704"/>
                  </a:cubicBezTo>
                  <a:cubicBezTo>
                    <a:pt x="0" y="2733"/>
                    <a:pt x="322" y="2733"/>
                    <a:pt x="322" y="2733"/>
                  </a:cubicBezTo>
                  <a:cubicBezTo>
                    <a:pt x="322" y="2733"/>
                    <a:pt x="4293" y="2819"/>
                    <a:pt x="6922" y="2819"/>
                  </a:cubicBezTo>
                  <a:cubicBezTo>
                    <a:pt x="8236" y="2819"/>
                    <a:pt x="9215" y="2797"/>
                    <a:pt x="9194" y="2733"/>
                  </a:cubicBezTo>
                  <a:cubicBezTo>
                    <a:pt x="9161" y="2508"/>
                    <a:pt x="8165" y="2058"/>
                    <a:pt x="6847" y="1801"/>
                  </a:cubicBezTo>
                  <a:cubicBezTo>
                    <a:pt x="5497" y="1543"/>
                    <a:pt x="3086" y="1"/>
                    <a:pt x="308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5" name="Google Shape;2695;g312bfb4b743_5_798"/>
            <p:cNvSpPr/>
            <p:nvPr/>
          </p:nvSpPr>
          <p:spPr>
            <a:xfrm>
              <a:off x="4977625" y="4879775"/>
              <a:ext cx="241100" cy="80400"/>
            </a:xfrm>
            <a:custGeom>
              <a:avLst/>
              <a:gdLst/>
              <a:ahLst/>
              <a:cxnLst/>
              <a:rect l="l" t="t" r="r" b="b"/>
              <a:pathLst>
                <a:path w="9644" h="3216" extrusionOk="0">
                  <a:moveTo>
                    <a:pt x="3268" y="420"/>
                  </a:moveTo>
                  <a:cubicBezTo>
                    <a:pt x="3432" y="522"/>
                    <a:pt x="3960" y="845"/>
                    <a:pt x="4597" y="1190"/>
                  </a:cubicBezTo>
                  <a:cubicBezTo>
                    <a:pt x="5368" y="1608"/>
                    <a:pt x="6301" y="2058"/>
                    <a:pt x="7008" y="2186"/>
                  </a:cubicBezTo>
                  <a:cubicBezTo>
                    <a:pt x="7683" y="2315"/>
                    <a:pt x="8229" y="2508"/>
                    <a:pt x="8647" y="2669"/>
                  </a:cubicBezTo>
                  <a:cubicBezTo>
                    <a:pt x="8731" y="2710"/>
                    <a:pt x="8808" y="2746"/>
                    <a:pt x="8877" y="2779"/>
                  </a:cubicBezTo>
                  <a:lnTo>
                    <a:pt x="8877" y="2779"/>
                  </a:lnTo>
                  <a:cubicBezTo>
                    <a:pt x="8470" y="2797"/>
                    <a:pt x="7859" y="2797"/>
                    <a:pt x="7136" y="2797"/>
                  </a:cubicBezTo>
                  <a:cubicBezTo>
                    <a:pt x="5818" y="2797"/>
                    <a:pt x="4179" y="2765"/>
                    <a:pt x="2861" y="2765"/>
                  </a:cubicBezTo>
                  <a:cubicBezTo>
                    <a:pt x="1681" y="2736"/>
                    <a:pt x="759" y="2708"/>
                    <a:pt x="579" y="2702"/>
                  </a:cubicBezTo>
                  <a:lnTo>
                    <a:pt x="579" y="2702"/>
                  </a:lnTo>
                  <a:lnTo>
                    <a:pt x="579" y="2701"/>
                  </a:lnTo>
                  <a:cubicBezTo>
                    <a:pt x="579" y="2701"/>
                    <a:pt x="450" y="2540"/>
                    <a:pt x="450" y="1897"/>
                  </a:cubicBezTo>
                  <a:cubicBezTo>
                    <a:pt x="450" y="1415"/>
                    <a:pt x="547" y="1029"/>
                    <a:pt x="611" y="772"/>
                  </a:cubicBezTo>
                  <a:cubicBezTo>
                    <a:pt x="675" y="644"/>
                    <a:pt x="707" y="547"/>
                    <a:pt x="740" y="483"/>
                  </a:cubicBezTo>
                  <a:lnTo>
                    <a:pt x="741" y="480"/>
                  </a:lnTo>
                  <a:lnTo>
                    <a:pt x="741" y="480"/>
                  </a:lnTo>
                  <a:lnTo>
                    <a:pt x="3268" y="420"/>
                  </a:lnTo>
                  <a:close/>
                  <a:moveTo>
                    <a:pt x="3311" y="1"/>
                  </a:moveTo>
                  <a:lnTo>
                    <a:pt x="515" y="65"/>
                  </a:lnTo>
                  <a:lnTo>
                    <a:pt x="450" y="161"/>
                  </a:lnTo>
                  <a:cubicBezTo>
                    <a:pt x="418" y="161"/>
                    <a:pt x="0" y="804"/>
                    <a:pt x="0" y="1897"/>
                  </a:cubicBezTo>
                  <a:cubicBezTo>
                    <a:pt x="0" y="2411"/>
                    <a:pt x="97" y="2701"/>
                    <a:pt x="193" y="2894"/>
                  </a:cubicBezTo>
                  <a:cubicBezTo>
                    <a:pt x="274" y="3055"/>
                    <a:pt x="422" y="3127"/>
                    <a:pt x="506" y="3127"/>
                  </a:cubicBezTo>
                  <a:cubicBezTo>
                    <a:pt x="522" y="3127"/>
                    <a:pt x="535" y="3124"/>
                    <a:pt x="545" y="3119"/>
                  </a:cubicBezTo>
                  <a:lnTo>
                    <a:pt x="545" y="3119"/>
                  </a:lnTo>
                  <a:cubicBezTo>
                    <a:pt x="919" y="3128"/>
                    <a:pt x="4635" y="3215"/>
                    <a:pt x="7136" y="3215"/>
                  </a:cubicBezTo>
                  <a:lnTo>
                    <a:pt x="8776" y="3215"/>
                  </a:lnTo>
                  <a:cubicBezTo>
                    <a:pt x="9001" y="3183"/>
                    <a:pt x="9161" y="3183"/>
                    <a:pt x="9258" y="3183"/>
                  </a:cubicBezTo>
                  <a:cubicBezTo>
                    <a:pt x="9322" y="3151"/>
                    <a:pt x="9386" y="3151"/>
                    <a:pt x="9419" y="3151"/>
                  </a:cubicBezTo>
                  <a:lnTo>
                    <a:pt x="9515" y="3119"/>
                  </a:lnTo>
                  <a:lnTo>
                    <a:pt x="9579" y="3054"/>
                  </a:lnTo>
                  <a:cubicBezTo>
                    <a:pt x="9611" y="3054"/>
                    <a:pt x="9644" y="2990"/>
                    <a:pt x="9644" y="2926"/>
                  </a:cubicBezTo>
                  <a:lnTo>
                    <a:pt x="9644" y="2894"/>
                  </a:lnTo>
                  <a:lnTo>
                    <a:pt x="9644" y="2862"/>
                  </a:lnTo>
                  <a:cubicBezTo>
                    <a:pt x="9611" y="2765"/>
                    <a:pt x="9547" y="2733"/>
                    <a:pt x="9515" y="2669"/>
                  </a:cubicBezTo>
                  <a:cubicBezTo>
                    <a:pt x="9354" y="2508"/>
                    <a:pt x="9065" y="2379"/>
                    <a:pt x="8647" y="2219"/>
                  </a:cubicBezTo>
                  <a:cubicBezTo>
                    <a:pt x="8229" y="2058"/>
                    <a:pt x="7683" y="1897"/>
                    <a:pt x="7104" y="1769"/>
                  </a:cubicBezTo>
                  <a:cubicBezTo>
                    <a:pt x="6493" y="1672"/>
                    <a:pt x="5561" y="1222"/>
                    <a:pt x="4790" y="804"/>
                  </a:cubicBezTo>
                  <a:cubicBezTo>
                    <a:pt x="4404" y="611"/>
                    <a:pt x="4083" y="419"/>
                    <a:pt x="3825" y="258"/>
                  </a:cubicBezTo>
                  <a:cubicBezTo>
                    <a:pt x="3568" y="129"/>
                    <a:pt x="3440" y="33"/>
                    <a:pt x="3440" y="33"/>
                  </a:cubicBezTo>
                  <a:lnTo>
                    <a:pt x="337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6" name="Google Shape;2696;g312bfb4b743_5_798"/>
            <p:cNvSpPr/>
            <p:nvPr/>
          </p:nvSpPr>
          <p:spPr>
            <a:xfrm>
              <a:off x="4984050" y="4940850"/>
              <a:ext cx="229600" cy="14225"/>
            </a:xfrm>
            <a:custGeom>
              <a:avLst/>
              <a:gdLst/>
              <a:ahLst/>
              <a:cxnLst/>
              <a:rect l="l" t="t" r="r" b="b"/>
              <a:pathLst>
                <a:path w="9184" h="569" extrusionOk="0">
                  <a:moveTo>
                    <a:pt x="0" y="1"/>
                  </a:moveTo>
                  <a:cubicBezTo>
                    <a:pt x="97" y="483"/>
                    <a:pt x="290" y="483"/>
                    <a:pt x="290" y="483"/>
                  </a:cubicBezTo>
                  <a:cubicBezTo>
                    <a:pt x="290" y="483"/>
                    <a:pt x="4261" y="569"/>
                    <a:pt x="6890" y="569"/>
                  </a:cubicBezTo>
                  <a:cubicBezTo>
                    <a:pt x="8204" y="569"/>
                    <a:pt x="9183" y="547"/>
                    <a:pt x="9162" y="483"/>
                  </a:cubicBezTo>
                  <a:cubicBezTo>
                    <a:pt x="9129" y="354"/>
                    <a:pt x="8840" y="193"/>
                    <a:pt x="835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7" name="Google Shape;2697;g312bfb4b743_5_798"/>
            <p:cNvSpPr/>
            <p:nvPr/>
          </p:nvSpPr>
          <p:spPr>
            <a:xfrm>
              <a:off x="4977625" y="4935225"/>
              <a:ext cx="241100" cy="24950"/>
            </a:xfrm>
            <a:custGeom>
              <a:avLst/>
              <a:gdLst/>
              <a:ahLst/>
              <a:cxnLst/>
              <a:rect l="l" t="t" r="r" b="b"/>
              <a:pathLst>
                <a:path w="9644" h="998" extrusionOk="0">
                  <a:moveTo>
                    <a:pt x="8551" y="418"/>
                  </a:moveTo>
                  <a:cubicBezTo>
                    <a:pt x="8676" y="472"/>
                    <a:pt x="8791" y="516"/>
                    <a:pt x="8885" y="560"/>
                  </a:cubicBezTo>
                  <a:lnTo>
                    <a:pt x="8885" y="560"/>
                  </a:lnTo>
                  <a:cubicBezTo>
                    <a:pt x="8478" y="579"/>
                    <a:pt x="7863" y="579"/>
                    <a:pt x="7136" y="579"/>
                  </a:cubicBezTo>
                  <a:cubicBezTo>
                    <a:pt x="5818" y="579"/>
                    <a:pt x="4179" y="547"/>
                    <a:pt x="2861" y="547"/>
                  </a:cubicBezTo>
                  <a:cubicBezTo>
                    <a:pt x="1681" y="518"/>
                    <a:pt x="759" y="490"/>
                    <a:pt x="579" y="484"/>
                  </a:cubicBezTo>
                  <a:lnTo>
                    <a:pt x="579" y="484"/>
                  </a:lnTo>
                  <a:lnTo>
                    <a:pt x="579" y="483"/>
                  </a:lnTo>
                  <a:cubicBezTo>
                    <a:pt x="579" y="483"/>
                    <a:pt x="565" y="461"/>
                    <a:pt x="546" y="418"/>
                  </a:cubicBezTo>
                  <a:close/>
                  <a:moveTo>
                    <a:pt x="0" y="1"/>
                  </a:moveTo>
                  <a:lnTo>
                    <a:pt x="65" y="258"/>
                  </a:lnTo>
                  <a:cubicBezTo>
                    <a:pt x="97" y="515"/>
                    <a:pt x="193" y="676"/>
                    <a:pt x="290" y="772"/>
                  </a:cubicBezTo>
                  <a:cubicBezTo>
                    <a:pt x="354" y="869"/>
                    <a:pt x="482" y="901"/>
                    <a:pt x="515" y="901"/>
                  </a:cubicBezTo>
                  <a:cubicBezTo>
                    <a:pt x="515" y="901"/>
                    <a:pt x="4501" y="997"/>
                    <a:pt x="7136" y="997"/>
                  </a:cubicBezTo>
                  <a:lnTo>
                    <a:pt x="8776" y="997"/>
                  </a:lnTo>
                  <a:cubicBezTo>
                    <a:pt x="9001" y="965"/>
                    <a:pt x="9161" y="965"/>
                    <a:pt x="9258" y="965"/>
                  </a:cubicBezTo>
                  <a:cubicBezTo>
                    <a:pt x="9322" y="933"/>
                    <a:pt x="9386" y="933"/>
                    <a:pt x="9419" y="933"/>
                  </a:cubicBezTo>
                  <a:lnTo>
                    <a:pt x="9515" y="901"/>
                  </a:lnTo>
                  <a:lnTo>
                    <a:pt x="9579" y="836"/>
                  </a:lnTo>
                  <a:cubicBezTo>
                    <a:pt x="9611" y="836"/>
                    <a:pt x="9644" y="772"/>
                    <a:pt x="9644" y="708"/>
                  </a:cubicBezTo>
                  <a:lnTo>
                    <a:pt x="9644" y="676"/>
                  </a:lnTo>
                  <a:lnTo>
                    <a:pt x="9644" y="644"/>
                  </a:lnTo>
                  <a:cubicBezTo>
                    <a:pt x="9611" y="547"/>
                    <a:pt x="9547" y="483"/>
                    <a:pt x="9483" y="451"/>
                  </a:cubicBezTo>
                  <a:cubicBezTo>
                    <a:pt x="9322" y="290"/>
                    <a:pt x="9065" y="161"/>
                    <a:pt x="8711" y="33"/>
                  </a:cubicBezTo>
                  <a:lnTo>
                    <a:pt x="864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8" name="Google Shape;2698;g312bfb4b743_5_798"/>
            <p:cNvSpPr/>
            <p:nvPr/>
          </p:nvSpPr>
          <p:spPr>
            <a:xfrm>
              <a:off x="4779925" y="2559250"/>
              <a:ext cx="598725" cy="1158975"/>
            </a:xfrm>
            <a:custGeom>
              <a:avLst/>
              <a:gdLst/>
              <a:ahLst/>
              <a:cxnLst/>
              <a:rect l="l" t="t" r="r" b="b"/>
              <a:pathLst>
                <a:path w="23949" h="46359" extrusionOk="0">
                  <a:moveTo>
                    <a:pt x="12715" y="0"/>
                  </a:moveTo>
                  <a:cubicBezTo>
                    <a:pt x="12193" y="0"/>
                    <a:pt x="11622" y="44"/>
                    <a:pt x="10994" y="149"/>
                  </a:cubicBezTo>
                  <a:cubicBezTo>
                    <a:pt x="8069" y="631"/>
                    <a:pt x="6044" y="4039"/>
                    <a:pt x="5594" y="7607"/>
                  </a:cubicBezTo>
                  <a:cubicBezTo>
                    <a:pt x="5144" y="11175"/>
                    <a:pt x="5562" y="15128"/>
                    <a:pt x="5562" y="15128"/>
                  </a:cubicBezTo>
                  <a:cubicBezTo>
                    <a:pt x="5626" y="15675"/>
                    <a:pt x="4437" y="17025"/>
                    <a:pt x="4115" y="17411"/>
                  </a:cubicBezTo>
                  <a:cubicBezTo>
                    <a:pt x="3440" y="18311"/>
                    <a:pt x="2604" y="19018"/>
                    <a:pt x="1994" y="19982"/>
                  </a:cubicBezTo>
                  <a:cubicBezTo>
                    <a:pt x="740" y="21911"/>
                    <a:pt x="1" y="24354"/>
                    <a:pt x="258" y="26668"/>
                  </a:cubicBezTo>
                  <a:cubicBezTo>
                    <a:pt x="515" y="29079"/>
                    <a:pt x="1704" y="39815"/>
                    <a:pt x="1737" y="40780"/>
                  </a:cubicBezTo>
                  <a:cubicBezTo>
                    <a:pt x="1737" y="41712"/>
                    <a:pt x="1062" y="43191"/>
                    <a:pt x="1190" y="44348"/>
                  </a:cubicBezTo>
                  <a:cubicBezTo>
                    <a:pt x="1319" y="45473"/>
                    <a:pt x="1704" y="44958"/>
                    <a:pt x="4147" y="45312"/>
                  </a:cubicBezTo>
                  <a:cubicBezTo>
                    <a:pt x="6129" y="45629"/>
                    <a:pt x="11150" y="46359"/>
                    <a:pt x="13340" y="46359"/>
                  </a:cubicBezTo>
                  <a:cubicBezTo>
                    <a:pt x="13815" y="46359"/>
                    <a:pt x="14156" y="46324"/>
                    <a:pt x="14305" y="46244"/>
                  </a:cubicBezTo>
                  <a:cubicBezTo>
                    <a:pt x="15141" y="45794"/>
                    <a:pt x="15752" y="44541"/>
                    <a:pt x="15719" y="43898"/>
                  </a:cubicBezTo>
                  <a:cubicBezTo>
                    <a:pt x="15719" y="43287"/>
                    <a:pt x="15623" y="38690"/>
                    <a:pt x="15141" y="36279"/>
                  </a:cubicBezTo>
                  <a:cubicBezTo>
                    <a:pt x="14659" y="33869"/>
                    <a:pt x="15076" y="28951"/>
                    <a:pt x="14916" y="26443"/>
                  </a:cubicBezTo>
                  <a:cubicBezTo>
                    <a:pt x="14755" y="23936"/>
                    <a:pt x="13823" y="19886"/>
                    <a:pt x="12955" y="18536"/>
                  </a:cubicBezTo>
                  <a:cubicBezTo>
                    <a:pt x="12087" y="17186"/>
                    <a:pt x="11123" y="16157"/>
                    <a:pt x="11444" y="15643"/>
                  </a:cubicBezTo>
                  <a:cubicBezTo>
                    <a:pt x="11733" y="15096"/>
                    <a:pt x="15462" y="12814"/>
                    <a:pt x="17327" y="12043"/>
                  </a:cubicBezTo>
                  <a:cubicBezTo>
                    <a:pt x="19191" y="11271"/>
                    <a:pt x="23948" y="9278"/>
                    <a:pt x="23209" y="8571"/>
                  </a:cubicBezTo>
                  <a:cubicBezTo>
                    <a:pt x="22470" y="7864"/>
                    <a:pt x="19641" y="3621"/>
                    <a:pt x="19641" y="3621"/>
                  </a:cubicBezTo>
                  <a:cubicBezTo>
                    <a:pt x="19641" y="3621"/>
                    <a:pt x="17905" y="1467"/>
                    <a:pt x="16748" y="953"/>
                  </a:cubicBezTo>
                  <a:cubicBezTo>
                    <a:pt x="15842" y="575"/>
                    <a:pt x="14600" y="0"/>
                    <a:pt x="1271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9" name="Google Shape;2699;g312bfb4b743_5_798"/>
            <p:cNvSpPr/>
            <p:nvPr/>
          </p:nvSpPr>
          <p:spPr>
            <a:xfrm>
              <a:off x="4779925" y="2554125"/>
              <a:ext cx="587475" cy="1169275"/>
            </a:xfrm>
            <a:custGeom>
              <a:avLst/>
              <a:gdLst/>
              <a:ahLst/>
              <a:cxnLst/>
              <a:rect l="l" t="t" r="r" b="b"/>
              <a:pathLst>
                <a:path w="23499" h="46771" extrusionOk="0">
                  <a:moveTo>
                    <a:pt x="12730" y="418"/>
                  </a:moveTo>
                  <a:cubicBezTo>
                    <a:pt x="14562" y="418"/>
                    <a:pt x="15752" y="965"/>
                    <a:pt x="16684" y="1351"/>
                  </a:cubicBezTo>
                  <a:cubicBezTo>
                    <a:pt x="17198" y="1576"/>
                    <a:pt x="17905" y="2218"/>
                    <a:pt x="18484" y="2829"/>
                  </a:cubicBezTo>
                  <a:cubicBezTo>
                    <a:pt x="18773" y="3118"/>
                    <a:pt x="19030" y="3408"/>
                    <a:pt x="19191" y="3633"/>
                  </a:cubicBezTo>
                  <a:cubicBezTo>
                    <a:pt x="19384" y="3826"/>
                    <a:pt x="19480" y="3954"/>
                    <a:pt x="19480" y="3954"/>
                  </a:cubicBezTo>
                  <a:cubicBezTo>
                    <a:pt x="19480" y="3954"/>
                    <a:pt x="20155" y="5015"/>
                    <a:pt x="20959" y="6140"/>
                  </a:cubicBezTo>
                  <a:cubicBezTo>
                    <a:pt x="21377" y="6719"/>
                    <a:pt x="21795" y="7329"/>
                    <a:pt x="22180" y="7812"/>
                  </a:cubicBezTo>
                  <a:cubicBezTo>
                    <a:pt x="22534" y="8326"/>
                    <a:pt x="22855" y="8712"/>
                    <a:pt x="23048" y="8937"/>
                  </a:cubicBezTo>
                  <a:lnTo>
                    <a:pt x="23080" y="8937"/>
                  </a:lnTo>
                  <a:cubicBezTo>
                    <a:pt x="23080" y="8937"/>
                    <a:pt x="23048" y="9033"/>
                    <a:pt x="22952" y="9162"/>
                  </a:cubicBezTo>
                  <a:cubicBezTo>
                    <a:pt x="22759" y="9355"/>
                    <a:pt x="22405" y="9612"/>
                    <a:pt x="21955" y="9869"/>
                  </a:cubicBezTo>
                  <a:cubicBezTo>
                    <a:pt x="20573" y="10672"/>
                    <a:pt x="18387" y="11572"/>
                    <a:pt x="17230" y="12055"/>
                  </a:cubicBezTo>
                  <a:cubicBezTo>
                    <a:pt x="16298" y="12440"/>
                    <a:pt x="14884" y="13212"/>
                    <a:pt x="13662" y="13951"/>
                  </a:cubicBezTo>
                  <a:cubicBezTo>
                    <a:pt x="13084" y="14337"/>
                    <a:pt x="12505" y="14690"/>
                    <a:pt x="12087" y="14980"/>
                  </a:cubicBezTo>
                  <a:cubicBezTo>
                    <a:pt x="11894" y="15141"/>
                    <a:pt x="11701" y="15269"/>
                    <a:pt x="11541" y="15398"/>
                  </a:cubicBezTo>
                  <a:cubicBezTo>
                    <a:pt x="11412" y="15526"/>
                    <a:pt x="11316" y="15623"/>
                    <a:pt x="11251" y="15719"/>
                  </a:cubicBezTo>
                  <a:cubicBezTo>
                    <a:pt x="11187" y="15848"/>
                    <a:pt x="11155" y="15944"/>
                    <a:pt x="11155" y="16073"/>
                  </a:cubicBezTo>
                  <a:cubicBezTo>
                    <a:pt x="11155" y="16266"/>
                    <a:pt x="11219" y="16458"/>
                    <a:pt x="11316" y="16651"/>
                  </a:cubicBezTo>
                  <a:cubicBezTo>
                    <a:pt x="11605" y="17262"/>
                    <a:pt x="12216" y="17969"/>
                    <a:pt x="12794" y="18837"/>
                  </a:cubicBezTo>
                  <a:cubicBezTo>
                    <a:pt x="13180" y="19480"/>
                    <a:pt x="13630" y="20830"/>
                    <a:pt x="13984" y="22309"/>
                  </a:cubicBezTo>
                  <a:cubicBezTo>
                    <a:pt x="14369" y="23787"/>
                    <a:pt x="14626" y="25427"/>
                    <a:pt x="14691" y="26648"/>
                  </a:cubicBezTo>
                  <a:cubicBezTo>
                    <a:pt x="14723" y="27098"/>
                    <a:pt x="14755" y="27645"/>
                    <a:pt x="14755" y="28223"/>
                  </a:cubicBezTo>
                  <a:cubicBezTo>
                    <a:pt x="14755" y="29573"/>
                    <a:pt x="14691" y="31213"/>
                    <a:pt x="14691" y="32756"/>
                  </a:cubicBezTo>
                  <a:cubicBezTo>
                    <a:pt x="14691" y="34202"/>
                    <a:pt x="14723" y="35552"/>
                    <a:pt x="14916" y="36517"/>
                  </a:cubicBezTo>
                  <a:cubicBezTo>
                    <a:pt x="15398" y="38895"/>
                    <a:pt x="15494" y="43492"/>
                    <a:pt x="15527" y="44135"/>
                  </a:cubicBezTo>
                  <a:cubicBezTo>
                    <a:pt x="15527" y="44392"/>
                    <a:pt x="15366" y="44842"/>
                    <a:pt x="15141" y="45260"/>
                  </a:cubicBezTo>
                  <a:cubicBezTo>
                    <a:pt x="14916" y="45678"/>
                    <a:pt x="14562" y="46064"/>
                    <a:pt x="14209" y="46256"/>
                  </a:cubicBezTo>
                  <a:cubicBezTo>
                    <a:pt x="14176" y="46289"/>
                    <a:pt x="14080" y="46321"/>
                    <a:pt x="13951" y="46321"/>
                  </a:cubicBezTo>
                  <a:cubicBezTo>
                    <a:pt x="13791" y="46353"/>
                    <a:pt x="13598" y="46353"/>
                    <a:pt x="13373" y="46353"/>
                  </a:cubicBezTo>
                  <a:cubicBezTo>
                    <a:pt x="11251" y="46353"/>
                    <a:pt x="6140" y="45614"/>
                    <a:pt x="4180" y="45324"/>
                  </a:cubicBezTo>
                  <a:cubicBezTo>
                    <a:pt x="2958" y="45131"/>
                    <a:pt x="2219" y="45163"/>
                    <a:pt x="1833" y="45131"/>
                  </a:cubicBezTo>
                  <a:cubicBezTo>
                    <a:pt x="1737" y="45099"/>
                    <a:pt x="1672" y="45099"/>
                    <a:pt x="1608" y="45067"/>
                  </a:cubicBezTo>
                  <a:cubicBezTo>
                    <a:pt x="1544" y="45035"/>
                    <a:pt x="1544" y="45003"/>
                    <a:pt x="1479" y="44938"/>
                  </a:cubicBezTo>
                  <a:cubicBezTo>
                    <a:pt x="1447" y="44874"/>
                    <a:pt x="1415" y="44713"/>
                    <a:pt x="1383" y="44521"/>
                  </a:cubicBezTo>
                  <a:cubicBezTo>
                    <a:pt x="1383" y="44424"/>
                    <a:pt x="1383" y="44328"/>
                    <a:pt x="1383" y="44231"/>
                  </a:cubicBezTo>
                  <a:cubicBezTo>
                    <a:pt x="1383" y="43749"/>
                    <a:pt x="1512" y="43171"/>
                    <a:pt x="1640" y="42592"/>
                  </a:cubicBezTo>
                  <a:cubicBezTo>
                    <a:pt x="1801" y="42045"/>
                    <a:pt x="1929" y="41499"/>
                    <a:pt x="1929" y="41017"/>
                  </a:cubicBezTo>
                  <a:lnTo>
                    <a:pt x="1929" y="40985"/>
                  </a:lnTo>
                  <a:lnTo>
                    <a:pt x="1929" y="40953"/>
                  </a:lnTo>
                  <a:cubicBezTo>
                    <a:pt x="1929" y="40695"/>
                    <a:pt x="1865" y="39860"/>
                    <a:pt x="1737" y="38702"/>
                  </a:cubicBezTo>
                  <a:cubicBezTo>
                    <a:pt x="1383" y="35167"/>
                    <a:pt x="676" y="28641"/>
                    <a:pt x="483" y="26841"/>
                  </a:cubicBezTo>
                  <a:cubicBezTo>
                    <a:pt x="451" y="26552"/>
                    <a:pt x="419" y="26230"/>
                    <a:pt x="419" y="25941"/>
                  </a:cubicBezTo>
                  <a:cubicBezTo>
                    <a:pt x="419" y="23948"/>
                    <a:pt x="1094" y="21955"/>
                    <a:pt x="2154" y="20284"/>
                  </a:cubicBezTo>
                  <a:cubicBezTo>
                    <a:pt x="2765" y="19384"/>
                    <a:pt x="3601" y="18676"/>
                    <a:pt x="4276" y="17744"/>
                  </a:cubicBezTo>
                  <a:cubicBezTo>
                    <a:pt x="4437" y="17551"/>
                    <a:pt x="4790" y="17133"/>
                    <a:pt x="5112" y="16683"/>
                  </a:cubicBezTo>
                  <a:cubicBezTo>
                    <a:pt x="5272" y="16458"/>
                    <a:pt x="5433" y="16233"/>
                    <a:pt x="5562" y="16008"/>
                  </a:cubicBezTo>
                  <a:cubicBezTo>
                    <a:pt x="5690" y="15783"/>
                    <a:pt x="5755" y="15591"/>
                    <a:pt x="5755" y="15366"/>
                  </a:cubicBezTo>
                  <a:lnTo>
                    <a:pt x="5755" y="15333"/>
                  </a:lnTo>
                  <a:cubicBezTo>
                    <a:pt x="5755" y="15333"/>
                    <a:pt x="5755" y="15205"/>
                    <a:pt x="5755" y="15044"/>
                  </a:cubicBezTo>
                  <a:cubicBezTo>
                    <a:pt x="5690" y="14465"/>
                    <a:pt x="5594" y="13148"/>
                    <a:pt x="5594" y="11572"/>
                  </a:cubicBezTo>
                  <a:cubicBezTo>
                    <a:pt x="5594" y="10383"/>
                    <a:pt x="5658" y="9097"/>
                    <a:pt x="5819" y="7844"/>
                  </a:cubicBezTo>
                  <a:cubicBezTo>
                    <a:pt x="6012" y="6076"/>
                    <a:pt x="6623" y="4372"/>
                    <a:pt x="7523" y="3054"/>
                  </a:cubicBezTo>
                  <a:cubicBezTo>
                    <a:pt x="8455" y="1704"/>
                    <a:pt x="9644" y="804"/>
                    <a:pt x="11026" y="547"/>
                  </a:cubicBezTo>
                  <a:cubicBezTo>
                    <a:pt x="11637" y="450"/>
                    <a:pt x="12216" y="418"/>
                    <a:pt x="12730" y="418"/>
                  </a:cubicBezTo>
                  <a:close/>
                  <a:moveTo>
                    <a:pt x="12730" y="0"/>
                  </a:moveTo>
                  <a:cubicBezTo>
                    <a:pt x="12183" y="0"/>
                    <a:pt x="11605" y="33"/>
                    <a:pt x="10930" y="129"/>
                  </a:cubicBezTo>
                  <a:cubicBezTo>
                    <a:pt x="9419" y="386"/>
                    <a:pt x="8133" y="1415"/>
                    <a:pt x="7169" y="2797"/>
                  </a:cubicBezTo>
                  <a:cubicBezTo>
                    <a:pt x="6237" y="4179"/>
                    <a:pt x="5626" y="5947"/>
                    <a:pt x="5401" y="7779"/>
                  </a:cubicBezTo>
                  <a:cubicBezTo>
                    <a:pt x="5240" y="9065"/>
                    <a:pt x="5176" y="10383"/>
                    <a:pt x="5176" y="11572"/>
                  </a:cubicBezTo>
                  <a:cubicBezTo>
                    <a:pt x="5176" y="13694"/>
                    <a:pt x="5337" y="15366"/>
                    <a:pt x="5337" y="15366"/>
                  </a:cubicBezTo>
                  <a:cubicBezTo>
                    <a:pt x="5337" y="15462"/>
                    <a:pt x="5305" y="15623"/>
                    <a:pt x="5176" y="15816"/>
                  </a:cubicBezTo>
                  <a:cubicBezTo>
                    <a:pt x="5047" y="16105"/>
                    <a:pt x="4790" y="16458"/>
                    <a:pt x="4533" y="16748"/>
                  </a:cubicBezTo>
                  <a:cubicBezTo>
                    <a:pt x="4308" y="17069"/>
                    <a:pt x="4083" y="17326"/>
                    <a:pt x="3955" y="17487"/>
                  </a:cubicBezTo>
                  <a:cubicBezTo>
                    <a:pt x="3312" y="18355"/>
                    <a:pt x="2444" y="19062"/>
                    <a:pt x="1801" y="20059"/>
                  </a:cubicBezTo>
                  <a:cubicBezTo>
                    <a:pt x="708" y="21762"/>
                    <a:pt x="1" y="23852"/>
                    <a:pt x="1" y="25941"/>
                  </a:cubicBezTo>
                  <a:cubicBezTo>
                    <a:pt x="1" y="26263"/>
                    <a:pt x="33" y="26584"/>
                    <a:pt x="65" y="26905"/>
                  </a:cubicBezTo>
                  <a:cubicBezTo>
                    <a:pt x="194" y="28095"/>
                    <a:pt x="547" y="31373"/>
                    <a:pt x="869" y="34492"/>
                  </a:cubicBezTo>
                  <a:cubicBezTo>
                    <a:pt x="1029" y="36034"/>
                    <a:pt x="1190" y="37545"/>
                    <a:pt x="1319" y="38735"/>
                  </a:cubicBezTo>
                  <a:cubicBezTo>
                    <a:pt x="1447" y="39892"/>
                    <a:pt x="1512" y="40760"/>
                    <a:pt x="1512" y="40985"/>
                  </a:cubicBezTo>
                  <a:lnTo>
                    <a:pt x="1512" y="41017"/>
                  </a:lnTo>
                  <a:cubicBezTo>
                    <a:pt x="1512" y="41403"/>
                    <a:pt x="1383" y="41917"/>
                    <a:pt x="1254" y="42495"/>
                  </a:cubicBezTo>
                  <a:cubicBezTo>
                    <a:pt x="1094" y="43074"/>
                    <a:pt x="965" y="43653"/>
                    <a:pt x="965" y="44231"/>
                  </a:cubicBezTo>
                  <a:cubicBezTo>
                    <a:pt x="965" y="44360"/>
                    <a:pt x="965" y="44456"/>
                    <a:pt x="965" y="44585"/>
                  </a:cubicBezTo>
                  <a:cubicBezTo>
                    <a:pt x="997" y="44874"/>
                    <a:pt x="1062" y="45099"/>
                    <a:pt x="1190" y="45260"/>
                  </a:cubicBezTo>
                  <a:cubicBezTo>
                    <a:pt x="1287" y="45388"/>
                    <a:pt x="1447" y="45485"/>
                    <a:pt x="1608" y="45517"/>
                  </a:cubicBezTo>
                  <a:cubicBezTo>
                    <a:pt x="1833" y="45581"/>
                    <a:pt x="2122" y="45581"/>
                    <a:pt x="2540" y="45581"/>
                  </a:cubicBezTo>
                  <a:cubicBezTo>
                    <a:pt x="2926" y="45614"/>
                    <a:pt x="3440" y="45646"/>
                    <a:pt x="4115" y="45742"/>
                  </a:cubicBezTo>
                  <a:cubicBezTo>
                    <a:pt x="6108" y="46031"/>
                    <a:pt x="11155" y="46771"/>
                    <a:pt x="13373" y="46771"/>
                  </a:cubicBezTo>
                  <a:cubicBezTo>
                    <a:pt x="13630" y="46771"/>
                    <a:pt x="13823" y="46771"/>
                    <a:pt x="13984" y="46739"/>
                  </a:cubicBezTo>
                  <a:cubicBezTo>
                    <a:pt x="14144" y="46739"/>
                    <a:pt x="14305" y="46706"/>
                    <a:pt x="14401" y="46642"/>
                  </a:cubicBezTo>
                  <a:cubicBezTo>
                    <a:pt x="14884" y="46385"/>
                    <a:pt x="15237" y="45935"/>
                    <a:pt x="15527" y="45485"/>
                  </a:cubicBezTo>
                  <a:cubicBezTo>
                    <a:pt x="15784" y="45003"/>
                    <a:pt x="15944" y="44521"/>
                    <a:pt x="15944" y="44135"/>
                  </a:cubicBezTo>
                  <a:lnTo>
                    <a:pt x="15944" y="44103"/>
                  </a:lnTo>
                  <a:cubicBezTo>
                    <a:pt x="15912" y="43492"/>
                    <a:pt x="15816" y="38863"/>
                    <a:pt x="15334" y="36452"/>
                  </a:cubicBezTo>
                  <a:cubicBezTo>
                    <a:pt x="15173" y="35520"/>
                    <a:pt x="15109" y="34170"/>
                    <a:pt x="15109" y="32756"/>
                  </a:cubicBezTo>
                  <a:cubicBezTo>
                    <a:pt x="15109" y="31245"/>
                    <a:pt x="15173" y="29606"/>
                    <a:pt x="15173" y="28223"/>
                  </a:cubicBezTo>
                  <a:cubicBezTo>
                    <a:pt x="15173" y="27645"/>
                    <a:pt x="15173" y="27098"/>
                    <a:pt x="15141" y="26648"/>
                  </a:cubicBezTo>
                  <a:cubicBezTo>
                    <a:pt x="15044" y="25362"/>
                    <a:pt x="14787" y="23723"/>
                    <a:pt x="14401" y="22212"/>
                  </a:cubicBezTo>
                  <a:cubicBezTo>
                    <a:pt x="14048" y="20702"/>
                    <a:pt x="13598" y="19351"/>
                    <a:pt x="13148" y="18612"/>
                  </a:cubicBezTo>
                  <a:cubicBezTo>
                    <a:pt x="12762" y="18034"/>
                    <a:pt x="12344" y="17487"/>
                    <a:pt x="12055" y="17069"/>
                  </a:cubicBezTo>
                  <a:cubicBezTo>
                    <a:pt x="11926" y="16844"/>
                    <a:pt x="11798" y="16651"/>
                    <a:pt x="11701" y="16458"/>
                  </a:cubicBezTo>
                  <a:cubicBezTo>
                    <a:pt x="11637" y="16298"/>
                    <a:pt x="11573" y="16169"/>
                    <a:pt x="11573" y="16073"/>
                  </a:cubicBezTo>
                  <a:cubicBezTo>
                    <a:pt x="11573" y="16008"/>
                    <a:pt x="11605" y="15976"/>
                    <a:pt x="11605" y="15944"/>
                  </a:cubicBezTo>
                  <a:cubicBezTo>
                    <a:pt x="11637" y="15912"/>
                    <a:pt x="11701" y="15816"/>
                    <a:pt x="11830" y="15719"/>
                  </a:cubicBezTo>
                  <a:cubicBezTo>
                    <a:pt x="12280" y="15333"/>
                    <a:pt x="13276" y="14690"/>
                    <a:pt x="14369" y="14048"/>
                  </a:cubicBezTo>
                  <a:cubicBezTo>
                    <a:pt x="15430" y="13405"/>
                    <a:pt x="16587" y="12794"/>
                    <a:pt x="17391" y="12440"/>
                  </a:cubicBezTo>
                  <a:cubicBezTo>
                    <a:pt x="18259" y="12087"/>
                    <a:pt x="19770" y="11476"/>
                    <a:pt x="21055" y="10833"/>
                  </a:cubicBezTo>
                  <a:cubicBezTo>
                    <a:pt x="21698" y="10512"/>
                    <a:pt x="22277" y="10190"/>
                    <a:pt x="22727" y="9869"/>
                  </a:cubicBezTo>
                  <a:cubicBezTo>
                    <a:pt x="22952" y="9740"/>
                    <a:pt x="23113" y="9580"/>
                    <a:pt x="23241" y="9451"/>
                  </a:cubicBezTo>
                  <a:cubicBezTo>
                    <a:pt x="23402" y="9290"/>
                    <a:pt x="23498" y="9129"/>
                    <a:pt x="23498" y="8937"/>
                  </a:cubicBezTo>
                  <a:cubicBezTo>
                    <a:pt x="23498" y="8808"/>
                    <a:pt x="23434" y="8712"/>
                    <a:pt x="23370" y="8615"/>
                  </a:cubicBezTo>
                  <a:cubicBezTo>
                    <a:pt x="23177" y="8454"/>
                    <a:pt x="22855" y="8069"/>
                    <a:pt x="22502" y="7554"/>
                  </a:cubicBezTo>
                  <a:cubicBezTo>
                    <a:pt x="21955" y="6815"/>
                    <a:pt x="21280" y="5851"/>
                    <a:pt x="20734" y="5079"/>
                  </a:cubicBezTo>
                  <a:cubicBezTo>
                    <a:pt x="20220" y="4308"/>
                    <a:pt x="19834" y="3697"/>
                    <a:pt x="19834" y="3697"/>
                  </a:cubicBezTo>
                  <a:lnTo>
                    <a:pt x="19802" y="3697"/>
                  </a:lnTo>
                  <a:cubicBezTo>
                    <a:pt x="19802" y="3697"/>
                    <a:pt x="19384" y="3151"/>
                    <a:pt x="18805" y="2540"/>
                  </a:cubicBezTo>
                  <a:cubicBezTo>
                    <a:pt x="18194" y="1929"/>
                    <a:pt x="17487" y="1254"/>
                    <a:pt x="16844" y="965"/>
                  </a:cubicBezTo>
                  <a:cubicBezTo>
                    <a:pt x="15944" y="579"/>
                    <a:pt x="14659" y="0"/>
                    <a:pt x="127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0" name="Google Shape;2700;g312bfb4b743_5_798"/>
            <p:cNvSpPr/>
            <p:nvPr/>
          </p:nvSpPr>
          <p:spPr>
            <a:xfrm>
              <a:off x="4852250" y="3131925"/>
              <a:ext cx="629250" cy="449325"/>
            </a:xfrm>
            <a:custGeom>
              <a:avLst/>
              <a:gdLst/>
              <a:ahLst/>
              <a:cxnLst/>
              <a:rect l="l" t="t" r="r" b="b"/>
              <a:pathLst>
                <a:path w="25170" h="17973" extrusionOk="0">
                  <a:moveTo>
                    <a:pt x="1737" y="0"/>
                  </a:moveTo>
                  <a:cubicBezTo>
                    <a:pt x="1737" y="0"/>
                    <a:pt x="1" y="1286"/>
                    <a:pt x="65" y="3311"/>
                  </a:cubicBezTo>
                  <a:cubicBezTo>
                    <a:pt x="97" y="5336"/>
                    <a:pt x="2508" y="15655"/>
                    <a:pt x="2862" y="16715"/>
                  </a:cubicBezTo>
                  <a:cubicBezTo>
                    <a:pt x="3247" y="17744"/>
                    <a:pt x="4855" y="17841"/>
                    <a:pt x="5208" y="17969"/>
                  </a:cubicBezTo>
                  <a:cubicBezTo>
                    <a:pt x="5213" y="17972"/>
                    <a:pt x="5222" y="17973"/>
                    <a:pt x="5233" y="17973"/>
                  </a:cubicBezTo>
                  <a:cubicBezTo>
                    <a:pt x="5966" y="17973"/>
                    <a:pt x="19384" y="12762"/>
                    <a:pt x="19384" y="12762"/>
                  </a:cubicBezTo>
                  <a:cubicBezTo>
                    <a:pt x="19384" y="12762"/>
                    <a:pt x="21023" y="13919"/>
                    <a:pt x="21666" y="13919"/>
                  </a:cubicBezTo>
                  <a:cubicBezTo>
                    <a:pt x="22277" y="13887"/>
                    <a:pt x="24045" y="13855"/>
                    <a:pt x="24045" y="13855"/>
                  </a:cubicBezTo>
                  <a:cubicBezTo>
                    <a:pt x="24045" y="13855"/>
                    <a:pt x="24752" y="15012"/>
                    <a:pt x="24977" y="15012"/>
                  </a:cubicBezTo>
                  <a:cubicBezTo>
                    <a:pt x="25170" y="15012"/>
                    <a:pt x="25106" y="14465"/>
                    <a:pt x="25009" y="14048"/>
                  </a:cubicBezTo>
                  <a:cubicBezTo>
                    <a:pt x="24945" y="13630"/>
                    <a:pt x="24559" y="12569"/>
                    <a:pt x="24559" y="12569"/>
                  </a:cubicBezTo>
                  <a:cubicBezTo>
                    <a:pt x="24559" y="12569"/>
                    <a:pt x="22663" y="11444"/>
                    <a:pt x="21730" y="11251"/>
                  </a:cubicBezTo>
                  <a:cubicBezTo>
                    <a:pt x="20974" y="11089"/>
                    <a:pt x="20149" y="10836"/>
                    <a:pt x="19580" y="10836"/>
                  </a:cubicBezTo>
                  <a:cubicBezTo>
                    <a:pt x="19473" y="10836"/>
                    <a:pt x="19374" y="10845"/>
                    <a:pt x="19287" y="10865"/>
                  </a:cubicBezTo>
                  <a:cubicBezTo>
                    <a:pt x="18709" y="11026"/>
                    <a:pt x="7555" y="12826"/>
                    <a:pt x="7555" y="12826"/>
                  </a:cubicBezTo>
                  <a:cubicBezTo>
                    <a:pt x="7555" y="12826"/>
                    <a:pt x="7812" y="5304"/>
                    <a:pt x="7619" y="3697"/>
                  </a:cubicBezTo>
                  <a:cubicBezTo>
                    <a:pt x="7458" y="2090"/>
                    <a:pt x="6783" y="450"/>
                    <a:pt x="5530" y="193"/>
                  </a:cubicBezTo>
                  <a:lnTo>
                    <a:pt x="173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1" name="Google Shape;2701;g312bfb4b743_5_798"/>
            <p:cNvSpPr/>
            <p:nvPr/>
          </p:nvSpPr>
          <p:spPr>
            <a:xfrm>
              <a:off x="4848250" y="3127100"/>
              <a:ext cx="637275" cy="459700"/>
            </a:xfrm>
            <a:custGeom>
              <a:avLst/>
              <a:gdLst/>
              <a:ahLst/>
              <a:cxnLst/>
              <a:rect l="l" t="t" r="r" b="b"/>
              <a:pathLst>
                <a:path w="25491" h="18388" extrusionOk="0">
                  <a:moveTo>
                    <a:pt x="1768" y="0"/>
                  </a:moveTo>
                  <a:cubicBezTo>
                    <a:pt x="1768" y="33"/>
                    <a:pt x="1318" y="354"/>
                    <a:pt x="868" y="933"/>
                  </a:cubicBezTo>
                  <a:cubicBezTo>
                    <a:pt x="450" y="1511"/>
                    <a:pt x="0" y="2379"/>
                    <a:pt x="0" y="3440"/>
                  </a:cubicBezTo>
                  <a:lnTo>
                    <a:pt x="0" y="3536"/>
                  </a:lnTo>
                  <a:lnTo>
                    <a:pt x="2" y="3536"/>
                  </a:lnTo>
                  <a:lnTo>
                    <a:pt x="2" y="3536"/>
                  </a:lnTo>
                  <a:cubicBezTo>
                    <a:pt x="37" y="4090"/>
                    <a:pt x="166" y="5104"/>
                    <a:pt x="418" y="6365"/>
                  </a:cubicBezTo>
                  <a:cubicBezTo>
                    <a:pt x="772" y="8262"/>
                    <a:pt x="1318" y="10705"/>
                    <a:pt x="1800" y="12794"/>
                  </a:cubicBezTo>
                  <a:cubicBezTo>
                    <a:pt x="2025" y="13823"/>
                    <a:pt x="2250" y="14755"/>
                    <a:pt x="2443" y="15494"/>
                  </a:cubicBezTo>
                  <a:cubicBezTo>
                    <a:pt x="2636" y="16233"/>
                    <a:pt x="2764" y="16748"/>
                    <a:pt x="2829" y="16973"/>
                  </a:cubicBezTo>
                  <a:cubicBezTo>
                    <a:pt x="2957" y="17262"/>
                    <a:pt x="3150" y="17519"/>
                    <a:pt x="3375" y="17680"/>
                  </a:cubicBezTo>
                  <a:cubicBezTo>
                    <a:pt x="3729" y="17969"/>
                    <a:pt x="4147" y="18098"/>
                    <a:pt x="4532" y="18194"/>
                  </a:cubicBezTo>
                  <a:cubicBezTo>
                    <a:pt x="4725" y="18259"/>
                    <a:pt x="4886" y="18291"/>
                    <a:pt x="5015" y="18323"/>
                  </a:cubicBezTo>
                  <a:cubicBezTo>
                    <a:pt x="5143" y="18323"/>
                    <a:pt x="5272" y="18355"/>
                    <a:pt x="5304" y="18387"/>
                  </a:cubicBezTo>
                  <a:lnTo>
                    <a:pt x="5529" y="18387"/>
                  </a:lnTo>
                  <a:cubicBezTo>
                    <a:pt x="5722" y="18323"/>
                    <a:pt x="6075" y="18226"/>
                    <a:pt x="6557" y="18066"/>
                  </a:cubicBezTo>
                  <a:cubicBezTo>
                    <a:pt x="9694" y="16990"/>
                    <a:pt x="18272" y="13666"/>
                    <a:pt x="19495" y="13202"/>
                  </a:cubicBezTo>
                  <a:lnTo>
                    <a:pt x="19495" y="13202"/>
                  </a:lnTo>
                  <a:cubicBezTo>
                    <a:pt x="19638" y="13299"/>
                    <a:pt x="19959" y="13512"/>
                    <a:pt x="20315" y="13726"/>
                  </a:cubicBezTo>
                  <a:cubicBezTo>
                    <a:pt x="20572" y="13855"/>
                    <a:pt x="20830" y="14015"/>
                    <a:pt x="21087" y="14112"/>
                  </a:cubicBezTo>
                  <a:cubicBezTo>
                    <a:pt x="21344" y="14241"/>
                    <a:pt x="21601" y="14305"/>
                    <a:pt x="21826" y="14305"/>
                  </a:cubicBezTo>
                  <a:cubicBezTo>
                    <a:pt x="22344" y="14305"/>
                    <a:pt x="23692" y="14282"/>
                    <a:pt x="24091" y="14275"/>
                  </a:cubicBezTo>
                  <a:lnTo>
                    <a:pt x="24091" y="14275"/>
                  </a:lnTo>
                  <a:cubicBezTo>
                    <a:pt x="24166" y="14395"/>
                    <a:pt x="24282" y="14581"/>
                    <a:pt x="24398" y="14755"/>
                  </a:cubicBezTo>
                  <a:cubicBezTo>
                    <a:pt x="24526" y="14916"/>
                    <a:pt x="24623" y="15044"/>
                    <a:pt x="24751" y="15173"/>
                  </a:cubicBezTo>
                  <a:cubicBezTo>
                    <a:pt x="24783" y="15237"/>
                    <a:pt x="24848" y="15301"/>
                    <a:pt x="24912" y="15333"/>
                  </a:cubicBezTo>
                  <a:cubicBezTo>
                    <a:pt x="24944" y="15366"/>
                    <a:pt x="25008" y="15430"/>
                    <a:pt x="25137" y="15430"/>
                  </a:cubicBezTo>
                  <a:cubicBezTo>
                    <a:pt x="25201" y="15430"/>
                    <a:pt x="25266" y="15398"/>
                    <a:pt x="25330" y="15366"/>
                  </a:cubicBezTo>
                  <a:cubicBezTo>
                    <a:pt x="25426" y="15269"/>
                    <a:pt x="25426" y="15205"/>
                    <a:pt x="25458" y="15141"/>
                  </a:cubicBezTo>
                  <a:cubicBezTo>
                    <a:pt x="25458" y="15076"/>
                    <a:pt x="25491" y="14980"/>
                    <a:pt x="25491" y="14916"/>
                  </a:cubicBezTo>
                  <a:cubicBezTo>
                    <a:pt x="25491" y="14691"/>
                    <a:pt x="25426" y="14433"/>
                    <a:pt x="25394" y="14208"/>
                  </a:cubicBezTo>
                  <a:cubicBezTo>
                    <a:pt x="25330" y="13951"/>
                    <a:pt x="25233" y="13598"/>
                    <a:pt x="25137" y="13276"/>
                  </a:cubicBezTo>
                  <a:cubicBezTo>
                    <a:pt x="25008" y="12955"/>
                    <a:pt x="24912" y="12698"/>
                    <a:pt x="24912" y="12698"/>
                  </a:cubicBezTo>
                  <a:lnTo>
                    <a:pt x="24912" y="12633"/>
                  </a:lnTo>
                  <a:lnTo>
                    <a:pt x="24848" y="12601"/>
                  </a:lnTo>
                  <a:cubicBezTo>
                    <a:pt x="24848" y="12601"/>
                    <a:pt x="24365" y="12312"/>
                    <a:pt x="23755" y="11990"/>
                  </a:cubicBezTo>
                  <a:cubicBezTo>
                    <a:pt x="23144" y="11669"/>
                    <a:pt x="22437" y="11347"/>
                    <a:pt x="21923" y="11219"/>
                  </a:cubicBezTo>
                  <a:cubicBezTo>
                    <a:pt x="21183" y="11090"/>
                    <a:pt x="20412" y="10833"/>
                    <a:pt x="19769" y="10833"/>
                  </a:cubicBezTo>
                  <a:cubicBezTo>
                    <a:pt x="19640" y="10833"/>
                    <a:pt x="19512" y="10833"/>
                    <a:pt x="19383" y="10865"/>
                  </a:cubicBezTo>
                  <a:cubicBezTo>
                    <a:pt x="19319" y="10865"/>
                    <a:pt x="19094" y="10930"/>
                    <a:pt x="18740" y="10994"/>
                  </a:cubicBezTo>
                  <a:cubicBezTo>
                    <a:pt x="17487" y="11219"/>
                    <a:pt x="14722" y="11669"/>
                    <a:pt x="12279" y="12055"/>
                  </a:cubicBezTo>
                  <a:cubicBezTo>
                    <a:pt x="11026" y="12248"/>
                    <a:pt x="9901" y="12440"/>
                    <a:pt x="9065" y="12569"/>
                  </a:cubicBezTo>
                  <a:cubicBezTo>
                    <a:pt x="8565" y="12662"/>
                    <a:pt x="8182" y="12722"/>
                    <a:pt x="7948" y="12757"/>
                  </a:cubicBezTo>
                  <a:lnTo>
                    <a:pt x="7948" y="12757"/>
                  </a:lnTo>
                  <a:cubicBezTo>
                    <a:pt x="7976" y="11808"/>
                    <a:pt x="8068" y="8483"/>
                    <a:pt x="8068" y="6108"/>
                  </a:cubicBezTo>
                  <a:cubicBezTo>
                    <a:pt x="8068" y="5111"/>
                    <a:pt x="8036" y="4308"/>
                    <a:pt x="8004" y="3890"/>
                  </a:cubicBezTo>
                  <a:cubicBezTo>
                    <a:pt x="7908" y="3054"/>
                    <a:pt x="7683" y="2218"/>
                    <a:pt x="7329" y="1543"/>
                  </a:cubicBezTo>
                  <a:cubicBezTo>
                    <a:pt x="6975" y="868"/>
                    <a:pt x="6429" y="322"/>
                    <a:pt x="5722" y="161"/>
                  </a:cubicBezTo>
                  <a:lnTo>
                    <a:pt x="5625" y="579"/>
                  </a:lnTo>
                  <a:cubicBezTo>
                    <a:pt x="6172" y="708"/>
                    <a:pt x="6622" y="1126"/>
                    <a:pt x="6943" y="1736"/>
                  </a:cubicBezTo>
                  <a:cubicBezTo>
                    <a:pt x="7297" y="2347"/>
                    <a:pt x="7490" y="3151"/>
                    <a:pt x="7586" y="3922"/>
                  </a:cubicBezTo>
                  <a:cubicBezTo>
                    <a:pt x="7618" y="4308"/>
                    <a:pt x="7650" y="5144"/>
                    <a:pt x="7650" y="6108"/>
                  </a:cubicBezTo>
                  <a:cubicBezTo>
                    <a:pt x="7650" y="7490"/>
                    <a:pt x="7618" y="9226"/>
                    <a:pt x="7554" y="10608"/>
                  </a:cubicBezTo>
                  <a:cubicBezTo>
                    <a:pt x="7522" y="11958"/>
                    <a:pt x="7490" y="12987"/>
                    <a:pt x="7490" y="13019"/>
                  </a:cubicBezTo>
                  <a:lnTo>
                    <a:pt x="7490" y="13276"/>
                  </a:lnTo>
                  <a:lnTo>
                    <a:pt x="7747" y="13212"/>
                  </a:lnTo>
                  <a:cubicBezTo>
                    <a:pt x="7747" y="13212"/>
                    <a:pt x="10543" y="12762"/>
                    <a:pt x="13404" y="12312"/>
                  </a:cubicBezTo>
                  <a:cubicBezTo>
                    <a:pt x="14819" y="12087"/>
                    <a:pt x="16265" y="11830"/>
                    <a:pt x="17390" y="11637"/>
                  </a:cubicBezTo>
                  <a:cubicBezTo>
                    <a:pt x="17969" y="11540"/>
                    <a:pt x="18451" y="11476"/>
                    <a:pt x="18805" y="11412"/>
                  </a:cubicBezTo>
                  <a:cubicBezTo>
                    <a:pt x="19158" y="11347"/>
                    <a:pt x="19383" y="11315"/>
                    <a:pt x="19480" y="11283"/>
                  </a:cubicBezTo>
                  <a:cubicBezTo>
                    <a:pt x="19576" y="11251"/>
                    <a:pt x="19672" y="11251"/>
                    <a:pt x="19769" y="11251"/>
                  </a:cubicBezTo>
                  <a:cubicBezTo>
                    <a:pt x="20283" y="11251"/>
                    <a:pt x="21087" y="11476"/>
                    <a:pt x="21858" y="11637"/>
                  </a:cubicBezTo>
                  <a:cubicBezTo>
                    <a:pt x="22276" y="11733"/>
                    <a:pt x="22983" y="12055"/>
                    <a:pt x="23562" y="12376"/>
                  </a:cubicBezTo>
                  <a:cubicBezTo>
                    <a:pt x="23851" y="12505"/>
                    <a:pt x="24108" y="12665"/>
                    <a:pt x="24301" y="12762"/>
                  </a:cubicBezTo>
                  <a:cubicBezTo>
                    <a:pt x="24405" y="12831"/>
                    <a:pt x="24490" y="12882"/>
                    <a:pt x="24547" y="12914"/>
                  </a:cubicBezTo>
                  <a:lnTo>
                    <a:pt x="24547" y="12914"/>
                  </a:lnTo>
                  <a:cubicBezTo>
                    <a:pt x="24580" y="13004"/>
                    <a:pt x="24650" y="13196"/>
                    <a:pt x="24719" y="13405"/>
                  </a:cubicBezTo>
                  <a:cubicBezTo>
                    <a:pt x="24816" y="13726"/>
                    <a:pt x="24944" y="14080"/>
                    <a:pt x="24976" y="14273"/>
                  </a:cubicBezTo>
                  <a:cubicBezTo>
                    <a:pt x="25006" y="14479"/>
                    <a:pt x="25035" y="14712"/>
                    <a:pt x="25040" y="14873"/>
                  </a:cubicBezTo>
                  <a:lnTo>
                    <a:pt x="25040" y="14873"/>
                  </a:lnTo>
                  <a:cubicBezTo>
                    <a:pt x="25010" y="14838"/>
                    <a:pt x="24977" y="14799"/>
                    <a:pt x="24944" y="14755"/>
                  </a:cubicBezTo>
                  <a:cubicBezTo>
                    <a:pt x="24816" y="14594"/>
                    <a:pt x="24687" y="14401"/>
                    <a:pt x="24558" y="14241"/>
                  </a:cubicBezTo>
                  <a:cubicBezTo>
                    <a:pt x="24462" y="14048"/>
                    <a:pt x="24365" y="13919"/>
                    <a:pt x="24365" y="13919"/>
                  </a:cubicBezTo>
                  <a:lnTo>
                    <a:pt x="24301" y="13823"/>
                  </a:lnTo>
                  <a:lnTo>
                    <a:pt x="24205" y="13823"/>
                  </a:lnTo>
                  <a:cubicBezTo>
                    <a:pt x="24205" y="13823"/>
                    <a:pt x="22485" y="13885"/>
                    <a:pt x="21821" y="13887"/>
                  </a:cubicBezTo>
                  <a:lnTo>
                    <a:pt x="21821" y="13887"/>
                  </a:lnTo>
                  <a:cubicBezTo>
                    <a:pt x="21692" y="13885"/>
                    <a:pt x="21502" y="13821"/>
                    <a:pt x="21280" y="13726"/>
                  </a:cubicBezTo>
                  <a:cubicBezTo>
                    <a:pt x="20926" y="13565"/>
                    <a:pt x="20508" y="13340"/>
                    <a:pt x="20219" y="13148"/>
                  </a:cubicBezTo>
                  <a:cubicBezTo>
                    <a:pt x="20058" y="13051"/>
                    <a:pt x="19930" y="12955"/>
                    <a:pt x="19833" y="12890"/>
                  </a:cubicBezTo>
                  <a:cubicBezTo>
                    <a:pt x="19737" y="12826"/>
                    <a:pt x="19672" y="12794"/>
                    <a:pt x="19672" y="12794"/>
                  </a:cubicBezTo>
                  <a:lnTo>
                    <a:pt x="19576" y="12730"/>
                  </a:lnTo>
                  <a:lnTo>
                    <a:pt x="19480" y="12762"/>
                  </a:lnTo>
                  <a:cubicBezTo>
                    <a:pt x="19480" y="12762"/>
                    <a:pt x="18644" y="13083"/>
                    <a:pt x="17358" y="13565"/>
                  </a:cubicBezTo>
                  <a:cubicBezTo>
                    <a:pt x="15429" y="14305"/>
                    <a:pt x="12568" y="15398"/>
                    <a:pt x="10093" y="16330"/>
                  </a:cubicBezTo>
                  <a:cubicBezTo>
                    <a:pt x="8872" y="16780"/>
                    <a:pt x="7715" y="17198"/>
                    <a:pt x="6879" y="17487"/>
                  </a:cubicBezTo>
                  <a:cubicBezTo>
                    <a:pt x="6461" y="17648"/>
                    <a:pt x="6107" y="17776"/>
                    <a:pt x="5850" y="17841"/>
                  </a:cubicBezTo>
                  <a:cubicBezTo>
                    <a:pt x="5690" y="17873"/>
                    <a:pt x="5593" y="17905"/>
                    <a:pt x="5529" y="17937"/>
                  </a:cubicBezTo>
                  <a:lnTo>
                    <a:pt x="5446" y="17965"/>
                  </a:lnTo>
                  <a:lnTo>
                    <a:pt x="5446" y="17965"/>
                  </a:lnTo>
                  <a:cubicBezTo>
                    <a:pt x="5321" y="17934"/>
                    <a:pt x="5165" y="17903"/>
                    <a:pt x="4950" y="17873"/>
                  </a:cubicBezTo>
                  <a:cubicBezTo>
                    <a:pt x="4661" y="17809"/>
                    <a:pt x="4275" y="17712"/>
                    <a:pt x="3954" y="17551"/>
                  </a:cubicBezTo>
                  <a:cubicBezTo>
                    <a:pt x="3600" y="17359"/>
                    <a:pt x="3343" y="17134"/>
                    <a:pt x="3247" y="16812"/>
                  </a:cubicBezTo>
                  <a:cubicBezTo>
                    <a:pt x="3150" y="16587"/>
                    <a:pt x="2925" y="15751"/>
                    <a:pt x="2636" y="14594"/>
                  </a:cubicBezTo>
                  <a:cubicBezTo>
                    <a:pt x="2218" y="12890"/>
                    <a:pt x="1672" y="10480"/>
                    <a:pt x="1254" y="8326"/>
                  </a:cubicBezTo>
                  <a:cubicBezTo>
                    <a:pt x="804" y="6172"/>
                    <a:pt x="450" y="4244"/>
                    <a:pt x="418" y="3504"/>
                  </a:cubicBezTo>
                  <a:lnTo>
                    <a:pt x="418" y="3440"/>
                  </a:lnTo>
                  <a:cubicBezTo>
                    <a:pt x="418" y="2508"/>
                    <a:pt x="836" y="1736"/>
                    <a:pt x="1222" y="1190"/>
                  </a:cubicBezTo>
                  <a:cubicBezTo>
                    <a:pt x="1414" y="933"/>
                    <a:pt x="1639" y="708"/>
                    <a:pt x="1768" y="579"/>
                  </a:cubicBezTo>
                  <a:cubicBezTo>
                    <a:pt x="1864" y="483"/>
                    <a:pt x="1929" y="451"/>
                    <a:pt x="1961" y="418"/>
                  </a:cubicBezTo>
                  <a:lnTo>
                    <a:pt x="1993" y="354"/>
                  </a:lnTo>
                  <a:lnTo>
                    <a:pt x="2025" y="354"/>
                  </a:lnTo>
                  <a:lnTo>
                    <a:pt x="176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2" name="Google Shape;2702;g312bfb4b743_5_798"/>
            <p:cNvSpPr/>
            <p:nvPr/>
          </p:nvSpPr>
          <p:spPr>
            <a:xfrm>
              <a:off x="4853050" y="3111825"/>
              <a:ext cx="245950" cy="480600"/>
            </a:xfrm>
            <a:custGeom>
              <a:avLst/>
              <a:gdLst/>
              <a:ahLst/>
              <a:cxnLst/>
              <a:rect l="l" t="t" r="r" b="b"/>
              <a:pathLst>
                <a:path w="9838" h="19224" extrusionOk="0">
                  <a:moveTo>
                    <a:pt x="1962" y="1"/>
                  </a:moveTo>
                  <a:cubicBezTo>
                    <a:pt x="1962" y="1"/>
                    <a:pt x="1480" y="354"/>
                    <a:pt x="965" y="965"/>
                  </a:cubicBezTo>
                  <a:cubicBezTo>
                    <a:pt x="483" y="1576"/>
                    <a:pt x="1" y="2508"/>
                    <a:pt x="1" y="3633"/>
                  </a:cubicBezTo>
                  <a:cubicBezTo>
                    <a:pt x="1" y="4758"/>
                    <a:pt x="322" y="6944"/>
                    <a:pt x="644" y="9098"/>
                  </a:cubicBezTo>
                  <a:cubicBezTo>
                    <a:pt x="965" y="11251"/>
                    <a:pt x="1287" y="13405"/>
                    <a:pt x="1287" y="14369"/>
                  </a:cubicBezTo>
                  <a:cubicBezTo>
                    <a:pt x="1287" y="15430"/>
                    <a:pt x="1544" y="16587"/>
                    <a:pt x="1994" y="17552"/>
                  </a:cubicBezTo>
                  <a:cubicBezTo>
                    <a:pt x="2187" y="18002"/>
                    <a:pt x="2444" y="18420"/>
                    <a:pt x="2765" y="18709"/>
                  </a:cubicBezTo>
                  <a:cubicBezTo>
                    <a:pt x="3055" y="19030"/>
                    <a:pt x="3440" y="19223"/>
                    <a:pt x="3826" y="19223"/>
                  </a:cubicBezTo>
                  <a:cubicBezTo>
                    <a:pt x="4180" y="19223"/>
                    <a:pt x="4726" y="19127"/>
                    <a:pt x="5337" y="18966"/>
                  </a:cubicBezTo>
                  <a:cubicBezTo>
                    <a:pt x="7233" y="18516"/>
                    <a:pt x="9837" y="17616"/>
                    <a:pt x="9837" y="17616"/>
                  </a:cubicBezTo>
                  <a:lnTo>
                    <a:pt x="9709" y="17198"/>
                  </a:lnTo>
                  <a:cubicBezTo>
                    <a:pt x="9709" y="17198"/>
                    <a:pt x="9419" y="17294"/>
                    <a:pt x="8969" y="17455"/>
                  </a:cubicBezTo>
                  <a:cubicBezTo>
                    <a:pt x="8262" y="17680"/>
                    <a:pt x="7233" y="18002"/>
                    <a:pt x="6205" y="18291"/>
                  </a:cubicBezTo>
                  <a:cubicBezTo>
                    <a:pt x="5208" y="18580"/>
                    <a:pt x="4244" y="18805"/>
                    <a:pt x="3826" y="18805"/>
                  </a:cubicBezTo>
                  <a:cubicBezTo>
                    <a:pt x="3569" y="18805"/>
                    <a:pt x="3312" y="18677"/>
                    <a:pt x="3055" y="18420"/>
                  </a:cubicBezTo>
                  <a:cubicBezTo>
                    <a:pt x="2669" y="18034"/>
                    <a:pt x="2347" y="17391"/>
                    <a:pt x="2090" y="16652"/>
                  </a:cubicBezTo>
                  <a:cubicBezTo>
                    <a:pt x="1865" y="15912"/>
                    <a:pt x="1705" y="15109"/>
                    <a:pt x="1705" y="14369"/>
                  </a:cubicBezTo>
                  <a:cubicBezTo>
                    <a:pt x="1705" y="13309"/>
                    <a:pt x="1383" y="11187"/>
                    <a:pt x="1062" y="9033"/>
                  </a:cubicBezTo>
                  <a:cubicBezTo>
                    <a:pt x="740" y="6880"/>
                    <a:pt x="419" y="4694"/>
                    <a:pt x="419" y="3633"/>
                  </a:cubicBezTo>
                  <a:cubicBezTo>
                    <a:pt x="419" y="2637"/>
                    <a:pt x="869" y="1801"/>
                    <a:pt x="1319" y="1222"/>
                  </a:cubicBezTo>
                  <a:cubicBezTo>
                    <a:pt x="1544" y="933"/>
                    <a:pt x="1769" y="708"/>
                    <a:pt x="1930" y="579"/>
                  </a:cubicBezTo>
                  <a:cubicBezTo>
                    <a:pt x="2026" y="483"/>
                    <a:pt x="2090" y="419"/>
                    <a:pt x="2122" y="386"/>
                  </a:cubicBezTo>
                  <a:lnTo>
                    <a:pt x="2187" y="354"/>
                  </a:lnTo>
                  <a:lnTo>
                    <a:pt x="2219" y="354"/>
                  </a:lnTo>
                  <a:lnTo>
                    <a:pt x="196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3" name="Google Shape;2703;g312bfb4b743_5_798"/>
            <p:cNvSpPr/>
            <p:nvPr/>
          </p:nvSpPr>
          <p:spPr>
            <a:xfrm>
              <a:off x="5006550" y="3155225"/>
              <a:ext cx="124575" cy="303800"/>
            </a:xfrm>
            <a:custGeom>
              <a:avLst/>
              <a:gdLst/>
              <a:ahLst/>
              <a:cxnLst/>
              <a:rect l="l" t="t" r="r" b="b"/>
              <a:pathLst>
                <a:path w="4983" h="12152" extrusionOk="0">
                  <a:moveTo>
                    <a:pt x="290" y="1"/>
                  </a:moveTo>
                  <a:lnTo>
                    <a:pt x="0" y="322"/>
                  </a:lnTo>
                  <a:cubicBezTo>
                    <a:pt x="33" y="354"/>
                    <a:pt x="1126" y="1383"/>
                    <a:pt x="1126" y="3954"/>
                  </a:cubicBezTo>
                  <a:cubicBezTo>
                    <a:pt x="1126" y="4211"/>
                    <a:pt x="1126" y="4501"/>
                    <a:pt x="1093" y="4790"/>
                  </a:cubicBezTo>
                  <a:cubicBezTo>
                    <a:pt x="1061" y="5208"/>
                    <a:pt x="1061" y="5851"/>
                    <a:pt x="1061" y="6590"/>
                  </a:cubicBezTo>
                  <a:cubicBezTo>
                    <a:pt x="1061" y="8840"/>
                    <a:pt x="1158" y="11894"/>
                    <a:pt x="1158" y="11894"/>
                  </a:cubicBezTo>
                  <a:lnTo>
                    <a:pt x="1190" y="12151"/>
                  </a:lnTo>
                  <a:lnTo>
                    <a:pt x="4983" y="11251"/>
                  </a:lnTo>
                  <a:lnTo>
                    <a:pt x="4886" y="10833"/>
                  </a:lnTo>
                  <a:lnTo>
                    <a:pt x="1597" y="11604"/>
                  </a:lnTo>
                  <a:lnTo>
                    <a:pt x="1597" y="11604"/>
                  </a:lnTo>
                  <a:cubicBezTo>
                    <a:pt x="1585" y="11290"/>
                    <a:pt x="1564" y="10742"/>
                    <a:pt x="1543" y="10062"/>
                  </a:cubicBezTo>
                  <a:cubicBezTo>
                    <a:pt x="1511" y="9033"/>
                    <a:pt x="1479" y="7715"/>
                    <a:pt x="1479" y="6590"/>
                  </a:cubicBezTo>
                  <a:cubicBezTo>
                    <a:pt x="1479" y="5851"/>
                    <a:pt x="1479" y="5208"/>
                    <a:pt x="1511" y="4822"/>
                  </a:cubicBezTo>
                  <a:cubicBezTo>
                    <a:pt x="1543" y="4533"/>
                    <a:pt x="1543" y="4211"/>
                    <a:pt x="1543" y="3954"/>
                  </a:cubicBezTo>
                  <a:cubicBezTo>
                    <a:pt x="1543" y="1190"/>
                    <a:pt x="322" y="33"/>
                    <a:pt x="29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4" name="Google Shape;2704;g312bfb4b743_5_798"/>
            <p:cNvSpPr/>
            <p:nvPr/>
          </p:nvSpPr>
          <p:spPr>
            <a:xfrm>
              <a:off x="5276575" y="3402800"/>
              <a:ext cx="204925" cy="104425"/>
            </a:xfrm>
            <a:custGeom>
              <a:avLst/>
              <a:gdLst/>
              <a:ahLst/>
              <a:cxnLst/>
              <a:rect l="l" t="t" r="r" b="b"/>
              <a:pathLst>
                <a:path w="8197" h="4177" extrusionOk="0">
                  <a:moveTo>
                    <a:pt x="2607" y="1"/>
                  </a:moveTo>
                  <a:cubicBezTo>
                    <a:pt x="2500" y="1"/>
                    <a:pt x="2401" y="10"/>
                    <a:pt x="2314" y="30"/>
                  </a:cubicBezTo>
                  <a:cubicBezTo>
                    <a:pt x="2154" y="94"/>
                    <a:pt x="1254" y="255"/>
                    <a:pt x="0" y="448"/>
                  </a:cubicBezTo>
                  <a:lnTo>
                    <a:pt x="482" y="2666"/>
                  </a:lnTo>
                  <a:cubicBezTo>
                    <a:pt x="1672" y="2216"/>
                    <a:pt x="2411" y="1927"/>
                    <a:pt x="2411" y="1927"/>
                  </a:cubicBezTo>
                  <a:cubicBezTo>
                    <a:pt x="2411" y="1927"/>
                    <a:pt x="4050" y="3084"/>
                    <a:pt x="4693" y="3084"/>
                  </a:cubicBezTo>
                  <a:cubicBezTo>
                    <a:pt x="5304" y="3052"/>
                    <a:pt x="7072" y="3020"/>
                    <a:pt x="7072" y="3020"/>
                  </a:cubicBezTo>
                  <a:cubicBezTo>
                    <a:pt x="7072" y="3020"/>
                    <a:pt x="7779" y="4177"/>
                    <a:pt x="8004" y="4177"/>
                  </a:cubicBezTo>
                  <a:cubicBezTo>
                    <a:pt x="8197" y="4177"/>
                    <a:pt x="8133" y="3630"/>
                    <a:pt x="8036" y="3213"/>
                  </a:cubicBezTo>
                  <a:cubicBezTo>
                    <a:pt x="7972" y="2795"/>
                    <a:pt x="7586" y="1734"/>
                    <a:pt x="7586" y="1734"/>
                  </a:cubicBezTo>
                  <a:cubicBezTo>
                    <a:pt x="7586" y="1734"/>
                    <a:pt x="5690" y="609"/>
                    <a:pt x="4757" y="416"/>
                  </a:cubicBezTo>
                  <a:cubicBezTo>
                    <a:pt x="4001" y="254"/>
                    <a:pt x="3176" y="1"/>
                    <a:pt x="260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5" name="Google Shape;2705;g312bfb4b743_5_798"/>
            <p:cNvSpPr/>
            <p:nvPr/>
          </p:nvSpPr>
          <p:spPr>
            <a:xfrm>
              <a:off x="5270125" y="3397925"/>
              <a:ext cx="215400" cy="114925"/>
            </a:xfrm>
            <a:custGeom>
              <a:avLst/>
              <a:gdLst/>
              <a:ahLst/>
              <a:cxnLst/>
              <a:rect l="l" t="t" r="r" b="b"/>
              <a:pathLst>
                <a:path w="8616" h="4597" extrusionOk="0">
                  <a:moveTo>
                    <a:pt x="2894" y="418"/>
                  </a:moveTo>
                  <a:cubicBezTo>
                    <a:pt x="3408" y="418"/>
                    <a:pt x="4212" y="643"/>
                    <a:pt x="4983" y="804"/>
                  </a:cubicBezTo>
                  <a:cubicBezTo>
                    <a:pt x="5401" y="900"/>
                    <a:pt x="6108" y="1222"/>
                    <a:pt x="6687" y="1543"/>
                  </a:cubicBezTo>
                  <a:cubicBezTo>
                    <a:pt x="6976" y="1672"/>
                    <a:pt x="7233" y="1832"/>
                    <a:pt x="7426" y="1929"/>
                  </a:cubicBezTo>
                  <a:cubicBezTo>
                    <a:pt x="7530" y="1998"/>
                    <a:pt x="7615" y="2049"/>
                    <a:pt x="7672" y="2081"/>
                  </a:cubicBezTo>
                  <a:lnTo>
                    <a:pt x="7672" y="2081"/>
                  </a:lnTo>
                  <a:cubicBezTo>
                    <a:pt x="7705" y="2171"/>
                    <a:pt x="7775" y="2363"/>
                    <a:pt x="7844" y="2572"/>
                  </a:cubicBezTo>
                  <a:cubicBezTo>
                    <a:pt x="7941" y="2893"/>
                    <a:pt x="8069" y="3247"/>
                    <a:pt x="8101" y="3440"/>
                  </a:cubicBezTo>
                  <a:cubicBezTo>
                    <a:pt x="8131" y="3646"/>
                    <a:pt x="8160" y="3879"/>
                    <a:pt x="8165" y="4040"/>
                  </a:cubicBezTo>
                  <a:lnTo>
                    <a:pt x="8165" y="4040"/>
                  </a:lnTo>
                  <a:cubicBezTo>
                    <a:pt x="8135" y="4005"/>
                    <a:pt x="8102" y="3966"/>
                    <a:pt x="8069" y="3922"/>
                  </a:cubicBezTo>
                  <a:cubicBezTo>
                    <a:pt x="7941" y="3761"/>
                    <a:pt x="7812" y="3568"/>
                    <a:pt x="7683" y="3408"/>
                  </a:cubicBezTo>
                  <a:cubicBezTo>
                    <a:pt x="7587" y="3215"/>
                    <a:pt x="7490" y="3086"/>
                    <a:pt x="7490" y="3086"/>
                  </a:cubicBezTo>
                  <a:lnTo>
                    <a:pt x="7426" y="2990"/>
                  </a:lnTo>
                  <a:lnTo>
                    <a:pt x="7330" y="2990"/>
                  </a:lnTo>
                  <a:cubicBezTo>
                    <a:pt x="7330" y="2990"/>
                    <a:pt x="5610" y="3052"/>
                    <a:pt x="4946" y="3054"/>
                  </a:cubicBezTo>
                  <a:lnTo>
                    <a:pt x="4946" y="3054"/>
                  </a:lnTo>
                  <a:cubicBezTo>
                    <a:pt x="4817" y="3052"/>
                    <a:pt x="4627" y="2988"/>
                    <a:pt x="4405" y="2893"/>
                  </a:cubicBezTo>
                  <a:cubicBezTo>
                    <a:pt x="4051" y="2732"/>
                    <a:pt x="3633" y="2507"/>
                    <a:pt x="3344" y="2315"/>
                  </a:cubicBezTo>
                  <a:cubicBezTo>
                    <a:pt x="3183" y="2218"/>
                    <a:pt x="3055" y="2122"/>
                    <a:pt x="2958" y="2057"/>
                  </a:cubicBezTo>
                  <a:cubicBezTo>
                    <a:pt x="2862" y="1993"/>
                    <a:pt x="2797" y="1961"/>
                    <a:pt x="2797" y="1961"/>
                  </a:cubicBezTo>
                  <a:lnTo>
                    <a:pt x="2701" y="1897"/>
                  </a:lnTo>
                  <a:lnTo>
                    <a:pt x="2605" y="1929"/>
                  </a:lnTo>
                  <a:cubicBezTo>
                    <a:pt x="2605" y="1929"/>
                    <a:pt x="1936" y="2180"/>
                    <a:pt x="910" y="2577"/>
                  </a:cubicBezTo>
                  <a:lnTo>
                    <a:pt x="910" y="2577"/>
                  </a:lnTo>
                  <a:lnTo>
                    <a:pt x="529" y="821"/>
                  </a:lnTo>
                  <a:lnTo>
                    <a:pt x="529" y="821"/>
                  </a:lnTo>
                  <a:cubicBezTo>
                    <a:pt x="1062" y="716"/>
                    <a:pt x="1500" y="635"/>
                    <a:pt x="1865" y="579"/>
                  </a:cubicBezTo>
                  <a:cubicBezTo>
                    <a:pt x="2251" y="514"/>
                    <a:pt x="2508" y="482"/>
                    <a:pt x="2605" y="450"/>
                  </a:cubicBezTo>
                  <a:cubicBezTo>
                    <a:pt x="2701" y="418"/>
                    <a:pt x="2797" y="418"/>
                    <a:pt x="2894" y="418"/>
                  </a:cubicBezTo>
                  <a:close/>
                  <a:moveTo>
                    <a:pt x="2894" y="0"/>
                  </a:moveTo>
                  <a:cubicBezTo>
                    <a:pt x="2765" y="0"/>
                    <a:pt x="2637" y="0"/>
                    <a:pt x="2508" y="32"/>
                  </a:cubicBezTo>
                  <a:cubicBezTo>
                    <a:pt x="2444" y="32"/>
                    <a:pt x="2187" y="97"/>
                    <a:pt x="1801" y="161"/>
                  </a:cubicBezTo>
                  <a:cubicBezTo>
                    <a:pt x="1383" y="225"/>
                    <a:pt x="837" y="322"/>
                    <a:pt x="226" y="418"/>
                  </a:cubicBezTo>
                  <a:lnTo>
                    <a:pt x="1" y="482"/>
                  </a:lnTo>
                  <a:lnTo>
                    <a:pt x="612" y="3150"/>
                  </a:lnTo>
                  <a:lnTo>
                    <a:pt x="837" y="3054"/>
                  </a:lnTo>
                  <a:cubicBezTo>
                    <a:pt x="1707" y="2715"/>
                    <a:pt x="2341" y="2468"/>
                    <a:pt x="2615" y="2366"/>
                  </a:cubicBezTo>
                  <a:lnTo>
                    <a:pt x="2615" y="2366"/>
                  </a:lnTo>
                  <a:cubicBezTo>
                    <a:pt x="2757" y="2462"/>
                    <a:pt x="3081" y="2677"/>
                    <a:pt x="3440" y="2893"/>
                  </a:cubicBezTo>
                  <a:cubicBezTo>
                    <a:pt x="3697" y="3022"/>
                    <a:pt x="3955" y="3182"/>
                    <a:pt x="4212" y="3279"/>
                  </a:cubicBezTo>
                  <a:cubicBezTo>
                    <a:pt x="4469" y="3408"/>
                    <a:pt x="4726" y="3472"/>
                    <a:pt x="4951" y="3472"/>
                  </a:cubicBezTo>
                  <a:cubicBezTo>
                    <a:pt x="5469" y="3472"/>
                    <a:pt x="6817" y="3449"/>
                    <a:pt x="7216" y="3442"/>
                  </a:cubicBezTo>
                  <a:lnTo>
                    <a:pt x="7216" y="3442"/>
                  </a:lnTo>
                  <a:cubicBezTo>
                    <a:pt x="7291" y="3562"/>
                    <a:pt x="7407" y="3748"/>
                    <a:pt x="7523" y="3922"/>
                  </a:cubicBezTo>
                  <a:cubicBezTo>
                    <a:pt x="7651" y="4083"/>
                    <a:pt x="7748" y="4211"/>
                    <a:pt x="7876" y="4340"/>
                  </a:cubicBezTo>
                  <a:cubicBezTo>
                    <a:pt x="7908" y="4404"/>
                    <a:pt x="7973" y="4468"/>
                    <a:pt x="8037" y="4500"/>
                  </a:cubicBezTo>
                  <a:cubicBezTo>
                    <a:pt x="8069" y="4533"/>
                    <a:pt x="8133" y="4597"/>
                    <a:pt x="8262" y="4597"/>
                  </a:cubicBezTo>
                  <a:cubicBezTo>
                    <a:pt x="8326" y="4597"/>
                    <a:pt x="8391" y="4565"/>
                    <a:pt x="8455" y="4533"/>
                  </a:cubicBezTo>
                  <a:cubicBezTo>
                    <a:pt x="8551" y="4436"/>
                    <a:pt x="8551" y="4372"/>
                    <a:pt x="8583" y="4308"/>
                  </a:cubicBezTo>
                  <a:cubicBezTo>
                    <a:pt x="8583" y="4243"/>
                    <a:pt x="8616" y="4147"/>
                    <a:pt x="8616" y="4083"/>
                  </a:cubicBezTo>
                  <a:cubicBezTo>
                    <a:pt x="8616" y="3858"/>
                    <a:pt x="8551" y="3600"/>
                    <a:pt x="8519" y="3375"/>
                  </a:cubicBezTo>
                  <a:cubicBezTo>
                    <a:pt x="8455" y="3118"/>
                    <a:pt x="8358" y="2765"/>
                    <a:pt x="8262" y="2443"/>
                  </a:cubicBezTo>
                  <a:cubicBezTo>
                    <a:pt x="8133" y="2122"/>
                    <a:pt x="8037" y="1865"/>
                    <a:pt x="8037" y="1865"/>
                  </a:cubicBezTo>
                  <a:lnTo>
                    <a:pt x="8037" y="1800"/>
                  </a:lnTo>
                  <a:lnTo>
                    <a:pt x="7973" y="1768"/>
                  </a:lnTo>
                  <a:cubicBezTo>
                    <a:pt x="7973" y="1768"/>
                    <a:pt x="7490" y="1479"/>
                    <a:pt x="6880" y="1157"/>
                  </a:cubicBezTo>
                  <a:cubicBezTo>
                    <a:pt x="6269" y="836"/>
                    <a:pt x="5562" y="514"/>
                    <a:pt x="5048" y="386"/>
                  </a:cubicBezTo>
                  <a:cubicBezTo>
                    <a:pt x="4308" y="257"/>
                    <a:pt x="3537" y="0"/>
                    <a:pt x="28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6" name="Google Shape;2706;g312bfb4b743_5_798"/>
            <p:cNvSpPr/>
            <p:nvPr/>
          </p:nvSpPr>
          <p:spPr>
            <a:xfrm>
              <a:off x="5526475" y="3239600"/>
              <a:ext cx="90850" cy="322275"/>
            </a:xfrm>
            <a:custGeom>
              <a:avLst/>
              <a:gdLst/>
              <a:ahLst/>
              <a:cxnLst/>
              <a:rect l="l" t="t" r="r" b="b"/>
              <a:pathLst>
                <a:path w="3634" h="12891" extrusionOk="0">
                  <a:moveTo>
                    <a:pt x="2894" y="1"/>
                  </a:moveTo>
                  <a:lnTo>
                    <a:pt x="1" y="12698"/>
                  </a:lnTo>
                  <a:lnTo>
                    <a:pt x="740" y="12891"/>
                  </a:lnTo>
                  <a:lnTo>
                    <a:pt x="3633" y="194"/>
                  </a:lnTo>
                  <a:lnTo>
                    <a:pt x="289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7" name="Google Shape;2707;g312bfb4b743_5_798"/>
            <p:cNvSpPr/>
            <p:nvPr/>
          </p:nvSpPr>
          <p:spPr>
            <a:xfrm>
              <a:off x="5520050" y="3233175"/>
              <a:ext cx="103700" cy="335125"/>
            </a:xfrm>
            <a:custGeom>
              <a:avLst/>
              <a:gdLst/>
              <a:ahLst/>
              <a:cxnLst/>
              <a:rect l="l" t="t" r="r" b="b"/>
              <a:pathLst>
                <a:path w="4148" h="13405" extrusionOk="0">
                  <a:moveTo>
                    <a:pt x="3312" y="515"/>
                  </a:moveTo>
                  <a:lnTo>
                    <a:pt x="3633" y="611"/>
                  </a:lnTo>
                  <a:lnTo>
                    <a:pt x="852" y="12873"/>
                  </a:lnTo>
                  <a:lnTo>
                    <a:pt x="852" y="12873"/>
                  </a:lnTo>
                  <a:lnTo>
                    <a:pt x="515" y="12794"/>
                  </a:lnTo>
                  <a:lnTo>
                    <a:pt x="3312" y="515"/>
                  </a:lnTo>
                  <a:close/>
                  <a:moveTo>
                    <a:pt x="2990" y="1"/>
                  </a:moveTo>
                  <a:lnTo>
                    <a:pt x="1" y="13116"/>
                  </a:lnTo>
                  <a:lnTo>
                    <a:pt x="1158" y="13405"/>
                  </a:lnTo>
                  <a:lnTo>
                    <a:pt x="1222" y="13180"/>
                  </a:lnTo>
                  <a:lnTo>
                    <a:pt x="4147" y="290"/>
                  </a:lnTo>
                  <a:lnTo>
                    <a:pt x="299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8" name="Google Shape;2708;g312bfb4b743_5_798"/>
            <p:cNvSpPr/>
            <p:nvPr/>
          </p:nvSpPr>
          <p:spPr>
            <a:xfrm>
              <a:off x="5156825" y="3548200"/>
              <a:ext cx="391375" cy="27350"/>
            </a:xfrm>
            <a:custGeom>
              <a:avLst/>
              <a:gdLst/>
              <a:ahLst/>
              <a:cxnLst/>
              <a:rect l="l" t="t" r="r" b="b"/>
              <a:pathLst>
                <a:path w="15655" h="1094" extrusionOk="0">
                  <a:moveTo>
                    <a:pt x="15623" y="0"/>
                  </a:moveTo>
                  <a:lnTo>
                    <a:pt x="0" y="322"/>
                  </a:lnTo>
                  <a:lnTo>
                    <a:pt x="33" y="1093"/>
                  </a:lnTo>
                  <a:lnTo>
                    <a:pt x="15655" y="772"/>
                  </a:lnTo>
                  <a:lnTo>
                    <a:pt x="1562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9" name="Google Shape;2709;g312bfb4b743_5_798"/>
            <p:cNvSpPr/>
            <p:nvPr/>
          </p:nvSpPr>
          <p:spPr>
            <a:xfrm>
              <a:off x="5152000" y="3542575"/>
              <a:ext cx="401025" cy="38600"/>
            </a:xfrm>
            <a:custGeom>
              <a:avLst/>
              <a:gdLst/>
              <a:ahLst/>
              <a:cxnLst/>
              <a:rect l="l" t="t" r="r" b="b"/>
              <a:pathLst>
                <a:path w="16041" h="1544" extrusionOk="0">
                  <a:moveTo>
                    <a:pt x="15623" y="418"/>
                  </a:moveTo>
                  <a:lnTo>
                    <a:pt x="15623" y="776"/>
                  </a:lnTo>
                  <a:lnTo>
                    <a:pt x="15623" y="776"/>
                  </a:lnTo>
                  <a:lnTo>
                    <a:pt x="418" y="1125"/>
                  </a:lnTo>
                  <a:lnTo>
                    <a:pt x="418" y="772"/>
                  </a:lnTo>
                  <a:lnTo>
                    <a:pt x="15623" y="418"/>
                  </a:lnTo>
                  <a:close/>
                  <a:moveTo>
                    <a:pt x="16041" y="0"/>
                  </a:moveTo>
                  <a:lnTo>
                    <a:pt x="1" y="354"/>
                  </a:lnTo>
                  <a:lnTo>
                    <a:pt x="1" y="1543"/>
                  </a:lnTo>
                  <a:lnTo>
                    <a:pt x="16041" y="1190"/>
                  </a:lnTo>
                  <a:lnTo>
                    <a:pt x="16041" y="965"/>
                  </a:lnTo>
                  <a:lnTo>
                    <a:pt x="1604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0" name="Google Shape;2710;g312bfb4b743_5_798"/>
            <p:cNvSpPr/>
            <p:nvPr/>
          </p:nvSpPr>
          <p:spPr>
            <a:xfrm>
              <a:off x="5553000" y="2925400"/>
              <a:ext cx="167175" cy="190475"/>
            </a:xfrm>
            <a:custGeom>
              <a:avLst/>
              <a:gdLst/>
              <a:ahLst/>
              <a:cxnLst/>
              <a:rect l="l" t="t" r="r" b="b"/>
              <a:pathLst>
                <a:path w="6687" h="7619" extrusionOk="0">
                  <a:moveTo>
                    <a:pt x="1" y="0"/>
                  </a:moveTo>
                  <a:lnTo>
                    <a:pt x="3344" y="7618"/>
                  </a:lnTo>
                  <a:lnTo>
                    <a:pt x="668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1" name="Google Shape;2711;g312bfb4b743_5_798"/>
            <p:cNvSpPr/>
            <p:nvPr/>
          </p:nvSpPr>
          <p:spPr>
            <a:xfrm>
              <a:off x="2940475" y="4391175"/>
              <a:ext cx="989275" cy="520775"/>
            </a:xfrm>
            <a:custGeom>
              <a:avLst/>
              <a:gdLst/>
              <a:ahLst/>
              <a:cxnLst/>
              <a:rect l="l" t="t" r="r" b="b"/>
              <a:pathLst>
                <a:path w="39571" h="20831" extrusionOk="0">
                  <a:moveTo>
                    <a:pt x="4565" y="1"/>
                  </a:moveTo>
                  <a:lnTo>
                    <a:pt x="4565" y="10094"/>
                  </a:lnTo>
                  <a:cubicBezTo>
                    <a:pt x="4565" y="13405"/>
                    <a:pt x="3440" y="16619"/>
                    <a:pt x="1350" y="19191"/>
                  </a:cubicBezTo>
                  <a:lnTo>
                    <a:pt x="0" y="20830"/>
                  </a:lnTo>
                  <a:lnTo>
                    <a:pt x="39570" y="20830"/>
                  </a:lnTo>
                  <a:lnTo>
                    <a:pt x="38220" y="19191"/>
                  </a:lnTo>
                  <a:cubicBezTo>
                    <a:pt x="36131" y="16619"/>
                    <a:pt x="35006" y="13405"/>
                    <a:pt x="35006" y="10094"/>
                  </a:cubicBezTo>
                  <a:lnTo>
                    <a:pt x="3500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2" name="Google Shape;2712;g312bfb4b743_5_798"/>
            <p:cNvSpPr/>
            <p:nvPr/>
          </p:nvSpPr>
          <p:spPr>
            <a:xfrm>
              <a:off x="3007975" y="4124375"/>
              <a:ext cx="854250" cy="429975"/>
            </a:xfrm>
            <a:custGeom>
              <a:avLst/>
              <a:gdLst/>
              <a:ahLst/>
              <a:cxnLst/>
              <a:rect l="l" t="t" r="r" b="b"/>
              <a:pathLst>
                <a:path w="34170" h="17199" extrusionOk="0">
                  <a:moveTo>
                    <a:pt x="1865" y="1"/>
                  </a:moveTo>
                  <a:lnTo>
                    <a:pt x="1865" y="8294"/>
                  </a:lnTo>
                  <a:lnTo>
                    <a:pt x="1865" y="10126"/>
                  </a:lnTo>
                  <a:cubicBezTo>
                    <a:pt x="1865" y="12601"/>
                    <a:pt x="1222" y="15044"/>
                    <a:pt x="0" y="17198"/>
                  </a:cubicBezTo>
                  <a:lnTo>
                    <a:pt x="34170" y="17198"/>
                  </a:lnTo>
                  <a:cubicBezTo>
                    <a:pt x="32948" y="15044"/>
                    <a:pt x="32306" y="12601"/>
                    <a:pt x="32306" y="10126"/>
                  </a:cubicBezTo>
                  <a:lnTo>
                    <a:pt x="32306" y="8294"/>
                  </a:lnTo>
                  <a:lnTo>
                    <a:pt x="3230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3" name="Google Shape;2713;g312bfb4b743_5_798"/>
            <p:cNvSpPr/>
            <p:nvPr/>
          </p:nvSpPr>
          <p:spPr>
            <a:xfrm>
              <a:off x="2934850" y="4385550"/>
              <a:ext cx="1000525" cy="532025"/>
            </a:xfrm>
            <a:custGeom>
              <a:avLst/>
              <a:gdLst/>
              <a:ahLst/>
              <a:cxnLst/>
              <a:rect l="l" t="t" r="r" b="b"/>
              <a:pathLst>
                <a:path w="40021" h="21281" extrusionOk="0">
                  <a:moveTo>
                    <a:pt x="35006" y="419"/>
                  </a:moveTo>
                  <a:lnTo>
                    <a:pt x="35006" y="10319"/>
                  </a:lnTo>
                  <a:cubicBezTo>
                    <a:pt x="35006" y="13662"/>
                    <a:pt x="36163" y="16941"/>
                    <a:pt x="38284" y="19545"/>
                  </a:cubicBezTo>
                  <a:lnTo>
                    <a:pt x="39345" y="20863"/>
                  </a:lnTo>
                  <a:lnTo>
                    <a:pt x="675" y="20863"/>
                  </a:lnTo>
                  <a:lnTo>
                    <a:pt x="1736" y="19545"/>
                  </a:lnTo>
                  <a:cubicBezTo>
                    <a:pt x="3858" y="16941"/>
                    <a:pt x="5015" y="13662"/>
                    <a:pt x="5015" y="10319"/>
                  </a:cubicBezTo>
                  <a:lnTo>
                    <a:pt x="5015" y="419"/>
                  </a:lnTo>
                  <a:close/>
                  <a:moveTo>
                    <a:pt x="4790" y="1"/>
                  </a:moveTo>
                  <a:cubicBezTo>
                    <a:pt x="4725" y="1"/>
                    <a:pt x="4693" y="33"/>
                    <a:pt x="4661" y="65"/>
                  </a:cubicBezTo>
                  <a:cubicBezTo>
                    <a:pt x="4597" y="97"/>
                    <a:pt x="4597" y="161"/>
                    <a:pt x="4597" y="226"/>
                  </a:cubicBezTo>
                  <a:lnTo>
                    <a:pt x="4597" y="10319"/>
                  </a:lnTo>
                  <a:cubicBezTo>
                    <a:pt x="4597" y="13566"/>
                    <a:pt x="3472" y="16748"/>
                    <a:pt x="1415" y="19287"/>
                  </a:cubicBezTo>
                  <a:lnTo>
                    <a:pt x="65" y="20927"/>
                  </a:lnTo>
                  <a:cubicBezTo>
                    <a:pt x="0" y="20991"/>
                    <a:pt x="0" y="21088"/>
                    <a:pt x="32" y="21152"/>
                  </a:cubicBezTo>
                  <a:cubicBezTo>
                    <a:pt x="65" y="21216"/>
                    <a:pt x="161" y="21280"/>
                    <a:pt x="225" y="21280"/>
                  </a:cubicBezTo>
                  <a:lnTo>
                    <a:pt x="39795" y="21280"/>
                  </a:lnTo>
                  <a:cubicBezTo>
                    <a:pt x="39859" y="21280"/>
                    <a:pt x="39956" y="21216"/>
                    <a:pt x="39988" y="21152"/>
                  </a:cubicBezTo>
                  <a:cubicBezTo>
                    <a:pt x="40020" y="21088"/>
                    <a:pt x="39988" y="20991"/>
                    <a:pt x="39956" y="20927"/>
                  </a:cubicBezTo>
                  <a:lnTo>
                    <a:pt x="38606" y="19287"/>
                  </a:lnTo>
                  <a:cubicBezTo>
                    <a:pt x="36548" y="16748"/>
                    <a:pt x="35423" y="13566"/>
                    <a:pt x="35423" y="10319"/>
                  </a:cubicBezTo>
                  <a:lnTo>
                    <a:pt x="35423" y="226"/>
                  </a:lnTo>
                  <a:cubicBezTo>
                    <a:pt x="35423" y="161"/>
                    <a:pt x="35423" y="97"/>
                    <a:pt x="35359" y="65"/>
                  </a:cubicBezTo>
                  <a:cubicBezTo>
                    <a:pt x="35327" y="33"/>
                    <a:pt x="35263" y="1"/>
                    <a:pt x="352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4" name="Google Shape;2714;g312bfb4b743_5_798"/>
            <p:cNvSpPr/>
            <p:nvPr/>
          </p:nvSpPr>
          <p:spPr>
            <a:xfrm>
              <a:off x="1906225" y="2226250"/>
              <a:ext cx="3057750" cy="2244525"/>
            </a:xfrm>
            <a:custGeom>
              <a:avLst/>
              <a:gdLst/>
              <a:ahLst/>
              <a:cxnLst/>
              <a:rect l="l" t="t" r="r" b="b"/>
              <a:pathLst>
                <a:path w="122310" h="89781" extrusionOk="0">
                  <a:moveTo>
                    <a:pt x="4565" y="0"/>
                  </a:moveTo>
                  <a:cubicBezTo>
                    <a:pt x="2058" y="0"/>
                    <a:pt x="0" y="2026"/>
                    <a:pt x="0" y="4533"/>
                  </a:cubicBezTo>
                  <a:lnTo>
                    <a:pt x="0" y="85216"/>
                  </a:lnTo>
                  <a:cubicBezTo>
                    <a:pt x="0" y="87755"/>
                    <a:pt x="2058" y="89780"/>
                    <a:pt x="4565" y="89780"/>
                  </a:cubicBezTo>
                  <a:lnTo>
                    <a:pt x="117745" y="89780"/>
                  </a:lnTo>
                  <a:cubicBezTo>
                    <a:pt x="120253" y="89780"/>
                    <a:pt x="122310" y="87755"/>
                    <a:pt x="122310" y="85216"/>
                  </a:cubicBezTo>
                  <a:lnTo>
                    <a:pt x="122310" y="4533"/>
                  </a:lnTo>
                  <a:cubicBezTo>
                    <a:pt x="122310" y="2026"/>
                    <a:pt x="120253" y="0"/>
                    <a:pt x="11774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5" name="Google Shape;2715;g312bfb4b743_5_798"/>
            <p:cNvSpPr/>
            <p:nvPr/>
          </p:nvSpPr>
          <p:spPr>
            <a:xfrm>
              <a:off x="1901400" y="2220625"/>
              <a:ext cx="3067400" cy="2254950"/>
            </a:xfrm>
            <a:custGeom>
              <a:avLst/>
              <a:gdLst/>
              <a:ahLst/>
              <a:cxnLst/>
              <a:rect l="l" t="t" r="r" b="b"/>
              <a:pathLst>
                <a:path w="122696" h="90198" extrusionOk="0">
                  <a:moveTo>
                    <a:pt x="117938" y="418"/>
                  </a:moveTo>
                  <a:cubicBezTo>
                    <a:pt x="119128" y="418"/>
                    <a:pt x="120221" y="901"/>
                    <a:pt x="120992" y="1704"/>
                  </a:cubicBezTo>
                  <a:cubicBezTo>
                    <a:pt x="121796" y="2476"/>
                    <a:pt x="122278" y="3569"/>
                    <a:pt x="122278" y="4758"/>
                  </a:cubicBezTo>
                  <a:lnTo>
                    <a:pt x="122278" y="85441"/>
                  </a:lnTo>
                  <a:cubicBezTo>
                    <a:pt x="122278" y="86662"/>
                    <a:pt x="121796" y="87723"/>
                    <a:pt x="120992" y="88526"/>
                  </a:cubicBezTo>
                  <a:cubicBezTo>
                    <a:pt x="120221" y="89298"/>
                    <a:pt x="119128" y="89780"/>
                    <a:pt x="117938" y="89780"/>
                  </a:cubicBezTo>
                  <a:lnTo>
                    <a:pt x="4758" y="89780"/>
                  </a:lnTo>
                  <a:cubicBezTo>
                    <a:pt x="3569" y="89780"/>
                    <a:pt x="2476" y="89298"/>
                    <a:pt x="1672" y="88526"/>
                  </a:cubicBezTo>
                  <a:cubicBezTo>
                    <a:pt x="901" y="87723"/>
                    <a:pt x="418" y="86662"/>
                    <a:pt x="418" y="85441"/>
                  </a:cubicBezTo>
                  <a:lnTo>
                    <a:pt x="418" y="4758"/>
                  </a:lnTo>
                  <a:cubicBezTo>
                    <a:pt x="418" y="3569"/>
                    <a:pt x="901" y="2476"/>
                    <a:pt x="1672" y="1704"/>
                  </a:cubicBezTo>
                  <a:cubicBezTo>
                    <a:pt x="2476" y="901"/>
                    <a:pt x="3569" y="418"/>
                    <a:pt x="4758" y="418"/>
                  </a:cubicBezTo>
                  <a:close/>
                  <a:moveTo>
                    <a:pt x="4758" y="0"/>
                  </a:moveTo>
                  <a:cubicBezTo>
                    <a:pt x="2122" y="0"/>
                    <a:pt x="1" y="2122"/>
                    <a:pt x="1" y="4758"/>
                  </a:cubicBezTo>
                  <a:lnTo>
                    <a:pt x="1" y="85441"/>
                  </a:lnTo>
                  <a:cubicBezTo>
                    <a:pt x="1" y="88076"/>
                    <a:pt x="2122" y="90198"/>
                    <a:pt x="4758" y="90198"/>
                  </a:cubicBezTo>
                  <a:lnTo>
                    <a:pt x="117938" y="90198"/>
                  </a:lnTo>
                  <a:cubicBezTo>
                    <a:pt x="120574" y="90198"/>
                    <a:pt x="122696" y="88076"/>
                    <a:pt x="122696" y="85441"/>
                  </a:cubicBezTo>
                  <a:lnTo>
                    <a:pt x="122696" y="4758"/>
                  </a:lnTo>
                  <a:cubicBezTo>
                    <a:pt x="122696" y="2122"/>
                    <a:pt x="120574" y="0"/>
                    <a:pt x="1179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6" name="Google Shape;2716;g312bfb4b743_5_798"/>
            <p:cNvSpPr/>
            <p:nvPr/>
          </p:nvSpPr>
          <p:spPr>
            <a:xfrm>
              <a:off x="1906225" y="4121975"/>
              <a:ext cx="3057750" cy="348800"/>
            </a:xfrm>
            <a:custGeom>
              <a:avLst/>
              <a:gdLst/>
              <a:ahLst/>
              <a:cxnLst/>
              <a:rect l="l" t="t" r="r" b="b"/>
              <a:pathLst>
                <a:path w="122310" h="13952" extrusionOk="0">
                  <a:moveTo>
                    <a:pt x="0" y="0"/>
                  </a:moveTo>
                  <a:lnTo>
                    <a:pt x="0" y="9387"/>
                  </a:lnTo>
                  <a:cubicBezTo>
                    <a:pt x="0" y="11926"/>
                    <a:pt x="2058" y="13951"/>
                    <a:pt x="4565" y="13951"/>
                  </a:cubicBezTo>
                  <a:lnTo>
                    <a:pt x="117745" y="13951"/>
                  </a:lnTo>
                  <a:cubicBezTo>
                    <a:pt x="120253" y="13951"/>
                    <a:pt x="122310" y="11926"/>
                    <a:pt x="122310" y="9387"/>
                  </a:cubicBezTo>
                  <a:lnTo>
                    <a:pt x="12231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7" name="Google Shape;2717;g312bfb4b743_5_798"/>
            <p:cNvSpPr/>
            <p:nvPr/>
          </p:nvSpPr>
          <p:spPr>
            <a:xfrm>
              <a:off x="1901400" y="4116350"/>
              <a:ext cx="3067400" cy="359225"/>
            </a:xfrm>
            <a:custGeom>
              <a:avLst/>
              <a:gdLst/>
              <a:ahLst/>
              <a:cxnLst/>
              <a:rect l="l" t="t" r="r" b="b"/>
              <a:pathLst>
                <a:path w="122696" h="14369" extrusionOk="0">
                  <a:moveTo>
                    <a:pt x="122278" y="418"/>
                  </a:moveTo>
                  <a:lnTo>
                    <a:pt x="122278" y="9612"/>
                  </a:lnTo>
                  <a:cubicBezTo>
                    <a:pt x="122278" y="10833"/>
                    <a:pt x="121796" y="11894"/>
                    <a:pt x="120992" y="12697"/>
                  </a:cubicBezTo>
                  <a:cubicBezTo>
                    <a:pt x="120221" y="13469"/>
                    <a:pt x="119128" y="13951"/>
                    <a:pt x="117938" y="13951"/>
                  </a:cubicBezTo>
                  <a:lnTo>
                    <a:pt x="4758" y="13951"/>
                  </a:lnTo>
                  <a:cubicBezTo>
                    <a:pt x="3569" y="13951"/>
                    <a:pt x="2476" y="13469"/>
                    <a:pt x="1672" y="12697"/>
                  </a:cubicBezTo>
                  <a:cubicBezTo>
                    <a:pt x="901" y="11894"/>
                    <a:pt x="418" y="10833"/>
                    <a:pt x="418" y="9612"/>
                  </a:cubicBezTo>
                  <a:lnTo>
                    <a:pt x="418" y="418"/>
                  </a:lnTo>
                  <a:close/>
                  <a:moveTo>
                    <a:pt x="193" y="0"/>
                  </a:moveTo>
                  <a:cubicBezTo>
                    <a:pt x="161" y="0"/>
                    <a:pt x="97" y="33"/>
                    <a:pt x="65" y="65"/>
                  </a:cubicBezTo>
                  <a:cubicBezTo>
                    <a:pt x="1" y="97"/>
                    <a:pt x="1" y="161"/>
                    <a:pt x="1" y="225"/>
                  </a:cubicBezTo>
                  <a:lnTo>
                    <a:pt x="1" y="9612"/>
                  </a:lnTo>
                  <a:cubicBezTo>
                    <a:pt x="1" y="12247"/>
                    <a:pt x="2122" y="14369"/>
                    <a:pt x="4758" y="14369"/>
                  </a:cubicBezTo>
                  <a:lnTo>
                    <a:pt x="117938" y="14369"/>
                  </a:lnTo>
                  <a:cubicBezTo>
                    <a:pt x="120574" y="14369"/>
                    <a:pt x="122696" y="12247"/>
                    <a:pt x="122696" y="9612"/>
                  </a:cubicBezTo>
                  <a:lnTo>
                    <a:pt x="122696" y="225"/>
                  </a:lnTo>
                  <a:cubicBezTo>
                    <a:pt x="122696" y="161"/>
                    <a:pt x="122664" y="97"/>
                    <a:pt x="122631" y="65"/>
                  </a:cubicBezTo>
                  <a:cubicBezTo>
                    <a:pt x="122599" y="33"/>
                    <a:pt x="122535" y="0"/>
                    <a:pt x="1225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8" name="Google Shape;2718;g312bfb4b743_5_798"/>
            <p:cNvSpPr/>
            <p:nvPr/>
          </p:nvSpPr>
          <p:spPr>
            <a:xfrm>
              <a:off x="2060525" y="2365275"/>
              <a:ext cx="2749175" cy="1586350"/>
            </a:xfrm>
            <a:custGeom>
              <a:avLst/>
              <a:gdLst/>
              <a:ahLst/>
              <a:cxnLst/>
              <a:rect l="l" t="t" r="r" b="b"/>
              <a:pathLst>
                <a:path w="109967" h="63454" extrusionOk="0">
                  <a:moveTo>
                    <a:pt x="0" y="0"/>
                  </a:moveTo>
                  <a:lnTo>
                    <a:pt x="0" y="63454"/>
                  </a:lnTo>
                  <a:lnTo>
                    <a:pt x="109966" y="63454"/>
                  </a:lnTo>
                  <a:lnTo>
                    <a:pt x="10996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9" name="Google Shape;2719;g312bfb4b743_5_798"/>
            <p:cNvSpPr/>
            <p:nvPr/>
          </p:nvSpPr>
          <p:spPr>
            <a:xfrm>
              <a:off x="2054900" y="2360450"/>
              <a:ext cx="2760425" cy="1596000"/>
            </a:xfrm>
            <a:custGeom>
              <a:avLst/>
              <a:gdLst/>
              <a:ahLst/>
              <a:cxnLst/>
              <a:rect l="l" t="t" r="r" b="b"/>
              <a:pathLst>
                <a:path w="110417" h="63840" extrusionOk="0">
                  <a:moveTo>
                    <a:pt x="109998" y="419"/>
                  </a:moveTo>
                  <a:lnTo>
                    <a:pt x="109998" y="63422"/>
                  </a:lnTo>
                  <a:lnTo>
                    <a:pt x="418" y="63422"/>
                  </a:lnTo>
                  <a:lnTo>
                    <a:pt x="418" y="419"/>
                  </a:lnTo>
                  <a:close/>
                  <a:moveTo>
                    <a:pt x="225" y="1"/>
                  </a:moveTo>
                  <a:cubicBezTo>
                    <a:pt x="161" y="1"/>
                    <a:pt x="97" y="1"/>
                    <a:pt x="64" y="65"/>
                  </a:cubicBezTo>
                  <a:cubicBezTo>
                    <a:pt x="32" y="97"/>
                    <a:pt x="0" y="161"/>
                    <a:pt x="0" y="193"/>
                  </a:cubicBezTo>
                  <a:lnTo>
                    <a:pt x="0" y="63647"/>
                  </a:lnTo>
                  <a:cubicBezTo>
                    <a:pt x="0" y="63711"/>
                    <a:pt x="32" y="63743"/>
                    <a:pt x="64" y="63775"/>
                  </a:cubicBezTo>
                  <a:cubicBezTo>
                    <a:pt x="97" y="63840"/>
                    <a:pt x="161" y="63840"/>
                    <a:pt x="225" y="63840"/>
                  </a:cubicBezTo>
                  <a:lnTo>
                    <a:pt x="110191" y="63840"/>
                  </a:lnTo>
                  <a:cubicBezTo>
                    <a:pt x="110255" y="63840"/>
                    <a:pt x="110320" y="63840"/>
                    <a:pt x="110352" y="63775"/>
                  </a:cubicBezTo>
                  <a:cubicBezTo>
                    <a:pt x="110384" y="63743"/>
                    <a:pt x="110416" y="63711"/>
                    <a:pt x="110416" y="63647"/>
                  </a:cubicBezTo>
                  <a:lnTo>
                    <a:pt x="110416" y="193"/>
                  </a:lnTo>
                  <a:cubicBezTo>
                    <a:pt x="110416" y="161"/>
                    <a:pt x="110384" y="97"/>
                    <a:pt x="110352" y="65"/>
                  </a:cubicBezTo>
                  <a:cubicBezTo>
                    <a:pt x="110320" y="1"/>
                    <a:pt x="110255" y="1"/>
                    <a:pt x="11019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0" name="Google Shape;2720;g312bfb4b743_5_798"/>
            <p:cNvSpPr/>
            <p:nvPr/>
          </p:nvSpPr>
          <p:spPr>
            <a:xfrm>
              <a:off x="2940475" y="4911925"/>
              <a:ext cx="989275" cy="45025"/>
            </a:xfrm>
            <a:custGeom>
              <a:avLst/>
              <a:gdLst/>
              <a:ahLst/>
              <a:cxnLst/>
              <a:rect l="l" t="t" r="r" b="b"/>
              <a:pathLst>
                <a:path w="39571" h="1801" extrusionOk="0">
                  <a:moveTo>
                    <a:pt x="0" y="0"/>
                  </a:moveTo>
                  <a:lnTo>
                    <a:pt x="0" y="1801"/>
                  </a:lnTo>
                  <a:lnTo>
                    <a:pt x="39570" y="1801"/>
                  </a:lnTo>
                  <a:lnTo>
                    <a:pt x="3957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1" name="Google Shape;2721;g312bfb4b743_5_798"/>
            <p:cNvSpPr/>
            <p:nvPr/>
          </p:nvSpPr>
          <p:spPr>
            <a:xfrm>
              <a:off x="2935650" y="4907100"/>
              <a:ext cx="999725" cy="55475"/>
            </a:xfrm>
            <a:custGeom>
              <a:avLst/>
              <a:gdLst/>
              <a:ahLst/>
              <a:cxnLst/>
              <a:rect l="l" t="t" r="r" b="b"/>
              <a:pathLst>
                <a:path w="39989" h="2219" extrusionOk="0">
                  <a:moveTo>
                    <a:pt x="39538" y="418"/>
                  </a:moveTo>
                  <a:lnTo>
                    <a:pt x="39538" y="1801"/>
                  </a:lnTo>
                  <a:lnTo>
                    <a:pt x="418" y="1801"/>
                  </a:lnTo>
                  <a:lnTo>
                    <a:pt x="418" y="418"/>
                  </a:lnTo>
                  <a:close/>
                  <a:moveTo>
                    <a:pt x="193" y="1"/>
                  </a:moveTo>
                  <a:cubicBezTo>
                    <a:pt x="129" y="1"/>
                    <a:pt x="97" y="1"/>
                    <a:pt x="65" y="65"/>
                  </a:cubicBezTo>
                  <a:cubicBezTo>
                    <a:pt x="0" y="97"/>
                    <a:pt x="0" y="161"/>
                    <a:pt x="0" y="193"/>
                  </a:cubicBezTo>
                  <a:lnTo>
                    <a:pt x="0" y="1994"/>
                  </a:lnTo>
                  <a:cubicBezTo>
                    <a:pt x="0" y="2058"/>
                    <a:pt x="0" y="2122"/>
                    <a:pt x="65" y="2154"/>
                  </a:cubicBezTo>
                  <a:cubicBezTo>
                    <a:pt x="97" y="2186"/>
                    <a:pt x="129" y="2219"/>
                    <a:pt x="193" y="2219"/>
                  </a:cubicBezTo>
                  <a:lnTo>
                    <a:pt x="39763" y="2219"/>
                  </a:lnTo>
                  <a:cubicBezTo>
                    <a:pt x="39827" y="2219"/>
                    <a:pt x="39859" y="2186"/>
                    <a:pt x="39924" y="2154"/>
                  </a:cubicBezTo>
                  <a:cubicBezTo>
                    <a:pt x="39956" y="2122"/>
                    <a:pt x="39988" y="2058"/>
                    <a:pt x="39988" y="1994"/>
                  </a:cubicBezTo>
                  <a:lnTo>
                    <a:pt x="39988" y="193"/>
                  </a:lnTo>
                  <a:cubicBezTo>
                    <a:pt x="39988" y="161"/>
                    <a:pt x="39956" y="97"/>
                    <a:pt x="39924" y="65"/>
                  </a:cubicBezTo>
                  <a:cubicBezTo>
                    <a:pt x="39859" y="1"/>
                    <a:pt x="39827" y="1"/>
                    <a:pt x="397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2" name="Google Shape;2722;g312bfb4b743_5_798"/>
            <p:cNvSpPr/>
            <p:nvPr/>
          </p:nvSpPr>
          <p:spPr>
            <a:xfrm>
              <a:off x="2383575" y="2497075"/>
              <a:ext cx="147875" cy="199325"/>
            </a:xfrm>
            <a:custGeom>
              <a:avLst/>
              <a:gdLst/>
              <a:ahLst/>
              <a:cxnLst/>
              <a:rect l="l" t="t" r="r" b="b"/>
              <a:pathLst>
                <a:path w="5915" h="7973" extrusionOk="0">
                  <a:moveTo>
                    <a:pt x="0" y="0"/>
                  </a:moveTo>
                  <a:lnTo>
                    <a:pt x="3954" y="7972"/>
                  </a:lnTo>
                  <a:lnTo>
                    <a:pt x="591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3" name="Google Shape;2723;g312bfb4b743_5_798"/>
            <p:cNvSpPr/>
            <p:nvPr/>
          </p:nvSpPr>
          <p:spPr>
            <a:xfrm>
              <a:off x="2377950" y="2491450"/>
              <a:ext cx="159125" cy="209975"/>
            </a:xfrm>
            <a:custGeom>
              <a:avLst/>
              <a:gdLst/>
              <a:ahLst/>
              <a:cxnLst/>
              <a:rect l="l" t="t" r="r" b="b"/>
              <a:pathLst>
                <a:path w="6365" h="8399" extrusionOk="0">
                  <a:moveTo>
                    <a:pt x="5883" y="418"/>
                  </a:moveTo>
                  <a:lnTo>
                    <a:pt x="4119" y="7593"/>
                  </a:lnTo>
                  <a:lnTo>
                    <a:pt x="4119" y="7593"/>
                  </a:lnTo>
                  <a:lnTo>
                    <a:pt x="547" y="418"/>
                  </a:lnTo>
                  <a:close/>
                  <a:moveTo>
                    <a:pt x="225" y="0"/>
                  </a:moveTo>
                  <a:cubicBezTo>
                    <a:pt x="129" y="0"/>
                    <a:pt x="65" y="32"/>
                    <a:pt x="32" y="97"/>
                  </a:cubicBezTo>
                  <a:cubicBezTo>
                    <a:pt x="0" y="161"/>
                    <a:pt x="0" y="257"/>
                    <a:pt x="32" y="322"/>
                  </a:cubicBezTo>
                  <a:lnTo>
                    <a:pt x="4018" y="8293"/>
                  </a:lnTo>
                  <a:cubicBezTo>
                    <a:pt x="4045" y="8346"/>
                    <a:pt x="4092" y="8398"/>
                    <a:pt x="4161" y="8398"/>
                  </a:cubicBezTo>
                  <a:cubicBezTo>
                    <a:pt x="4177" y="8398"/>
                    <a:pt x="4193" y="8396"/>
                    <a:pt x="4211" y="8390"/>
                  </a:cubicBezTo>
                  <a:cubicBezTo>
                    <a:pt x="4308" y="8390"/>
                    <a:pt x="4372" y="8326"/>
                    <a:pt x="4404" y="8229"/>
                  </a:cubicBezTo>
                  <a:lnTo>
                    <a:pt x="6365" y="257"/>
                  </a:lnTo>
                  <a:cubicBezTo>
                    <a:pt x="6365" y="193"/>
                    <a:pt x="6365" y="129"/>
                    <a:pt x="6333" y="97"/>
                  </a:cubicBezTo>
                  <a:cubicBezTo>
                    <a:pt x="6268" y="32"/>
                    <a:pt x="6204" y="0"/>
                    <a:pt x="61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4" name="Google Shape;2724;g312bfb4b743_5_798"/>
            <p:cNvSpPr/>
            <p:nvPr/>
          </p:nvSpPr>
          <p:spPr>
            <a:xfrm>
              <a:off x="2398825" y="2504300"/>
              <a:ext cx="94875" cy="192100"/>
            </a:xfrm>
            <a:custGeom>
              <a:avLst/>
              <a:gdLst/>
              <a:ahLst/>
              <a:cxnLst/>
              <a:rect l="l" t="t" r="r" b="b"/>
              <a:pathLst>
                <a:path w="3795" h="7684" extrusionOk="0">
                  <a:moveTo>
                    <a:pt x="1" y="0"/>
                  </a:moveTo>
                  <a:lnTo>
                    <a:pt x="3344" y="7683"/>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5" name="Google Shape;2725;g312bfb4b743_5_798"/>
            <p:cNvSpPr/>
            <p:nvPr/>
          </p:nvSpPr>
          <p:spPr>
            <a:xfrm>
              <a:off x="2393200" y="2499475"/>
              <a:ext cx="106125" cy="201950"/>
            </a:xfrm>
            <a:custGeom>
              <a:avLst/>
              <a:gdLst/>
              <a:ahLst/>
              <a:cxnLst/>
              <a:rect l="l" t="t" r="r" b="b"/>
              <a:pathLst>
                <a:path w="4245" h="8078" extrusionOk="0">
                  <a:moveTo>
                    <a:pt x="3794" y="419"/>
                  </a:moveTo>
                  <a:lnTo>
                    <a:pt x="3427" y="6947"/>
                  </a:lnTo>
                  <a:lnTo>
                    <a:pt x="547" y="419"/>
                  </a:lnTo>
                  <a:close/>
                  <a:moveTo>
                    <a:pt x="226" y="1"/>
                  </a:moveTo>
                  <a:cubicBezTo>
                    <a:pt x="162" y="1"/>
                    <a:pt x="97" y="33"/>
                    <a:pt x="65" y="97"/>
                  </a:cubicBezTo>
                  <a:cubicBezTo>
                    <a:pt x="33" y="129"/>
                    <a:pt x="1" y="226"/>
                    <a:pt x="33" y="290"/>
                  </a:cubicBezTo>
                  <a:lnTo>
                    <a:pt x="3376" y="7940"/>
                  </a:lnTo>
                  <a:cubicBezTo>
                    <a:pt x="3429" y="8020"/>
                    <a:pt x="3504" y="8077"/>
                    <a:pt x="3582" y="8077"/>
                  </a:cubicBezTo>
                  <a:cubicBezTo>
                    <a:pt x="3599" y="8077"/>
                    <a:pt x="3616" y="8075"/>
                    <a:pt x="3633" y="8069"/>
                  </a:cubicBezTo>
                  <a:cubicBezTo>
                    <a:pt x="3730" y="8069"/>
                    <a:pt x="3794" y="7972"/>
                    <a:pt x="3794" y="7876"/>
                  </a:cubicBezTo>
                  <a:lnTo>
                    <a:pt x="4244" y="226"/>
                  </a:lnTo>
                  <a:cubicBezTo>
                    <a:pt x="4244" y="161"/>
                    <a:pt x="4212" y="97"/>
                    <a:pt x="4180" y="65"/>
                  </a:cubicBezTo>
                  <a:cubicBezTo>
                    <a:pt x="4148" y="1"/>
                    <a:pt x="4083" y="1"/>
                    <a:pt x="40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6" name="Google Shape;2726;g312bfb4b743_5_798"/>
            <p:cNvSpPr/>
            <p:nvPr/>
          </p:nvSpPr>
          <p:spPr>
            <a:xfrm>
              <a:off x="2377950" y="2489825"/>
              <a:ext cx="104475" cy="206575"/>
            </a:xfrm>
            <a:custGeom>
              <a:avLst/>
              <a:gdLst/>
              <a:ahLst/>
              <a:cxnLst/>
              <a:rect l="l" t="t" r="r" b="b"/>
              <a:pathLst>
                <a:path w="4179" h="8263" extrusionOk="0">
                  <a:moveTo>
                    <a:pt x="0" y="1"/>
                  </a:moveTo>
                  <a:lnTo>
                    <a:pt x="4179" y="8262"/>
                  </a:lnTo>
                  <a:lnTo>
                    <a:pt x="379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7" name="Google Shape;2727;g312bfb4b743_5_798"/>
            <p:cNvSpPr/>
            <p:nvPr/>
          </p:nvSpPr>
          <p:spPr>
            <a:xfrm>
              <a:off x="2372325" y="2484200"/>
              <a:ext cx="115725" cy="217225"/>
            </a:xfrm>
            <a:custGeom>
              <a:avLst/>
              <a:gdLst/>
              <a:ahLst/>
              <a:cxnLst/>
              <a:rect l="l" t="t" r="r" b="b"/>
              <a:pathLst>
                <a:path w="4629" h="8689" extrusionOk="0">
                  <a:moveTo>
                    <a:pt x="3825" y="419"/>
                  </a:moveTo>
                  <a:lnTo>
                    <a:pt x="4166" y="7535"/>
                  </a:lnTo>
                  <a:lnTo>
                    <a:pt x="579" y="419"/>
                  </a:lnTo>
                  <a:close/>
                  <a:moveTo>
                    <a:pt x="225" y="1"/>
                  </a:moveTo>
                  <a:cubicBezTo>
                    <a:pt x="161" y="1"/>
                    <a:pt x="97" y="33"/>
                    <a:pt x="64" y="97"/>
                  </a:cubicBezTo>
                  <a:cubicBezTo>
                    <a:pt x="0" y="162"/>
                    <a:pt x="0" y="258"/>
                    <a:pt x="32" y="322"/>
                  </a:cubicBezTo>
                  <a:lnTo>
                    <a:pt x="4243" y="8583"/>
                  </a:lnTo>
                  <a:cubicBezTo>
                    <a:pt x="4270" y="8636"/>
                    <a:pt x="4339" y="8688"/>
                    <a:pt x="4416" y="8688"/>
                  </a:cubicBezTo>
                  <a:cubicBezTo>
                    <a:pt x="4433" y="8688"/>
                    <a:pt x="4451" y="8686"/>
                    <a:pt x="4468" y="8680"/>
                  </a:cubicBezTo>
                  <a:cubicBezTo>
                    <a:pt x="4565" y="8648"/>
                    <a:pt x="4629" y="8551"/>
                    <a:pt x="4629" y="8455"/>
                  </a:cubicBezTo>
                  <a:lnTo>
                    <a:pt x="4211" y="194"/>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8" name="Google Shape;2728;g312bfb4b743_5_798"/>
            <p:cNvSpPr/>
            <p:nvPr/>
          </p:nvSpPr>
          <p:spPr>
            <a:xfrm>
              <a:off x="2153725" y="2452075"/>
              <a:ext cx="328700" cy="244325"/>
            </a:xfrm>
            <a:custGeom>
              <a:avLst/>
              <a:gdLst/>
              <a:ahLst/>
              <a:cxnLst/>
              <a:rect l="l" t="t" r="r" b="b"/>
              <a:pathLst>
                <a:path w="13148" h="9773" extrusionOk="0">
                  <a:moveTo>
                    <a:pt x="1" y="0"/>
                  </a:moveTo>
                  <a:lnTo>
                    <a:pt x="2412" y="9772"/>
                  </a:lnTo>
                  <a:lnTo>
                    <a:pt x="13148" y="9772"/>
                  </a:lnTo>
                  <a:lnTo>
                    <a:pt x="11444" y="1125"/>
                  </a:lnTo>
                  <a:lnTo>
                    <a:pt x="6108" y="1125"/>
                  </a:lnTo>
                  <a:lnTo>
                    <a:pt x="511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9" name="Google Shape;2729;g312bfb4b743_5_798"/>
            <p:cNvSpPr/>
            <p:nvPr/>
          </p:nvSpPr>
          <p:spPr>
            <a:xfrm>
              <a:off x="2148100" y="2447250"/>
              <a:ext cx="339950" cy="253950"/>
            </a:xfrm>
            <a:custGeom>
              <a:avLst/>
              <a:gdLst/>
              <a:ahLst/>
              <a:cxnLst/>
              <a:rect l="l" t="t" r="r" b="b"/>
              <a:pathLst>
                <a:path w="13598" h="10158" extrusionOk="0">
                  <a:moveTo>
                    <a:pt x="5240" y="418"/>
                  </a:moveTo>
                  <a:lnTo>
                    <a:pt x="6173" y="1447"/>
                  </a:lnTo>
                  <a:cubicBezTo>
                    <a:pt x="6205" y="1511"/>
                    <a:pt x="6269" y="1511"/>
                    <a:pt x="6333" y="1511"/>
                  </a:cubicBezTo>
                  <a:lnTo>
                    <a:pt x="11509" y="1511"/>
                  </a:lnTo>
                  <a:lnTo>
                    <a:pt x="13116" y="9740"/>
                  </a:lnTo>
                  <a:lnTo>
                    <a:pt x="2797" y="9740"/>
                  </a:lnTo>
                  <a:lnTo>
                    <a:pt x="483" y="418"/>
                  </a:lnTo>
                  <a:close/>
                  <a:moveTo>
                    <a:pt x="226" y="0"/>
                  </a:moveTo>
                  <a:cubicBezTo>
                    <a:pt x="162" y="0"/>
                    <a:pt x="97" y="32"/>
                    <a:pt x="65" y="65"/>
                  </a:cubicBezTo>
                  <a:cubicBezTo>
                    <a:pt x="1" y="129"/>
                    <a:pt x="1" y="193"/>
                    <a:pt x="1" y="257"/>
                  </a:cubicBezTo>
                  <a:lnTo>
                    <a:pt x="2412" y="9997"/>
                  </a:lnTo>
                  <a:cubicBezTo>
                    <a:pt x="2444" y="10094"/>
                    <a:pt x="2540" y="10158"/>
                    <a:pt x="2637" y="10158"/>
                  </a:cubicBezTo>
                  <a:lnTo>
                    <a:pt x="13373" y="10158"/>
                  </a:lnTo>
                  <a:cubicBezTo>
                    <a:pt x="13437" y="10158"/>
                    <a:pt x="13502" y="10126"/>
                    <a:pt x="13566" y="10094"/>
                  </a:cubicBezTo>
                  <a:cubicBezTo>
                    <a:pt x="13598" y="10029"/>
                    <a:pt x="13598" y="9965"/>
                    <a:pt x="13598" y="9901"/>
                  </a:cubicBezTo>
                  <a:lnTo>
                    <a:pt x="11894" y="1254"/>
                  </a:lnTo>
                  <a:cubicBezTo>
                    <a:pt x="11862" y="1157"/>
                    <a:pt x="11798" y="1093"/>
                    <a:pt x="11669" y="1093"/>
                  </a:cubicBezTo>
                  <a:lnTo>
                    <a:pt x="6435" y="1093"/>
                  </a:lnTo>
                  <a:lnTo>
                    <a:pt x="5498" y="65"/>
                  </a:lnTo>
                  <a:cubicBezTo>
                    <a:pt x="5465" y="32"/>
                    <a:pt x="5401" y="0"/>
                    <a:pt x="533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0" name="Google Shape;2730;g312bfb4b743_5_798"/>
            <p:cNvSpPr/>
            <p:nvPr/>
          </p:nvSpPr>
          <p:spPr>
            <a:xfrm>
              <a:off x="2383575" y="2857075"/>
              <a:ext cx="147875" cy="199325"/>
            </a:xfrm>
            <a:custGeom>
              <a:avLst/>
              <a:gdLst/>
              <a:ahLst/>
              <a:cxnLst/>
              <a:rect l="l" t="t" r="r" b="b"/>
              <a:pathLst>
                <a:path w="5915" h="7973" extrusionOk="0">
                  <a:moveTo>
                    <a:pt x="0" y="1"/>
                  </a:moveTo>
                  <a:lnTo>
                    <a:pt x="3954" y="7973"/>
                  </a:lnTo>
                  <a:lnTo>
                    <a:pt x="59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1" name="Google Shape;2731;g312bfb4b743_5_798"/>
            <p:cNvSpPr/>
            <p:nvPr/>
          </p:nvSpPr>
          <p:spPr>
            <a:xfrm>
              <a:off x="2377950" y="2852275"/>
              <a:ext cx="159125" cy="209750"/>
            </a:xfrm>
            <a:custGeom>
              <a:avLst/>
              <a:gdLst/>
              <a:ahLst/>
              <a:cxnLst/>
              <a:rect l="l" t="t" r="r" b="b"/>
              <a:pathLst>
                <a:path w="6365" h="8390" extrusionOk="0">
                  <a:moveTo>
                    <a:pt x="5883" y="418"/>
                  </a:moveTo>
                  <a:lnTo>
                    <a:pt x="4124" y="7572"/>
                  </a:lnTo>
                  <a:lnTo>
                    <a:pt x="547" y="418"/>
                  </a:lnTo>
                  <a:close/>
                  <a:moveTo>
                    <a:pt x="225" y="0"/>
                  </a:moveTo>
                  <a:cubicBezTo>
                    <a:pt x="129" y="0"/>
                    <a:pt x="65" y="32"/>
                    <a:pt x="32" y="96"/>
                  </a:cubicBezTo>
                  <a:cubicBezTo>
                    <a:pt x="0" y="161"/>
                    <a:pt x="0" y="225"/>
                    <a:pt x="32" y="289"/>
                  </a:cubicBezTo>
                  <a:lnTo>
                    <a:pt x="4018" y="8261"/>
                  </a:lnTo>
                  <a:cubicBezTo>
                    <a:pt x="4050" y="8358"/>
                    <a:pt x="4115" y="8390"/>
                    <a:pt x="4211" y="8390"/>
                  </a:cubicBezTo>
                  <a:cubicBezTo>
                    <a:pt x="4308" y="8358"/>
                    <a:pt x="4372" y="8293"/>
                    <a:pt x="4404" y="8229"/>
                  </a:cubicBezTo>
                  <a:lnTo>
                    <a:pt x="6365" y="257"/>
                  </a:lnTo>
                  <a:cubicBezTo>
                    <a:pt x="6365" y="193"/>
                    <a:pt x="6365" y="129"/>
                    <a:pt x="6333" y="64"/>
                  </a:cubicBezTo>
                  <a:cubicBezTo>
                    <a:pt x="6268" y="32"/>
                    <a:pt x="6204" y="0"/>
                    <a:pt x="61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2" name="Google Shape;2732;g312bfb4b743_5_798"/>
            <p:cNvSpPr/>
            <p:nvPr/>
          </p:nvSpPr>
          <p:spPr>
            <a:xfrm>
              <a:off x="2398825" y="2865125"/>
              <a:ext cx="94875" cy="191275"/>
            </a:xfrm>
            <a:custGeom>
              <a:avLst/>
              <a:gdLst/>
              <a:ahLst/>
              <a:cxnLst/>
              <a:rect l="l" t="t" r="r" b="b"/>
              <a:pathLst>
                <a:path w="3795" h="7651" extrusionOk="0">
                  <a:moveTo>
                    <a:pt x="1" y="0"/>
                  </a:moveTo>
                  <a:lnTo>
                    <a:pt x="3344" y="7651"/>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3" name="Google Shape;2733;g312bfb4b743_5_798"/>
            <p:cNvSpPr/>
            <p:nvPr/>
          </p:nvSpPr>
          <p:spPr>
            <a:xfrm>
              <a:off x="2393200" y="2859500"/>
              <a:ext cx="106125" cy="202525"/>
            </a:xfrm>
            <a:custGeom>
              <a:avLst/>
              <a:gdLst/>
              <a:ahLst/>
              <a:cxnLst/>
              <a:rect l="l" t="t" r="r" b="b"/>
              <a:pathLst>
                <a:path w="4245" h="8101" extrusionOk="0">
                  <a:moveTo>
                    <a:pt x="3794" y="418"/>
                  </a:moveTo>
                  <a:lnTo>
                    <a:pt x="3428" y="6950"/>
                  </a:lnTo>
                  <a:lnTo>
                    <a:pt x="3428" y="6950"/>
                  </a:lnTo>
                  <a:lnTo>
                    <a:pt x="547" y="418"/>
                  </a:lnTo>
                  <a:close/>
                  <a:moveTo>
                    <a:pt x="226" y="0"/>
                  </a:moveTo>
                  <a:cubicBezTo>
                    <a:pt x="162" y="0"/>
                    <a:pt x="97" y="33"/>
                    <a:pt x="65" y="97"/>
                  </a:cubicBezTo>
                  <a:cubicBezTo>
                    <a:pt x="33" y="161"/>
                    <a:pt x="1" y="225"/>
                    <a:pt x="33" y="290"/>
                  </a:cubicBezTo>
                  <a:lnTo>
                    <a:pt x="3376" y="7972"/>
                  </a:lnTo>
                  <a:cubicBezTo>
                    <a:pt x="3440" y="8069"/>
                    <a:pt x="3537" y="8101"/>
                    <a:pt x="3633" y="8101"/>
                  </a:cubicBezTo>
                  <a:cubicBezTo>
                    <a:pt x="3730" y="8069"/>
                    <a:pt x="3794" y="8004"/>
                    <a:pt x="3794" y="7876"/>
                  </a:cubicBezTo>
                  <a:lnTo>
                    <a:pt x="4244" y="225"/>
                  </a:lnTo>
                  <a:cubicBezTo>
                    <a:pt x="4244" y="161"/>
                    <a:pt x="4212" y="97"/>
                    <a:pt x="4180" y="65"/>
                  </a:cubicBezTo>
                  <a:cubicBezTo>
                    <a:pt x="4148" y="33"/>
                    <a:pt x="4083" y="0"/>
                    <a:pt x="40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4" name="Google Shape;2734;g312bfb4b743_5_798"/>
            <p:cNvSpPr/>
            <p:nvPr/>
          </p:nvSpPr>
          <p:spPr>
            <a:xfrm>
              <a:off x="2377950" y="2849850"/>
              <a:ext cx="104475" cy="206550"/>
            </a:xfrm>
            <a:custGeom>
              <a:avLst/>
              <a:gdLst/>
              <a:ahLst/>
              <a:cxnLst/>
              <a:rect l="l" t="t" r="r" b="b"/>
              <a:pathLst>
                <a:path w="4179" h="8262" extrusionOk="0">
                  <a:moveTo>
                    <a:pt x="0" y="1"/>
                  </a:moveTo>
                  <a:lnTo>
                    <a:pt x="4179" y="8262"/>
                  </a:lnTo>
                  <a:lnTo>
                    <a:pt x="379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5" name="Google Shape;2735;g312bfb4b743_5_798"/>
            <p:cNvSpPr/>
            <p:nvPr/>
          </p:nvSpPr>
          <p:spPr>
            <a:xfrm>
              <a:off x="2372325" y="2844225"/>
              <a:ext cx="115725" cy="217300"/>
            </a:xfrm>
            <a:custGeom>
              <a:avLst/>
              <a:gdLst/>
              <a:ahLst/>
              <a:cxnLst/>
              <a:rect l="l" t="t" r="r" b="b"/>
              <a:pathLst>
                <a:path w="4629" h="8692" extrusionOk="0">
                  <a:moveTo>
                    <a:pt x="3825" y="451"/>
                  </a:moveTo>
                  <a:lnTo>
                    <a:pt x="4166" y="7538"/>
                  </a:lnTo>
                  <a:lnTo>
                    <a:pt x="579" y="451"/>
                  </a:lnTo>
                  <a:close/>
                  <a:moveTo>
                    <a:pt x="225" y="1"/>
                  </a:moveTo>
                  <a:cubicBezTo>
                    <a:pt x="161" y="1"/>
                    <a:pt x="97" y="65"/>
                    <a:pt x="64" y="129"/>
                  </a:cubicBezTo>
                  <a:cubicBezTo>
                    <a:pt x="0" y="193"/>
                    <a:pt x="0" y="258"/>
                    <a:pt x="32" y="322"/>
                  </a:cubicBezTo>
                  <a:lnTo>
                    <a:pt x="4243" y="8583"/>
                  </a:lnTo>
                  <a:cubicBezTo>
                    <a:pt x="4267" y="8656"/>
                    <a:pt x="4328" y="8692"/>
                    <a:pt x="4397" y="8692"/>
                  </a:cubicBezTo>
                  <a:cubicBezTo>
                    <a:pt x="4420" y="8692"/>
                    <a:pt x="4444" y="8688"/>
                    <a:pt x="4468" y="8680"/>
                  </a:cubicBezTo>
                  <a:cubicBezTo>
                    <a:pt x="4565" y="8680"/>
                    <a:pt x="4629" y="8583"/>
                    <a:pt x="4629" y="8487"/>
                  </a:cubicBezTo>
                  <a:lnTo>
                    <a:pt x="4211" y="226"/>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6" name="Google Shape;2736;g312bfb4b743_5_798"/>
            <p:cNvSpPr/>
            <p:nvPr/>
          </p:nvSpPr>
          <p:spPr>
            <a:xfrm>
              <a:off x="2153725" y="2812875"/>
              <a:ext cx="328700" cy="243525"/>
            </a:xfrm>
            <a:custGeom>
              <a:avLst/>
              <a:gdLst/>
              <a:ahLst/>
              <a:cxnLst/>
              <a:rect l="l" t="t" r="r" b="b"/>
              <a:pathLst>
                <a:path w="13148" h="9741" extrusionOk="0">
                  <a:moveTo>
                    <a:pt x="1" y="1"/>
                  </a:moveTo>
                  <a:lnTo>
                    <a:pt x="2412" y="9741"/>
                  </a:lnTo>
                  <a:lnTo>
                    <a:pt x="13148" y="9741"/>
                  </a:lnTo>
                  <a:lnTo>
                    <a:pt x="11444" y="1094"/>
                  </a:lnTo>
                  <a:lnTo>
                    <a:pt x="6108" y="1094"/>
                  </a:lnTo>
                  <a:lnTo>
                    <a:pt x="511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7" name="Google Shape;2737;g312bfb4b743_5_798"/>
            <p:cNvSpPr/>
            <p:nvPr/>
          </p:nvSpPr>
          <p:spPr>
            <a:xfrm>
              <a:off x="2148100" y="2807250"/>
              <a:ext cx="339950" cy="254775"/>
            </a:xfrm>
            <a:custGeom>
              <a:avLst/>
              <a:gdLst/>
              <a:ahLst/>
              <a:cxnLst/>
              <a:rect l="l" t="t" r="r" b="b"/>
              <a:pathLst>
                <a:path w="13598" h="10191" extrusionOk="0">
                  <a:moveTo>
                    <a:pt x="5240" y="419"/>
                  </a:moveTo>
                  <a:lnTo>
                    <a:pt x="6173" y="1480"/>
                  </a:lnTo>
                  <a:cubicBezTo>
                    <a:pt x="6205" y="1512"/>
                    <a:pt x="6269" y="1544"/>
                    <a:pt x="6333" y="1544"/>
                  </a:cubicBezTo>
                  <a:lnTo>
                    <a:pt x="11509" y="1544"/>
                  </a:lnTo>
                  <a:lnTo>
                    <a:pt x="13116" y="9741"/>
                  </a:lnTo>
                  <a:lnTo>
                    <a:pt x="2797" y="9741"/>
                  </a:lnTo>
                  <a:lnTo>
                    <a:pt x="483" y="419"/>
                  </a:lnTo>
                  <a:close/>
                  <a:moveTo>
                    <a:pt x="226" y="1"/>
                  </a:moveTo>
                  <a:cubicBezTo>
                    <a:pt x="162" y="1"/>
                    <a:pt x="97" y="33"/>
                    <a:pt x="65" y="97"/>
                  </a:cubicBezTo>
                  <a:cubicBezTo>
                    <a:pt x="1" y="130"/>
                    <a:pt x="1" y="194"/>
                    <a:pt x="1" y="258"/>
                  </a:cubicBezTo>
                  <a:lnTo>
                    <a:pt x="2412" y="10030"/>
                  </a:lnTo>
                  <a:cubicBezTo>
                    <a:pt x="2444" y="10126"/>
                    <a:pt x="2540" y="10191"/>
                    <a:pt x="2637" y="10191"/>
                  </a:cubicBezTo>
                  <a:lnTo>
                    <a:pt x="13373" y="10191"/>
                  </a:lnTo>
                  <a:cubicBezTo>
                    <a:pt x="13437" y="10191"/>
                    <a:pt x="13502" y="10159"/>
                    <a:pt x="13566" y="10094"/>
                  </a:cubicBezTo>
                  <a:cubicBezTo>
                    <a:pt x="13598" y="10062"/>
                    <a:pt x="13598" y="9998"/>
                    <a:pt x="13598" y="9934"/>
                  </a:cubicBezTo>
                  <a:lnTo>
                    <a:pt x="11894" y="1287"/>
                  </a:lnTo>
                  <a:cubicBezTo>
                    <a:pt x="11862" y="1190"/>
                    <a:pt x="11798" y="1126"/>
                    <a:pt x="11669" y="1126"/>
                  </a:cubicBezTo>
                  <a:lnTo>
                    <a:pt x="6437" y="1126"/>
                  </a:lnTo>
                  <a:lnTo>
                    <a:pt x="5498" y="65"/>
                  </a:lnTo>
                  <a:cubicBezTo>
                    <a:pt x="5465" y="33"/>
                    <a:pt x="5401" y="1"/>
                    <a:pt x="5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8" name="Google Shape;2738;g312bfb4b743_5_798"/>
            <p:cNvSpPr/>
            <p:nvPr/>
          </p:nvSpPr>
          <p:spPr>
            <a:xfrm>
              <a:off x="2383575" y="3217900"/>
              <a:ext cx="147875" cy="199325"/>
            </a:xfrm>
            <a:custGeom>
              <a:avLst/>
              <a:gdLst/>
              <a:ahLst/>
              <a:cxnLst/>
              <a:rect l="l" t="t" r="r" b="b"/>
              <a:pathLst>
                <a:path w="5915" h="7973" extrusionOk="0">
                  <a:moveTo>
                    <a:pt x="0" y="1"/>
                  </a:moveTo>
                  <a:lnTo>
                    <a:pt x="3954" y="7973"/>
                  </a:lnTo>
                  <a:lnTo>
                    <a:pt x="59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9" name="Google Shape;2739;g312bfb4b743_5_798"/>
            <p:cNvSpPr/>
            <p:nvPr/>
          </p:nvSpPr>
          <p:spPr>
            <a:xfrm>
              <a:off x="2377950" y="3212275"/>
              <a:ext cx="159125" cy="209775"/>
            </a:xfrm>
            <a:custGeom>
              <a:avLst/>
              <a:gdLst/>
              <a:ahLst/>
              <a:cxnLst/>
              <a:rect l="l" t="t" r="r" b="b"/>
              <a:pathLst>
                <a:path w="6365" h="8391" extrusionOk="0">
                  <a:moveTo>
                    <a:pt x="5883" y="419"/>
                  </a:moveTo>
                  <a:lnTo>
                    <a:pt x="4119" y="7593"/>
                  </a:lnTo>
                  <a:lnTo>
                    <a:pt x="4119" y="7593"/>
                  </a:lnTo>
                  <a:lnTo>
                    <a:pt x="547" y="419"/>
                  </a:lnTo>
                  <a:close/>
                  <a:moveTo>
                    <a:pt x="225" y="1"/>
                  </a:moveTo>
                  <a:cubicBezTo>
                    <a:pt x="129" y="1"/>
                    <a:pt x="65" y="33"/>
                    <a:pt x="32" y="97"/>
                  </a:cubicBezTo>
                  <a:cubicBezTo>
                    <a:pt x="0" y="162"/>
                    <a:pt x="0" y="258"/>
                    <a:pt x="32" y="322"/>
                  </a:cubicBezTo>
                  <a:lnTo>
                    <a:pt x="4018" y="8294"/>
                  </a:lnTo>
                  <a:cubicBezTo>
                    <a:pt x="4050" y="8358"/>
                    <a:pt x="4115" y="8391"/>
                    <a:pt x="4211" y="8391"/>
                  </a:cubicBezTo>
                  <a:cubicBezTo>
                    <a:pt x="4308" y="8391"/>
                    <a:pt x="4372" y="8326"/>
                    <a:pt x="4404" y="8230"/>
                  </a:cubicBezTo>
                  <a:lnTo>
                    <a:pt x="6365" y="258"/>
                  </a:lnTo>
                  <a:cubicBezTo>
                    <a:pt x="6365" y="194"/>
                    <a:pt x="6365" y="129"/>
                    <a:pt x="6333" y="97"/>
                  </a:cubicBezTo>
                  <a:cubicBezTo>
                    <a:pt x="6268" y="33"/>
                    <a:pt x="6204" y="1"/>
                    <a:pt x="61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0" name="Google Shape;2740;g312bfb4b743_5_798"/>
            <p:cNvSpPr/>
            <p:nvPr/>
          </p:nvSpPr>
          <p:spPr>
            <a:xfrm>
              <a:off x="2398825" y="3225150"/>
              <a:ext cx="94875" cy="192075"/>
            </a:xfrm>
            <a:custGeom>
              <a:avLst/>
              <a:gdLst/>
              <a:ahLst/>
              <a:cxnLst/>
              <a:rect l="l" t="t" r="r" b="b"/>
              <a:pathLst>
                <a:path w="3795" h="7683" extrusionOk="0">
                  <a:moveTo>
                    <a:pt x="1" y="0"/>
                  </a:moveTo>
                  <a:lnTo>
                    <a:pt x="3344" y="7683"/>
                  </a:lnTo>
                  <a:lnTo>
                    <a:pt x="379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1" name="Google Shape;2741;g312bfb4b743_5_798"/>
            <p:cNvSpPr/>
            <p:nvPr/>
          </p:nvSpPr>
          <p:spPr>
            <a:xfrm>
              <a:off x="2393200" y="3219525"/>
              <a:ext cx="106125" cy="202725"/>
            </a:xfrm>
            <a:custGeom>
              <a:avLst/>
              <a:gdLst/>
              <a:ahLst/>
              <a:cxnLst/>
              <a:rect l="l" t="t" r="r" b="b"/>
              <a:pathLst>
                <a:path w="4245" h="8109" extrusionOk="0">
                  <a:moveTo>
                    <a:pt x="3794" y="450"/>
                  </a:moveTo>
                  <a:lnTo>
                    <a:pt x="3427" y="6978"/>
                  </a:lnTo>
                  <a:lnTo>
                    <a:pt x="547" y="450"/>
                  </a:lnTo>
                  <a:close/>
                  <a:moveTo>
                    <a:pt x="226" y="0"/>
                  </a:moveTo>
                  <a:cubicBezTo>
                    <a:pt x="162" y="0"/>
                    <a:pt x="97" y="64"/>
                    <a:pt x="65" y="97"/>
                  </a:cubicBezTo>
                  <a:cubicBezTo>
                    <a:pt x="33" y="161"/>
                    <a:pt x="1" y="257"/>
                    <a:pt x="33" y="322"/>
                  </a:cubicBezTo>
                  <a:lnTo>
                    <a:pt x="3376" y="7972"/>
                  </a:lnTo>
                  <a:cubicBezTo>
                    <a:pt x="3429" y="8051"/>
                    <a:pt x="3504" y="8109"/>
                    <a:pt x="3582" y="8109"/>
                  </a:cubicBezTo>
                  <a:cubicBezTo>
                    <a:pt x="3599" y="8109"/>
                    <a:pt x="3616" y="8106"/>
                    <a:pt x="3633" y="8101"/>
                  </a:cubicBezTo>
                  <a:cubicBezTo>
                    <a:pt x="3730" y="8101"/>
                    <a:pt x="3794" y="8004"/>
                    <a:pt x="3794" y="7908"/>
                  </a:cubicBezTo>
                  <a:lnTo>
                    <a:pt x="4244" y="225"/>
                  </a:lnTo>
                  <a:cubicBezTo>
                    <a:pt x="4244" y="193"/>
                    <a:pt x="4212" y="129"/>
                    <a:pt x="4180" y="97"/>
                  </a:cubicBezTo>
                  <a:cubicBezTo>
                    <a:pt x="4148" y="32"/>
                    <a:pt x="4083" y="0"/>
                    <a:pt x="40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2" name="Google Shape;2742;g312bfb4b743_5_798"/>
            <p:cNvSpPr/>
            <p:nvPr/>
          </p:nvSpPr>
          <p:spPr>
            <a:xfrm>
              <a:off x="2377950" y="3209875"/>
              <a:ext cx="104475" cy="207350"/>
            </a:xfrm>
            <a:custGeom>
              <a:avLst/>
              <a:gdLst/>
              <a:ahLst/>
              <a:cxnLst/>
              <a:rect l="l" t="t" r="r" b="b"/>
              <a:pathLst>
                <a:path w="4179" h="8294" extrusionOk="0">
                  <a:moveTo>
                    <a:pt x="0" y="0"/>
                  </a:moveTo>
                  <a:lnTo>
                    <a:pt x="4179" y="8294"/>
                  </a:lnTo>
                  <a:lnTo>
                    <a:pt x="379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3" name="Google Shape;2743;g312bfb4b743_5_798"/>
            <p:cNvSpPr/>
            <p:nvPr/>
          </p:nvSpPr>
          <p:spPr>
            <a:xfrm>
              <a:off x="2372325" y="3205050"/>
              <a:ext cx="115725" cy="217225"/>
            </a:xfrm>
            <a:custGeom>
              <a:avLst/>
              <a:gdLst/>
              <a:ahLst/>
              <a:cxnLst/>
              <a:rect l="l" t="t" r="r" b="b"/>
              <a:pathLst>
                <a:path w="4629" h="8689" extrusionOk="0">
                  <a:moveTo>
                    <a:pt x="3825" y="418"/>
                  </a:moveTo>
                  <a:lnTo>
                    <a:pt x="4166" y="7535"/>
                  </a:lnTo>
                  <a:lnTo>
                    <a:pt x="4166" y="7535"/>
                  </a:lnTo>
                  <a:lnTo>
                    <a:pt x="579" y="418"/>
                  </a:lnTo>
                  <a:close/>
                  <a:moveTo>
                    <a:pt x="225" y="1"/>
                  </a:moveTo>
                  <a:cubicBezTo>
                    <a:pt x="161" y="1"/>
                    <a:pt x="97" y="33"/>
                    <a:pt x="64" y="97"/>
                  </a:cubicBezTo>
                  <a:cubicBezTo>
                    <a:pt x="0" y="161"/>
                    <a:pt x="0" y="226"/>
                    <a:pt x="32" y="290"/>
                  </a:cubicBezTo>
                  <a:lnTo>
                    <a:pt x="4243" y="8583"/>
                  </a:lnTo>
                  <a:cubicBezTo>
                    <a:pt x="4270" y="8636"/>
                    <a:pt x="4339" y="8688"/>
                    <a:pt x="4416" y="8688"/>
                  </a:cubicBezTo>
                  <a:cubicBezTo>
                    <a:pt x="4433" y="8688"/>
                    <a:pt x="4451" y="8685"/>
                    <a:pt x="4468" y="8680"/>
                  </a:cubicBezTo>
                  <a:cubicBezTo>
                    <a:pt x="4565" y="8647"/>
                    <a:pt x="4629" y="8551"/>
                    <a:pt x="4629" y="8455"/>
                  </a:cubicBezTo>
                  <a:lnTo>
                    <a:pt x="4211" y="193"/>
                  </a:lnTo>
                  <a:cubicBezTo>
                    <a:pt x="4211" y="97"/>
                    <a:pt x="4115" y="1"/>
                    <a:pt x="40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4" name="Google Shape;2744;g312bfb4b743_5_798"/>
            <p:cNvSpPr/>
            <p:nvPr/>
          </p:nvSpPr>
          <p:spPr>
            <a:xfrm>
              <a:off x="2153725" y="3172900"/>
              <a:ext cx="328700" cy="244325"/>
            </a:xfrm>
            <a:custGeom>
              <a:avLst/>
              <a:gdLst/>
              <a:ahLst/>
              <a:cxnLst/>
              <a:rect l="l" t="t" r="r" b="b"/>
              <a:pathLst>
                <a:path w="13148" h="9773" extrusionOk="0">
                  <a:moveTo>
                    <a:pt x="1" y="1"/>
                  </a:moveTo>
                  <a:lnTo>
                    <a:pt x="2412" y="9773"/>
                  </a:lnTo>
                  <a:lnTo>
                    <a:pt x="13148" y="9773"/>
                  </a:lnTo>
                  <a:lnTo>
                    <a:pt x="11444" y="1126"/>
                  </a:lnTo>
                  <a:lnTo>
                    <a:pt x="6108" y="1126"/>
                  </a:lnTo>
                  <a:lnTo>
                    <a:pt x="511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5" name="Google Shape;2745;g312bfb4b743_5_798"/>
            <p:cNvSpPr/>
            <p:nvPr/>
          </p:nvSpPr>
          <p:spPr>
            <a:xfrm>
              <a:off x="2148100" y="3168075"/>
              <a:ext cx="339950" cy="253975"/>
            </a:xfrm>
            <a:custGeom>
              <a:avLst/>
              <a:gdLst/>
              <a:ahLst/>
              <a:cxnLst/>
              <a:rect l="l" t="t" r="r" b="b"/>
              <a:pathLst>
                <a:path w="13598" h="10159" extrusionOk="0">
                  <a:moveTo>
                    <a:pt x="5240" y="419"/>
                  </a:moveTo>
                  <a:lnTo>
                    <a:pt x="6173" y="1447"/>
                  </a:lnTo>
                  <a:cubicBezTo>
                    <a:pt x="6205" y="1480"/>
                    <a:pt x="6269" y="1512"/>
                    <a:pt x="6333" y="1512"/>
                  </a:cubicBezTo>
                  <a:lnTo>
                    <a:pt x="11509" y="1512"/>
                  </a:lnTo>
                  <a:lnTo>
                    <a:pt x="13116" y="9741"/>
                  </a:lnTo>
                  <a:lnTo>
                    <a:pt x="2797" y="9741"/>
                  </a:lnTo>
                  <a:lnTo>
                    <a:pt x="483" y="419"/>
                  </a:lnTo>
                  <a:close/>
                  <a:moveTo>
                    <a:pt x="226" y="1"/>
                  </a:moveTo>
                  <a:cubicBezTo>
                    <a:pt x="162" y="1"/>
                    <a:pt x="97" y="33"/>
                    <a:pt x="65" y="65"/>
                  </a:cubicBezTo>
                  <a:cubicBezTo>
                    <a:pt x="1" y="129"/>
                    <a:pt x="1" y="194"/>
                    <a:pt x="1" y="258"/>
                  </a:cubicBezTo>
                  <a:lnTo>
                    <a:pt x="2412" y="9998"/>
                  </a:lnTo>
                  <a:cubicBezTo>
                    <a:pt x="2444" y="10094"/>
                    <a:pt x="2540" y="10159"/>
                    <a:pt x="2637" y="10159"/>
                  </a:cubicBezTo>
                  <a:lnTo>
                    <a:pt x="13373" y="10159"/>
                  </a:lnTo>
                  <a:cubicBezTo>
                    <a:pt x="13437" y="10159"/>
                    <a:pt x="13502" y="10126"/>
                    <a:pt x="13566" y="10094"/>
                  </a:cubicBezTo>
                  <a:cubicBezTo>
                    <a:pt x="13598" y="10030"/>
                    <a:pt x="13598" y="9966"/>
                    <a:pt x="13598" y="9901"/>
                  </a:cubicBezTo>
                  <a:lnTo>
                    <a:pt x="11894" y="1254"/>
                  </a:lnTo>
                  <a:cubicBezTo>
                    <a:pt x="11862" y="1158"/>
                    <a:pt x="11798" y="1094"/>
                    <a:pt x="11669" y="1094"/>
                  </a:cubicBezTo>
                  <a:lnTo>
                    <a:pt x="6435" y="1094"/>
                  </a:lnTo>
                  <a:lnTo>
                    <a:pt x="5498" y="65"/>
                  </a:lnTo>
                  <a:cubicBezTo>
                    <a:pt x="5465" y="1"/>
                    <a:pt x="5401" y="1"/>
                    <a:pt x="5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6" name="Google Shape;2746;g312bfb4b743_5_798"/>
            <p:cNvSpPr/>
            <p:nvPr/>
          </p:nvSpPr>
          <p:spPr>
            <a:xfrm>
              <a:off x="4591075" y="3348900"/>
              <a:ext cx="148700" cy="199325"/>
            </a:xfrm>
            <a:custGeom>
              <a:avLst/>
              <a:gdLst/>
              <a:ahLst/>
              <a:cxnLst/>
              <a:rect l="l" t="t" r="r" b="b"/>
              <a:pathLst>
                <a:path w="5948" h="7973" extrusionOk="0">
                  <a:moveTo>
                    <a:pt x="1" y="0"/>
                  </a:moveTo>
                  <a:lnTo>
                    <a:pt x="3987" y="7972"/>
                  </a:lnTo>
                  <a:lnTo>
                    <a:pt x="59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7" name="Google Shape;2747;g312bfb4b743_5_798"/>
            <p:cNvSpPr/>
            <p:nvPr/>
          </p:nvSpPr>
          <p:spPr>
            <a:xfrm>
              <a:off x="4585450" y="3344075"/>
              <a:ext cx="159950" cy="209775"/>
            </a:xfrm>
            <a:custGeom>
              <a:avLst/>
              <a:gdLst/>
              <a:ahLst/>
              <a:cxnLst/>
              <a:rect l="l" t="t" r="r" b="b"/>
              <a:pathLst>
                <a:path w="6398" h="8391" extrusionOk="0">
                  <a:moveTo>
                    <a:pt x="5883" y="418"/>
                  </a:moveTo>
                  <a:lnTo>
                    <a:pt x="4135" y="7530"/>
                  </a:lnTo>
                  <a:lnTo>
                    <a:pt x="4135" y="7530"/>
                  </a:lnTo>
                  <a:lnTo>
                    <a:pt x="579" y="418"/>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58"/>
                    <a:pt x="4405" y="8294"/>
                    <a:pt x="4405" y="8229"/>
                  </a:cubicBezTo>
                  <a:lnTo>
                    <a:pt x="6365" y="258"/>
                  </a:lnTo>
                  <a:cubicBezTo>
                    <a:pt x="6398" y="193"/>
                    <a:pt x="6365" y="129"/>
                    <a:pt x="6333" y="65"/>
                  </a:cubicBezTo>
                  <a:cubicBezTo>
                    <a:pt x="6301" y="33"/>
                    <a:pt x="6237" y="1"/>
                    <a:pt x="6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8" name="Google Shape;2748;g312bfb4b743_5_798"/>
            <p:cNvSpPr/>
            <p:nvPr/>
          </p:nvSpPr>
          <p:spPr>
            <a:xfrm>
              <a:off x="4607150" y="3356925"/>
              <a:ext cx="94050" cy="191300"/>
            </a:xfrm>
            <a:custGeom>
              <a:avLst/>
              <a:gdLst/>
              <a:ahLst/>
              <a:cxnLst/>
              <a:rect l="l" t="t" r="r" b="b"/>
              <a:pathLst>
                <a:path w="3762" h="7652" extrusionOk="0">
                  <a:moveTo>
                    <a:pt x="1" y="1"/>
                  </a:moveTo>
                  <a:lnTo>
                    <a:pt x="3344" y="7651"/>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9" name="Google Shape;2749;g312bfb4b743_5_798"/>
            <p:cNvSpPr/>
            <p:nvPr/>
          </p:nvSpPr>
          <p:spPr>
            <a:xfrm>
              <a:off x="4601525" y="3351300"/>
              <a:ext cx="105300" cy="202550"/>
            </a:xfrm>
            <a:custGeom>
              <a:avLst/>
              <a:gdLst/>
              <a:ahLst/>
              <a:cxnLst/>
              <a:rect l="l" t="t" r="r" b="b"/>
              <a:pathLst>
                <a:path w="4212" h="8102" extrusionOk="0">
                  <a:moveTo>
                    <a:pt x="3762" y="419"/>
                  </a:moveTo>
                  <a:lnTo>
                    <a:pt x="3395" y="6968"/>
                  </a:lnTo>
                  <a:lnTo>
                    <a:pt x="547" y="419"/>
                  </a:lnTo>
                  <a:close/>
                  <a:moveTo>
                    <a:pt x="226" y="1"/>
                  </a:moveTo>
                  <a:cubicBezTo>
                    <a:pt x="129" y="1"/>
                    <a:pt x="65" y="33"/>
                    <a:pt x="33" y="97"/>
                  </a:cubicBezTo>
                  <a:cubicBezTo>
                    <a:pt x="1" y="162"/>
                    <a:pt x="1" y="226"/>
                    <a:pt x="33" y="290"/>
                  </a:cubicBezTo>
                  <a:lnTo>
                    <a:pt x="3376" y="7973"/>
                  </a:lnTo>
                  <a:cubicBezTo>
                    <a:pt x="3408" y="8069"/>
                    <a:pt x="3504" y="8101"/>
                    <a:pt x="3601" y="8101"/>
                  </a:cubicBezTo>
                  <a:cubicBezTo>
                    <a:pt x="3697" y="8069"/>
                    <a:pt x="3762" y="8005"/>
                    <a:pt x="3762" y="7908"/>
                  </a:cubicBezTo>
                  <a:lnTo>
                    <a:pt x="4212" y="226"/>
                  </a:lnTo>
                  <a:cubicBezTo>
                    <a:pt x="4212" y="162"/>
                    <a:pt x="4179" y="97"/>
                    <a:pt x="4147" y="65"/>
                  </a:cubicBezTo>
                  <a:cubicBezTo>
                    <a:pt x="4115" y="33"/>
                    <a:pt x="4051"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0" name="Google Shape;2750;g312bfb4b743_5_798"/>
            <p:cNvSpPr/>
            <p:nvPr/>
          </p:nvSpPr>
          <p:spPr>
            <a:xfrm>
              <a:off x="4586250" y="334167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1" name="Google Shape;2751;g312bfb4b743_5_798"/>
            <p:cNvSpPr/>
            <p:nvPr/>
          </p:nvSpPr>
          <p:spPr>
            <a:xfrm>
              <a:off x="4580625" y="3336050"/>
              <a:ext cx="115750" cy="217800"/>
            </a:xfrm>
            <a:custGeom>
              <a:avLst/>
              <a:gdLst/>
              <a:ahLst/>
              <a:cxnLst/>
              <a:rect l="l" t="t" r="r" b="b"/>
              <a:pathLst>
                <a:path w="4630" h="8712" extrusionOk="0">
                  <a:moveTo>
                    <a:pt x="3794" y="450"/>
                  </a:moveTo>
                  <a:lnTo>
                    <a:pt x="4131" y="7475"/>
                  </a:lnTo>
                  <a:lnTo>
                    <a:pt x="547" y="450"/>
                  </a:lnTo>
                  <a:close/>
                  <a:moveTo>
                    <a:pt x="226" y="0"/>
                  </a:moveTo>
                  <a:cubicBezTo>
                    <a:pt x="130" y="0"/>
                    <a:pt x="65" y="64"/>
                    <a:pt x="33" y="129"/>
                  </a:cubicBezTo>
                  <a:cubicBezTo>
                    <a:pt x="1" y="193"/>
                    <a:pt x="1" y="257"/>
                    <a:pt x="33" y="322"/>
                  </a:cubicBezTo>
                  <a:lnTo>
                    <a:pt x="4212" y="8583"/>
                  </a:lnTo>
                  <a:cubicBezTo>
                    <a:pt x="4244" y="8679"/>
                    <a:pt x="4340" y="8711"/>
                    <a:pt x="4437" y="8711"/>
                  </a:cubicBezTo>
                  <a:cubicBezTo>
                    <a:pt x="4533" y="8679"/>
                    <a:pt x="4630" y="8583"/>
                    <a:pt x="4598" y="8486"/>
                  </a:cubicBezTo>
                  <a:lnTo>
                    <a:pt x="4593" y="8392"/>
                  </a:lnTo>
                  <a:lnTo>
                    <a:pt x="4593" y="8392"/>
                  </a:lnTo>
                  <a:lnTo>
                    <a:pt x="4598" y="8390"/>
                  </a:lnTo>
                  <a:lnTo>
                    <a:pt x="4593" y="8380"/>
                  </a:lnTo>
                  <a:lnTo>
                    <a:pt x="4212" y="225"/>
                  </a:lnTo>
                  <a:cubicBezTo>
                    <a:pt x="4212" y="96"/>
                    <a:pt x="4115"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2" name="Google Shape;2752;g312bfb4b743_5_798"/>
            <p:cNvSpPr/>
            <p:nvPr/>
          </p:nvSpPr>
          <p:spPr>
            <a:xfrm>
              <a:off x="4361250" y="3304700"/>
              <a:ext cx="329500" cy="243525"/>
            </a:xfrm>
            <a:custGeom>
              <a:avLst/>
              <a:gdLst/>
              <a:ahLst/>
              <a:cxnLst/>
              <a:rect l="l" t="t" r="r" b="b"/>
              <a:pathLst>
                <a:path w="13180" h="9741" extrusionOk="0">
                  <a:moveTo>
                    <a:pt x="1" y="0"/>
                  </a:moveTo>
                  <a:lnTo>
                    <a:pt x="2411" y="9740"/>
                  </a:lnTo>
                  <a:lnTo>
                    <a:pt x="13180" y="9740"/>
                  </a:lnTo>
                  <a:lnTo>
                    <a:pt x="11476" y="1093"/>
                  </a:lnTo>
                  <a:lnTo>
                    <a:pt x="6108" y="1093"/>
                  </a:lnTo>
                  <a:lnTo>
                    <a:pt x="51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3" name="Google Shape;2753;g312bfb4b743_5_798"/>
            <p:cNvSpPr/>
            <p:nvPr/>
          </p:nvSpPr>
          <p:spPr>
            <a:xfrm>
              <a:off x="4355625" y="3299075"/>
              <a:ext cx="340750" cy="254775"/>
            </a:xfrm>
            <a:custGeom>
              <a:avLst/>
              <a:gdLst/>
              <a:ahLst/>
              <a:cxnLst/>
              <a:rect l="l" t="t" r="r" b="b"/>
              <a:pathLst>
                <a:path w="13630" h="10191" extrusionOk="0">
                  <a:moveTo>
                    <a:pt x="5272" y="418"/>
                  </a:moveTo>
                  <a:lnTo>
                    <a:pt x="6172" y="1479"/>
                  </a:lnTo>
                  <a:cubicBezTo>
                    <a:pt x="6204" y="1511"/>
                    <a:pt x="6269" y="1543"/>
                    <a:pt x="6333" y="1543"/>
                  </a:cubicBezTo>
                  <a:lnTo>
                    <a:pt x="11508" y="1543"/>
                  </a:lnTo>
                  <a:lnTo>
                    <a:pt x="13148" y="9772"/>
                  </a:lnTo>
                  <a:lnTo>
                    <a:pt x="2797" y="9772"/>
                  </a:lnTo>
                  <a:lnTo>
                    <a:pt x="515" y="418"/>
                  </a:lnTo>
                  <a:close/>
                  <a:moveTo>
                    <a:pt x="226" y="0"/>
                  </a:moveTo>
                  <a:cubicBezTo>
                    <a:pt x="161" y="0"/>
                    <a:pt x="97" y="33"/>
                    <a:pt x="65" y="97"/>
                  </a:cubicBezTo>
                  <a:cubicBezTo>
                    <a:pt x="33" y="129"/>
                    <a:pt x="1" y="193"/>
                    <a:pt x="33" y="258"/>
                  </a:cubicBezTo>
                  <a:lnTo>
                    <a:pt x="2444" y="10029"/>
                  </a:lnTo>
                  <a:cubicBezTo>
                    <a:pt x="2444" y="10126"/>
                    <a:pt x="2540" y="10190"/>
                    <a:pt x="2636" y="10190"/>
                  </a:cubicBezTo>
                  <a:lnTo>
                    <a:pt x="13405" y="10190"/>
                  </a:lnTo>
                  <a:cubicBezTo>
                    <a:pt x="13469" y="10190"/>
                    <a:pt x="13533" y="10158"/>
                    <a:pt x="13565" y="10094"/>
                  </a:cubicBezTo>
                  <a:cubicBezTo>
                    <a:pt x="13598" y="10062"/>
                    <a:pt x="13630" y="9997"/>
                    <a:pt x="13598" y="9933"/>
                  </a:cubicBezTo>
                  <a:lnTo>
                    <a:pt x="11894" y="1286"/>
                  </a:lnTo>
                  <a:cubicBezTo>
                    <a:pt x="11894" y="1190"/>
                    <a:pt x="11798" y="1125"/>
                    <a:pt x="11701" y="1125"/>
                  </a:cubicBezTo>
                  <a:lnTo>
                    <a:pt x="6439" y="1125"/>
                  </a:lnTo>
                  <a:lnTo>
                    <a:pt x="5529" y="65"/>
                  </a:lnTo>
                  <a:cubicBezTo>
                    <a:pt x="5465" y="33"/>
                    <a:pt x="5433" y="0"/>
                    <a:pt x="53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4" name="Google Shape;2754;g312bfb4b743_5_798"/>
            <p:cNvSpPr/>
            <p:nvPr/>
          </p:nvSpPr>
          <p:spPr>
            <a:xfrm>
              <a:off x="4591075" y="2493850"/>
              <a:ext cx="148700" cy="199325"/>
            </a:xfrm>
            <a:custGeom>
              <a:avLst/>
              <a:gdLst/>
              <a:ahLst/>
              <a:cxnLst/>
              <a:rect l="l" t="t" r="r" b="b"/>
              <a:pathLst>
                <a:path w="5948" h="7973" extrusionOk="0">
                  <a:moveTo>
                    <a:pt x="1" y="1"/>
                  </a:moveTo>
                  <a:lnTo>
                    <a:pt x="3987" y="7972"/>
                  </a:lnTo>
                  <a:lnTo>
                    <a:pt x="59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5" name="Google Shape;2755;g312bfb4b743_5_798"/>
            <p:cNvSpPr/>
            <p:nvPr/>
          </p:nvSpPr>
          <p:spPr>
            <a:xfrm>
              <a:off x="4585450" y="2489025"/>
              <a:ext cx="159950" cy="209775"/>
            </a:xfrm>
            <a:custGeom>
              <a:avLst/>
              <a:gdLst/>
              <a:ahLst/>
              <a:cxnLst/>
              <a:rect l="l" t="t" r="r" b="b"/>
              <a:pathLst>
                <a:path w="6398" h="8391" extrusionOk="0">
                  <a:moveTo>
                    <a:pt x="5883" y="419"/>
                  </a:moveTo>
                  <a:lnTo>
                    <a:pt x="4135" y="7530"/>
                  </a:lnTo>
                  <a:lnTo>
                    <a:pt x="579" y="419"/>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90"/>
                    <a:pt x="4405" y="8326"/>
                    <a:pt x="4405" y="8230"/>
                  </a:cubicBezTo>
                  <a:lnTo>
                    <a:pt x="6365" y="258"/>
                  </a:lnTo>
                  <a:cubicBezTo>
                    <a:pt x="6398" y="194"/>
                    <a:pt x="6365" y="129"/>
                    <a:pt x="6333" y="65"/>
                  </a:cubicBezTo>
                  <a:cubicBezTo>
                    <a:pt x="6301" y="33"/>
                    <a:pt x="6237" y="1"/>
                    <a:pt x="6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6" name="Google Shape;2756;g312bfb4b743_5_798"/>
            <p:cNvSpPr/>
            <p:nvPr/>
          </p:nvSpPr>
          <p:spPr>
            <a:xfrm>
              <a:off x="4607150" y="2501900"/>
              <a:ext cx="94050" cy="191275"/>
            </a:xfrm>
            <a:custGeom>
              <a:avLst/>
              <a:gdLst/>
              <a:ahLst/>
              <a:cxnLst/>
              <a:rect l="l" t="t" r="r" b="b"/>
              <a:pathLst>
                <a:path w="3762" h="7651" extrusionOk="0">
                  <a:moveTo>
                    <a:pt x="1" y="0"/>
                  </a:moveTo>
                  <a:lnTo>
                    <a:pt x="3344" y="7650"/>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7" name="Google Shape;2757;g312bfb4b743_5_798"/>
            <p:cNvSpPr/>
            <p:nvPr/>
          </p:nvSpPr>
          <p:spPr>
            <a:xfrm>
              <a:off x="4601525" y="2496275"/>
              <a:ext cx="105300" cy="202525"/>
            </a:xfrm>
            <a:custGeom>
              <a:avLst/>
              <a:gdLst/>
              <a:ahLst/>
              <a:cxnLst/>
              <a:rect l="l" t="t" r="r" b="b"/>
              <a:pathLst>
                <a:path w="4212" h="8101" extrusionOk="0">
                  <a:moveTo>
                    <a:pt x="3762" y="418"/>
                  </a:moveTo>
                  <a:lnTo>
                    <a:pt x="3395" y="6967"/>
                  </a:lnTo>
                  <a:lnTo>
                    <a:pt x="547" y="418"/>
                  </a:lnTo>
                  <a:close/>
                  <a:moveTo>
                    <a:pt x="226" y="0"/>
                  </a:moveTo>
                  <a:cubicBezTo>
                    <a:pt x="129" y="0"/>
                    <a:pt x="65" y="32"/>
                    <a:pt x="33" y="96"/>
                  </a:cubicBezTo>
                  <a:cubicBezTo>
                    <a:pt x="1" y="161"/>
                    <a:pt x="1" y="225"/>
                    <a:pt x="33" y="321"/>
                  </a:cubicBezTo>
                  <a:lnTo>
                    <a:pt x="3376" y="7972"/>
                  </a:lnTo>
                  <a:cubicBezTo>
                    <a:pt x="3408" y="8068"/>
                    <a:pt x="3504" y="8100"/>
                    <a:pt x="3601" y="8100"/>
                  </a:cubicBezTo>
                  <a:cubicBezTo>
                    <a:pt x="3697" y="8068"/>
                    <a:pt x="3762" y="8004"/>
                    <a:pt x="3762" y="7908"/>
                  </a:cubicBezTo>
                  <a:lnTo>
                    <a:pt x="4212" y="225"/>
                  </a:lnTo>
                  <a:cubicBezTo>
                    <a:pt x="4212" y="161"/>
                    <a:pt x="4179" y="129"/>
                    <a:pt x="4147" y="64"/>
                  </a:cubicBezTo>
                  <a:cubicBezTo>
                    <a:pt x="4115" y="32"/>
                    <a:pt x="4051"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8" name="Google Shape;2758;g312bfb4b743_5_798"/>
            <p:cNvSpPr/>
            <p:nvPr/>
          </p:nvSpPr>
          <p:spPr>
            <a:xfrm>
              <a:off x="4586250" y="248662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9" name="Google Shape;2759;g312bfb4b743_5_798"/>
            <p:cNvSpPr/>
            <p:nvPr/>
          </p:nvSpPr>
          <p:spPr>
            <a:xfrm>
              <a:off x="4580625" y="2481800"/>
              <a:ext cx="115750" cy="217200"/>
            </a:xfrm>
            <a:custGeom>
              <a:avLst/>
              <a:gdLst/>
              <a:ahLst/>
              <a:cxnLst/>
              <a:rect l="l" t="t" r="r" b="b"/>
              <a:pathLst>
                <a:path w="4630" h="8688" extrusionOk="0">
                  <a:moveTo>
                    <a:pt x="3794" y="418"/>
                  </a:moveTo>
                  <a:lnTo>
                    <a:pt x="4130" y="7441"/>
                  </a:lnTo>
                  <a:lnTo>
                    <a:pt x="547" y="418"/>
                  </a:lnTo>
                  <a:close/>
                  <a:moveTo>
                    <a:pt x="226" y="0"/>
                  </a:moveTo>
                  <a:cubicBezTo>
                    <a:pt x="130" y="0"/>
                    <a:pt x="65" y="33"/>
                    <a:pt x="33" y="97"/>
                  </a:cubicBezTo>
                  <a:cubicBezTo>
                    <a:pt x="1" y="161"/>
                    <a:pt x="1" y="225"/>
                    <a:pt x="33" y="290"/>
                  </a:cubicBezTo>
                  <a:lnTo>
                    <a:pt x="4212" y="8551"/>
                  </a:lnTo>
                  <a:cubicBezTo>
                    <a:pt x="4238" y="8630"/>
                    <a:pt x="4308" y="8688"/>
                    <a:pt x="4386" y="8688"/>
                  </a:cubicBezTo>
                  <a:cubicBezTo>
                    <a:pt x="4403" y="8688"/>
                    <a:pt x="4420" y="8685"/>
                    <a:pt x="4437" y="8679"/>
                  </a:cubicBezTo>
                  <a:cubicBezTo>
                    <a:pt x="4533" y="8647"/>
                    <a:pt x="4630" y="8551"/>
                    <a:pt x="4598" y="8454"/>
                  </a:cubicBezTo>
                  <a:lnTo>
                    <a:pt x="4593" y="8360"/>
                  </a:lnTo>
                  <a:lnTo>
                    <a:pt x="4598" y="8358"/>
                  </a:lnTo>
                  <a:lnTo>
                    <a:pt x="4593" y="8348"/>
                  </a:lnTo>
                  <a:lnTo>
                    <a:pt x="4212" y="193"/>
                  </a:lnTo>
                  <a:cubicBezTo>
                    <a:pt x="4212" y="65"/>
                    <a:pt x="4115" y="0"/>
                    <a:pt x="39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0" name="Google Shape;2760;g312bfb4b743_5_798"/>
            <p:cNvSpPr/>
            <p:nvPr/>
          </p:nvSpPr>
          <p:spPr>
            <a:xfrm>
              <a:off x="4361250" y="2449650"/>
              <a:ext cx="329500" cy="243525"/>
            </a:xfrm>
            <a:custGeom>
              <a:avLst/>
              <a:gdLst/>
              <a:ahLst/>
              <a:cxnLst/>
              <a:rect l="l" t="t" r="r" b="b"/>
              <a:pathLst>
                <a:path w="13180" h="9741" extrusionOk="0">
                  <a:moveTo>
                    <a:pt x="1" y="1"/>
                  </a:moveTo>
                  <a:lnTo>
                    <a:pt x="2411" y="9740"/>
                  </a:lnTo>
                  <a:lnTo>
                    <a:pt x="13180" y="9740"/>
                  </a:lnTo>
                  <a:lnTo>
                    <a:pt x="11476" y="1094"/>
                  </a:lnTo>
                  <a:lnTo>
                    <a:pt x="6108" y="1094"/>
                  </a:lnTo>
                  <a:lnTo>
                    <a:pt x="514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1" name="Google Shape;2761;g312bfb4b743_5_798"/>
            <p:cNvSpPr/>
            <p:nvPr/>
          </p:nvSpPr>
          <p:spPr>
            <a:xfrm>
              <a:off x="4355625" y="2444025"/>
              <a:ext cx="340750" cy="254775"/>
            </a:xfrm>
            <a:custGeom>
              <a:avLst/>
              <a:gdLst/>
              <a:ahLst/>
              <a:cxnLst/>
              <a:rect l="l" t="t" r="r" b="b"/>
              <a:pathLst>
                <a:path w="13630" h="10191" extrusionOk="0">
                  <a:moveTo>
                    <a:pt x="5272" y="451"/>
                  </a:moveTo>
                  <a:lnTo>
                    <a:pt x="6172" y="1479"/>
                  </a:lnTo>
                  <a:cubicBezTo>
                    <a:pt x="6204" y="1511"/>
                    <a:pt x="6269" y="1544"/>
                    <a:pt x="6333" y="1544"/>
                  </a:cubicBezTo>
                  <a:lnTo>
                    <a:pt x="11508" y="1544"/>
                  </a:lnTo>
                  <a:lnTo>
                    <a:pt x="13148" y="9773"/>
                  </a:lnTo>
                  <a:lnTo>
                    <a:pt x="2797" y="9773"/>
                  </a:lnTo>
                  <a:lnTo>
                    <a:pt x="515" y="451"/>
                  </a:lnTo>
                  <a:close/>
                  <a:moveTo>
                    <a:pt x="226" y="1"/>
                  </a:moveTo>
                  <a:cubicBezTo>
                    <a:pt x="161" y="1"/>
                    <a:pt x="97" y="33"/>
                    <a:pt x="65" y="97"/>
                  </a:cubicBezTo>
                  <a:cubicBezTo>
                    <a:pt x="33" y="161"/>
                    <a:pt x="1" y="226"/>
                    <a:pt x="33" y="290"/>
                  </a:cubicBezTo>
                  <a:lnTo>
                    <a:pt x="2444" y="10030"/>
                  </a:lnTo>
                  <a:cubicBezTo>
                    <a:pt x="2444" y="10126"/>
                    <a:pt x="2540" y="10190"/>
                    <a:pt x="2636" y="10190"/>
                  </a:cubicBezTo>
                  <a:lnTo>
                    <a:pt x="13405" y="10190"/>
                  </a:lnTo>
                  <a:cubicBezTo>
                    <a:pt x="13469" y="10190"/>
                    <a:pt x="13533" y="10158"/>
                    <a:pt x="13565" y="10126"/>
                  </a:cubicBezTo>
                  <a:cubicBezTo>
                    <a:pt x="13598" y="10062"/>
                    <a:pt x="13630" y="9998"/>
                    <a:pt x="13598" y="9933"/>
                  </a:cubicBezTo>
                  <a:lnTo>
                    <a:pt x="11894" y="1286"/>
                  </a:lnTo>
                  <a:cubicBezTo>
                    <a:pt x="11894" y="1190"/>
                    <a:pt x="11798" y="1126"/>
                    <a:pt x="11701" y="1126"/>
                  </a:cubicBezTo>
                  <a:lnTo>
                    <a:pt x="6437" y="1126"/>
                  </a:lnTo>
                  <a:lnTo>
                    <a:pt x="5529" y="97"/>
                  </a:lnTo>
                  <a:cubicBezTo>
                    <a:pt x="5465" y="33"/>
                    <a:pt x="5433" y="1"/>
                    <a:pt x="5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2" name="Google Shape;2762;g312bfb4b743_5_798"/>
            <p:cNvSpPr/>
            <p:nvPr/>
          </p:nvSpPr>
          <p:spPr>
            <a:xfrm>
              <a:off x="4591075" y="3692850"/>
              <a:ext cx="148700" cy="199325"/>
            </a:xfrm>
            <a:custGeom>
              <a:avLst/>
              <a:gdLst/>
              <a:ahLst/>
              <a:cxnLst/>
              <a:rect l="l" t="t" r="r" b="b"/>
              <a:pathLst>
                <a:path w="5948" h="7973" extrusionOk="0">
                  <a:moveTo>
                    <a:pt x="1" y="0"/>
                  </a:moveTo>
                  <a:lnTo>
                    <a:pt x="3987" y="7972"/>
                  </a:lnTo>
                  <a:lnTo>
                    <a:pt x="59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3" name="Google Shape;2763;g312bfb4b743_5_798"/>
            <p:cNvSpPr/>
            <p:nvPr/>
          </p:nvSpPr>
          <p:spPr>
            <a:xfrm>
              <a:off x="4585450" y="3687225"/>
              <a:ext cx="159950" cy="209975"/>
            </a:xfrm>
            <a:custGeom>
              <a:avLst/>
              <a:gdLst/>
              <a:ahLst/>
              <a:cxnLst/>
              <a:rect l="l" t="t" r="r" b="b"/>
              <a:pathLst>
                <a:path w="6398" h="8399" extrusionOk="0">
                  <a:moveTo>
                    <a:pt x="5883" y="418"/>
                  </a:moveTo>
                  <a:lnTo>
                    <a:pt x="4130" y="7549"/>
                  </a:lnTo>
                  <a:lnTo>
                    <a:pt x="579" y="418"/>
                  </a:lnTo>
                  <a:close/>
                  <a:moveTo>
                    <a:pt x="226" y="0"/>
                  </a:moveTo>
                  <a:cubicBezTo>
                    <a:pt x="162" y="0"/>
                    <a:pt x="65" y="32"/>
                    <a:pt x="33" y="97"/>
                  </a:cubicBezTo>
                  <a:cubicBezTo>
                    <a:pt x="1" y="161"/>
                    <a:pt x="1" y="257"/>
                    <a:pt x="33" y="322"/>
                  </a:cubicBezTo>
                  <a:lnTo>
                    <a:pt x="4019" y="8293"/>
                  </a:lnTo>
                  <a:cubicBezTo>
                    <a:pt x="4045" y="8346"/>
                    <a:pt x="4114" y="8398"/>
                    <a:pt x="4191" y="8398"/>
                  </a:cubicBezTo>
                  <a:cubicBezTo>
                    <a:pt x="4209" y="8398"/>
                    <a:pt x="4226" y="8396"/>
                    <a:pt x="4244" y="8390"/>
                  </a:cubicBezTo>
                  <a:cubicBezTo>
                    <a:pt x="4308" y="8390"/>
                    <a:pt x="4405" y="8326"/>
                    <a:pt x="4405" y="8229"/>
                  </a:cubicBezTo>
                  <a:lnTo>
                    <a:pt x="6365" y="257"/>
                  </a:lnTo>
                  <a:cubicBezTo>
                    <a:pt x="6398" y="193"/>
                    <a:pt x="6365" y="129"/>
                    <a:pt x="6333" y="97"/>
                  </a:cubicBezTo>
                  <a:cubicBezTo>
                    <a:pt x="6301" y="32"/>
                    <a:pt x="6237" y="0"/>
                    <a:pt x="6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4" name="Google Shape;2764;g312bfb4b743_5_798"/>
            <p:cNvSpPr/>
            <p:nvPr/>
          </p:nvSpPr>
          <p:spPr>
            <a:xfrm>
              <a:off x="4607150" y="3700075"/>
              <a:ext cx="94050" cy="192100"/>
            </a:xfrm>
            <a:custGeom>
              <a:avLst/>
              <a:gdLst/>
              <a:ahLst/>
              <a:cxnLst/>
              <a:rect l="l" t="t" r="r" b="b"/>
              <a:pathLst>
                <a:path w="3762" h="7684" extrusionOk="0">
                  <a:moveTo>
                    <a:pt x="1" y="1"/>
                  </a:moveTo>
                  <a:lnTo>
                    <a:pt x="3344" y="7683"/>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5" name="Google Shape;2765;g312bfb4b743_5_798"/>
            <p:cNvSpPr/>
            <p:nvPr/>
          </p:nvSpPr>
          <p:spPr>
            <a:xfrm>
              <a:off x="4601525" y="3695250"/>
              <a:ext cx="105300" cy="201950"/>
            </a:xfrm>
            <a:custGeom>
              <a:avLst/>
              <a:gdLst/>
              <a:ahLst/>
              <a:cxnLst/>
              <a:rect l="l" t="t" r="r" b="b"/>
              <a:pathLst>
                <a:path w="4212" h="8078" extrusionOk="0">
                  <a:moveTo>
                    <a:pt x="3762" y="419"/>
                  </a:moveTo>
                  <a:lnTo>
                    <a:pt x="3395" y="6939"/>
                  </a:lnTo>
                  <a:lnTo>
                    <a:pt x="547" y="419"/>
                  </a:lnTo>
                  <a:close/>
                  <a:moveTo>
                    <a:pt x="226" y="1"/>
                  </a:moveTo>
                  <a:cubicBezTo>
                    <a:pt x="129" y="1"/>
                    <a:pt x="65" y="33"/>
                    <a:pt x="33" y="97"/>
                  </a:cubicBezTo>
                  <a:cubicBezTo>
                    <a:pt x="1" y="129"/>
                    <a:pt x="1" y="226"/>
                    <a:pt x="33" y="290"/>
                  </a:cubicBezTo>
                  <a:lnTo>
                    <a:pt x="3376" y="7940"/>
                  </a:lnTo>
                  <a:cubicBezTo>
                    <a:pt x="3402" y="8020"/>
                    <a:pt x="3472" y="8077"/>
                    <a:pt x="3550" y="8077"/>
                  </a:cubicBezTo>
                  <a:cubicBezTo>
                    <a:pt x="3567" y="8077"/>
                    <a:pt x="3584" y="8075"/>
                    <a:pt x="3601" y="8069"/>
                  </a:cubicBezTo>
                  <a:cubicBezTo>
                    <a:pt x="3697" y="8069"/>
                    <a:pt x="3762" y="7972"/>
                    <a:pt x="3762" y="7876"/>
                  </a:cubicBezTo>
                  <a:lnTo>
                    <a:pt x="4212" y="226"/>
                  </a:lnTo>
                  <a:cubicBezTo>
                    <a:pt x="4212" y="161"/>
                    <a:pt x="4179" y="97"/>
                    <a:pt x="4147" y="65"/>
                  </a:cubicBezTo>
                  <a:cubicBezTo>
                    <a:pt x="4115" y="1"/>
                    <a:pt x="4051"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6" name="Google Shape;2766;g312bfb4b743_5_798"/>
            <p:cNvSpPr/>
            <p:nvPr/>
          </p:nvSpPr>
          <p:spPr>
            <a:xfrm>
              <a:off x="4586250" y="3685600"/>
              <a:ext cx="104500" cy="206575"/>
            </a:xfrm>
            <a:custGeom>
              <a:avLst/>
              <a:gdLst/>
              <a:ahLst/>
              <a:cxnLst/>
              <a:rect l="l" t="t" r="r" b="b"/>
              <a:pathLst>
                <a:path w="4180" h="8263" extrusionOk="0">
                  <a:moveTo>
                    <a:pt x="1" y="1"/>
                  </a:moveTo>
                  <a:lnTo>
                    <a:pt x="4180" y="8262"/>
                  </a:lnTo>
                  <a:lnTo>
                    <a:pt x="37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7" name="Google Shape;2767;g312bfb4b743_5_798"/>
            <p:cNvSpPr/>
            <p:nvPr/>
          </p:nvSpPr>
          <p:spPr>
            <a:xfrm>
              <a:off x="4580625" y="3679975"/>
              <a:ext cx="115750" cy="217300"/>
            </a:xfrm>
            <a:custGeom>
              <a:avLst/>
              <a:gdLst/>
              <a:ahLst/>
              <a:cxnLst/>
              <a:rect l="l" t="t" r="r" b="b"/>
              <a:pathLst>
                <a:path w="4630" h="8692" extrusionOk="0">
                  <a:moveTo>
                    <a:pt x="3794" y="419"/>
                  </a:moveTo>
                  <a:lnTo>
                    <a:pt x="4131" y="7473"/>
                  </a:lnTo>
                  <a:lnTo>
                    <a:pt x="547" y="419"/>
                  </a:lnTo>
                  <a:close/>
                  <a:moveTo>
                    <a:pt x="226" y="1"/>
                  </a:moveTo>
                  <a:cubicBezTo>
                    <a:pt x="130" y="1"/>
                    <a:pt x="65" y="33"/>
                    <a:pt x="33" y="97"/>
                  </a:cubicBezTo>
                  <a:cubicBezTo>
                    <a:pt x="1" y="162"/>
                    <a:pt x="1" y="258"/>
                    <a:pt x="33" y="322"/>
                  </a:cubicBezTo>
                  <a:lnTo>
                    <a:pt x="4212" y="8583"/>
                  </a:lnTo>
                  <a:cubicBezTo>
                    <a:pt x="4236" y="8656"/>
                    <a:pt x="4296" y="8692"/>
                    <a:pt x="4366" y="8692"/>
                  </a:cubicBezTo>
                  <a:cubicBezTo>
                    <a:pt x="4389" y="8692"/>
                    <a:pt x="4413" y="8688"/>
                    <a:pt x="4437" y="8680"/>
                  </a:cubicBezTo>
                  <a:cubicBezTo>
                    <a:pt x="4533" y="8648"/>
                    <a:pt x="4630" y="8583"/>
                    <a:pt x="4598" y="8455"/>
                  </a:cubicBezTo>
                  <a:lnTo>
                    <a:pt x="4595" y="8392"/>
                  </a:lnTo>
                  <a:lnTo>
                    <a:pt x="4595" y="8392"/>
                  </a:lnTo>
                  <a:lnTo>
                    <a:pt x="4598" y="8391"/>
                  </a:lnTo>
                  <a:lnTo>
                    <a:pt x="4594" y="8384"/>
                  </a:lnTo>
                  <a:lnTo>
                    <a:pt x="4594" y="8384"/>
                  </a:lnTo>
                  <a:lnTo>
                    <a:pt x="4212" y="194"/>
                  </a:lnTo>
                  <a:cubicBezTo>
                    <a:pt x="4212" y="97"/>
                    <a:pt x="4115" y="1"/>
                    <a:pt x="39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8" name="Google Shape;2768;g312bfb4b743_5_798"/>
            <p:cNvSpPr/>
            <p:nvPr/>
          </p:nvSpPr>
          <p:spPr>
            <a:xfrm>
              <a:off x="4361250" y="3647850"/>
              <a:ext cx="329500" cy="244325"/>
            </a:xfrm>
            <a:custGeom>
              <a:avLst/>
              <a:gdLst/>
              <a:ahLst/>
              <a:cxnLst/>
              <a:rect l="l" t="t" r="r" b="b"/>
              <a:pathLst>
                <a:path w="13180" h="9773" extrusionOk="0">
                  <a:moveTo>
                    <a:pt x="1" y="0"/>
                  </a:moveTo>
                  <a:lnTo>
                    <a:pt x="2411" y="9772"/>
                  </a:lnTo>
                  <a:lnTo>
                    <a:pt x="13180" y="9772"/>
                  </a:lnTo>
                  <a:lnTo>
                    <a:pt x="11476" y="1125"/>
                  </a:lnTo>
                  <a:lnTo>
                    <a:pt x="6108" y="1125"/>
                  </a:lnTo>
                  <a:lnTo>
                    <a:pt x="5144"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9" name="Google Shape;2769;g312bfb4b743_5_798"/>
            <p:cNvSpPr/>
            <p:nvPr/>
          </p:nvSpPr>
          <p:spPr>
            <a:xfrm>
              <a:off x="4355625" y="3643025"/>
              <a:ext cx="340750" cy="253950"/>
            </a:xfrm>
            <a:custGeom>
              <a:avLst/>
              <a:gdLst/>
              <a:ahLst/>
              <a:cxnLst/>
              <a:rect l="l" t="t" r="r" b="b"/>
              <a:pathLst>
                <a:path w="13630" h="10158" extrusionOk="0">
                  <a:moveTo>
                    <a:pt x="5272" y="418"/>
                  </a:moveTo>
                  <a:lnTo>
                    <a:pt x="6172" y="1447"/>
                  </a:lnTo>
                  <a:cubicBezTo>
                    <a:pt x="6204" y="1511"/>
                    <a:pt x="6269" y="1511"/>
                    <a:pt x="6333" y="1511"/>
                  </a:cubicBezTo>
                  <a:lnTo>
                    <a:pt x="11508" y="1511"/>
                  </a:lnTo>
                  <a:lnTo>
                    <a:pt x="13148" y="9740"/>
                  </a:lnTo>
                  <a:lnTo>
                    <a:pt x="2797" y="9740"/>
                  </a:lnTo>
                  <a:lnTo>
                    <a:pt x="515" y="418"/>
                  </a:lnTo>
                  <a:close/>
                  <a:moveTo>
                    <a:pt x="226" y="0"/>
                  </a:moveTo>
                  <a:cubicBezTo>
                    <a:pt x="161" y="0"/>
                    <a:pt x="97" y="32"/>
                    <a:pt x="65" y="65"/>
                  </a:cubicBezTo>
                  <a:cubicBezTo>
                    <a:pt x="33" y="129"/>
                    <a:pt x="1" y="193"/>
                    <a:pt x="33" y="257"/>
                  </a:cubicBezTo>
                  <a:lnTo>
                    <a:pt x="2444" y="9997"/>
                  </a:lnTo>
                  <a:cubicBezTo>
                    <a:pt x="2444" y="10094"/>
                    <a:pt x="2540" y="10158"/>
                    <a:pt x="2636" y="10158"/>
                  </a:cubicBezTo>
                  <a:lnTo>
                    <a:pt x="13405" y="10158"/>
                  </a:lnTo>
                  <a:cubicBezTo>
                    <a:pt x="13469" y="10158"/>
                    <a:pt x="13533" y="10126"/>
                    <a:pt x="13565" y="10094"/>
                  </a:cubicBezTo>
                  <a:cubicBezTo>
                    <a:pt x="13598" y="10029"/>
                    <a:pt x="13630" y="9965"/>
                    <a:pt x="13598" y="9901"/>
                  </a:cubicBezTo>
                  <a:lnTo>
                    <a:pt x="11894" y="1286"/>
                  </a:lnTo>
                  <a:cubicBezTo>
                    <a:pt x="11894" y="1157"/>
                    <a:pt x="11798" y="1093"/>
                    <a:pt x="11701" y="1093"/>
                  </a:cubicBezTo>
                  <a:lnTo>
                    <a:pt x="6437" y="1093"/>
                  </a:lnTo>
                  <a:lnTo>
                    <a:pt x="5529" y="65"/>
                  </a:lnTo>
                  <a:cubicBezTo>
                    <a:pt x="5465" y="32"/>
                    <a:pt x="5433" y="0"/>
                    <a:pt x="53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0" name="Google Shape;2770;g312bfb4b743_5_798"/>
            <p:cNvSpPr/>
            <p:nvPr/>
          </p:nvSpPr>
          <p:spPr>
            <a:xfrm>
              <a:off x="3617100" y="2493050"/>
              <a:ext cx="253975" cy="908100"/>
            </a:xfrm>
            <a:custGeom>
              <a:avLst/>
              <a:gdLst/>
              <a:ahLst/>
              <a:cxnLst/>
              <a:rect l="l" t="t" r="r" b="b"/>
              <a:pathLst>
                <a:path w="10159" h="36324" extrusionOk="0">
                  <a:moveTo>
                    <a:pt x="9741" y="0"/>
                  </a:moveTo>
                  <a:lnTo>
                    <a:pt x="9741" y="10544"/>
                  </a:lnTo>
                  <a:lnTo>
                    <a:pt x="1" y="10544"/>
                  </a:lnTo>
                  <a:lnTo>
                    <a:pt x="1" y="36324"/>
                  </a:lnTo>
                  <a:lnTo>
                    <a:pt x="419" y="36324"/>
                  </a:lnTo>
                  <a:lnTo>
                    <a:pt x="419" y="10962"/>
                  </a:lnTo>
                  <a:lnTo>
                    <a:pt x="10158" y="10962"/>
                  </a:lnTo>
                  <a:lnTo>
                    <a:pt x="1015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1" name="Google Shape;2771;g312bfb4b743_5_798"/>
            <p:cNvSpPr/>
            <p:nvPr/>
          </p:nvSpPr>
          <p:spPr>
            <a:xfrm>
              <a:off x="3711925" y="2493050"/>
              <a:ext cx="11275" cy="266025"/>
            </a:xfrm>
            <a:custGeom>
              <a:avLst/>
              <a:gdLst/>
              <a:ahLst/>
              <a:cxnLst/>
              <a:rect l="l" t="t" r="r" b="b"/>
              <a:pathLst>
                <a:path w="451" h="10641" extrusionOk="0">
                  <a:moveTo>
                    <a:pt x="1" y="0"/>
                  </a:moveTo>
                  <a:lnTo>
                    <a:pt x="1" y="10640"/>
                  </a:lnTo>
                  <a:lnTo>
                    <a:pt x="451" y="10640"/>
                  </a:lnTo>
                  <a:lnTo>
                    <a:pt x="45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2" name="Google Shape;2772;g312bfb4b743_5_798"/>
            <p:cNvSpPr/>
            <p:nvPr/>
          </p:nvSpPr>
          <p:spPr>
            <a:xfrm>
              <a:off x="3850150" y="2476975"/>
              <a:ext cx="31375" cy="31375"/>
            </a:xfrm>
            <a:custGeom>
              <a:avLst/>
              <a:gdLst/>
              <a:ahLst/>
              <a:cxnLst/>
              <a:rect l="l" t="t" r="r" b="b"/>
              <a:pathLst>
                <a:path w="1255" h="1255" extrusionOk="0">
                  <a:moveTo>
                    <a:pt x="644" y="1"/>
                  </a:moveTo>
                  <a:cubicBezTo>
                    <a:pt x="290" y="1"/>
                    <a:pt x="1" y="290"/>
                    <a:pt x="1" y="643"/>
                  </a:cubicBezTo>
                  <a:cubicBezTo>
                    <a:pt x="1" y="997"/>
                    <a:pt x="290" y="1254"/>
                    <a:pt x="644" y="1254"/>
                  </a:cubicBezTo>
                  <a:cubicBezTo>
                    <a:pt x="965" y="1254"/>
                    <a:pt x="1254" y="997"/>
                    <a:pt x="1254" y="643"/>
                  </a:cubicBezTo>
                  <a:cubicBezTo>
                    <a:pt x="1254" y="290"/>
                    <a:pt x="965" y="1"/>
                    <a:pt x="64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3" name="Google Shape;2773;g312bfb4b743_5_798"/>
            <p:cNvSpPr/>
            <p:nvPr/>
          </p:nvSpPr>
          <p:spPr>
            <a:xfrm>
              <a:off x="3844525" y="2472150"/>
              <a:ext cx="42625" cy="41825"/>
            </a:xfrm>
            <a:custGeom>
              <a:avLst/>
              <a:gdLst/>
              <a:ahLst/>
              <a:cxnLst/>
              <a:rect l="l" t="t" r="r" b="b"/>
              <a:pathLst>
                <a:path w="1705" h="1673" extrusionOk="0">
                  <a:moveTo>
                    <a:pt x="869" y="419"/>
                  </a:moveTo>
                  <a:cubicBezTo>
                    <a:pt x="1094" y="419"/>
                    <a:pt x="1254" y="611"/>
                    <a:pt x="1254" y="836"/>
                  </a:cubicBezTo>
                  <a:cubicBezTo>
                    <a:pt x="1254" y="1061"/>
                    <a:pt x="1094" y="1254"/>
                    <a:pt x="869" y="1254"/>
                  </a:cubicBezTo>
                  <a:cubicBezTo>
                    <a:pt x="611" y="1254"/>
                    <a:pt x="451" y="1061"/>
                    <a:pt x="451" y="836"/>
                  </a:cubicBezTo>
                  <a:cubicBezTo>
                    <a:pt x="451" y="611"/>
                    <a:pt x="611" y="419"/>
                    <a:pt x="869" y="419"/>
                  </a:cubicBezTo>
                  <a:close/>
                  <a:moveTo>
                    <a:pt x="869" y="1"/>
                  </a:moveTo>
                  <a:cubicBezTo>
                    <a:pt x="386" y="1"/>
                    <a:pt x="1" y="354"/>
                    <a:pt x="1" y="836"/>
                  </a:cubicBezTo>
                  <a:cubicBezTo>
                    <a:pt x="1" y="1286"/>
                    <a:pt x="386" y="1672"/>
                    <a:pt x="869" y="1672"/>
                  </a:cubicBezTo>
                  <a:cubicBezTo>
                    <a:pt x="1319" y="1672"/>
                    <a:pt x="1704" y="1286"/>
                    <a:pt x="1704" y="836"/>
                  </a:cubicBezTo>
                  <a:cubicBezTo>
                    <a:pt x="1704" y="354"/>
                    <a:pt x="1319" y="1"/>
                    <a:pt x="86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4" name="Google Shape;2774;g312bfb4b743_5_798"/>
            <p:cNvSpPr/>
            <p:nvPr/>
          </p:nvSpPr>
          <p:spPr>
            <a:xfrm>
              <a:off x="3702300" y="2476975"/>
              <a:ext cx="31350" cy="31375"/>
            </a:xfrm>
            <a:custGeom>
              <a:avLst/>
              <a:gdLst/>
              <a:ahLst/>
              <a:cxnLst/>
              <a:rect l="l" t="t" r="r" b="b"/>
              <a:pathLst>
                <a:path w="1254" h="1255" extrusionOk="0">
                  <a:moveTo>
                    <a:pt x="643" y="1"/>
                  </a:moveTo>
                  <a:cubicBezTo>
                    <a:pt x="289" y="1"/>
                    <a:pt x="0" y="290"/>
                    <a:pt x="0" y="643"/>
                  </a:cubicBezTo>
                  <a:cubicBezTo>
                    <a:pt x="0" y="997"/>
                    <a:pt x="289" y="1254"/>
                    <a:pt x="643" y="1254"/>
                  </a:cubicBezTo>
                  <a:cubicBezTo>
                    <a:pt x="997" y="1254"/>
                    <a:pt x="1254" y="997"/>
                    <a:pt x="1254" y="643"/>
                  </a:cubicBezTo>
                  <a:cubicBezTo>
                    <a:pt x="1254" y="290"/>
                    <a:pt x="997" y="1"/>
                    <a:pt x="6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5" name="Google Shape;2775;g312bfb4b743_5_798"/>
            <p:cNvSpPr/>
            <p:nvPr/>
          </p:nvSpPr>
          <p:spPr>
            <a:xfrm>
              <a:off x="3697475" y="2472150"/>
              <a:ext cx="41800" cy="41825"/>
            </a:xfrm>
            <a:custGeom>
              <a:avLst/>
              <a:gdLst/>
              <a:ahLst/>
              <a:cxnLst/>
              <a:rect l="l" t="t" r="r" b="b"/>
              <a:pathLst>
                <a:path w="1672" h="1673" extrusionOk="0">
                  <a:moveTo>
                    <a:pt x="836" y="419"/>
                  </a:moveTo>
                  <a:cubicBezTo>
                    <a:pt x="1061" y="419"/>
                    <a:pt x="1254" y="611"/>
                    <a:pt x="1254" y="836"/>
                  </a:cubicBezTo>
                  <a:cubicBezTo>
                    <a:pt x="1254" y="1061"/>
                    <a:pt x="1061" y="1254"/>
                    <a:pt x="836" y="1254"/>
                  </a:cubicBezTo>
                  <a:cubicBezTo>
                    <a:pt x="611" y="1254"/>
                    <a:pt x="418" y="1061"/>
                    <a:pt x="418" y="836"/>
                  </a:cubicBezTo>
                  <a:cubicBezTo>
                    <a:pt x="418" y="611"/>
                    <a:pt x="611" y="419"/>
                    <a:pt x="836" y="419"/>
                  </a:cubicBezTo>
                  <a:close/>
                  <a:moveTo>
                    <a:pt x="836" y="1"/>
                  </a:moveTo>
                  <a:cubicBezTo>
                    <a:pt x="354" y="1"/>
                    <a:pt x="0" y="354"/>
                    <a:pt x="0" y="836"/>
                  </a:cubicBezTo>
                  <a:cubicBezTo>
                    <a:pt x="0" y="1286"/>
                    <a:pt x="354" y="1672"/>
                    <a:pt x="836" y="1672"/>
                  </a:cubicBezTo>
                  <a:cubicBezTo>
                    <a:pt x="1286" y="1672"/>
                    <a:pt x="1672" y="1286"/>
                    <a:pt x="1672" y="836"/>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6" name="Google Shape;2776;g312bfb4b743_5_798"/>
            <p:cNvSpPr/>
            <p:nvPr/>
          </p:nvSpPr>
          <p:spPr>
            <a:xfrm>
              <a:off x="3163075" y="2504300"/>
              <a:ext cx="87625" cy="532825"/>
            </a:xfrm>
            <a:custGeom>
              <a:avLst/>
              <a:gdLst/>
              <a:ahLst/>
              <a:cxnLst/>
              <a:rect l="l" t="t" r="r" b="b"/>
              <a:pathLst>
                <a:path w="3505" h="21313" extrusionOk="0">
                  <a:moveTo>
                    <a:pt x="0" y="0"/>
                  </a:moveTo>
                  <a:lnTo>
                    <a:pt x="0" y="7779"/>
                  </a:lnTo>
                  <a:lnTo>
                    <a:pt x="3086" y="10865"/>
                  </a:lnTo>
                  <a:lnTo>
                    <a:pt x="3086" y="21312"/>
                  </a:lnTo>
                  <a:lnTo>
                    <a:pt x="3504" y="21312"/>
                  </a:lnTo>
                  <a:lnTo>
                    <a:pt x="3504" y="10672"/>
                  </a:lnTo>
                  <a:lnTo>
                    <a:pt x="450" y="7619"/>
                  </a:lnTo>
                  <a:lnTo>
                    <a:pt x="45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7" name="Google Shape;2777;g312bfb4b743_5_798"/>
            <p:cNvSpPr/>
            <p:nvPr/>
          </p:nvSpPr>
          <p:spPr>
            <a:xfrm>
              <a:off x="3153425" y="2481000"/>
              <a:ext cx="31375" cy="31350"/>
            </a:xfrm>
            <a:custGeom>
              <a:avLst/>
              <a:gdLst/>
              <a:ahLst/>
              <a:cxnLst/>
              <a:rect l="l" t="t" r="r" b="b"/>
              <a:pathLst>
                <a:path w="1255" h="1254" extrusionOk="0">
                  <a:moveTo>
                    <a:pt x="611" y="0"/>
                  </a:moveTo>
                  <a:cubicBezTo>
                    <a:pt x="258" y="0"/>
                    <a:pt x="1" y="290"/>
                    <a:pt x="1" y="611"/>
                  </a:cubicBezTo>
                  <a:cubicBezTo>
                    <a:pt x="1" y="965"/>
                    <a:pt x="258" y="1254"/>
                    <a:pt x="611" y="1254"/>
                  </a:cubicBezTo>
                  <a:cubicBezTo>
                    <a:pt x="965" y="1254"/>
                    <a:pt x="1254" y="965"/>
                    <a:pt x="1254" y="611"/>
                  </a:cubicBezTo>
                  <a:cubicBezTo>
                    <a:pt x="1254" y="290"/>
                    <a:pt x="965" y="0"/>
                    <a:pt x="6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8" name="Google Shape;2778;g312bfb4b743_5_798"/>
            <p:cNvSpPr/>
            <p:nvPr/>
          </p:nvSpPr>
          <p:spPr>
            <a:xfrm>
              <a:off x="3147800" y="2475375"/>
              <a:ext cx="41825" cy="41800"/>
            </a:xfrm>
            <a:custGeom>
              <a:avLst/>
              <a:gdLst/>
              <a:ahLst/>
              <a:cxnLst/>
              <a:rect l="l" t="t" r="r" b="b"/>
              <a:pathLst>
                <a:path w="1673" h="1672"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0"/>
                  </a:moveTo>
                  <a:cubicBezTo>
                    <a:pt x="386" y="0"/>
                    <a:pt x="1" y="386"/>
                    <a:pt x="1" y="836"/>
                  </a:cubicBezTo>
                  <a:cubicBezTo>
                    <a:pt x="1" y="1318"/>
                    <a:pt x="386" y="1672"/>
                    <a:pt x="836" y="1672"/>
                  </a:cubicBezTo>
                  <a:cubicBezTo>
                    <a:pt x="1286" y="1672"/>
                    <a:pt x="1672" y="1318"/>
                    <a:pt x="1672" y="836"/>
                  </a:cubicBezTo>
                  <a:cubicBezTo>
                    <a:pt x="1672" y="386"/>
                    <a:pt x="1286" y="0"/>
                    <a:pt x="83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9" name="Google Shape;2779;g312bfb4b743_5_798"/>
            <p:cNvSpPr/>
            <p:nvPr/>
          </p:nvSpPr>
          <p:spPr>
            <a:xfrm>
              <a:off x="2753225" y="2987275"/>
              <a:ext cx="488625" cy="170375"/>
            </a:xfrm>
            <a:custGeom>
              <a:avLst/>
              <a:gdLst/>
              <a:ahLst/>
              <a:cxnLst/>
              <a:rect l="l" t="t" r="r" b="b"/>
              <a:pathLst>
                <a:path w="19545" h="6815" extrusionOk="0">
                  <a:moveTo>
                    <a:pt x="1" y="0"/>
                  </a:moveTo>
                  <a:lnTo>
                    <a:pt x="1" y="418"/>
                  </a:lnTo>
                  <a:lnTo>
                    <a:pt x="11219" y="418"/>
                  </a:lnTo>
                  <a:lnTo>
                    <a:pt x="11219" y="6815"/>
                  </a:lnTo>
                  <a:lnTo>
                    <a:pt x="19544" y="6815"/>
                  </a:lnTo>
                  <a:lnTo>
                    <a:pt x="19544" y="6365"/>
                  </a:lnTo>
                  <a:lnTo>
                    <a:pt x="11637" y="6365"/>
                  </a:lnTo>
                  <a:lnTo>
                    <a:pt x="1163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0" name="Google Shape;2780;g312bfb4b743_5_798"/>
            <p:cNvSpPr/>
            <p:nvPr/>
          </p:nvSpPr>
          <p:spPr>
            <a:xfrm>
              <a:off x="2737150" y="29768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1" name="Google Shape;2781;g312bfb4b743_5_798"/>
            <p:cNvSpPr/>
            <p:nvPr/>
          </p:nvSpPr>
          <p:spPr>
            <a:xfrm>
              <a:off x="2732325" y="2972000"/>
              <a:ext cx="41825" cy="41825"/>
            </a:xfrm>
            <a:custGeom>
              <a:avLst/>
              <a:gdLst/>
              <a:ahLst/>
              <a:cxnLst/>
              <a:rect l="l" t="t" r="r" b="b"/>
              <a:pathLst>
                <a:path w="1673" h="1673"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2" name="Google Shape;2782;g312bfb4b743_5_798"/>
            <p:cNvSpPr/>
            <p:nvPr/>
          </p:nvSpPr>
          <p:spPr>
            <a:xfrm>
              <a:off x="2463125" y="3198625"/>
              <a:ext cx="1296250" cy="180825"/>
            </a:xfrm>
            <a:custGeom>
              <a:avLst/>
              <a:gdLst/>
              <a:ahLst/>
              <a:cxnLst/>
              <a:rect l="l" t="t" r="r" b="b"/>
              <a:pathLst>
                <a:path w="51850" h="7233" extrusionOk="0">
                  <a:moveTo>
                    <a:pt x="1" y="0"/>
                  </a:moveTo>
                  <a:lnTo>
                    <a:pt x="1" y="418"/>
                  </a:lnTo>
                  <a:lnTo>
                    <a:pt x="9033" y="418"/>
                  </a:lnTo>
                  <a:lnTo>
                    <a:pt x="9033" y="7233"/>
                  </a:lnTo>
                  <a:lnTo>
                    <a:pt x="51849" y="7233"/>
                  </a:lnTo>
                  <a:lnTo>
                    <a:pt x="51849" y="6815"/>
                  </a:lnTo>
                  <a:lnTo>
                    <a:pt x="9451" y="6815"/>
                  </a:lnTo>
                  <a:lnTo>
                    <a:pt x="945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3" name="Google Shape;2783;g312bfb4b743_5_798"/>
            <p:cNvSpPr/>
            <p:nvPr/>
          </p:nvSpPr>
          <p:spPr>
            <a:xfrm>
              <a:off x="2447850" y="3188175"/>
              <a:ext cx="31375" cy="31375"/>
            </a:xfrm>
            <a:custGeom>
              <a:avLst/>
              <a:gdLst/>
              <a:ahLst/>
              <a:cxnLst/>
              <a:rect l="l" t="t" r="r" b="b"/>
              <a:pathLst>
                <a:path w="1255" h="1255" extrusionOk="0">
                  <a:moveTo>
                    <a:pt x="644" y="0"/>
                  </a:moveTo>
                  <a:cubicBezTo>
                    <a:pt x="290" y="0"/>
                    <a:pt x="1" y="258"/>
                    <a:pt x="1" y="611"/>
                  </a:cubicBezTo>
                  <a:cubicBezTo>
                    <a:pt x="1" y="965"/>
                    <a:pt x="290" y="1254"/>
                    <a:pt x="644" y="1254"/>
                  </a:cubicBezTo>
                  <a:cubicBezTo>
                    <a:pt x="997" y="1254"/>
                    <a:pt x="1254" y="965"/>
                    <a:pt x="1254" y="611"/>
                  </a:cubicBezTo>
                  <a:cubicBezTo>
                    <a:pt x="1254" y="258"/>
                    <a:pt x="997"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4" name="Google Shape;2784;g312bfb4b743_5_798"/>
            <p:cNvSpPr/>
            <p:nvPr/>
          </p:nvSpPr>
          <p:spPr>
            <a:xfrm>
              <a:off x="2443025" y="3182550"/>
              <a:ext cx="41825" cy="41800"/>
            </a:xfrm>
            <a:custGeom>
              <a:avLst/>
              <a:gdLst/>
              <a:ahLst/>
              <a:cxnLst/>
              <a:rect l="l" t="t" r="r" b="b"/>
              <a:pathLst>
                <a:path w="1673" h="1672"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0"/>
                  </a:moveTo>
                  <a:cubicBezTo>
                    <a:pt x="355" y="0"/>
                    <a:pt x="1" y="386"/>
                    <a:pt x="1" y="836"/>
                  </a:cubicBezTo>
                  <a:cubicBezTo>
                    <a:pt x="1" y="1318"/>
                    <a:pt x="355" y="1672"/>
                    <a:pt x="837" y="1672"/>
                  </a:cubicBezTo>
                  <a:cubicBezTo>
                    <a:pt x="1287" y="1672"/>
                    <a:pt x="1672" y="1318"/>
                    <a:pt x="1672" y="836"/>
                  </a:cubicBezTo>
                  <a:cubicBezTo>
                    <a:pt x="1672" y="386"/>
                    <a:pt x="1287" y="0"/>
                    <a:pt x="83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5" name="Google Shape;2785;g312bfb4b743_5_798"/>
            <p:cNvSpPr/>
            <p:nvPr/>
          </p:nvSpPr>
          <p:spPr>
            <a:xfrm>
              <a:off x="2906725" y="3472650"/>
              <a:ext cx="368075" cy="307000"/>
            </a:xfrm>
            <a:custGeom>
              <a:avLst/>
              <a:gdLst/>
              <a:ahLst/>
              <a:cxnLst/>
              <a:rect l="l" t="t" r="r" b="b"/>
              <a:pathLst>
                <a:path w="14723" h="12280" extrusionOk="0">
                  <a:moveTo>
                    <a:pt x="14272" y="1"/>
                  </a:moveTo>
                  <a:lnTo>
                    <a:pt x="14272" y="5497"/>
                  </a:lnTo>
                  <a:lnTo>
                    <a:pt x="10544" y="5497"/>
                  </a:lnTo>
                  <a:lnTo>
                    <a:pt x="10544" y="11862"/>
                  </a:lnTo>
                  <a:lnTo>
                    <a:pt x="0" y="11862"/>
                  </a:lnTo>
                  <a:lnTo>
                    <a:pt x="0" y="12280"/>
                  </a:lnTo>
                  <a:lnTo>
                    <a:pt x="10961" y="12280"/>
                  </a:lnTo>
                  <a:lnTo>
                    <a:pt x="10961" y="5915"/>
                  </a:lnTo>
                  <a:lnTo>
                    <a:pt x="14722" y="5915"/>
                  </a:lnTo>
                  <a:lnTo>
                    <a:pt x="1472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6" name="Google Shape;2786;g312bfb4b743_5_798"/>
            <p:cNvSpPr/>
            <p:nvPr/>
          </p:nvSpPr>
          <p:spPr>
            <a:xfrm>
              <a:off x="2892250" y="37555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7" name="Google Shape;2787;g312bfb4b743_5_798"/>
            <p:cNvSpPr/>
            <p:nvPr/>
          </p:nvSpPr>
          <p:spPr>
            <a:xfrm>
              <a:off x="2887425" y="3750700"/>
              <a:ext cx="41825" cy="41825"/>
            </a:xfrm>
            <a:custGeom>
              <a:avLst/>
              <a:gdLst/>
              <a:ahLst/>
              <a:cxnLst/>
              <a:rect l="l" t="t" r="r" b="b"/>
              <a:pathLst>
                <a:path w="1673" h="1673" extrusionOk="0">
                  <a:moveTo>
                    <a:pt x="837" y="418"/>
                  </a:moveTo>
                  <a:cubicBezTo>
                    <a:pt x="1062" y="418"/>
                    <a:pt x="1254" y="611"/>
                    <a:pt x="1254" y="836"/>
                  </a:cubicBezTo>
                  <a:cubicBezTo>
                    <a:pt x="1254" y="1061"/>
                    <a:pt x="1062" y="1254"/>
                    <a:pt x="837" y="1254"/>
                  </a:cubicBezTo>
                  <a:cubicBezTo>
                    <a:pt x="579" y="1254"/>
                    <a:pt x="419" y="1061"/>
                    <a:pt x="419" y="836"/>
                  </a:cubicBezTo>
                  <a:cubicBezTo>
                    <a:pt x="419" y="611"/>
                    <a:pt x="579"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8" name="Google Shape;2788;g312bfb4b743_5_798"/>
            <p:cNvSpPr/>
            <p:nvPr/>
          </p:nvSpPr>
          <p:spPr>
            <a:xfrm>
              <a:off x="3579350" y="3472650"/>
              <a:ext cx="368075" cy="307000"/>
            </a:xfrm>
            <a:custGeom>
              <a:avLst/>
              <a:gdLst/>
              <a:ahLst/>
              <a:cxnLst/>
              <a:rect l="l" t="t" r="r" b="b"/>
              <a:pathLst>
                <a:path w="14723" h="12280" extrusionOk="0">
                  <a:moveTo>
                    <a:pt x="0" y="1"/>
                  </a:moveTo>
                  <a:lnTo>
                    <a:pt x="0" y="5915"/>
                  </a:lnTo>
                  <a:lnTo>
                    <a:pt x="3729" y="5915"/>
                  </a:lnTo>
                  <a:lnTo>
                    <a:pt x="3729" y="12280"/>
                  </a:lnTo>
                  <a:lnTo>
                    <a:pt x="14722" y="12280"/>
                  </a:lnTo>
                  <a:lnTo>
                    <a:pt x="14722" y="11862"/>
                  </a:lnTo>
                  <a:lnTo>
                    <a:pt x="4147" y="11862"/>
                  </a:lnTo>
                  <a:lnTo>
                    <a:pt x="4147" y="5497"/>
                  </a:lnTo>
                  <a:lnTo>
                    <a:pt x="418" y="5497"/>
                  </a:lnTo>
                  <a:lnTo>
                    <a:pt x="41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9" name="Google Shape;2789;g312bfb4b743_5_798"/>
            <p:cNvSpPr/>
            <p:nvPr/>
          </p:nvSpPr>
          <p:spPr>
            <a:xfrm>
              <a:off x="3930525" y="3755525"/>
              <a:ext cx="31350" cy="31375"/>
            </a:xfrm>
            <a:custGeom>
              <a:avLst/>
              <a:gdLst/>
              <a:ahLst/>
              <a:cxnLst/>
              <a:rect l="l" t="t" r="r" b="b"/>
              <a:pathLst>
                <a:path w="1254" h="1255" extrusionOk="0">
                  <a:moveTo>
                    <a:pt x="611" y="0"/>
                  </a:moveTo>
                  <a:cubicBezTo>
                    <a:pt x="257" y="0"/>
                    <a:pt x="0" y="290"/>
                    <a:pt x="0" y="643"/>
                  </a:cubicBezTo>
                  <a:cubicBezTo>
                    <a:pt x="0" y="997"/>
                    <a:pt x="257" y="1254"/>
                    <a:pt x="611" y="1254"/>
                  </a:cubicBezTo>
                  <a:cubicBezTo>
                    <a:pt x="964" y="1254"/>
                    <a:pt x="1254" y="997"/>
                    <a:pt x="1254" y="643"/>
                  </a:cubicBezTo>
                  <a:cubicBezTo>
                    <a:pt x="1254" y="290"/>
                    <a:pt x="964" y="0"/>
                    <a:pt x="6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0" name="Google Shape;2790;g312bfb4b743_5_798"/>
            <p:cNvSpPr/>
            <p:nvPr/>
          </p:nvSpPr>
          <p:spPr>
            <a:xfrm>
              <a:off x="3924900" y="3750700"/>
              <a:ext cx="41800" cy="41825"/>
            </a:xfrm>
            <a:custGeom>
              <a:avLst/>
              <a:gdLst/>
              <a:ahLst/>
              <a:cxnLst/>
              <a:rect l="l" t="t" r="r" b="b"/>
              <a:pathLst>
                <a:path w="1672" h="1673"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1"/>
                  </a:moveTo>
                  <a:cubicBezTo>
                    <a:pt x="386" y="1"/>
                    <a:pt x="0" y="354"/>
                    <a:pt x="0" y="836"/>
                  </a:cubicBezTo>
                  <a:cubicBezTo>
                    <a:pt x="0" y="1286"/>
                    <a:pt x="386" y="1672"/>
                    <a:pt x="836" y="1672"/>
                  </a:cubicBezTo>
                  <a:cubicBezTo>
                    <a:pt x="1286" y="1672"/>
                    <a:pt x="1672" y="1286"/>
                    <a:pt x="1672" y="836"/>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1" name="Google Shape;2791;g312bfb4b743_5_798"/>
            <p:cNvSpPr/>
            <p:nvPr/>
          </p:nvSpPr>
          <p:spPr>
            <a:xfrm>
              <a:off x="3717550" y="3065225"/>
              <a:ext cx="429150" cy="208150"/>
            </a:xfrm>
            <a:custGeom>
              <a:avLst/>
              <a:gdLst/>
              <a:ahLst/>
              <a:cxnLst/>
              <a:rect l="l" t="t" r="r" b="b"/>
              <a:pathLst>
                <a:path w="17166" h="8326" extrusionOk="0">
                  <a:moveTo>
                    <a:pt x="12537" y="0"/>
                  </a:moveTo>
                  <a:lnTo>
                    <a:pt x="12537" y="2829"/>
                  </a:lnTo>
                  <a:lnTo>
                    <a:pt x="7491" y="2829"/>
                  </a:lnTo>
                  <a:lnTo>
                    <a:pt x="7491" y="7908"/>
                  </a:lnTo>
                  <a:lnTo>
                    <a:pt x="1" y="7908"/>
                  </a:lnTo>
                  <a:lnTo>
                    <a:pt x="1" y="8326"/>
                  </a:lnTo>
                  <a:lnTo>
                    <a:pt x="7908" y="8326"/>
                  </a:lnTo>
                  <a:lnTo>
                    <a:pt x="7908" y="3279"/>
                  </a:lnTo>
                  <a:lnTo>
                    <a:pt x="12955" y="3279"/>
                  </a:lnTo>
                  <a:lnTo>
                    <a:pt x="12955" y="418"/>
                  </a:lnTo>
                  <a:lnTo>
                    <a:pt x="17166" y="418"/>
                  </a:lnTo>
                  <a:lnTo>
                    <a:pt x="1716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2" name="Google Shape;2792;g312bfb4b743_5_798"/>
            <p:cNvSpPr/>
            <p:nvPr/>
          </p:nvSpPr>
          <p:spPr>
            <a:xfrm>
              <a:off x="4137850" y="3050750"/>
              <a:ext cx="31375" cy="31375"/>
            </a:xfrm>
            <a:custGeom>
              <a:avLst/>
              <a:gdLst/>
              <a:ahLst/>
              <a:cxnLst/>
              <a:rect l="l" t="t" r="r" b="b"/>
              <a:pathLst>
                <a:path w="1255" h="1255" extrusionOk="0">
                  <a:moveTo>
                    <a:pt x="643" y="1"/>
                  </a:moveTo>
                  <a:cubicBezTo>
                    <a:pt x="290" y="1"/>
                    <a:pt x="0" y="290"/>
                    <a:pt x="0" y="644"/>
                  </a:cubicBezTo>
                  <a:cubicBezTo>
                    <a:pt x="0" y="997"/>
                    <a:pt x="290" y="1254"/>
                    <a:pt x="643" y="1254"/>
                  </a:cubicBezTo>
                  <a:cubicBezTo>
                    <a:pt x="965" y="1254"/>
                    <a:pt x="1254" y="997"/>
                    <a:pt x="1254" y="644"/>
                  </a:cubicBezTo>
                  <a:cubicBezTo>
                    <a:pt x="1254" y="290"/>
                    <a:pt x="965" y="1"/>
                    <a:pt x="6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3" name="Google Shape;2793;g312bfb4b743_5_798"/>
            <p:cNvSpPr/>
            <p:nvPr/>
          </p:nvSpPr>
          <p:spPr>
            <a:xfrm>
              <a:off x="4133025" y="3045925"/>
              <a:ext cx="41825" cy="41825"/>
            </a:xfrm>
            <a:custGeom>
              <a:avLst/>
              <a:gdLst/>
              <a:ahLst/>
              <a:cxnLst/>
              <a:rect l="l" t="t" r="r" b="b"/>
              <a:pathLst>
                <a:path w="1673" h="1673" extrusionOk="0">
                  <a:moveTo>
                    <a:pt x="836" y="419"/>
                  </a:moveTo>
                  <a:cubicBezTo>
                    <a:pt x="1061" y="419"/>
                    <a:pt x="1254" y="612"/>
                    <a:pt x="1254" y="837"/>
                  </a:cubicBezTo>
                  <a:cubicBezTo>
                    <a:pt x="1254" y="1062"/>
                    <a:pt x="1061" y="1255"/>
                    <a:pt x="836" y="1255"/>
                  </a:cubicBezTo>
                  <a:cubicBezTo>
                    <a:pt x="611" y="1255"/>
                    <a:pt x="418" y="1062"/>
                    <a:pt x="418" y="837"/>
                  </a:cubicBezTo>
                  <a:cubicBezTo>
                    <a:pt x="418" y="612"/>
                    <a:pt x="611" y="419"/>
                    <a:pt x="836" y="419"/>
                  </a:cubicBezTo>
                  <a:close/>
                  <a:moveTo>
                    <a:pt x="836" y="1"/>
                  </a:moveTo>
                  <a:cubicBezTo>
                    <a:pt x="354" y="1"/>
                    <a:pt x="1" y="387"/>
                    <a:pt x="1" y="837"/>
                  </a:cubicBezTo>
                  <a:cubicBezTo>
                    <a:pt x="1" y="1287"/>
                    <a:pt x="354" y="1672"/>
                    <a:pt x="836" y="1672"/>
                  </a:cubicBezTo>
                  <a:cubicBezTo>
                    <a:pt x="1286" y="1672"/>
                    <a:pt x="1672" y="1287"/>
                    <a:pt x="1672" y="837"/>
                  </a:cubicBezTo>
                  <a:cubicBezTo>
                    <a:pt x="1672" y="387"/>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4" name="Google Shape;2794;g312bfb4b743_5_798"/>
            <p:cNvSpPr/>
            <p:nvPr/>
          </p:nvSpPr>
          <p:spPr>
            <a:xfrm>
              <a:off x="3828450" y="3381050"/>
              <a:ext cx="499875" cy="175200"/>
            </a:xfrm>
            <a:custGeom>
              <a:avLst/>
              <a:gdLst/>
              <a:ahLst/>
              <a:cxnLst/>
              <a:rect l="l" t="t" r="r" b="b"/>
              <a:pathLst>
                <a:path w="19995" h="7008" extrusionOk="0">
                  <a:moveTo>
                    <a:pt x="1" y="0"/>
                  </a:moveTo>
                  <a:lnTo>
                    <a:pt x="1" y="418"/>
                  </a:lnTo>
                  <a:lnTo>
                    <a:pt x="13630" y="418"/>
                  </a:lnTo>
                  <a:lnTo>
                    <a:pt x="13630" y="4147"/>
                  </a:lnTo>
                  <a:lnTo>
                    <a:pt x="19577" y="4147"/>
                  </a:lnTo>
                  <a:lnTo>
                    <a:pt x="19577" y="7008"/>
                  </a:lnTo>
                  <a:lnTo>
                    <a:pt x="19995" y="7008"/>
                  </a:lnTo>
                  <a:lnTo>
                    <a:pt x="19995" y="3729"/>
                  </a:lnTo>
                  <a:lnTo>
                    <a:pt x="14048" y="3729"/>
                  </a:lnTo>
                  <a:lnTo>
                    <a:pt x="140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5" name="Google Shape;2795;g312bfb4b743_5_798"/>
            <p:cNvSpPr/>
            <p:nvPr/>
          </p:nvSpPr>
          <p:spPr>
            <a:xfrm>
              <a:off x="4307400" y="3550600"/>
              <a:ext cx="31375" cy="31375"/>
            </a:xfrm>
            <a:custGeom>
              <a:avLst/>
              <a:gdLst/>
              <a:ahLst/>
              <a:cxnLst/>
              <a:rect l="l" t="t" r="r" b="b"/>
              <a:pathLst>
                <a:path w="1255" h="1255" extrusionOk="0">
                  <a:moveTo>
                    <a:pt x="644" y="1"/>
                  </a:moveTo>
                  <a:cubicBezTo>
                    <a:pt x="290" y="1"/>
                    <a:pt x="1" y="290"/>
                    <a:pt x="1" y="644"/>
                  </a:cubicBezTo>
                  <a:cubicBezTo>
                    <a:pt x="1" y="965"/>
                    <a:pt x="290" y="1254"/>
                    <a:pt x="644" y="1254"/>
                  </a:cubicBezTo>
                  <a:cubicBezTo>
                    <a:pt x="997" y="1254"/>
                    <a:pt x="1255" y="965"/>
                    <a:pt x="1255" y="644"/>
                  </a:cubicBezTo>
                  <a:cubicBezTo>
                    <a:pt x="1255" y="290"/>
                    <a:pt x="997" y="1"/>
                    <a:pt x="64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6" name="Google Shape;2796;g312bfb4b743_5_798"/>
            <p:cNvSpPr/>
            <p:nvPr/>
          </p:nvSpPr>
          <p:spPr>
            <a:xfrm>
              <a:off x="4302600" y="3545775"/>
              <a:ext cx="41800" cy="41825"/>
            </a:xfrm>
            <a:custGeom>
              <a:avLst/>
              <a:gdLst/>
              <a:ahLst/>
              <a:cxnLst/>
              <a:rect l="l" t="t" r="r" b="b"/>
              <a:pathLst>
                <a:path w="1672" h="1673" extrusionOk="0">
                  <a:moveTo>
                    <a:pt x="836" y="419"/>
                  </a:moveTo>
                  <a:cubicBezTo>
                    <a:pt x="1061" y="419"/>
                    <a:pt x="1254" y="612"/>
                    <a:pt x="1254" y="837"/>
                  </a:cubicBezTo>
                  <a:cubicBezTo>
                    <a:pt x="1254" y="1062"/>
                    <a:pt x="1061" y="1254"/>
                    <a:pt x="836" y="1254"/>
                  </a:cubicBezTo>
                  <a:cubicBezTo>
                    <a:pt x="611" y="1254"/>
                    <a:pt x="418" y="1062"/>
                    <a:pt x="418" y="837"/>
                  </a:cubicBezTo>
                  <a:cubicBezTo>
                    <a:pt x="418" y="612"/>
                    <a:pt x="611" y="419"/>
                    <a:pt x="836" y="419"/>
                  </a:cubicBezTo>
                  <a:close/>
                  <a:moveTo>
                    <a:pt x="836" y="1"/>
                  </a:moveTo>
                  <a:cubicBezTo>
                    <a:pt x="354" y="1"/>
                    <a:pt x="0" y="354"/>
                    <a:pt x="0" y="837"/>
                  </a:cubicBezTo>
                  <a:cubicBezTo>
                    <a:pt x="0" y="1287"/>
                    <a:pt x="354" y="1672"/>
                    <a:pt x="836" y="1672"/>
                  </a:cubicBezTo>
                  <a:cubicBezTo>
                    <a:pt x="1286" y="1672"/>
                    <a:pt x="1672" y="1287"/>
                    <a:pt x="1672" y="837"/>
                  </a:cubicBezTo>
                  <a:cubicBezTo>
                    <a:pt x="1672" y="354"/>
                    <a:pt x="1286" y="1"/>
                    <a:pt x="83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7" name="Google Shape;2797;g312bfb4b743_5_798"/>
            <p:cNvSpPr/>
            <p:nvPr/>
          </p:nvSpPr>
          <p:spPr>
            <a:xfrm>
              <a:off x="2974225" y="2715850"/>
              <a:ext cx="920950" cy="791375"/>
            </a:xfrm>
            <a:custGeom>
              <a:avLst/>
              <a:gdLst/>
              <a:ahLst/>
              <a:cxnLst/>
              <a:rect l="l" t="t" r="r" b="b"/>
              <a:pathLst>
                <a:path w="36838" h="31655" extrusionOk="0">
                  <a:moveTo>
                    <a:pt x="18415" y="1"/>
                  </a:moveTo>
                  <a:cubicBezTo>
                    <a:pt x="17945" y="1"/>
                    <a:pt x="17471" y="234"/>
                    <a:pt x="17198" y="700"/>
                  </a:cubicBezTo>
                  <a:lnTo>
                    <a:pt x="547" y="29565"/>
                  </a:lnTo>
                  <a:cubicBezTo>
                    <a:pt x="0" y="30498"/>
                    <a:pt x="675" y="31655"/>
                    <a:pt x="1736" y="31655"/>
                  </a:cubicBezTo>
                  <a:lnTo>
                    <a:pt x="35070" y="31655"/>
                  </a:lnTo>
                  <a:cubicBezTo>
                    <a:pt x="36163" y="31655"/>
                    <a:pt x="36838" y="30498"/>
                    <a:pt x="36291" y="29565"/>
                  </a:cubicBezTo>
                  <a:lnTo>
                    <a:pt x="19608" y="700"/>
                  </a:lnTo>
                  <a:cubicBezTo>
                    <a:pt x="19351" y="234"/>
                    <a:pt x="18885" y="1"/>
                    <a:pt x="184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8" name="Google Shape;2798;g312bfb4b743_5_798"/>
            <p:cNvSpPr/>
            <p:nvPr/>
          </p:nvSpPr>
          <p:spPr>
            <a:xfrm>
              <a:off x="2977425" y="2710025"/>
              <a:ext cx="914550" cy="802825"/>
            </a:xfrm>
            <a:custGeom>
              <a:avLst/>
              <a:gdLst/>
              <a:ahLst/>
              <a:cxnLst/>
              <a:rect l="l" t="t" r="r" b="b"/>
              <a:pathLst>
                <a:path w="36582" h="32113" extrusionOk="0">
                  <a:moveTo>
                    <a:pt x="18291" y="451"/>
                  </a:moveTo>
                  <a:cubicBezTo>
                    <a:pt x="18677" y="451"/>
                    <a:pt x="19095" y="643"/>
                    <a:pt x="19320" y="1029"/>
                  </a:cubicBezTo>
                  <a:lnTo>
                    <a:pt x="35970" y="29895"/>
                  </a:lnTo>
                  <a:cubicBezTo>
                    <a:pt x="36099" y="30088"/>
                    <a:pt x="36131" y="30313"/>
                    <a:pt x="36131" y="30506"/>
                  </a:cubicBezTo>
                  <a:cubicBezTo>
                    <a:pt x="36131" y="30795"/>
                    <a:pt x="36035" y="31116"/>
                    <a:pt x="35810" y="31309"/>
                  </a:cubicBezTo>
                  <a:cubicBezTo>
                    <a:pt x="35585" y="31534"/>
                    <a:pt x="35295" y="31695"/>
                    <a:pt x="34942" y="31695"/>
                  </a:cubicBezTo>
                  <a:lnTo>
                    <a:pt x="1608" y="31695"/>
                  </a:lnTo>
                  <a:cubicBezTo>
                    <a:pt x="1255" y="31695"/>
                    <a:pt x="965" y="31534"/>
                    <a:pt x="772" y="31309"/>
                  </a:cubicBezTo>
                  <a:cubicBezTo>
                    <a:pt x="547" y="31116"/>
                    <a:pt x="419" y="30795"/>
                    <a:pt x="419" y="30506"/>
                  </a:cubicBezTo>
                  <a:cubicBezTo>
                    <a:pt x="419" y="30313"/>
                    <a:pt x="483" y="30088"/>
                    <a:pt x="580" y="29895"/>
                  </a:cubicBezTo>
                  <a:lnTo>
                    <a:pt x="17262" y="1029"/>
                  </a:lnTo>
                  <a:cubicBezTo>
                    <a:pt x="17487" y="643"/>
                    <a:pt x="17873" y="451"/>
                    <a:pt x="18291" y="451"/>
                  </a:cubicBezTo>
                  <a:close/>
                  <a:moveTo>
                    <a:pt x="18291" y="0"/>
                  </a:moveTo>
                  <a:cubicBezTo>
                    <a:pt x="17745" y="0"/>
                    <a:pt x="17198" y="290"/>
                    <a:pt x="16877" y="804"/>
                  </a:cubicBezTo>
                  <a:lnTo>
                    <a:pt x="226" y="29702"/>
                  </a:lnTo>
                  <a:cubicBezTo>
                    <a:pt x="65" y="29959"/>
                    <a:pt x="1" y="30216"/>
                    <a:pt x="1" y="30506"/>
                  </a:cubicBezTo>
                  <a:cubicBezTo>
                    <a:pt x="1" y="30924"/>
                    <a:pt x="162" y="31309"/>
                    <a:pt x="451" y="31631"/>
                  </a:cubicBezTo>
                  <a:cubicBezTo>
                    <a:pt x="740" y="31920"/>
                    <a:pt x="1158" y="32113"/>
                    <a:pt x="1608" y="32113"/>
                  </a:cubicBezTo>
                  <a:lnTo>
                    <a:pt x="34942" y="32113"/>
                  </a:lnTo>
                  <a:cubicBezTo>
                    <a:pt x="35424" y="32113"/>
                    <a:pt x="35842" y="31920"/>
                    <a:pt x="36099" y="31631"/>
                  </a:cubicBezTo>
                  <a:cubicBezTo>
                    <a:pt x="36388" y="31309"/>
                    <a:pt x="36581" y="30924"/>
                    <a:pt x="36581" y="30506"/>
                  </a:cubicBezTo>
                  <a:cubicBezTo>
                    <a:pt x="36581" y="30216"/>
                    <a:pt x="36485" y="29959"/>
                    <a:pt x="36356" y="29702"/>
                  </a:cubicBezTo>
                  <a:lnTo>
                    <a:pt x="19673" y="804"/>
                  </a:lnTo>
                  <a:cubicBezTo>
                    <a:pt x="19384" y="290"/>
                    <a:pt x="18838" y="0"/>
                    <a:pt x="182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9" name="Google Shape;2799;g312bfb4b743_5_798"/>
            <p:cNvSpPr/>
            <p:nvPr/>
          </p:nvSpPr>
          <p:spPr>
            <a:xfrm>
              <a:off x="3012800" y="2747600"/>
              <a:ext cx="843800" cy="729900"/>
            </a:xfrm>
            <a:custGeom>
              <a:avLst/>
              <a:gdLst/>
              <a:ahLst/>
              <a:cxnLst/>
              <a:rect l="l" t="t" r="r" b="b"/>
              <a:pathLst>
                <a:path w="33752" h="29196" extrusionOk="0">
                  <a:moveTo>
                    <a:pt x="16876" y="0"/>
                  </a:moveTo>
                  <a:cubicBezTo>
                    <a:pt x="16764" y="0"/>
                    <a:pt x="16651" y="56"/>
                    <a:pt x="16587" y="169"/>
                  </a:cubicBezTo>
                  <a:lnTo>
                    <a:pt x="129" y="28681"/>
                  </a:lnTo>
                  <a:cubicBezTo>
                    <a:pt x="0" y="28906"/>
                    <a:pt x="161" y="29195"/>
                    <a:pt x="418" y="29195"/>
                  </a:cubicBezTo>
                  <a:lnTo>
                    <a:pt x="33334" y="29195"/>
                  </a:lnTo>
                  <a:cubicBezTo>
                    <a:pt x="33591" y="29195"/>
                    <a:pt x="33752" y="28906"/>
                    <a:pt x="33623" y="28681"/>
                  </a:cubicBezTo>
                  <a:lnTo>
                    <a:pt x="17165" y="169"/>
                  </a:lnTo>
                  <a:cubicBezTo>
                    <a:pt x="17101" y="56"/>
                    <a:pt x="16989" y="0"/>
                    <a:pt x="168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0" name="Google Shape;2800;g312bfb4b743_5_798"/>
            <p:cNvSpPr/>
            <p:nvPr/>
          </p:nvSpPr>
          <p:spPr>
            <a:xfrm>
              <a:off x="3009575" y="2742175"/>
              <a:ext cx="850250" cy="740950"/>
            </a:xfrm>
            <a:custGeom>
              <a:avLst/>
              <a:gdLst/>
              <a:ahLst/>
              <a:cxnLst/>
              <a:rect l="l" t="t" r="r" b="b"/>
              <a:pathLst>
                <a:path w="34010" h="29638" extrusionOk="0">
                  <a:moveTo>
                    <a:pt x="17005" y="450"/>
                  </a:moveTo>
                  <a:lnTo>
                    <a:pt x="17102" y="515"/>
                  </a:lnTo>
                  <a:lnTo>
                    <a:pt x="33559" y="29027"/>
                  </a:lnTo>
                  <a:lnTo>
                    <a:pt x="33592" y="29091"/>
                  </a:lnTo>
                  <a:lnTo>
                    <a:pt x="33559" y="29155"/>
                  </a:lnTo>
                  <a:lnTo>
                    <a:pt x="33463" y="29220"/>
                  </a:lnTo>
                  <a:lnTo>
                    <a:pt x="547" y="29220"/>
                  </a:lnTo>
                  <a:lnTo>
                    <a:pt x="451" y="29155"/>
                  </a:lnTo>
                  <a:lnTo>
                    <a:pt x="419" y="29091"/>
                  </a:lnTo>
                  <a:lnTo>
                    <a:pt x="419" y="29027"/>
                  </a:lnTo>
                  <a:lnTo>
                    <a:pt x="16877" y="515"/>
                  </a:lnTo>
                  <a:lnTo>
                    <a:pt x="17005" y="450"/>
                  </a:lnTo>
                  <a:close/>
                  <a:moveTo>
                    <a:pt x="17005" y="0"/>
                  </a:moveTo>
                  <a:cubicBezTo>
                    <a:pt x="16812" y="0"/>
                    <a:pt x="16619" y="97"/>
                    <a:pt x="16523" y="290"/>
                  </a:cubicBezTo>
                  <a:lnTo>
                    <a:pt x="65" y="28802"/>
                  </a:lnTo>
                  <a:cubicBezTo>
                    <a:pt x="1" y="28898"/>
                    <a:pt x="1" y="28995"/>
                    <a:pt x="1" y="29091"/>
                  </a:cubicBezTo>
                  <a:cubicBezTo>
                    <a:pt x="1" y="29380"/>
                    <a:pt x="226" y="29638"/>
                    <a:pt x="547" y="29638"/>
                  </a:cubicBezTo>
                  <a:lnTo>
                    <a:pt x="33463" y="29638"/>
                  </a:lnTo>
                  <a:cubicBezTo>
                    <a:pt x="33784" y="29638"/>
                    <a:pt x="34009" y="29380"/>
                    <a:pt x="34009" y="29091"/>
                  </a:cubicBezTo>
                  <a:cubicBezTo>
                    <a:pt x="34009" y="28995"/>
                    <a:pt x="33977" y="28898"/>
                    <a:pt x="33945" y="28802"/>
                  </a:cubicBezTo>
                  <a:lnTo>
                    <a:pt x="17487" y="290"/>
                  </a:lnTo>
                  <a:cubicBezTo>
                    <a:pt x="17359" y="97"/>
                    <a:pt x="17166" y="0"/>
                    <a:pt x="1700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1" name="Google Shape;2801;g312bfb4b743_5_798"/>
            <p:cNvSpPr/>
            <p:nvPr/>
          </p:nvSpPr>
          <p:spPr>
            <a:xfrm>
              <a:off x="3366375" y="2914550"/>
              <a:ext cx="135850" cy="521150"/>
            </a:xfrm>
            <a:custGeom>
              <a:avLst/>
              <a:gdLst/>
              <a:ahLst/>
              <a:cxnLst/>
              <a:rect l="l" t="t" r="r" b="b"/>
              <a:pathLst>
                <a:path w="5434" h="20846" extrusionOk="0">
                  <a:moveTo>
                    <a:pt x="2721" y="0"/>
                  </a:moveTo>
                  <a:cubicBezTo>
                    <a:pt x="2259" y="0"/>
                    <a:pt x="1801" y="113"/>
                    <a:pt x="1351" y="338"/>
                  </a:cubicBezTo>
                  <a:cubicBezTo>
                    <a:pt x="419" y="788"/>
                    <a:pt x="1" y="1527"/>
                    <a:pt x="129" y="2556"/>
                  </a:cubicBezTo>
                  <a:lnTo>
                    <a:pt x="1415" y="12681"/>
                  </a:lnTo>
                  <a:cubicBezTo>
                    <a:pt x="1479" y="13099"/>
                    <a:pt x="1608" y="13421"/>
                    <a:pt x="1897" y="13646"/>
                  </a:cubicBezTo>
                  <a:cubicBezTo>
                    <a:pt x="2154" y="13871"/>
                    <a:pt x="2444" y="13999"/>
                    <a:pt x="2733" y="13999"/>
                  </a:cubicBezTo>
                  <a:cubicBezTo>
                    <a:pt x="3055" y="13999"/>
                    <a:pt x="3312" y="13871"/>
                    <a:pt x="3601" y="13646"/>
                  </a:cubicBezTo>
                  <a:cubicBezTo>
                    <a:pt x="3858" y="13421"/>
                    <a:pt x="4019" y="13099"/>
                    <a:pt x="4051" y="12681"/>
                  </a:cubicBezTo>
                  <a:lnTo>
                    <a:pt x="5305" y="2556"/>
                  </a:lnTo>
                  <a:cubicBezTo>
                    <a:pt x="5433" y="1527"/>
                    <a:pt x="5047" y="788"/>
                    <a:pt x="4115" y="338"/>
                  </a:cubicBezTo>
                  <a:cubicBezTo>
                    <a:pt x="3649" y="113"/>
                    <a:pt x="3183" y="0"/>
                    <a:pt x="2721" y="0"/>
                  </a:cubicBezTo>
                  <a:close/>
                  <a:moveTo>
                    <a:pt x="2765" y="16185"/>
                  </a:moveTo>
                  <a:cubicBezTo>
                    <a:pt x="2090" y="16185"/>
                    <a:pt x="1544" y="16410"/>
                    <a:pt x="1126" y="16860"/>
                  </a:cubicBezTo>
                  <a:cubicBezTo>
                    <a:pt x="676" y="17342"/>
                    <a:pt x="451" y="17889"/>
                    <a:pt x="451" y="18499"/>
                  </a:cubicBezTo>
                  <a:cubicBezTo>
                    <a:pt x="451" y="19174"/>
                    <a:pt x="676" y="19721"/>
                    <a:pt x="1126" y="20171"/>
                  </a:cubicBezTo>
                  <a:cubicBezTo>
                    <a:pt x="1576" y="20621"/>
                    <a:pt x="2122" y="20846"/>
                    <a:pt x="2765" y="20846"/>
                  </a:cubicBezTo>
                  <a:cubicBezTo>
                    <a:pt x="3408" y="20846"/>
                    <a:pt x="3955" y="20621"/>
                    <a:pt x="4405" y="20171"/>
                  </a:cubicBezTo>
                  <a:cubicBezTo>
                    <a:pt x="4822" y="19689"/>
                    <a:pt x="5047" y="19142"/>
                    <a:pt x="5047" y="18499"/>
                  </a:cubicBezTo>
                  <a:cubicBezTo>
                    <a:pt x="5047" y="17824"/>
                    <a:pt x="4822" y="17278"/>
                    <a:pt x="4372" y="16828"/>
                  </a:cubicBezTo>
                  <a:cubicBezTo>
                    <a:pt x="3922" y="16410"/>
                    <a:pt x="3376" y="16185"/>
                    <a:pt x="2765" y="16185"/>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2" name="Google Shape;2802;g312bfb4b743_5_798"/>
            <p:cNvSpPr/>
            <p:nvPr/>
          </p:nvSpPr>
          <p:spPr>
            <a:xfrm>
              <a:off x="4003650" y="3086925"/>
              <a:ext cx="423525" cy="291950"/>
            </a:xfrm>
            <a:custGeom>
              <a:avLst/>
              <a:gdLst/>
              <a:ahLst/>
              <a:cxnLst/>
              <a:rect l="l" t="t" r="r" b="b"/>
              <a:pathLst>
                <a:path w="16941" h="11678" extrusionOk="0">
                  <a:moveTo>
                    <a:pt x="6429" y="0"/>
                  </a:moveTo>
                  <a:cubicBezTo>
                    <a:pt x="6365" y="32"/>
                    <a:pt x="6333" y="65"/>
                    <a:pt x="6301" y="129"/>
                  </a:cubicBezTo>
                  <a:lnTo>
                    <a:pt x="6301" y="193"/>
                  </a:lnTo>
                  <a:lnTo>
                    <a:pt x="6686" y="1511"/>
                  </a:lnTo>
                  <a:lnTo>
                    <a:pt x="6751" y="1607"/>
                  </a:lnTo>
                  <a:lnTo>
                    <a:pt x="8069" y="2604"/>
                  </a:lnTo>
                  <a:lnTo>
                    <a:pt x="7972" y="3086"/>
                  </a:lnTo>
                  <a:cubicBezTo>
                    <a:pt x="6911" y="2990"/>
                    <a:pt x="5883" y="2893"/>
                    <a:pt x="5336" y="2893"/>
                  </a:cubicBezTo>
                  <a:lnTo>
                    <a:pt x="4918" y="1607"/>
                  </a:lnTo>
                  <a:cubicBezTo>
                    <a:pt x="4918" y="1543"/>
                    <a:pt x="4854" y="1511"/>
                    <a:pt x="4790" y="1511"/>
                  </a:cubicBezTo>
                  <a:lnTo>
                    <a:pt x="2540" y="1543"/>
                  </a:lnTo>
                  <a:lnTo>
                    <a:pt x="1929" y="707"/>
                  </a:lnTo>
                  <a:cubicBezTo>
                    <a:pt x="1910" y="670"/>
                    <a:pt x="1869" y="654"/>
                    <a:pt x="1826" y="654"/>
                  </a:cubicBezTo>
                  <a:cubicBezTo>
                    <a:pt x="1795" y="654"/>
                    <a:pt x="1763" y="662"/>
                    <a:pt x="1736" y="675"/>
                  </a:cubicBezTo>
                  <a:lnTo>
                    <a:pt x="1672" y="772"/>
                  </a:lnTo>
                  <a:lnTo>
                    <a:pt x="1704" y="900"/>
                  </a:lnTo>
                  <a:lnTo>
                    <a:pt x="2347" y="1768"/>
                  </a:lnTo>
                  <a:cubicBezTo>
                    <a:pt x="2379" y="1832"/>
                    <a:pt x="2443" y="1832"/>
                    <a:pt x="2475" y="1832"/>
                  </a:cubicBezTo>
                  <a:lnTo>
                    <a:pt x="4661" y="1800"/>
                  </a:lnTo>
                  <a:lnTo>
                    <a:pt x="5015" y="2925"/>
                  </a:lnTo>
                  <a:cubicBezTo>
                    <a:pt x="4436" y="3022"/>
                    <a:pt x="3504" y="3343"/>
                    <a:pt x="2700" y="3665"/>
                  </a:cubicBezTo>
                  <a:cubicBezTo>
                    <a:pt x="1897" y="3986"/>
                    <a:pt x="1672" y="4983"/>
                    <a:pt x="2250" y="5626"/>
                  </a:cubicBezTo>
                  <a:lnTo>
                    <a:pt x="3890" y="7361"/>
                  </a:lnTo>
                  <a:lnTo>
                    <a:pt x="3150" y="8133"/>
                  </a:lnTo>
                  <a:lnTo>
                    <a:pt x="1190" y="7072"/>
                  </a:lnTo>
                  <a:lnTo>
                    <a:pt x="1061" y="7072"/>
                  </a:lnTo>
                  <a:lnTo>
                    <a:pt x="65" y="7554"/>
                  </a:lnTo>
                  <a:lnTo>
                    <a:pt x="0" y="7651"/>
                  </a:lnTo>
                  <a:lnTo>
                    <a:pt x="0" y="7747"/>
                  </a:lnTo>
                  <a:cubicBezTo>
                    <a:pt x="24" y="7819"/>
                    <a:pt x="85" y="7856"/>
                    <a:pt x="154" y="7856"/>
                  </a:cubicBezTo>
                  <a:cubicBezTo>
                    <a:pt x="177" y="7856"/>
                    <a:pt x="201" y="7852"/>
                    <a:pt x="225" y="7844"/>
                  </a:cubicBezTo>
                  <a:lnTo>
                    <a:pt x="1125" y="7393"/>
                  </a:lnTo>
                  <a:lnTo>
                    <a:pt x="3086" y="8454"/>
                  </a:lnTo>
                  <a:cubicBezTo>
                    <a:pt x="3105" y="8464"/>
                    <a:pt x="3124" y="8468"/>
                    <a:pt x="3143" y="8468"/>
                  </a:cubicBezTo>
                  <a:cubicBezTo>
                    <a:pt x="3188" y="8468"/>
                    <a:pt x="3234" y="8445"/>
                    <a:pt x="3279" y="8422"/>
                  </a:cubicBezTo>
                  <a:lnTo>
                    <a:pt x="4083" y="7586"/>
                  </a:lnTo>
                  <a:lnTo>
                    <a:pt x="4211" y="7747"/>
                  </a:lnTo>
                  <a:lnTo>
                    <a:pt x="6622" y="8615"/>
                  </a:lnTo>
                  <a:lnTo>
                    <a:pt x="6461" y="9290"/>
                  </a:lnTo>
                  <a:lnTo>
                    <a:pt x="4822" y="9547"/>
                  </a:lnTo>
                  <a:lnTo>
                    <a:pt x="4726" y="9611"/>
                  </a:lnTo>
                  <a:lnTo>
                    <a:pt x="3793" y="10608"/>
                  </a:lnTo>
                  <a:lnTo>
                    <a:pt x="3729" y="10672"/>
                  </a:lnTo>
                  <a:cubicBezTo>
                    <a:pt x="3729" y="10704"/>
                    <a:pt x="3729" y="10769"/>
                    <a:pt x="3793" y="10801"/>
                  </a:cubicBezTo>
                  <a:cubicBezTo>
                    <a:pt x="3825" y="10833"/>
                    <a:pt x="3866" y="10849"/>
                    <a:pt x="3902" y="10849"/>
                  </a:cubicBezTo>
                  <a:cubicBezTo>
                    <a:pt x="3938" y="10849"/>
                    <a:pt x="3970" y="10833"/>
                    <a:pt x="3986" y="10801"/>
                  </a:cubicBezTo>
                  <a:lnTo>
                    <a:pt x="4918" y="9836"/>
                  </a:lnTo>
                  <a:lnTo>
                    <a:pt x="6590" y="9579"/>
                  </a:lnTo>
                  <a:cubicBezTo>
                    <a:pt x="6654" y="9547"/>
                    <a:pt x="6718" y="9515"/>
                    <a:pt x="6718" y="9451"/>
                  </a:cubicBezTo>
                  <a:lnTo>
                    <a:pt x="6911" y="8711"/>
                  </a:lnTo>
                  <a:lnTo>
                    <a:pt x="9579" y="9676"/>
                  </a:lnTo>
                  <a:cubicBezTo>
                    <a:pt x="9579" y="9676"/>
                    <a:pt x="10029" y="9290"/>
                    <a:pt x="10544" y="8583"/>
                  </a:cubicBezTo>
                  <a:lnTo>
                    <a:pt x="10897" y="9419"/>
                  </a:lnTo>
                  <a:lnTo>
                    <a:pt x="10929" y="9483"/>
                  </a:lnTo>
                  <a:lnTo>
                    <a:pt x="11894" y="10287"/>
                  </a:lnTo>
                  <a:lnTo>
                    <a:pt x="12183" y="11572"/>
                  </a:lnTo>
                  <a:cubicBezTo>
                    <a:pt x="12183" y="11625"/>
                    <a:pt x="12247" y="11677"/>
                    <a:pt x="12323" y="11677"/>
                  </a:cubicBezTo>
                  <a:cubicBezTo>
                    <a:pt x="12340" y="11677"/>
                    <a:pt x="12358" y="11675"/>
                    <a:pt x="12376" y="11669"/>
                  </a:cubicBezTo>
                  <a:cubicBezTo>
                    <a:pt x="12440" y="11669"/>
                    <a:pt x="12504" y="11572"/>
                    <a:pt x="12472" y="11508"/>
                  </a:cubicBezTo>
                  <a:lnTo>
                    <a:pt x="12183" y="10158"/>
                  </a:lnTo>
                  <a:lnTo>
                    <a:pt x="12119" y="10061"/>
                  </a:lnTo>
                  <a:lnTo>
                    <a:pt x="11154" y="9258"/>
                  </a:lnTo>
                  <a:lnTo>
                    <a:pt x="10737" y="8294"/>
                  </a:lnTo>
                  <a:cubicBezTo>
                    <a:pt x="10769" y="8229"/>
                    <a:pt x="10833" y="8165"/>
                    <a:pt x="10865" y="8101"/>
                  </a:cubicBezTo>
                  <a:lnTo>
                    <a:pt x="11701" y="8294"/>
                  </a:lnTo>
                  <a:lnTo>
                    <a:pt x="11829" y="7683"/>
                  </a:lnTo>
                  <a:lnTo>
                    <a:pt x="12408" y="7844"/>
                  </a:lnTo>
                  <a:cubicBezTo>
                    <a:pt x="12826" y="8261"/>
                    <a:pt x="14722" y="10158"/>
                    <a:pt x="15044" y="11476"/>
                  </a:cubicBezTo>
                  <a:cubicBezTo>
                    <a:pt x="15068" y="11548"/>
                    <a:pt x="15128" y="11584"/>
                    <a:pt x="15184" y="11584"/>
                  </a:cubicBezTo>
                  <a:cubicBezTo>
                    <a:pt x="15203" y="11584"/>
                    <a:pt x="15221" y="11580"/>
                    <a:pt x="15237" y="11572"/>
                  </a:cubicBezTo>
                  <a:cubicBezTo>
                    <a:pt x="15333" y="11572"/>
                    <a:pt x="15365" y="11476"/>
                    <a:pt x="15333" y="11412"/>
                  </a:cubicBezTo>
                  <a:cubicBezTo>
                    <a:pt x="15012" y="10029"/>
                    <a:pt x="13179" y="8165"/>
                    <a:pt x="12665" y="7651"/>
                  </a:cubicBezTo>
                  <a:lnTo>
                    <a:pt x="12954" y="6558"/>
                  </a:lnTo>
                  <a:cubicBezTo>
                    <a:pt x="13630" y="6365"/>
                    <a:pt x="15815" y="5722"/>
                    <a:pt x="16876" y="4886"/>
                  </a:cubicBezTo>
                  <a:cubicBezTo>
                    <a:pt x="16940" y="4854"/>
                    <a:pt x="16940" y="4758"/>
                    <a:pt x="16908" y="4661"/>
                  </a:cubicBezTo>
                  <a:cubicBezTo>
                    <a:pt x="16876" y="4629"/>
                    <a:pt x="16836" y="4613"/>
                    <a:pt x="16796" y="4613"/>
                  </a:cubicBezTo>
                  <a:cubicBezTo>
                    <a:pt x="16756" y="4613"/>
                    <a:pt x="16715" y="4629"/>
                    <a:pt x="16683" y="4661"/>
                  </a:cubicBezTo>
                  <a:cubicBezTo>
                    <a:pt x="15655" y="5465"/>
                    <a:pt x="13308" y="6140"/>
                    <a:pt x="12762" y="6301"/>
                  </a:cubicBezTo>
                  <a:lnTo>
                    <a:pt x="12119" y="6140"/>
                  </a:lnTo>
                  <a:lnTo>
                    <a:pt x="12279" y="5561"/>
                  </a:lnTo>
                  <a:lnTo>
                    <a:pt x="11604" y="5401"/>
                  </a:lnTo>
                  <a:cubicBezTo>
                    <a:pt x="11572" y="5143"/>
                    <a:pt x="11540" y="4854"/>
                    <a:pt x="11476" y="4629"/>
                  </a:cubicBezTo>
                  <a:lnTo>
                    <a:pt x="12472" y="3793"/>
                  </a:lnTo>
                  <a:lnTo>
                    <a:pt x="13694" y="3536"/>
                  </a:lnTo>
                  <a:lnTo>
                    <a:pt x="13790" y="3472"/>
                  </a:lnTo>
                  <a:lnTo>
                    <a:pt x="14690" y="2443"/>
                  </a:lnTo>
                  <a:cubicBezTo>
                    <a:pt x="14722" y="2379"/>
                    <a:pt x="14722" y="2283"/>
                    <a:pt x="14658" y="2218"/>
                  </a:cubicBezTo>
                  <a:cubicBezTo>
                    <a:pt x="14626" y="2186"/>
                    <a:pt x="14586" y="2170"/>
                    <a:pt x="14546" y="2170"/>
                  </a:cubicBezTo>
                  <a:cubicBezTo>
                    <a:pt x="14505" y="2170"/>
                    <a:pt x="14465" y="2186"/>
                    <a:pt x="14433" y="2218"/>
                  </a:cubicBezTo>
                  <a:lnTo>
                    <a:pt x="13597" y="3247"/>
                  </a:lnTo>
                  <a:lnTo>
                    <a:pt x="12376" y="3504"/>
                  </a:lnTo>
                  <a:lnTo>
                    <a:pt x="12312" y="3536"/>
                  </a:lnTo>
                  <a:lnTo>
                    <a:pt x="11379" y="4308"/>
                  </a:lnTo>
                  <a:cubicBezTo>
                    <a:pt x="11187" y="3761"/>
                    <a:pt x="10929" y="3375"/>
                    <a:pt x="10929" y="3375"/>
                  </a:cubicBezTo>
                  <a:cubicBezTo>
                    <a:pt x="10929" y="3375"/>
                    <a:pt x="9644" y="3247"/>
                    <a:pt x="8261" y="3118"/>
                  </a:cubicBezTo>
                  <a:lnTo>
                    <a:pt x="8390" y="2572"/>
                  </a:lnTo>
                  <a:cubicBezTo>
                    <a:pt x="8422" y="2508"/>
                    <a:pt x="8390" y="2443"/>
                    <a:pt x="8358" y="2411"/>
                  </a:cubicBezTo>
                  <a:lnTo>
                    <a:pt x="6976" y="1382"/>
                  </a:lnTo>
                  <a:lnTo>
                    <a:pt x="6590" y="129"/>
                  </a:lnTo>
                  <a:cubicBezTo>
                    <a:pt x="6590" y="32"/>
                    <a:pt x="6493" y="0"/>
                    <a:pt x="64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3" name="Google Shape;2803;g312bfb4b743_5_798"/>
            <p:cNvSpPr/>
            <p:nvPr/>
          </p:nvSpPr>
          <p:spPr>
            <a:xfrm>
              <a:off x="4112125" y="3168875"/>
              <a:ext cx="157550" cy="145500"/>
            </a:xfrm>
            <a:custGeom>
              <a:avLst/>
              <a:gdLst/>
              <a:ahLst/>
              <a:cxnLst/>
              <a:rect l="l" t="t" r="r" b="b"/>
              <a:pathLst>
                <a:path w="6302" h="5820" extrusionOk="0">
                  <a:moveTo>
                    <a:pt x="1094" y="1"/>
                  </a:moveTo>
                  <a:lnTo>
                    <a:pt x="1415" y="1512"/>
                  </a:lnTo>
                  <a:lnTo>
                    <a:pt x="740" y="2090"/>
                  </a:lnTo>
                  <a:lnTo>
                    <a:pt x="1126" y="2862"/>
                  </a:lnTo>
                  <a:lnTo>
                    <a:pt x="1" y="4180"/>
                  </a:lnTo>
                  <a:lnTo>
                    <a:pt x="5112" y="5819"/>
                  </a:lnTo>
                  <a:lnTo>
                    <a:pt x="4308" y="2958"/>
                  </a:lnTo>
                  <a:lnTo>
                    <a:pt x="6301" y="483"/>
                  </a:lnTo>
                  <a:lnTo>
                    <a:pt x="109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4" name="Google Shape;2804;g312bfb4b743_5_798"/>
            <p:cNvSpPr/>
            <p:nvPr/>
          </p:nvSpPr>
          <p:spPr>
            <a:xfrm>
              <a:off x="4108125" y="3164875"/>
              <a:ext cx="165550" cy="153050"/>
            </a:xfrm>
            <a:custGeom>
              <a:avLst/>
              <a:gdLst/>
              <a:ahLst/>
              <a:cxnLst/>
              <a:rect l="l" t="t" r="r" b="b"/>
              <a:pathLst>
                <a:path w="6622" h="6122" extrusionOk="0">
                  <a:moveTo>
                    <a:pt x="1447" y="322"/>
                  </a:moveTo>
                  <a:lnTo>
                    <a:pt x="6172" y="772"/>
                  </a:lnTo>
                  <a:lnTo>
                    <a:pt x="4372" y="3022"/>
                  </a:lnTo>
                  <a:lnTo>
                    <a:pt x="4340" y="3150"/>
                  </a:lnTo>
                  <a:lnTo>
                    <a:pt x="5047" y="5722"/>
                  </a:lnTo>
                  <a:lnTo>
                    <a:pt x="418" y="4243"/>
                  </a:lnTo>
                  <a:lnTo>
                    <a:pt x="1414" y="3118"/>
                  </a:lnTo>
                  <a:lnTo>
                    <a:pt x="1447" y="3054"/>
                  </a:lnTo>
                  <a:lnTo>
                    <a:pt x="1447" y="2958"/>
                  </a:lnTo>
                  <a:lnTo>
                    <a:pt x="1093" y="2283"/>
                  </a:lnTo>
                  <a:lnTo>
                    <a:pt x="1672" y="1768"/>
                  </a:lnTo>
                  <a:cubicBezTo>
                    <a:pt x="1736" y="1736"/>
                    <a:pt x="1736" y="1672"/>
                    <a:pt x="1736" y="1640"/>
                  </a:cubicBezTo>
                  <a:lnTo>
                    <a:pt x="1447" y="322"/>
                  </a:lnTo>
                  <a:close/>
                  <a:moveTo>
                    <a:pt x="1254" y="0"/>
                  </a:moveTo>
                  <a:cubicBezTo>
                    <a:pt x="1222" y="0"/>
                    <a:pt x="1157" y="32"/>
                    <a:pt x="1125" y="65"/>
                  </a:cubicBezTo>
                  <a:lnTo>
                    <a:pt x="1093" y="193"/>
                  </a:lnTo>
                  <a:lnTo>
                    <a:pt x="1414" y="1608"/>
                  </a:lnTo>
                  <a:lnTo>
                    <a:pt x="804" y="2122"/>
                  </a:lnTo>
                  <a:cubicBezTo>
                    <a:pt x="739" y="2186"/>
                    <a:pt x="707" y="2250"/>
                    <a:pt x="772" y="2315"/>
                  </a:cubicBezTo>
                  <a:lnTo>
                    <a:pt x="1125" y="2990"/>
                  </a:lnTo>
                  <a:lnTo>
                    <a:pt x="32" y="4211"/>
                  </a:lnTo>
                  <a:lnTo>
                    <a:pt x="0" y="4275"/>
                  </a:lnTo>
                  <a:lnTo>
                    <a:pt x="0" y="4372"/>
                  </a:lnTo>
                  <a:cubicBezTo>
                    <a:pt x="0" y="4404"/>
                    <a:pt x="64" y="4468"/>
                    <a:pt x="97" y="4468"/>
                  </a:cubicBezTo>
                  <a:lnTo>
                    <a:pt x="5207" y="6108"/>
                  </a:lnTo>
                  <a:cubicBezTo>
                    <a:pt x="5226" y="6117"/>
                    <a:pt x="5245" y="6121"/>
                    <a:pt x="5263" y="6121"/>
                  </a:cubicBezTo>
                  <a:cubicBezTo>
                    <a:pt x="5307" y="6121"/>
                    <a:pt x="5345" y="6098"/>
                    <a:pt x="5368" y="6076"/>
                  </a:cubicBezTo>
                  <a:cubicBezTo>
                    <a:pt x="5400" y="6043"/>
                    <a:pt x="5432" y="5979"/>
                    <a:pt x="5400" y="5915"/>
                  </a:cubicBezTo>
                  <a:lnTo>
                    <a:pt x="4661" y="3150"/>
                  </a:lnTo>
                  <a:lnTo>
                    <a:pt x="6590" y="740"/>
                  </a:lnTo>
                  <a:cubicBezTo>
                    <a:pt x="6622" y="675"/>
                    <a:pt x="6622" y="643"/>
                    <a:pt x="6622" y="579"/>
                  </a:cubicBezTo>
                  <a:cubicBezTo>
                    <a:pt x="6590" y="515"/>
                    <a:pt x="6558" y="482"/>
                    <a:pt x="6493" y="482"/>
                  </a:cubicBezTo>
                  <a:lnTo>
                    <a:pt x="125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5" name="Google Shape;2805;g312bfb4b743_5_798"/>
            <p:cNvSpPr/>
            <p:nvPr/>
          </p:nvSpPr>
          <p:spPr>
            <a:xfrm>
              <a:off x="4219825" y="3191400"/>
              <a:ext cx="59475" cy="107700"/>
            </a:xfrm>
            <a:custGeom>
              <a:avLst/>
              <a:gdLst/>
              <a:ahLst/>
              <a:cxnLst/>
              <a:rect l="l" t="t" r="r" b="b"/>
              <a:pathLst>
                <a:path w="2379" h="4308" extrusionOk="0">
                  <a:moveTo>
                    <a:pt x="1736" y="0"/>
                  </a:moveTo>
                  <a:lnTo>
                    <a:pt x="0" y="2057"/>
                  </a:lnTo>
                  <a:lnTo>
                    <a:pt x="739" y="4307"/>
                  </a:lnTo>
                  <a:lnTo>
                    <a:pt x="2379" y="2572"/>
                  </a:lnTo>
                  <a:lnTo>
                    <a:pt x="173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6" name="Google Shape;2806;g312bfb4b743_5_798"/>
            <p:cNvSpPr/>
            <p:nvPr/>
          </p:nvSpPr>
          <p:spPr>
            <a:xfrm>
              <a:off x="4216600" y="3187375"/>
              <a:ext cx="66725" cy="115275"/>
            </a:xfrm>
            <a:custGeom>
              <a:avLst/>
              <a:gdLst/>
              <a:ahLst/>
              <a:cxnLst/>
              <a:rect l="l" t="t" r="r" b="b"/>
              <a:pathLst>
                <a:path w="2669" h="4611" extrusionOk="0">
                  <a:moveTo>
                    <a:pt x="1801" y="482"/>
                  </a:moveTo>
                  <a:lnTo>
                    <a:pt x="2347" y="2668"/>
                  </a:lnTo>
                  <a:lnTo>
                    <a:pt x="933" y="4179"/>
                  </a:lnTo>
                  <a:lnTo>
                    <a:pt x="322" y="2250"/>
                  </a:lnTo>
                  <a:lnTo>
                    <a:pt x="1801" y="482"/>
                  </a:lnTo>
                  <a:close/>
                  <a:moveTo>
                    <a:pt x="1897" y="0"/>
                  </a:moveTo>
                  <a:cubicBezTo>
                    <a:pt x="1865" y="0"/>
                    <a:pt x="1801" y="0"/>
                    <a:pt x="1769" y="65"/>
                  </a:cubicBezTo>
                  <a:lnTo>
                    <a:pt x="33" y="2122"/>
                  </a:lnTo>
                  <a:lnTo>
                    <a:pt x="1" y="2186"/>
                  </a:lnTo>
                  <a:lnTo>
                    <a:pt x="1" y="2283"/>
                  </a:lnTo>
                  <a:lnTo>
                    <a:pt x="708" y="4501"/>
                  </a:lnTo>
                  <a:cubicBezTo>
                    <a:pt x="740" y="4565"/>
                    <a:pt x="772" y="4597"/>
                    <a:pt x="836" y="4597"/>
                  </a:cubicBezTo>
                  <a:cubicBezTo>
                    <a:pt x="855" y="4606"/>
                    <a:pt x="871" y="4610"/>
                    <a:pt x="885" y="4610"/>
                  </a:cubicBezTo>
                  <a:cubicBezTo>
                    <a:pt x="919" y="4610"/>
                    <a:pt x="942" y="4588"/>
                    <a:pt x="965" y="4565"/>
                  </a:cubicBezTo>
                  <a:lnTo>
                    <a:pt x="2636" y="2829"/>
                  </a:lnTo>
                  <a:cubicBezTo>
                    <a:pt x="2669" y="2797"/>
                    <a:pt x="2669" y="2733"/>
                    <a:pt x="2669" y="2700"/>
                  </a:cubicBezTo>
                  <a:lnTo>
                    <a:pt x="2026" y="97"/>
                  </a:lnTo>
                  <a:cubicBezTo>
                    <a:pt x="2026" y="65"/>
                    <a:pt x="1961" y="0"/>
                    <a:pt x="18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7" name="Google Shape;2807;g312bfb4b743_5_798"/>
            <p:cNvSpPr/>
            <p:nvPr/>
          </p:nvSpPr>
          <p:spPr>
            <a:xfrm>
              <a:off x="2692150" y="2510725"/>
              <a:ext cx="427550" cy="357150"/>
            </a:xfrm>
            <a:custGeom>
              <a:avLst/>
              <a:gdLst/>
              <a:ahLst/>
              <a:cxnLst/>
              <a:rect l="l" t="t" r="r" b="b"/>
              <a:pathLst>
                <a:path w="17102" h="14286" extrusionOk="0">
                  <a:moveTo>
                    <a:pt x="3601" y="1"/>
                  </a:moveTo>
                  <a:cubicBezTo>
                    <a:pt x="3504" y="1"/>
                    <a:pt x="3440" y="65"/>
                    <a:pt x="3440" y="161"/>
                  </a:cubicBezTo>
                  <a:cubicBezTo>
                    <a:pt x="3376" y="1544"/>
                    <a:pt x="4597" y="3858"/>
                    <a:pt x="4951" y="4501"/>
                  </a:cubicBezTo>
                  <a:lnTo>
                    <a:pt x="4372" y="5465"/>
                  </a:lnTo>
                  <a:cubicBezTo>
                    <a:pt x="3665" y="5465"/>
                    <a:pt x="1383" y="5465"/>
                    <a:pt x="129" y="5947"/>
                  </a:cubicBezTo>
                  <a:cubicBezTo>
                    <a:pt x="65" y="5980"/>
                    <a:pt x="1" y="6076"/>
                    <a:pt x="33" y="6140"/>
                  </a:cubicBezTo>
                  <a:cubicBezTo>
                    <a:pt x="57" y="6213"/>
                    <a:pt x="117" y="6249"/>
                    <a:pt x="173" y="6249"/>
                  </a:cubicBezTo>
                  <a:cubicBezTo>
                    <a:pt x="192" y="6249"/>
                    <a:pt x="210" y="6245"/>
                    <a:pt x="226" y="6237"/>
                  </a:cubicBezTo>
                  <a:cubicBezTo>
                    <a:pt x="1222" y="5853"/>
                    <a:pt x="2949" y="5775"/>
                    <a:pt x="3907" y="5775"/>
                  </a:cubicBezTo>
                  <a:cubicBezTo>
                    <a:pt x="4154" y="5775"/>
                    <a:pt x="4350" y="5780"/>
                    <a:pt x="4469" y="5787"/>
                  </a:cubicBezTo>
                  <a:lnTo>
                    <a:pt x="5015" y="6108"/>
                  </a:lnTo>
                  <a:lnTo>
                    <a:pt x="4726" y="6622"/>
                  </a:lnTo>
                  <a:lnTo>
                    <a:pt x="5337" y="6944"/>
                  </a:lnTo>
                  <a:cubicBezTo>
                    <a:pt x="5272" y="7233"/>
                    <a:pt x="5240" y="7490"/>
                    <a:pt x="5240" y="7747"/>
                  </a:cubicBezTo>
                  <a:lnTo>
                    <a:pt x="4019" y="8230"/>
                  </a:lnTo>
                  <a:lnTo>
                    <a:pt x="2765" y="8165"/>
                  </a:lnTo>
                  <a:lnTo>
                    <a:pt x="2701" y="8197"/>
                  </a:lnTo>
                  <a:lnTo>
                    <a:pt x="1544" y="8937"/>
                  </a:lnTo>
                  <a:cubicBezTo>
                    <a:pt x="1447" y="9001"/>
                    <a:pt x="1447" y="9065"/>
                    <a:pt x="1479" y="9162"/>
                  </a:cubicBezTo>
                  <a:cubicBezTo>
                    <a:pt x="1517" y="9199"/>
                    <a:pt x="1566" y="9215"/>
                    <a:pt x="1612" y="9215"/>
                  </a:cubicBezTo>
                  <a:cubicBezTo>
                    <a:pt x="1646" y="9215"/>
                    <a:pt x="1678" y="9207"/>
                    <a:pt x="1704" y="9194"/>
                  </a:cubicBezTo>
                  <a:lnTo>
                    <a:pt x="2797" y="8455"/>
                  </a:lnTo>
                  <a:lnTo>
                    <a:pt x="4051" y="8551"/>
                  </a:lnTo>
                  <a:lnTo>
                    <a:pt x="4115" y="8551"/>
                  </a:lnTo>
                  <a:lnTo>
                    <a:pt x="5240" y="8069"/>
                  </a:lnTo>
                  <a:cubicBezTo>
                    <a:pt x="5272" y="8680"/>
                    <a:pt x="5401" y="9098"/>
                    <a:pt x="5401" y="9098"/>
                  </a:cubicBezTo>
                  <a:cubicBezTo>
                    <a:pt x="5401" y="9098"/>
                    <a:pt x="6590" y="9580"/>
                    <a:pt x="7876" y="10094"/>
                  </a:cubicBezTo>
                  <a:lnTo>
                    <a:pt x="7587" y="10576"/>
                  </a:lnTo>
                  <a:cubicBezTo>
                    <a:pt x="7555" y="10640"/>
                    <a:pt x="7555" y="10705"/>
                    <a:pt x="7587" y="10769"/>
                  </a:cubicBezTo>
                  <a:lnTo>
                    <a:pt x="8615" y="12119"/>
                  </a:lnTo>
                  <a:lnTo>
                    <a:pt x="8615" y="13469"/>
                  </a:lnTo>
                  <a:cubicBezTo>
                    <a:pt x="8615" y="13533"/>
                    <a:pt x="8680" y="13598"/>
                    <a:pt x="8776" y="13598"/>
                  </a:cubicBezTo>
                  <a:cubicBezTo>
                    <a:pt x="8840" y="13598"/>
                    <a:pt x="8873" y="13566"/>
                    <a:pt x="8905" y="13533"/>
                  </a:cubicBezTo>
                  <a:lnTo>
                    <a:pt x="8937" y="13469"/>
                  </a:lnTo>
                  <a:lnTo>
                    <a:pt x="8937" y="12087"/>
                  </a:lnTo>
                  <a:lnTo>
                    <a:pt x="8905" y="11991"/>
                  </a:lnTo>
                  <a:lnTo>
                    <a:pt x="7908" y="10640"/>
                  </a:lnTo>
                  <a:lnTo>
                    <a:pt x="8165" y="10223"/>
                  </a:lnTo>
                  <a:cubicBezTo>
                    <a:pt x="9130" y="10608"/>
                    <a:pt x="10126" y="10994"/>
                    <a:pt x="10640" y="11123"/>
                  </a:cubicBezTo>
                  <a:lnTo>
                    <a:pt x="10640" y="12505"/>
                  </a:lnTo>
                  <a:cubicBezTo>
                    <a:pt x="10640" y="12569"/>
                    <a:pt x="10705" y="12633"/>
                    <a:pt x="10769" y="12633"/>
                  </a:cubicBezTo>
                  <a:lnTo>
                    <a:pt x="12891" y="13244"/>
                  </a:lnTo>
                  <a:lnTo>
                    <a:pt x="13276" y="14209"/>
                  </a:lnTo>
                  <a:cubicBezTo>
                    <a:pt x="13276" y="14256"/>
                    <a:pt x="13328" y="14285"/>
                    <a:pt x="13394" y="14285"/>
                  </a:cubicBezTo>
                  <a:cubicBezTo>
                    <a:pt x="13417" y="14285"/>
                    <a:pt x="13443" y="14281"/>
                    <a:pt x="13469" y="14273"/>
                  </a:cubicBezTo>
                  <a:lnTo>
                    <a:pt x="13533" y="14209"/>
                  </a:lnTo>
                  <a:lnTo>
                    <a:pt x="13533" y="14080"/>
                  </a:lnTo>
                  <a:lnTo>
                    <a:pt x="13148" y="13051"/>
                  </a:lnTo>
                  <a:lnTo>
                    <a:pt x="13051" y="12987"/>
                  </a:lnTo>
                  <a:lnTo>
                    <a:pt x="10962" y="12376"/>
                  </a:lnTo>
                  <a:lnTo>
                    <a:pt x="10930" y="11187"/>
                  </a:lnTo>
                  <a:lnTo>
                    <a:pt x="10930" y="11187"/>
                  </a:lnTo>
                  <a:cubicBezTo>
                    <a:pt x="11186" y="11227"/>
                    <a:pt x="11503" y="11245"/>
                    <a:pt x="11850" y="11245"/>
                  </a:cubicBezTo>
                  <a:cubicBezTo>
                    <a:pt x="12331" y="11245"/>
                    <a:pt x="12868" y="11211"/>
                    <a:pt x="13373" y="11155"/>
                  </a:cubicBezTo>
                  <a:cubicBezTo>
                    <a:pt x="14241" y="11091"/>
                    <a:pt x="14723" y="10190"/>
                    <a:pt x="14369" y="9419"/>
                  </a:cubicBezTo>
                  <a:lnTo>
                    <a:pt x="13308" y="7265"/>
                  </a:lnTo>
                  <a:lnTo>
                    <a:pt x="14208" y="6751"/>
                  </a:lnTo>
                  <a:lnTo>
                    <a:pt x="15784" y="8294"/>
                  </a:lnTo>
                  <a:lnTo>
                    <a:pt x="15912" y="8358"/>
                  </a:lnTo>
                  <a:lnTo>
                    <a:pt x="17005" y="8165"/>
                  </a:lnTo>
                  <a:lnTo>
                    <a:pt x="17101" y="8101"/>
                  </a:lnTo>
                  <a:lnTo>
                    <a:pt x="17101" y="8005"/>
                  </a:lnTo>
                  <a:cubicBezTo>
                    <a:pt x="17101" y="7925"/>
                    <a:pt x="17058" y="7868"/>
                    <a:pt x="16989" y="7868"/>
                  </a:cubicBezTo>
                  <a:cubicBezTo>
                    <a:pt x="16974" y="7868"/>
                    <a:pt x="16958" y="7870"/>
                    <a:pt x="16941" y="7876"/>
                  </a:cubicBezTo>
                  <a:lnTo>
                    <a:pt x="15944" y="8037"/>
                  </a:lnTo>
                  <a:lnTo>
                    <a:pt x="14369" y="6462"/>
                  </a:lnTo>
                  <a:cubicBezTo>
                    <a:pt x="14324" y="6439"/>
                    <a:pt x="14278" y="6416"/>
                    <a:pt x="14233" y="6416"/>
                  </a:cubicBezTo>
                  <a:cubicBezTo>
                    <a:pt x="14214" y="6416"/>
                    <a:pt x="14195" y="6420"/>
                    <a:pt x="14176" y="6430"/>
                  </a:cubicBezTo>
                  <a:lnTo>
                    <a:pt x="13148" y="7008"/>
                  </a:lnTo>
                  <a:lnTo>
                    <a:pt x="13083" y="6815"/>
                  </a:lnTo>
                  <a:lnTo>
                    <a:pt x="11026" y="5304"/>
                  </a:lnTo>
                  <a:lnTo>
                    <a:pt x="11380" y="4694"/>
                  </a:lnTo>
                  <a:lnTo>
                    <a:pt x="13019" y="4919"/>
                  </a:lnTo>
                  <a:lnTo>
                    <a:pt x="13116" y="4887"/>
                  </a:lnTo>
                  <a:lnTo>
                    <a:pt x="14305" y="4212"/>
                  </a:lnTo>
                  <a:lnTo>
                    <a:pt x="14369" y="4147"/>
                  </a:lnTo>
                  <a:cubicBezTo>
                    <a:pt x="14401" y="4115"/>
                    <a:pt x="14401" y="4051"/>
                    <a:pt x="14369" y="3987"/>
                  </a:cubicBezTo>
                  <a:cubicBezTo>
                    <a:pt x="14349" y="3947"/>
                    <a:pt x="14305" y="3919"/>
                    <a:pt x="14251" y="3919"/>
                  </a:cubicBezTo>
                  <a:cubicBezTo>
                    <a:pt x="14218" y="3919"/>
                    <a:pt x="14181" y="3930"/>
                    <a:pt x="14144" y="3954"/>
                  </a:cubicBezTo>
                  <a:lnTo>
                    <a:pt x="12987" y="4597"/>
                  </a:lnTo>
                  <a:lnTo>
                    <a:pt x="11315" y="4404"/>
                  </a:lnTo>
                  <a:cubicBezTo>
                    <a:pt x="11298" y="4396"/>
                    <a:pt x="11281" y="4392"/>
                    <a:pt x="11264" y="4392"/>
                  </a:cubicBezTo>
                  <a:cubicBezTo>
                    <a:pt x="11219" y="4392"/>
                    <a:pt x="11178" y="4422"/>
                    <a:pt x="11155" y="4469"/>
                  </a:cubicBezTo>
                  <a:lnTo>
                    <a:pt x="10769" y="5112"/>
                  </a:lnTo>
                  <a:lnTo>
                    <a:pt x="8487" y="3440"/>
                  </a:lnTo>
                  <a:cubicBezTo>
                    <a:pt x="8487" y="3440"/>
                    <a:pt x="7940" y="3697"/>
                    <a:pt x="7265" y="4212"/>
                  </a:cubicBezTo>
                  <a:lnTo>
                    <a:pt x="7137" y="3312"/>
                  </a:lnTo>
                  <a:lnTo>
                    <a:pt x="7137" y="3247"/>
                  </a:lnTo>
                  <a:lnTo>
                    <a:pt x="6462" y="2219"/>
                  </a:lnTo>
                  <a:lnTo>
                    <a:pt x="6526" y="901"/>
                  </a:lnTo>
                  <a:cubicBezTo>
                    <a:pt x="6526" y="804"/>
                    <a:pt x="6462" y="740"/>
                    <a:pt x="6397" y="740"/>
                  </a:cubicBezTo>
                  <a:cubicBezTo>
                    <a:pt x="6301" y="740"/>
                    <a:pt x="6237" y="804"/>
                    <a:pt x="6237" y="869"/>
                  </a:cubicBezTo>
                  <a:lnTo>
                    <a:pt x="6140" y="2251"/>
                  </a:lnTo>
                  <a:lnTo>
                    <a:pt x="6172" y="2347"/>
                  </a:lnTo>
                  <a:lnTo>
                    <a:pt x="6847" y="3376"/>
                  </a:lnTo>
                  <a:lnTo>
                    <a:pt x="6976" y="4437"/>
                  </a:lnTo>
                  <a:cubicBezTo>
                    <a:pt x="6912" y="4469"/>
                    <a:pt x="6847" y="4533"/>
                    <a:pt x="6783" y="4597"/>
                  </a:cubicBezTo>
                  <a:lnTo>
                    <a:pt x="6076" y="4179"/>
                  </a:lnTo>
                  <a:lnTo>
                    <a:pt x="5755" y="4694"/>
                  </a:lnTo>
                  <a:lnTo>
                    <a:pt x="5240" y="4404"/>
                  </a:lnTo>
                  <a:cubicBezTo>
                    <a:pt x="4951" y="3890"/>
                    <a:pt x="3697" y="1511"/>
                    <a:pt x="3762" y="161"/>
                  </a:cubicBezTo>
                  <a:cubicBezTo>
                    <a:pt x="3762" y="65"/>
                    <a:pt x="3697" y="1"/>
                    <a:pt x="36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8" name="Google Shape;2808;g312bfb4b743_5_798"/>
            <p:cNvSpPr/>
            <p:nvPr/>
          </p:nvSpPr>
          <p:spPr>
            <a:xfrm>
              <a:off x="2836800" y="2611975"/>
              <a:ext cx="177625" cy="168000"/>
            </a:xfrm>
            <a:custGeom>
              <a:avLst/>
              <a:gdLst/>
              <a:ahLst/>
              <a:cxnLst/>
              <a:rect l="l" t="t" r="r" b="b"/>
              <a:pathLst>
                <a:path w="7105" h="6720" extrusionOk="0">
                  <a:moveTo>
                    <a:pt x="2669" y="1"/>
                  </a:moveTo>
                  <a:lnTo>
                    <a:pt x="2604" y="2958"/>
                  </a:lnTo>
                  <a:lnTo>
                    <a:pt x="1" y="4758"/>
                  </a:lnTo>
                  <a:lnTo>
                    <a:pt x="4854" y="6719"/>
                  </a:lnTo>
                  <a:lnTo>
                    <a:pt x="4951" y="5176"/>
                  </a:lnTo>
                  <a:lnTo>
                    <a:pt x="5787" y="4790"/>
                  </a:lnTo>
                  <a:lnTo>
                    <a:pt x="5626" y="3955"/>
                  </a:lnTo>
                  <a:lnTo>
                    <a:pt x="7105" y="3022"/>
                  </a:lnTo>
                  <a:lnTo>
                    <a:pt x="2669"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9" name="Google Shape;2809;g312bfb4b743_5_798"/>
            <p:cNvSpPr/>
            <p:nvPr/>
          </p:nvSpPr>
          <p:spPr>
            <a:xfrm>
              <a:off x="2832775" y="2608175"/>
              <a:ext cx="185675" cy="175000"/>
            </a:xfrm>
            <a:custGeom>
              <a:avLst/>
              <a:gdLst/>
              <a:ahLst/>
              <a:cxnLst/>
              <a:rect l="l" t="t" r="r" b="b"/>
              <a:pathLst>
                <a:path w="7427" h="7000" extrusionOk="0">
                  <a:moveTo>
                    <a:pt x="2990" y="442"/>
                  </a:moveTo>
                  <a:lnTo>
                    <a:pt x="6976" y="3174"/>
                  </a:lnTo>
                  <a:lnTo>
                    <a:pt x="5723" y="3978"/>
                  </a:lnTo>
                  <a:lnTo>
                    <a:pt x="5658" y="4010"/>
                  </a:lnTo>
                  <a:lnTo>
                    <a:pt x="5626" y="4139"/>
                  </a:lnTo>
                  <a:lnTo>
                    <a:pt x="5787" y="4878"/>
                  </a:lnTo>
                  <a:lnTo>
                    <a:pt x="5080" y="5167"/>
                  </a:lnTo>
                  <a:cubicBezTo>
                    <a:pt x="5015" y="5200"/>
                    <a:pt x="4983" y="5264"/>
                    <a:pt x="4983" y="5296"/>
                  </a:cubicBezTo>
                  <a:lnTo>
                    <a:pt x="4887" y="6646"/>
                  </a:lnTo>
                  <a:lnTo>
                    <a:pt x="483" y="4878"/>
                  </a:lnTo>
                  <a:lnTo>
                    <a:pt x="2862" y="3239"/>
                  </a:lnTo>
                  <a:cubicBezTo>
                    <a:pt x="2894" y="3207"/>
                    <a:pt x="2926" y="3142"/>
                    <a:pt x="2926" y="3110"/>
                  </a:cubicBezTo>
                  <a:lnTo>
                    <a:pt x="2990" y="442"/>
                  </a:lnTo>
                  <a:close/>
                  <a:moveTo>
                    <a:pt x="2834" y="0"/>
                  </a:moveTo>
                  <a:cubicBezTo>
                    <a:pt x="2806" y="0"/>
                    <a:pt x="2781" y="8"/>
                    <a:pt x="2765" y="24"/>
                  </a:cubicBezTo>
                  <a:cubicBezTo>
                    <a:pt x="2701" y="56"/>
                    <a:pt x="2669" y="89"/>
                    <a:pt x="2669" y="153"/>
                  </a:cubicBezTo>
                  <a:lnTo>
                    <a:pt x="2605" y="3014"/>
                  </a:lnTo>
                  <a:lnTo>
                    <a:pt x="65" y="4782"/>
                  </a:lnTo>
                  <a:cubicBezTo>
                    <a:pt x="1" y="4814"/>
                    <a:pt x="1" y="4878"/>
                    <a:pt x="1" y="4942"/>
                  </a:cubicBezTo>
                  <a:cubicBezTo>
                    <a:pt x="1" y="4975"/>
                    <a:pt x="33" y="5039"/>
                    <a:pt x="97" y="5071"/>
                  </a:cubicBezTo>
                  <a:lnTo>
                    <a:pt x="4983" y="7000"/>
                  </a:lnTo>
                  <a:lnTo>
                    <a:pt x="5112" y="7000"/>
                  </a:lnTo>
                  <a:cubicBezTo>
                    <a:pt x="5144" y="6967"/>
                    <a:pt x="5176" y="6935"/>
                    <a:pt x="5176" y="6871"/>
                  </a:cubicBezTo>
                  <a:lnTo>
                    <a:pt x="5273" y="5425"/>
                  </a:lnTo>
                  <a:lnTo>
                    <a:pt x="6012" y="5103"/>
                  </a:lnTo>
                  <a:cubicBezTo>
                    <a:pt x="6076" y="5071"/>
                    <a:pt x="6108" y="5007"/>
                    <a:pt x="6108" y="4942"/>
                  </a:cubicBezTo>
                  <a:lnTo>
                    <a:pt x="5948" y="4171"/>
                  </a:lnTo>
                  <a:lnTo>
                    <a:pt x="7330" y="3303"/>
                  </a:lnTo>
                  <a:lnTo>
                    <a:pt x="7394" y="3239"/>
                  </a:lnTo>
                  <a:lnTo>
                    <a:pt x="7426" y="3174"/>
                  </a:lnTo>
                  <a:cubicBezTo>
                    <a:pt x="7426" y="3142"/>
                    <a:pt x="7394" y="3078"/>
                    <a:pt x="7362" y="3046"/>
                  </a:cubicBezTo>
                  <a:lnTo>
                    <a:pt x="2926" y="24"/>
                  </a:lnTo>
                  <a:cubicBezTo>
                    <a:pt x="2894" y="8"/>
                    <a:pt x="2862" y="0"/>
                    <a:pt x="28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0" name="Google Shape;2810;g312bfb4b743_5_798"/>
            <p:cNvSpPr/>
            <p:nvPr/>
          </p:nvSpPr>
          <p:spPr>
            <a:xfrm>
              <a:off x="2845650" y="2627250"/>
              <a:ext cx="56275" cy="95650"/>
            </a:xfrm>
            <a:custGeom>
              <a:avLst/>
              <a:gdLst/>
              <a:ahLst/>
              <a:cxnLst/>
              <a:rect l="l" t="t" r="r" b="b"/>
              <a:pathLst>
                <a:path w="2251" h="3826" extrusionOk="0">
                  <a:moveTo>
                    <a:pt x="2186" y="1"/>
                  </a:moveTo>
                  <a:lnTo>
                    <a:pt x="129" y="1190"/>
                  </a:lnTo>
                  <a:lnTo>
                    <a:pt x="0" y="3826"/>
                  </a:lnTo>
                  <a:lnTo>
                    <a:pt x="2250" y="2347"/>
                  </a:lnTo>
                  <a:lnTo>
                    <a:pt x="218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1" name="Google Shape;2811;g312bfb4b743_5_798"/>
            <p:cNvSpPr/>
            <p:nvPr/>
          </p:nvSpPr>
          <p:spPr>
            <a:xfrm>
              <a:off x="2841625" y="2623225"/>
              <a:ext cx="64325" cy="103500"/>
            </a:xfrm>
            <a:custGeom>
              <a:avLst/>
              <a:gdLst/>
              <a:ahLst/>
              <a:cxnLst/>
              <a:rect l="l" t="t" r="r" b="b"/>
              <a:pathLst>
                <a:path w="2573" h="4140" extrusionOk="0">
                  <a:moveTo>
                    <a:pt x="2218" y="419"/>
                  </a:moveTo>
                  <a:lnTo>
                    <a:pt x="2251" y="2412"/>
                  </a:lnTo>
                  <a:lnTo>
                    <a:pt x="322" y="3697"/>
                  </a:lnTo>
                  <a:lnTo>
                    <a:pt x="418" y="1447"/>
                  </a:lnTo>
                  <a:lnTo>
                    <a:pt x="2218" y="419"/>
                  </a:lnTo>
                  <a:close/>
                  <a:moveTo>
                    <a:pt x="2283" y="1"/>
                  </a:moveTo>
                  <a:lnTo>
                    <a:pt x="193" y="1222"/>
                  </a:lnTo>
                  <a:cubicBezTo>
                    <a:pt x="161" y="1222"/>
                    <a:pt x="129" y="1287"/>
                    <a:pt x="129" y="1351"/>
                  </a:cubicBezTo>
                  <a:lnTo>
                    <a:pt x="1" y="3987"/>
                  </a:lnTo>
                  <a:cubicBezTo>
                    <a:pt x="1" y="4051"/>
                    <a:pt x="33" y="4083"/>
                    <a:pt x="97" y="4115"/>
                  </a:cubicBezTo>
                  <a:cubicBezTo>
                    <a:pt x="113" y="4131"/>
                    <a:pt x="137" y="4139"/>
                    <a:pt x="165" y="4139"/>
                  </a:cubicBezTo>
                  <a:cubicBezTo>
                    <a:pt x="193" y="4139"/>
                    <a:pt x="226" y="4131"/>
                    <a:pt x="258" y="4115"/>
                  </a:cubicBezTo>
                  <a:lnTo>
                    <a:pt x="2508" y="2637"/>
                  </a:lnTo>
                  <a:lnTo>
                    <a:pt x="2540" y="2572"/>
                  </a:lnTo>
                  <a:lnTo>
                    <a:pt x="2572" y="2508"/>
                  </a:lnTo>
                  <a:lnTo>
                    <a:pt x="2508" y="129"/>
                  </a:lnTo>
                  <a:cubicBezTo>
                    <a:pt x="2508" y="97"/>
                    <a:pt x="2476" y="33"/>
                    <a:pt x="24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2" name="Google Shape;2812;g312bfb4b743_5_798"/>
            <p:cNvSpPr/>
            <p:nvPr/>
          </p:nvSpPr>
          <p:spPr>
            <a:xfrm>
              <a:off x="3290050" y="3551400"/>
              <a:ext cx="279675" cy="397425"/>
            </a:xfrm>
            <a:custGeom>
              <a:avLst/>
              <a:gdLst/>
              <a:ahLst/>
              <a:cxnLst/>
              <a:rect l="l" t="t" r="r" b="b"/>
              <a:pathLst>
                <a:path w="11187" h="15897" extrusionOk="0">
                  <a:moveTo>
                    <a:pt x="2282" y="1"/>
                  </a:moveTo>
                  <a:lnTo>
                    <a:pt x="2186" y="33"/>
                  </a:lnTo>
                  <a:cubicBezTo>
                    <a:pt x="2122" y="65"/>
                    <a:pt x="2122" y="162"/>
                    <a:pt x="2154" y="226"/>
                  </a:cubicBezTo>
                  <a:lnTo>
                    <a:pt x="2797" y="1029"/>
                  </a:lnTo>
                  <a:lnTo>
                    <a:pt x="2186" y="3183"/>
                  </a:lnTo>
                  <a:cubicBezTo>
                    <a:pt x="2186" y="3247"/>
                    <a:pt x="2218" y="3312"/>
                    <a:pt x="2250" y="3344"/>
                  </a:cubicBezTo>
                  <a:lnTo>
                    <a:pt x="3247" y="3955"/>
                  </a:lnTo>
                  <a:lnTo>
                    <a:pt x="3118" y="4115"/>
                  </a:lnTo>
                  <a:lnTo>
                    <a:pt x="2797" y="6655"/>
                  </a:lnTo>
                  <a:lnTo>
                    <a:pt x="2122" y="6655"/>
                  </a:lnTo>
                  <a:lnTo>
                    <a:pt x="1479" y="5112"/>
                  </a:lnTo>
                  <a:lnTo>
                    <a:pt x="1414" y="5047"/>
                  </a:lnTo>
                  <a:lnTo>
                    <a:pt x="257" y="4340"/>
                  </a:lnTo>
                  <a:lnTo>
                    <a:pt x="161" y="4308"/>
                  </a:lnTo>
                  <a:cubicBezTo>
                    <a:pt x="129" y="4308"/>
                    <a:pt x="64" y="4340"/>
                    <a:pt x="32" y="4372"/>
                  </a:cubicBezTo>
                  <a:cubicBezTo>
                    <a:pt x="0" y="4437"/>
                    <a:pt x="0" y="4533"/>
                    <a:pt x="97" y="4597"/>
                  </a:cubicBezTo>
                  <a:lnTo>
                    <a:pt x="1222" y="5272"/>
                  </a:lnTo>
                  <a:lnTo>
                    <a:pt x="1864" y="6848"/>
                  </a:lnTo>
                  <a:cubicBezTo>
                    <a:pt x="1897" y="6912"/>
                    <a:pt x="1929" y="6944"/>
                    <a:pt x="1993" y="6944"/>
                  </a:cubicBezTo>
                  <a:lnTo>
                    <a:pt x="2765" y="6976"/>
                  </a:lnTo>
                  <a:lnTo>
                    <a:pt x="2411" y="9773"/>
                  </a:lnTo>
                  <a:cubicBezTo>
                    <a:pt x="2411" y="9773"/>
                    <a:pt x="2893" y="10158"/>
                    <a:pt x="3665" y="10480"/>
                  </a:cubicBezTo>
                  <a:lnTo>
                    <a:pt x="2957" y="10994"/>
                  </a:lnTo>
                  <a:lnTo>
                    <a:pt x="2925" y="11058"/>
                  </a:lnTo>
                  <a:lnTo>
                    <a:pt x="2347" y="12151"/>
                  </a:lnTo>
                  <a:lnTo>
                    <a:pt x="1125" y="12730"/>
                  </a:lnTo>
                  <a:cubicBezTo>
                    <a:pt x="1061" y="12762"/>
                    <a:pt x="1029" y="12859"/>
                    <a:pt x="1061" y="12923"/>
                  </a:cubicBezTo>
                  <a:cubicBezTo>
                    <a:pt x="1085" y="12995"/>
                    <a:pt x="1145" y="13031"/>
                    <a:pt x="1215" y="13031"/>
                  </a:cubicBezTo>
                  <a:cubicBezTo>
                    <a:pt x="1238" y="13031"/>
                    <a:pt x="1262" y="13027"/>
                    <a:pt x="1286" y="13019"/>
                  </a:cubicBezTo>
                  <a:lnTo>
                    <a:pt x="2507" y="12409"/>
                  </a:lnTo>
                  <a:lnTo>
                    <a:pt x="2572" y="12344"/>
                  </a:lnTo>
                  <a:lnTo>
                    <a:pt x="3150" y="11219"/>
                  </a:lnTo>
                  <a:lnTo>
                    <a:pt x="4018" y="10608"/>
                  </a:lnTo>
                  <a:cubicBezTo>
                    <a:pt x="4082" y="10641"/>
                    <a:pt x="4179" y="10673"/>
                    <a:pt x="4243" y="10705"/>
                  </a:cubicBezTo>
                  <a:lnTo>
                    <a:pt x="4243" y="11541"/>
                  </a:lnTo>
                  <a:lnTo>
                    <a:pt x="4854" y="11541"/>
                  </a:lnTo>
                  <a:lnTo>
                    <a:pt x="4854" y="12151"/>
                  </a:lnTo>
                  <a:cubicBezTo>
                    <a:pt x="4532" y="12666"/>
                    <a:pt x="3054" y="14916"/>
                    <a:pt x="1864" y="15527"/>
                  </a:cubicBezTo>
                  <a:cubicBezTo>
                    <a:pt x="1768" y="15559"/>
                    <a:pt x="1768" y="15655"/>
                    <a:pt x="1800" y="15719"/>
                  </a:cubicBezTo>
                  <a:cubicBezTo>
                    <a:pt x="1824" y="15767"/>
                    <a:pt x="1882" y="15796"/>
                    <a:pt x="1936" y="15796"/>
                  </a:cubicBezTo>
                  <a:cubicBezTo>
                    <a:pt x="1956" y="15796"/>
                    <a:pt x="1976" y="15792"/>
                    <a:pt x="1993" y="15784"/>
                  </a:cubicBezTo>
                  <a:cubicBezTo>
                    <a:pt x="3247" y="15173"/>
                    <a:pt x="4693" y="12955"/>
                    <a:pt x="5079" y="12376"/>
                  </a:cubicBezTo>
                  <a:lnTo>
                    <a:pt x="6204" y="12376"/>
                  </a:lnTo>
                  <a:cubicBezTo>
                    <a:pt x="6525" y="13019"/>
                    <a:pt x="7650" y="15012"/>
                    <a:pt x="8679" y="15848"/>
                  </a:cubicBezTo>
                  <a:cubicBezTo>
                    <a:pt x="8711" y="15880"/>
                    <a:pt x="8751" y="15896"/>
                    <a:pt x="8792" y="15896"/>
                  </a:cubicBezTo>
                  <a:cubicBezTo>
                    <a:pt x="8832" y="15896"/>
                    <a:pt x="8872" y="15880"/>
                    <a:pt x="8904" y="15848"/>
                  </a:cubicBezTo>
                  <a:cubicBezTo>
                    <a:pt x="8936" y="15784"/>
                    <a:pt x="8936" y="15687"/>
                    <a:pt x="8872" y="15623"/>
                  </a:cubicBezTo>
                  <a:cubicBezTo>
                    <a:pt x="7843" y="14787"/>
                    <a:pt x="6686" y="12634"/>
                    <a:pt x="6429" y="12151"/>
                  </a:cubicBezTo>
                  <a:lnTo>
                    <a:pt x="6429" y="11509"/>
                  </a:lnTo>
                  <a:lnTo>
                    <a:pt x="7008" y="11509"/>
                  </a:lnTo>
                  <a:lnTo>
                    <a:pt x="7008" y="10833"/>
                  </a:lnTo>
                  <a:cubicBezTo>
                    <a:pt x="7297" y="10737"/>
                    <a:pt x="7522" y="10641"/>
                    <a:pt x="7747" y="10512"/>
                  </a:cubicBezTo>
                  <a:lnTo>
                    <a:pt x="8776" y="11348"/>
                  </a:lnTo>
                  <a:lnTo>
                    <a:pt x="9322" y="12473"/>
                  </a:lnTo>
                  <a:lnTo>
                    <a:pt x="9386" y="12537"/>
                  </a:lnTo>
                  <a:lnTo>
                    <a:pt x="10608" y="13180"/>
                  </a:lnTo>
                  <a:cubicBezTo>
                    <a:pt x="10625" y="13189"/>
                    <a:pt x="10644" y="13193"/>
                    <a:pt x="10664" y="13193"/>
                  </a:cubicBezTo>
                  <a:cubicBezTo>
                    <a:pt x="10719" y="13193"/>
                    <a:pt x="10777" y="13163"/>
                    <a:pt x="10801" y="13116"/>
                  </a:cubicBezTo>
                  <a:cubicBezTo>
                    <a:pt x="10865" y="13019"/>
                    <a:pt x="10833" y="12955"/>
                    <a:pt x="10736" y="12891"/>
                  </a:cubicBezTo>
                  <a:lnTo>
                    <a:pt x="9579" y="12280"/>
                  </a:lnTo>
                  <a:lnTo>
                    <a:pt x="9033" y="11155"/>
                  </a:lnTo>
                  <a:lnTo>
                    <a:pt x="9001" y="11123"/>
                  </a:lnTo>
                  <a:lnTo>
                    <a:pt x="8036" y="10351"/>
                  </a:lnTo>
                  <a:cubicBezTo>
                    <a:pt x="8550" y="10030"/>
                    <a:pt x="8840" y="9741"/>
                    <a:pt x="8840" y="9741"/>
                  </a:cubicBezTo>
                  <a:cubicBezTo>
                    <a:pt x="8840" y="9741"/>
                    <a:pt x="8711" y="8455"/>
                    <a:pt x="8518" y="7073"/>
                  </a:cubicBezTo>
                  <a:lnTo>
                    <a:pt x="9097" y="7073"/>
                  </a:lnTo>
                  <a:cubicBezTo>
                    <a:pt x="9161" y="7073"/>
                    <a:pt x="9193" y="7040"/>
                    <a:pt x="9226" y="6976"/>
                  </a:cubicBezTo>
                  <a:lnTo>
                    <a:pt x="9933" y="5433"/>
                  </a:lnTo>
                  <a:lnTo>
                    <a:pt x="11090" y="4790"/>
                  </a:lnTo>
                  <a:cubicBezTo>
                    <a:pt x="11154" y="4758"/>
                    <a:pt x="11186" y="4662"/>
                    <a:pt x="11154" y="4565"/>
                  </a:cubicBezTo>
                  <a:cubicBezTo>
                    <a:pt x="11122" y="4533"/>
                    <a:pt x="11058" y="4501"/>
                    <a:pt x="11026" y="4501"/>
                  </a:cubicBezTo>
                  <a:lnTo>
                    <a:pt x="10929" y="4533"/>
                  </a:lnTo>
                  <a:lnTo>
                    <a:pt x="9740" y="5176"/>
                  </a:lnTo>
                  <a:lnTo>
                    <a:pt x="9676" y="5272"/>
                  </a:lnTo>
                  <a:lnTo>
                    <a:pt x="9001" y="6783"/>
                  </a:lnTo>
                  <a:lnTo>
                    <a:pt x="8486" y="6751"/>
                  </a:lnTo>
                  <a:cubicBezTo>
                    <a:pt x="8358" y="5723"/>
                    <a:pt x="8197" y="4694"/>
                    <a:pt x="8100" y="4180"/>
                  </a:cubicBezTo>
                  <a:lnTo>
                    <a:pt x="9258" y="3472"/>
                  </a:lnTo>
                  <a:cubicBezTo>
                    <a:pt x="9322" y="3440"/>
                    <a:pt x="9354" y="3376"/>
                    <a:pt x="9354" y="3312"/>
                  </a:cubicBezTo>
                  <a:lnTo>
                    <a:pt x="8808" y="1158"/>
                  </a:lnTo>
                  <a:lnTo>
                    <a:pt x="9483" y="354"/>
                  </a:lnTo>
                  <a:cubicBezTo>
                    <a:pt x="9547" y="290"/>
                    <a:pt x="9515" y="194"/>
                    <a:pt x="9451" y="162"/>
                  </a:cubicBezTo>
                  <a:lnTo>
                    <a:pt x="9354" y="129"/>
                  </a:lnTo>
                  <a:lnTo>
                    <a:pt x="9258" y="162"/>
                  </a:lnTo>
                  <a:lnTo>
                    <a:pt x="8550" y="997"/>
                  </a:lnTo>
                  <a:lnTo>
                    <a:pt x="8518" y="1126"/>
                  </a:lnTo>
                  <a:lnTo>
                    <a:pt x="9033" y="3280"/>
                  </a:lnTo>
                  <a:lnTo>
                    <a:pt x="8004" y="3858"/>
                  </a:lnTo>
                  <a:cubicBezTo>
                    <a:pt x="7779" y="3312"/>
                    <a:pt x="7265" y="2476"/>
                    <a:pt x="6783" y="1737"/>
                  </a:cubicBezTo>
                  <a:cubicBezTo>
                    <a:pt x="6541" y="1383"/>
                    <a:pt x="6156" y="1206"/>
                    <a:pt x="5770" y="1206"/>
                  </a:cubicBezTo>
                  <a:cubicBezTo>
                    <a:pt x="5384" y="1206"/>
                    <a:pt x="4999" y="1383"/>
                    <a:pt x="4757" y="1737"/>
                  </a:cubicBezTo>
                  <a:lnTo>
                    <a:pt x="3407" y="3730"/>
                  </a:lnTo>
                  <a:lnTo>
                    <a:pt x="2507" y="3151"/>
                  </a:lnTo>
                  <a:lnTo>
                    <a:pt x="3118" y="1029"/>
                  </a:lnTo>
                  <a:lnTo>
                    <a:pt x="3086" y="901"/>
                  </a:lnTo>
                  <a:lnTo>
                    <a:pt x="2411" y="65"/>
                  </a:lnTo>
                  <a:lnTo>
                    <a:pt x="228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3" name="Google Shape;2813;g312bfb4b743_5_798"/>
            <p:cNvSpPr/>
            <p:nvPr/>
          </p:nvSpPr>
          <p:spPr>
            <a:xfrm>
              <a:off x="3363975" y="3655875"/>
              <a:ext cx="136625" cy="134225"/>
            </a:xfrm>
            <a:custGeom>
              <a:avLst/>
              <a:gdLst/>
              <a:ahLst/>
              <a:cxnLst/>
              <a:rect l="l" t="t" r="r" b="b"/>
              <a:pathLst>
                <a:path w="5465" h="5369" extrusionOk="0">
                  <a:moveTo>
                    <a:pt x="483" y="1"/>
                  </a:moveTo>
                  <a:lnTo>
                    <a:pt x="0" y="5337"/>
                  </a:lnTo>
                  <a:lnTo>
                    <a:pt x="0" y="5337"/>
                  </a:lnTo>
                  <a:lnTo>
                    <a:pt x="2604" y="3954"/>
                  </a:lnTo>
                  <a:lnTo>
                    <a:pt x="5465" y="5369"/>
                  </a:lnTo>
                  <a:lnTo>
                    <a:pt x="4790" y="129"/>
                  </a:lnTo>
                  <a:lnTo>
                    <a:pt x="3408" y="804"/>
                  </a:lnTo>
                  <a:lnTo>
                    <a:pt x="2668" y="258"/>
                  </a:lnTo>
                  <a:lnTo>
                    <a:pt x="1993" y="836"/>
                  </a:lnTo>
                  <a:lnTo>
                    <a:pt x="483"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4" name="Google Shape;2814;g312bfb4b743_5_798"/>
            <p:cNvSpPr/>
            <p:nvPr/>
          </p:nvSpPr>
          <p:spPr>
            <a:xfrm>
              <a:off x="3359950" y="3651850"/>
              <a:ext cx="144675" cy="141800"/>
            </a:xfrm>
            <a:custGeom>
              <a:avLst/>
              <a:gdLst/>
              <a:ahLst/>
              <a:cxnLst/>
              <a:rect l="l" t="t" r="r" b="b"/>
              <a:pathLst>
                <a:path w="5787" h="5672" extrusionOk="0">
                  <a:moveTo>
                    <a:pt x="772" y="387"/>
                  </a:moveTo>
                  <a:lnTo>
                    <a:pt x="2090" y="1126"/>
                  </a:lnTo>
                  <a:lnTo>
                    <a:pt x="2154" y="1126"/>
                  </a:lnTo>
                  <a:lnTo>
                    <a:pt x="2283" y="1094"/>
                  </a:lnTo>
                  <a:lnTo>
                    <a:pt x="2829" y="612"/>
                  </a:lnTo>
                  <a:lnTo>
                    <a:pt x="3472" y="1094"/>
                  </a:lnTo>
                  <a:cubicBezTo>
                    <a:pt x="3504" y="1126"/>
                    <a:pt x="3569" y="1126"/>
                    <a:pt x="3633" y="1126"/>
                  </a:cubicBezTo>
                  <a:lnTo>
                    <a:pt x="4822" y="547"/>
                  </a:lnTo>
                  <a:lnTo>
                    <a:pt x="5433" y="5240"/>
                  </a:lnTo>
                  <a:lnTo>
                    <a:pt x="5433" y="5240"/>
                  </a:lnTo>
                  <a:lnTo>
                    <a:pt x="2829" y="3987"/>
                  </a:lnTo>
                  <a:lnTo>
                    <a:pt x="2701" y="3987"/>
                  </a:lnTo>
                  <a:lnTo>
                    <a:pt x="354" y="5240"/>
                  </a:lnTo>
                  <a:lnTo>
                    <a:pt x="772" y="387"/>
                  </a:lnTo>
                  <a:close/>
                  <a:moveTo>
                    <a:pt x="579" y="1"/>
                  </a:moveTo>
                  <a:cubicBezTo>
                    <a:pt x="515" y="33"/>
                    <a:pt x="483" y="97"/>
                    <a:pt x="483" y="129"/>
                  </a:cubicBezTo>
                  <a:lnTo>
                    <a:pt x="1" y="5465"/>
                  </a:lnTo>
                  <a:cubicBezTo>
                    <a:pt x="1" y="5530"/>
                    <a:pt x="33" y="5594"/>
                    <a:pt x="65" y="5626"/>
                  </a:cubicBezTo>
                  <a:cubicBezTo>
                    <a:pt x="97" y="5642"/>
                    <a:pt x="129" y="5650"/>
                    <a:pt x="157" y="5650"/>
                  </a:cubicBezTo>
                  <a:cubicBezTo>
                    <a:pt x="185" y="5650"/>
                    <a:pt x="210" y="5642"/>
                    <a:pt x="226" y="5626"/>
                  </a:cubicBezTo>
                  <a:lnTo>
                    <a:pt x="2765" y="4276"/>
                  </a:lnTo>
                  <a:lnTo>
                    <a:pt x="5562" y="5658"/>
                  </a:lnTo>
                  <a:cubicBezTo>
                    <a:pt x="5580" y="5668"/>
                    <a:pt x="5599" y="5672"/>
                    <a:pt x="5617" y="5672"/>
                  </a:cubicBezTo>
                  <a:cubicBezTo>
                    <a:pt x="5661" y="5672"/>
                    <a:pt x="5700" y="5649"/>
                    <a:pt x="5722" y="5626"/>
                  </a:cubicBezTo>
                  <a:cubicBezTo>
                    <a:pt x="5754" y="5594"/>
                    <a:pt x="5787" y="5562"/>
                    <a:pt x="5787" y="5498"/>
                  </a:cubicBezTo>
                  <a:lnTo>
                    <a:pt x="5112" y="290"/>
                  </a:lnTo>
                  <a:cubicBezTo>
                    <a:pt x="5112" y="226"/>
                    <a:pt x="5079" y="194"/>
                    <a:pt x="5015" y="162"/>
                  </a:cubicBezTo>
                  <a:lnTo>
                    <a:pt x="4887" y="162"/>
                  </a:lnTo>
                  <a:lnTo>
                    <a:pt x="3569" y="804"/>
                  </a:lnTo>
                  <a:lnTo>
                    <a:pt x="2926" y="290"/>
                  </a:lnTo>
                  <a:cubicBezTo>
                    <a:pt x="2894" y="274"/>
                    <a:pt x="2862" y="266"/>
                    <a:pt x="2829" y="266"/>
                  </a:cubicBezTo>
                  <a:cubicBezTo>
                    <a:pt x="2797" y="266"/>
                    <a:pt x="2765" y="274"/>
                    <a:pt x="2733" y="290"/>
                  </a:cubicBezTo>
                  <a:lnTo>
                    <a:pt x="2154" y="804"/>
                  </a:lnTo>
                  <a:lnTo>
                    <a:pt x="708" y="33"/>
                  </a:lnTo>
                  <a:lnTo>
                    <a:pt x="64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5" name="Google Shape;2815;g312bfb4b743_5_798"/>
            <p:cNvSpPr/>
            <p:nvPr/>
          </p:nvSpPr>
          <p:spPr>
            <a:xfrm>
              <a:off x="3378425" y="3754725"/>
              <a:ext cx="110925" cy="61100"/>
            </a:xfrm>
            <a:custGeom>
              <a:avLst/>
              <a:gdLst/>
              <a:ahLst/>
              <a:cxnLst/>
              <a:rect l="l" t="t" r="r" b="b"/>
              <a:pathLst>
                <a:path w="4437" h="2444" extrusionOk="0">
                  <a:moveTo>
                    <a:pt x="2026" y="0"/>
                  </a:moveTo>
                  <a:lnTo>
                    <a:pt x="1" y="1190"/>
                  </a:lnTo>
                  <a:lnTo>
                    <a:pt x="2058" y="2443"/>
                  </a:lnTo>
                  <a:lnTo>
                    <a:pt x="4437" y="1222"/>
                  </a:lnTo>
                  <a:lnTo>
                    <a:pt x="202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6" name="Google Shape;2816;g312bfb4b743_5_798"/>
            <p:cNvSpPr/>
            <p:nvPr/>
          </p:nvSpPr>
          <p:spPr>
            <a:xfrm>
              <a:off x="3374425" y="3750700"/>
              <a:ext cx="118950" cy="68325"/>
            </a:xfrm>
            <a:custGeom>
              <a:avLst/>
              <a:gdLst/>
              <a:ahLst/>
              <a:cxnLst/>
              <a:rect l="l" t="t" r="r" b="b"/>
              <a:pathLst>
                <a:path w="4758" h="2733" extrusionOk="0">
                  <a:moveTo>
                    <a:pt x="2186" y="322"/>
                  </a:moveTo>
                  <a:lnTo>
                    <a:pt x="4243" y="1383"/>
                  </a:lnTo>
                  <a:lnTo>
                    <a:pt x="2218" y="2411"/>
                  </a:lnTo>
                  <a:lnTo>
                    <a:pt x="450" y="1351"/>
                  </a:lnTo>
                  <a:lnTo>
                    <a:pt x="2186" y="322"/>
                  </a:lnTo>
                  <a:close/>
                  <a:moveTo>
                    <a:pt x="2186" y="1"/>
                  </a:moveTo>
                  <a:lnTo>
                    <a:pt x="2122" y="33"/>
                  </a:lnTo>
                  <a:lnTo>
                    <a:pt x="97" y="1222"/>
                  </a:lnTo>
                  <a:cubicBezTo>
                    <a:pt x="32" y="1254"/>
                    <a:pt x="0" y="1319"/>
                    <a:pt x="0" y="1351"/>
                  </a:cubicBezTo>
                  <a:cubicBezTo>
                    <a:pt x="0" y="1415"/>
                    <a:pt x="32" y="1447"/>
                    <a:pt x="97" y="1479"/>
                  </a:cubicBezTo>
                  <a:lnTo>
                    <a:pt x="2154" y="2733"/>
                  </a:lnTo>
                  <a:lnTo>
                    <a:pt x="2283" y="2733"/>
                  </a:lnTo>
                  <a:lnTo>
                    <a:pt x="4661" y="1544"/>
                  </a:lnTo>
                  <a:cubicBezTo>
                    <a:pt x="4725" y="1511"/>
                    <a:pt x="4758" y="1447"/>
                    <a:pt x="4758" y="1415"/>
                  </a:cubicBezTo>
                  <a:cubicBezTo>
                    <a:pt x="4758" y="1351"/>
                    <a:pt x="4725" y="1286"/>
                    <a:pt x="4661" y="1254"/>
                  </a:cubicBezTo>
                  <a:lnTo>
                    <a:pt x="2250" y="33"/>
                  </a:lnTo>
                  <a:lnTo>
                    <a:pt x="218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7" name="Google Shape;2817;g312bfb4b743_5_798"/>
            <p:cNvSpPr/>
            <p:nvPr/>
          </p:nvSpPr>
          <p:spPr>
            <a:xfrm>
              <a:off x="3506200" y="2497575"/>
              <a:ext cx="375325" cy="422225"/>
            </a:xfrm>
            <a:custGeom>
              <a:avLst/>
              <a:gdLst/>
              <a:ahLst/>
              <a:cxnLst/>
              <a:rect l="l" t="t" r="r" b="b"/>
              <a:pathLst>
                <a:path w="15013" h="16889" extrusionOk="0">
                  <a:moveTo>
                    <a:pt x="9196" y="0"/>
                  </a:moveTo>
                  <a:cubicBezTo>
                    <a:pt x="9176" y="0"/>
                    <a:pt x="9154" y="4"/>
                    <a:pt x="9130" y="12"/>
                  </a:cubicBezTo>
                  <a:cubicBezTo>
                    <a:pt x="9066" y="44"/>
                    <a:pt x="9001" y="109"/>
                    <a:pt x="9034" y="205"/>
                  </a:cubicBezTo>
                  <a:cubicBezTo>
                    <a:pt x="9451" y="1459"/>
                    <a:pt x="9226" y="3902"/>
                    <a:pt x="9162" y="4448"/>
                  </a:cubicBezTo>
                  <a:lnTo>
                    <a:pt x="8808" y="4995"/>
                  </a:lnTo>
                  <a:lnTo>
                    <a:pt x="8326" y="4673"/>
                  </a:lnTo>
                  <a:lnTo>
                    <a:pt x="7941" y="5220"/>
                  </a:lnTo>
                  <a:cubicBezTo>
                    <a:pt x="7683" y="5155"/>
                    <a:pt x="7394" y="5091"/>
                    <a:pt x="7169" y="5059"/>
                  </a:cubicBezTo>
                  <a:lnTo>
                    <a:pt x="6751" y="3838"/>
                  </a:lnTo>
                  <a:lnTo>
                    <a:pt x="6944" y="2584"/>
                  </a:lnTo>
                  <a:lnTo>
                    <a:pt x="6912" y="2487"/>
                  </a:lnTo>
                  <a:lnTo>
                    <a:pt x="6237" y="1298"/>
                  </a:lnTo>
                  <a:cubicBezTo>
                    <a:pt x="6216" y="1236"/>
                    <a:pt x="6169" y="1200"/>
                    <a:pt x="6120" y="1200"/>
                  </a:cubicBezTo>
                  <a:cubicBezTo>
                    <a:pt x="6094" y="1200"/>
                    <a:pt x="6067" y="1211"/>
                    <a:pt x="6044" y="1234"/>
                  </a:cubicBezTo>
                  <a:cubicBezTo>
                    <a:pt x="5980" y="1266"/>
                    <a:pt x="5948" y="1362"/>
                    <a:pt x="5980" y="1427"/>
                  </a:cubicBezTo>
                  <a:lnTo>
                    <a:pt x="6623" y="2584"/>
                  </a:lnTo>
                  <a:lnTo>
                    <a:pt x="6462" y="3838"/>
                  </a:lnTo>
                  <a:lnTo>
                    <a:pt x="6462" y="3902"/>
                  </a:lnTo>
                  <a:lnTo>
                    <a:pt x="6848" y="5059"/>
                  </a:lnTo>
                  <a:cubicBezTo>
                    <a:pt x="6760" y="5054"/>
                    <a:pt x="6677" y="5052"/>
                    <a:pt x="6598" y="5052"/>
                  </a:cubicBezTo>
                  <a:cubicBezTo>
                    <a:pt x="6126" y="5052"/>
                    <a:pt x="5819" y="5123"/>
                    <a:pt x="5819" y="5123"/>
                  </a:cubicBezTo>
                  <a:cubicBezTo>
                    <a:pt x="5819" y="5123"/>
                    <a:pt x="5208" y="6281"/>
                    <a:pt x="4598" y="7534"/>
                  </a:cubicBezTo>
                  <a:lnTo>
                    <a:pt x="4148" y="7213"/>
                  </a:lnTo>
                  <a:cubicBezTo>
                    <a:pt x="4131" y="7197"/>
                    <a:pt x="4107" y="7189"/>
                    <a:pt x="4079" y="7189"/>
                  </a:cubicBezTo>
                  <a:cubicBezTo>
                    <a:pt x="4051" y="7189"/>
                    <a:pt x="4019" y="7197"/>
                    <a:pt x="3987" y="7213"/>
                  </a:cubicBezTo>
                  <a:lnTo>
                    <a:pt x="2540" y="8113"/>
                  </a:lnTo>
                  <a:lnTo>
                    <a:pt x="1222" y="8016"/>
                  </a:lnTo>
                  <a:cubicBezTo>
                    <a:pt x="1126" y="8016"/>
                    <a:pt x="1062" y="8081"/>
                    <a:pt x="1062" y="8145"/>
                  </a:cubicBezTo>
                  <a:cubicBezTo>
                    <a:pt x="1062" y="8209"/>
                    <a:pt x="1062" y="8273"/>
                    <a:pt x="1126" y="8306"/>
                  </a:cubicBezTo>
                  <a:lnTo>
                    <a:pt x="1190" y="8306"/>
                  </a:lnTo>
                  <a:lnTo>
                    <a:pt x="2572" y="8434"/>
                  </a:lnTo>
                  <a:lnTo>
                    <a:pt x="2669" y="8402"/>
                  </a:lnTo>
                  <a:lnTo>
                    <a:pt x="4051" y="7502"/>
                  </a:lnTo>
                  <a:lnTo>
                    <a:pt x="4469" y="7791"/>
                  </a:lnTo>
                  <a:cubicBezTo>
                    <a:pt x="4019" y="8756"/>
                    <a:pt x="3569" y="9688"/>
                    <a:pt x="3376" y="10202"/>
                  </a:cubicBezTo>
                  <a:lnTo>
                    <a:pt x="2026" y="10106"/>
                  </a:lnTo>
                  <a:cubicBezTo>
                    <a:pt x="1962" y="10106"/>
                    <a:pt x="1897" y="10138"/>
                    <a:pt x="1865" y="10202"/>
                  </a:cubicBezTo>
                  <a:lnTo>
                    <a:pt x="1094" y="12292"/>
                  </a:lnTo>
                  <a:lnTo>
                    <a:pt x="130" y="12581"/>
                  </a:lnTo>
                  <a:cubicBezTo>
                    <a:pt x="33" y="12613"/>
                    <a:pt x="1" y="12709"/>
                    <a:pt x="33" y="12774"/>
                  </a:cubicBezTo>
                  <a:lnTo>
                    <a:pt x="97" y="12870"/>
                  </a:lnTo>
                  <a:lnTo>
                    <a:pt x="226" y="12870"/>
                  </a:lnTo>
                  <a:lnTo>
                    <a:pt x="1255" y="12581"/>
                  </a:lnTo>
                  <a:lnTo>
                    <a:pt x="1351" y="12484"/>
                  </a:lnTo>
                  <a:lnTo>
                    <a:pt x="2122" y="10427"/>
                  </a:lnTo>
                  <a:lnTo>
                    <a:pt x="3280" y="10491"/>
                  </a:lnTo>
                  <a:cubicBezTo>
                    <a:pt x="3151" y="11070"/>
                    <a:pt x="3119" y="12067"/>
                    <a:pt x="3151" y="12934"/>
                  </a:cubicBezTo>
                  <a:cubicBezTo>
                    <a:pt x="3151" y="13610"/>
                    <a:pt x="3718" y="14118"/>
                    <a:pt x="4360" y="14118"/>
                  </a:cubicBezTo>
                  <a:cubicBezTo>
                    <a:pt x="4512" y="14118"/>
                    <a:pt x="4669" y="14089"/>
                    <a:pt x="4823" y="14027"/>
                  </a:cubicBezTo>
                  <a:lnTo>
                    <a:pt x="7041" y="13127"/>
                  </a:lnTo>
                  <a:lnTo>
                    <a:pt x="7458" y="14092"/>
                  </a:lnTo>
                  <a:lnTo>
                    <a:pt x="5819" y="15538"/>
                  </a:lnTo>
                  <a:cubicBezTo>
                    <a:pt x="5787" y="15570"/>
                    <a:pt x="5755" y="15602"/>
                    <a:pt x="5755" y="15667"/>
                  </a:cubicBezTo>
                  <a:lnTo>
                    <a:pt x="5851" y="16760"/>
                  </a:lnTo>
                  <a:lnTo>
                    <a:pt x="5915" y="16856"/>
                  </a:lnTo>
                  <a:lnTo>
                    <a:pt x="6012" y="16888"/>
                  </a:lnTo>
                  <a:cubicBezTo>
                    <a:pt x="6108" y="16888"/>
                    <a:pt x="6173" y="16824"/>
                    <a:pt x="6173" y="16727"/>
                  </a:cubicBezTo>
                  <a:lnTo>
                    <a:pt x="6076" y="15731"/>
                  </a:lnTo>
                  <a:lnTo>
                    <a:pt x="7748" y="14252"/>
                  </a:lnTo>
                  <a:cubicBezTo>
                    <a:pt x="7812" y="14220"/>
                    <a:pt x="7812" y="14124"/>
                    <a:pt x="7780" y="14092"/>
                  </a:cubicBezTo>
                  <a:lnTo>
                    <a:pt x="7330" y="13031"/>
                  </a:lnTo>
                  <a:lnTo>
                    <a:pt x="7491" y="12967"/>
                  </a:lnTo>
                  <a:lnTo>
                    <a:pt x="9162" y="11006"/>
                  </a:lnTo>
                  <a:lnTo>
                    <a:pt x="9741" y="11424"/>
                  </a:lnTo>
                  <a:lnTo>
                    <a:pt x="9419" y="13031"/>
                  </a:lnTo>
                  <a:lnTo>
                    <a:pt x="9419" y="13127"/>
                  </a:lnTo>
                  <a:lnTo>
                    <a:pt x="9998" y="14381"/>
                  </a:lnTo>
                  <a:lnTo>
                    <a:pt x="10062" y="14445"/>
                  </a:lnTo>
                  <a:cubicBezTo>
                    <a:pt x="10078" y="14461"/>
                    <a:pt x="10102" y="14469"/>
                    <a:pt x="10130" y="14469"/>
                  </a:cubicBezTo>
                  <a:cubicBezTo>
                    <a:pt x="10159" y="14469"/>
                    <a:pt x="10191" y="14461"/>
                    <a:pt x="10223" y="14445"/>
                  </a:cubicBezTo>
                  <a:cubicBezTo>
                    <a:pt x="10287" y="14413"/>
                    <a:pt x="10319" y="14317"/>
                    <a:pt x="10287" y="14252"/>
                  </a:cubicBezTo>
                  <a:lnTo>
                    <a:pt x="9709" y="13063"/>
                  </a:lnTo>
                  <a:lnTo>
                    <a:pt x="10062" y="11359"/>
                  </a:lnTo>
                  <a:cubicBezTo>
                    <a:pt x="10062" y="11327"/>
                    <a:pt x="10030" y="11263"/>
                    <a:pt x="9998" y="11231"/>
                  </a:cubicBezTo>
                  <a:lnTo>
                    <a:pt x="9355" y="10781"/>
                  </a:lnTo>
                  <a:lnTo>
                    <a:pt x="11187" y="8627"/>
                  </a:lnTo>
                  <a:cubicBezTo>
                    <a:pt x="11187" y="8627"/>
                    <a:pt x="10994" y="8048"/>
                    <a:pt x="10544" y="7341"/>
                  </a:cubicBezTo>
                  <a:lnTo>
                    <a:pt x="11444" y="7309"/>
                  </a:lnTo>
                  <a:lnTo>
                    <a:pt x="11509" y="7277"/>
                  </a:lnTo>
                  <a:lnTo>
                    <a:pt x="12569" y="6698"/>
                  </a:lnTo>
                  <a:lnTo>
                    <a:pt x="13887" y="6859"/>
                  </a:lnTo>
                  <a:cubicBezTo>
                    <a:pt x="13904" y="6865"/>
                    <a:pt x="13920" y="6867"/>
                    <a:pt x="13936" y="6867"/>
                  </a:cubicBezTo>
                  <a:cubicBezTo>
                    <a:pt x="14006" y="6867"/>
                    <a:pt x="14054" y="6810"/>
                    <a:pt x="14080" y="6731"/>
                  </a:cubicBezTo>
                  <a:cubicBezTo>
                    <a:pt x="14080" y="6666"/>
                    <a:pt x="14016" y="6570"/>
                    <a:pt x="13952" y="6570"/>
                  </a:cubicBezTo>
                  <a:lnTo>
                    <a:pt x="12569" y="6377"/>
                  </a:lnTo>
                  <a:lnTo>
                    <a:pt x="12473" y="6409"/>
                  </a:lnTo>
                  <a:lnTo>
                    <a:pt x="11380" y="7020"/>
                  </a:lnTo>
                  <a:lnTo>
                    <a:pt x="10351" y="7052"/>
                  </a:lnTo>
                  <a:cubicBezTo>
                    <a:pt x="10287" y="6988"/>
                    <a:pt x="10223" y="6923"/>
                    <a:pt x="10191" y="6859"/>
                  </a:cubicBezTo>
                  <a:lnTo>
                    <a:pt x="10673" y="6152"/>
                  </a:lnTo>
                  <a:lnTo>
                    <a:pt x="10159" y="5830"/>
                  </a:lnTo>
                  <a:lnTo>
                    <a:pt x="10480" y="5316"/>
                  </a:lnTo>
                  <a:cubicBezTo>
                    <a:pt x="10988" y="5077"/>
                    <a:pt x="13165" y="4142"/>
                    <a:pt x="14553" y="4142"/>
                  </a:cubicBezTo>
                  <a:cubicBezTo>
                    <a:pt x="14658" y="4142"/>
                    <a:pt x="14757" y="4148"/>
                    <a:pt x="14852" y="4159"/>
                  </a:cubicBezTo>
                  <a:cubicBezTo>
                    <a:pt x="14916" y="4159"/>
                    <a:pt x="14980" y="4095"/>
                    <a:pt x="15012" y="4030"/>
                  </a:cubicBezTo>
                  <a:cubicBezTo>
                    <a:pt x="15012" y="3934"/>
                    <a:pt x="14948" y="3870"/>
                    <a:pt x="14884" y="3838"/>
                  </a:cubicBezTo>
                  <a:cubicBezTo>
                    <a:pt x="14785" y="3826"/>
                    <a:pt x="14682" y="3821"/>
                    <a:pt x="14574" y="3821"/>
                  </a:cubicBezTo>
                  <a:cubicBezTo>
                    <a:pt x="13142" y="3821"/>
                    <a:pt x="11014" y="4758"/>
                    <a:pt x="10416" y="5027"/>
                  </a:cubicBezTo>
                  <a:lnTo>
                    <a:pt x="9484" y="4384"/>
                  </a:lnTo>
                  <a:cubicBezTo>
                    <a:pt x="9548" y="3645"/>
                    <a:pt x="9741" y="1395"/>
                    <a:pt x="9323" y="109"/>
                  </a:cubicBezTo>
                  <a:cubicBezTo>
                    <a:pt x="9299" y="36"/>
                    <a:pt x="9257" y="0"/>
                    <a:pt x="91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8" name="Google Shape;2818;g312bfb4b743_5_798"/>
            <p:cNvSpPr/>
            <p:nvPr/>
          </p:nvSpPr>
          <p:spPr>
            <a:xfrm>
              <a:off x="3600225" y="2635300"/>
              <a:ext cx="171200" cy="180825"/>
            </a:xfrm>
            <a:custGeom>
              <a:avLst/>
              <a:gdLst/>
              <a:ahLst/>
              <a:cxnLst/>
              <a:rect l="l" t="t" r="r" b="b"/>
              <a:pathLst>
                <a:path w="6848" h="7233" extrusionOk="0">
                  <a:moveTo>
                    <a:pt x="2283" y="0"/>
                  </a:moveTo>
                  <a:lnTo>
                    <a:pt x="1" y="4725"/>
                  </a:lnTo>
                  <a:lnTo>
                    <a:pt x="1512" y="4950"/>
                  </a:lnTo>
                  <a:lnTo>
                    <a:pt x="1833" y="5818"/>
                  </a:lnTo>
                  <a:lnTo>
                    <a:pt x="2701" y="5690"/>
                  </a:lnTo>
                  <a:lnTo>
                    <a:pt x="3505" y="7233"/>
                  </a:lnTo>
                  <a:lnTo>
                    <a:pt x="6848" y="3054"/>
                  </a:lnTo>
                  <a:lnTo>
                    <a:pt x="3922" y="2764"/>
                  </a:lnTo>
                  <a:lnTo>
                    <a:pt x="2283"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9" name="Google Shape;2819;g312bfb4b743_5_798"/>
            <p:cNvSpPr/>
            <p:nvPr/>
          </p:nvSpPr>
          <p:spPr>
            <a:xfrm>
              <a:off x="3596225" y="2632075"/>
              <a:ext cx="179225" cy="188075"/>
            </a:xfrm>
            <a:custGeom>
              <a:avLst/>
              <a:gdLst/>
              <a:ahLst/>
              <a:cxnLst/>
              <a:rect l="l" t="t" r="r" b="b"/>
              <a:pathLst>
                <a:path w="7169" h="7523" extrusionOk="0">
                  <a:moveTo>
                    <a:pt x="2475" y="450"/>
                  </a:moveTo>
                  <a:lnTo>
                    <a:pt x="3954" y="2958"/>
                  </a:lnTo>
                  <a:cubicBezTo>
                    <a:pt x="3954" y="3022"/>
                    <a:pt x="4018" y="3022"/>
                    <a:pt x="4050" y="3054"/>
                  </a:cubicBezTo>
                  <a:lnTo>
                    <a:pt x="6718" y="3311"/>
                  </a:lnTo>
                  <a:lnTo>
                    <a:pt x="3697" y="7104"/>
                  </a:lnTo>
                  <a:lnTo>
                    <a:pt x="2990" y="5754"/>
                  </a:lnTo>
                  <a:lnTo>
                    <a:pt x="2925" y="5690"/>
                  </a:lnTo>
                  <a:lnTo>
                    <a:pt x="2829" y="5690"/>
                  </a:lnTo>
                  <a:lnTo>
                    <a:pt x="2089" y="5754"/>
                  </a:lnTo>
                  <a:lnTo>
                    <a:pt x="1832" y="5015"/>
                  </a:lnTo>
                  <a:cubicBezTo>
                    <a:pt x="1800" y="4983"/>
                    <a:pt x="1768" y="4919"/>
                    <a:pt x="1704" y="4919"/>
                  </a:cubicBezTo>
                  <a:lnTo>
                    <a:pt x="386" y="4726"/>
                  </a:lnTo>
                  <a:lnTo>
                    <a:pt x="2475" y="450"/>
                  </a:lnTo>
                  <a:close/>
                  <a:moveTo>
                    <a:pt x="2443" y="0"/>
                  </a:moveTo>
                  <a:cubicBezTo>
                    <a:pt x="2379" y="0"/>
                    <a:pt x="2347" y="33"/>
                    <a:pt x="2314" y="65"/>
                  </a:cubicBezTo>
                  <a:lnTo>
                    <a:pt x="0" y="4790"/>
                  </a:lnTo>
                  <a:lnTo>
                    <a:pt x="0" y="4919"/>
                  </a:lnTo>
                  <a:lnTo>
                    <a:pt x="129" y="5015"/>
                  </a:lnTo>
                  <a:lnTo>
                    <a:pt x="1575" y="5208"/>
                  </a:lnTo>
                  <a:lnTo>
                    <a:pt x="1832" y="5979"/>
                  </a:lnTo>
                  <a:cubicBezTo>
                    <a:pt x="1859" y="6032"/>
                    <a:pt x="1906" y="6084"/>
                    <a:pt x="1958" y="6084"/>
                  </a:cubicBezTo>
                  <a:cubicBezTo>
                    <a:pt x="1969" y="6084"/>
                    <a:pt x="1981" y="6082"/>
                    <a:pt x="1993" y="6076"/>
                  </a:cubicBezTo>
                  <a:lnTo>
                    <a:pt x="2765" y="5979"/>
                  </a:lnTo>
                  <a:lnTo>
                    <a:pt x="3536" y="7426"/>
                  </a:lnTo>
                  <a:lnTo>
                    <a:pt x="3568" y="7490"/>
                  </a:lnTo>
                  <a:lnTo>
                    <a:pt x="3632" y="7522"/>
                  </a:lnTo>
                  <a:cubicBezTo>
                    <a:pt x="3697" y="7522"/>
                    <a:pt x="3729" y="7490"/>
                    <a:pt x="3761" y="7458"/>
                  </a:cubicBezTo>
                  <a:lnTo>
                    <a:pt x="7136" y="3279"/>
                  </a:lnTo>
                  <a:cubicBezTo>
                    <a:pt x="7168" y="3215"/>
                    <a:pt x="7168" y="3151"/>
                    <a:pt x="7136" y="3118"/>
                  </a:cubicBezTo>
                  <a:cubicBezTo>
                    <a:pt x="7136" y="3054"/>
                    <a:pt x="7072" y="3022"/>
                    <a:pt x="7008" y="3022"/>
                  </a:cubicBezTo>
                  <a:lnTo>
                    <a:pt x="4179" y="2733"/>
                  </a:lnTo>
                  <a:lnTo>
                    <a:pt x="2572" y="65"/>
                  </a:lnTo>
                  <a:cubicBezTo>
                    <a:pt x="2572" y="33"/>
                    <a:pt x="2507" y="0"/>
                    <a:pt x="24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0" name="Google Shape;2820;g312bfb4b743_5_798"/>
            <p:cNvSpPr/>
            <p:nvPr/>
          </p:nvSpPr>
          <p:spPr>
            <a:xfrm>
              <a:off x="3664525" y="2645725"/>
              <a:ext cx="92425" cy="61100"/>
            </a:xfrm>
            <a:custGeom>
              <a:avLst/>
              <a:gdLst/>
              <a:ahLst/>
              <a:cxnLst/>
              <a:rect l="l" t="t" r="r" b="b"/>
              <a:pathLst>
                <a:path w="3697" h="2444" extrusionOk="0">
                  <a:moveTo>
                    <a:pt x="0" y="1"/>
                  </a:moveTo>
                  <a:lnTo>
                    <a:pt x="1350" y="2347"/>
                  </a:lnTo>
                  <a:lnTo>
                    <a:pt x="3697" y="2444"/>
                  </a:lnTo>
                  <a:lnTo>
                    <a:pt x="2636" y="290"/>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1" name="Google Shape;2821;g312bfb4b743_5_798"/>
            <p:cNvSpPr/>
            <p:nvPr/>
          </p:nvSpPr>
          <p:spPr>
            <a:xfrm>
              <a:off x="3660500" y="2641725"/>
              <a:ext cx="100475" cy="69125"/>
            </a:xfrm>
            <a:custGeom>
              <a:avLst/>
              <a:gdLst/>
              <a:ahLst/>
              <a:cxnLst/>
              <a:rect l="l" t="t" r="r" b="b"/>
              <a:pathLst>
                <a:path w="4019" h="2765" extrusionOk="0">
                  <a:moveTo>
                    <a:pt x="451" y="322"/>
                  </a:moveTo>
                  <a:lnTo>
                    <a:pt x="2701" y="611"/>
                  </a:lnTo>
                  <a:lnTo>
                    <a:pt x="3601" y="2443"/>
                  </a:lnTo>
                  <a:lnTo>
                    <a:pt x="1608" y="2347"/>
                  </a:lnTo>
                  <a:lnTo>
                    <a:pt x="451" y="322"/>
                  </a:lnTo>
                  <a:close/>
                  <a:moveTo>
                    <a:pt x="194" y="0"/>
                  </a:moveTo>
                  <a:cubicBezTo>
                    <a:pt x="129" y="0"/>
                    <a:pt x="97" y="0"/>
                    <a:pt x="65" y="64"/>
                  </a:cubicBezTo>
                  <a:cubicBezTo>
                    <a:pt x="33" y="97"/>
                    <a:pt x="1" y="161"/>
                    <a:pt x="33" y="225"/>
                  </a:cubicBezTo>
                  <a:lnTo>
                    <a:pt x="1383" y="2572"/>
                  </a:lnTo>
                  <a:lnTo>
                    <a:pt x="1415" y="2636"/>
                  </a:lnTo>
                  <a:lnTo>
                    <a:pt x="1479" y="2668"/>
                  </a:lnTo>
                  <a:lnTo>
                    <a:pt x="3826" y="2765"/>
                  </a:lnTo>
                  <a:cubicBezTo>
                    <a:pt x="3890" y="2765"/>
                    <a:pt x="3954" y="2765"/>
                    <a:pt x="3987" y="2700"/>
                  </a:cubicBezTo>
                  <a:cubicBezTo>
                    <a:pt x="4019" y="2668"/>
                    <a:pt x="4019" y="2604"/>
                    <a:pt x="3987" y="2540"/>
                  </a:cubicBezTo>
                  <a:lnTo>
                    <a:pt x="2958" y="386"/>
                  </a:lnTo>
                  <a:cubicBezTo>
                    <a:pt x="2926" y="354"/>
                    <a:pt x="2894" y="322"/>
                    <a:pt x="2829" y="322"/>
                  </a:cubicBezTo>
                  <a:lnTo>
                    <a:pt x="1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2" name="Google Shape;2822;g312bfb4b743_5_798"/>
            <p:cNvSpPr/>
            <p:nvPr/>
          </p:nvSpPr>
          <p:spPr>
            <a:xfrm>
              <a:off x="4202950" y="2493550"/>
              <a:ext cx="375300" cy="422225"/>
            </a:xfrm>
            <a:custGeom>
              <a:avLst/>
              <a:gdLst/>
              <a:ahLst/>
              <a:cxnLst/>
              <a:rect l="l" t="t" r="r" b="b"/>
              <a:pathLst>
                <a:path w="15012" h="16889" extrusionOk="0">
                  <a:moveTo>
                    <a:pt x="9195" y="1"/>
                  </a:moveTo>
                  <a:cubicBezTo>
                    <a:pt x="9175" y="1"/>
                    <a:pt x="9153" y="5"/>
                    <a:pt x="9129" y="13"/>
                  </a:cubicBezTo>
                  <a:cubicBezTo>
                    <a:pt x="9065" y="13"/>
                    <a:pt x="9001" y="109"/>
                    <a:pt x="9033" y="173"/>
                  </a:cubicBezTo>
                  <a:cubicBezTo>
                    <a:pt x="9418" y="1459"/>
                    <a:pt x="9226" y="3870"/>
                    <a:pt x="9161" y="4449"/>
                  </a:cubicBezTo>
                  <a:lnTo>
                    <a:pt x="8808" y="4963"/>
                  </a:lnTo>
                  <a:lnTo>
                    <a:pt x="8326" y="4641"/>
                  </a:lnTo>
                  <a:lnTo>
                    <a:pt x="7940" y="5220"/>
                  </a:lnTo>
                  <a:cubicBezTo>
                    <a:pt x="7650" y="5124"/>
                    <a:pt x="7393" y="5091"/>
                    <a:pt x="7168" y="5059"/>
                  </a:cubicBezTo>
                  <a:lnTo>
                    <a:pt x="6750" y="3806"/>
                  </a:lnTo>
                  <a:lnTo>
                    <a:pt x="6911" y="2584"/>
                  </a:lnTo>
                  <a:lnTo>
                    <a:pt x="6911" y="2488"/>
                  </a:lnTo>
                  <a:lnTo>
                    <a:pt x="6236" y="1266"/>
                  </a:lnTo>
                  <a:cubicBezTo>
                    <a:pt x="6213" y="1219"/>
                    <a:pt x="6155" y="1189"/>
                    <a:pt x="6100" y="1189"/>
                  </a:cubicBezTo>
                  <a:cubicBezTo>
                    <a:pt x="6080" y="1189"/>
                    <a:pt x="6060" y="1193"/>
                    <a:pt x="6043" y="1202"/>
                  </a:cubicBezTo>
                  <a:cubicBezTo>
                    <a:pt x="5947" y="1266"/>
                    <a:pt x="5947" y="1363"/>
                    <a:pt x="5979" y="1427"/>
                  </a:cubicBezTo>
                  <a:lnTo>
                    <a:pt x="6622" y="2584"/>
                  </a:lnTo>
                  <a:lnTo>
                    <a:pt x="6429" y="3806"/>
                  </a:lnTo>
                  <a:lnTo>
                    <a:pt x="6461" y="3870"/>
                  </a:lnTo>
                  <a:lnTo>
                    <a:pt x="6815" y="5027"/>
                  </a:lnTo>
                  <a:cubicBezTo>
                    <a:pt x="6236" y="5027"/>
                    <a:pt x="5818" y="5124"/>
                    <a:pt x="5818" y="5124"/>
                  </a:cubicBezTo>
                  <a:cubicBezTo>
                    <a:pt x="5818" y="5124"/>
                    <a:pt x="5207" y="6281"/>
                    <a:pt x="4597" y="7502"/>
                  </a:cubicBezTo>
                  <a:lnTo>
                    <a:pt x="4147" y="7181"/>
                  </a:lnTo>
                  <a:cubicBezTo>
                    <a:pt x="4115" y="7165"/>
                    <a:pt x="4082" y="7157"/>
                    <a:pt x="4054" y="7157"/>
                  </a:cubicBezTo>
                  <a:cubicBezTo>
                    <a:pt x="4026" y="7157"/>
                    <a:pt x="4002" y="7165"/>
                    <a:pt x="3986" y="7181"/>
                  </a:cubicBezTo>
                  <a:lnTo>
                    <a:pt x="2540" y="8113"/>
                  </a:lnTo>
                  <a:lnTo>
                    <a:pt x="1222" y="8017"/>
                  </a:lnTo>
                  <a:cubicBezTo>
                    <a:pt x="1205" y="8011"/>
                    <a:pt x="1188" y="8008"/>
                    <a:pt x="1173" y="8008"/>
                  </a:cubicBezTo>
                  <a:cubicBezTo>
                    <a:pt x="1103" y="8008"/>
                    <a:pt x="1055" y="8066"/>
                    <a:pt x="1029" y="8145"/>
                  </a:cubicBezTo>
                  <a:cubicBezTo>
                    <a:pt x="1029" y="8209"/>
                    <a:pt x="1061" y="8242"/>
                    <a:pt x="1093" y="8274"/>
                  </a:cubicBezTo>
                  <a:lnTo>
                    <a:pt x="1189" y="8306"/>
                  </a:lnTo>
                  <a:lnTo>
                    <a:pt x="2572" y="8402"/>
                  </a:lnTo>
                  <a:lnTo>
                    <a:pt x="2668" y="8402"/>
                  </a:lnTo>
                  <a:lnTo>
                    <a:pt x="4050" y="7502"/>
                  </a:lnTo>
                  <a:lnTo>
                    <a:pt x="4468" y="7792"/>
                  </a:lnTo>
                  <a:cubicBezTo>
                    <a:pt x="3986" y="8724"/>
                    <a:pt x="3568" y="9688"/>
                    <a:pt x="3375" y="10170"/>
                  </a:cubicBezTo>
                  <a:lnTo>
                    <a:pt x="1993" y="10106"/>
                  </a:lnTo>
                  <a:cubicBezTo>
                    <a:pt x="1929" y="10106"/>
                    <a:pt x="1864" y="10138"/>
                    <a:pt x="1864" y="10202"/>
                  </a:cubicBezTo>
                  <a:lnTo>
                    <a:pt x="1093" y="12292"/>
                  </a:lnTo>
                  <a:lnTo>
                    <a:pt x="129" y="12581"/>
                  </a:lnTo>
                  <a:cubicBezTo>
                    <a:pt x="32" y="12613"/>
                    <a:pt x="0" y="12678"/>
                    <a:pt x="0" y="12774"/>
                  </a:cubicBezTo>
                  <a:lnTo>
                    <a:pt x="64" y="12838"/>
                  </a:lnTo>
                  <a:lnTo>
                    <a:pt x="193" y="12870"/>
                  </a:lnTo>
                  <a:lnTo>
                    <a:pt x="1254" y="12549"/>
                  </a:lnTo>
                  <a:lnTo>
                    <a:pt x="1350" y="12485"/>
                  </a:lnTo>
                  <a:lnTo>
                    <a:pt x="2089" y="10395"/>
                  </a:lnTo>
                  <a:lnTo>
                    <a:pt x="3279" y="10492"/>
                  </a:lnTo>
                  <a:cubicBezTo>
                    <a:pt x="3150" y="11070"/>
                    <a:pt x="3118" y="12035"/>
                    <a:pt x="3150" y="12935"/>
                  </a:cubicBezTo>
                  <a:cubicBezTo>
                    <a:pt x="3150" y="13610"/>
                    <a:pt x="3717" y="14118"/>
                    <a:pt x="4359" y="14118"/>
                  </a:cubicBezTo>
                  <a:cubicBezTo>
                    <a:pt x="4511" y="14118"/>
                    <a:pt x="4668" y="14089"/>
                    <a:pt x="4822" y="14028"/>
                  </a:cubicBezTo>
                  <a:lnTo>
                    <a:pt x="7040" y="13128"/>
                  </a:lnTo>
                  <a:lnTo>
                    <a:pt x="7458" y="14092"/>
                  </a:lnTo>
                  <a:lnTo>
                    <a:pt x="5818" y="15538"/>
                  </a:lnTo>
                  <a:cubicBezTo>
                    <a:pt x="5754" y="15571"/>
                    <a:pt x="5754" y="15603"/>
                    <a:pt x="5754" y="15667"/>
                  </a:cubicBezTo>
                  <a:lnTo>
                    <a:pt x="5850" y="16760"/>
                  </a:lnTo>
                  <a:lnTo>
                    <a:pt x="5915" y="16856"/>
                  </a:lnTo>
                  <a:lnTo>
                    <a:pt x="6011" y="16888"/>
                  </a:lnTo>
                  <a:cubicBezTo>
                    <a:pt x="6108" y="16888"/>
                    <a:pt x="6172" y="16792"/>
                    <a:pt x="6140" y="16728"/>
                  </a:cubicBezTo>
                  <a:lnTo>
                    <a:pt x="6075" y="15699"/>
                  </a:lnTo>
                  <a:lnTo>
                    <a:pt x="7747" y="14253"/>
                  </a:lnTo>
                  <a:cubicBezTo>
                    <a:pt x="7811" y="14188"/>
                    <a:pt x="7811" y="14124"/>
                    <a:pt x="7779" y="14060"/>
                  </a:cubicBezTo>
                  <a:lnTo>
                    <a:pt x="7297" y="12999"/>
                  </a:lnTo>
                  <a:lnTo>
                    <a:pt x="7490" y="12935"/>
                  </a:lnTo>
                  <a:lnTo>
                    <a:pt x="9161" y="11006"/>
                  </a:lnTo>
                  <a:lnTo>
                    <a:pt x="9740" y="11392"/>
                  </a:lnTo>
                  <a:lnTo>
                    <a:pt x="9418" y="13031"/>
                  </a:lnTo>
                  <a:lnTo>
                    <a:pt x="9418" y="13128"/>
                  </a:lnTo>
                  <a:lnTo>
                    <a:pt x="9997" y="14381"/>
                  </a:lnTo>
                  <a:lnTo>
                    <a:pt x="10061" y="14445"/>
                  </a:lnTo>
                  <a:cubicBezTo>
                    <a:pt x="10083" y="14445"/>
                    <a:pt x="10118" y="14460"/>
                    <a:pt x="10159" y="14460"/>
                  </a:cubicBezTo>
                  <a:cubicBezTo>
                    <a:pt x="10179" y="14460"/>
                    <a:pt x="10201" y="14456"/>
                    <a:pt x="10222" y="14445"/>
                  </a:cubicBezTo>
                  <a:cubicBezTo>
                    <a:pt x="10286" y="14413"/>
                    <a:pt x="10318" y="14317"/>
                    <a:pt x="10286" y="14253"/>
                  </a:cubicBezTo>
                  <a:lnTo>
                    <a:pt x="9708" y="13031"/>
                  </a:lnTo>
                  <a:lnTo>
                    <a:pt x="10061" y="11360"/>
                  </a:lnTo>
                  <a:cubicBezTo>
                    <a:pt x="10061" y="11295"/>
                    <a:pt x="10029" y="11231"/>
                    <a:pt x="9997" y="11199"/>
                  </a:cubicBezTo>
                  <a:lnTo>
                    <a:pt x="9354" y="10781"/>
                  </a:lnTo>
                  <a:lnTo>
                    <a:pt x="11186" y="8627"/>
                  </a:lnTo>
                  <a:cubicBezTo>
                    <a:pt x="11186" y="8627"/>
                    <a:pt x="10993" y="8049"/>
                    <a:pt x="10543" y="7342"/>
                  </a:cubicBezTo>
                  <a:lnTo>
                    <a:pt x="11411" y="7309"/>
                  </a:lnTo>
                  <a:lnTo>
                    <a:pt x="11476" y="7277"/>
                  </a:lnTo>
                  <a:lnTo>
                    <a:pt x="12569" y="6667"/>
                  </a:lnTo>
                  <a:lnTo>
                    <a:pt x="13886" y="6859"/>
                  </a:lnTo>
                  <a:cubicBezTo>
                    <a:pt x="13983" y="6859"/>
                    <a:pt x="14047" y="6827"/>
                    <a:pt x="14047" y="6731"/>
                  </a:cubicBezTo>
                  <a:cubicBezTo>
                    <a:pt x="14079" y="6634"/>
                    <a:pt x="14015" y="6570"/>
                    <a:pt x="13919" y="6570"/>
                  </a:cubicBezTo>
                  <a:lnTo>
                    <a:pt x="12569" y="6377"/>
                  </a:lnTo>
                  <a:lnTo>
                    <a:pt x="12472" y="6377"/>
                  </a:lnTo>
                  <a:lnTo>
                    <a:pt x="11379" y="6988"/>
                  </a:lnTo>
                  <a:lnTo>
                    <a:pt x="10318" y="7052"/>
                  </a:lnTo>
                  <a:cubicBezTo>
                    <a:pt x="10286" y="6988"/>
                    <a:pt x="10222" y="6924"/>
                    <a:pt x="10190" y="6859"/>
                  </a:cubicBezTo>
                  <a:lnTo>
                    <a:pt x="10640" y="6152"/>
                  </a:lnTo>
                  <a:lnTo>
                    <a:pt x="10158" y="5799"/>
                  </a:lnTo>
                  <a:lnTo>
                    <a:pt x="10479" y="5316"/>
                  </a:lnTo>
                  <a:cubicBezTo>
                    <a:pt x="10995" y="5074"/>
                    <a:pt x="13226" y="4116"/>
                    <a:pt x="14584" y="4116"/>
                  </a:cubicBezTo>
                  <a:cubicBezTo>
                    <a:pt x="14665" y="4116"/>
                    <a:pt x="14744" y="4120"/>
                    <a:pt x="14819" y="4127"/>
                  </a:cubicBezTo>
                  <a:cubicBezTo>
                    <a:pt x="14836" y="4133"/>
                    <a:pt x="14852" y="4135"/>
                    <a:pt x="14867" y="4135"/>
                  </a:cubicBezTo>
                  <a:cubicBezTo>
                    <a:pt x="14937" y="4135"/>
                    <a:pt x="14985" y="4078"/>
                    <a:pt x="15012" y="3999"/>
                  </a:cubicBezTo>
                  <a:cubicBezTo>
                    <a:pt x="15012" y="3934"/>
                    <a:pt x="14947" y="3838"/>
                    <a:pt x="14851" y="3838"/>
                  </a:cubicBezTo>
                  <a:cubicBezTo>
                    <a:pt x="14752" y="3826"/>
                    <a:pt x="14647" y="3821"/>
                    <a:pt x="14538" y="3821"/>
                  </a:cubicBezTo>
                  <a:cubicBezTo>
                    <a:pt x="13132" y="3821"/>
                    <a:pt x="11012" y="4726"/>
                    <a:pt x="10415" y="4995"/>
                  </a:cubicBezTo>
                  <a:lnTo>
                    <a:pt x="9483" y="4384"/>
                  </a:lnTo>
                  <a:cubicBezTo>
                    <a:pt x="9547" y="3645"/>
                    <a:pt x="9740" y="1363"/>
                    <a:pt x="9322" y="109"/>
                  </a:cubicBezTo>
                  <a:cubicBezTo>
                    <a:pt x="9298" y="37"/>
                    <a:pt x="9256" y="1"/>
                    <a:pt x="91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3" name="Google Shape;2823;g312bfb4b743_5_798"/>
            <p:cNvSpPr/>
            <p:nvPr/>
          </p:nvSpPr>
          <p:spPr>
            <a:xfrm>
              <a:off x="4296150" y="2631275"/>
              <a:ext cx="172000" cy="180825"/>
            </a:xfrm>
            <a:custGeom>
              <a:avLst/>
              <a:gdLst/>
              <a:ahLst/>
              <a:cxnLst/>
              <a:rect l="l" t="t" r="r" b="b"/>
              <a:pathLst>
                <a:path w="6880" h="7233" extrusionOk="0">
                  <a:moveTo>
                    <a:pt x="2315" y="0"/>
                  </a:moveTo>
                  <a:lnTo>
                    <a:pt x="1" y="4726"/>
                  </a:lnTo>
                  <a:lnTo>
                    <a:pt x="1544" y="4951"/>
                  </a:lnTo>
                  <a:lnTo>
                    <a:pt x="1833" y="5786"/>
                  </a:lnTo>
                  <a:lnTo>
                    <a:pt x="2701" y="5690"/>
                  </a:lnTo>
                  <a:lnTo>
                    <a:pt x="3537" y="7233"/>
                  </a:lnTo>
                  <a:lnTo>
                    <a:pt x="6880" y="3022"/>
                  </a:lnTo>
                  <a:lnTo>
                    <a:pt x="3922" y="2765"/>
                  </a:lnTo>
                  <a:lnTo>
                    <a:pt x="2315"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4" name="Google Shape;2824;g312bfb4b743_5_798"/>
            <p:cNvSpPr/>
            <p:nvPr/>
          </p:nvSpPr>
          <p:spPr>
            <a:xfrm>
              <a:off x="4292950" y="2627250"/>
              <a:ext cx="179225" cy="188875"/>
            </a:xfrm>
            <a:custGeom>
              <a:avLst/>
              <a:gdLst/>
              <a:ahLst/>
              <a:cxnLst/>
              <a:rect l="l" t="t" r="r" b="b"/>
              <a:pathLst>
                <a:path w="7169" h="7555" extrusionOk="0">
                  <a:moveTo>
                    <a:pt x="2475" y="483"/>
                  </a:moveTo>
                  <a:lnTo>
                    <a:pt x="3922" y="2990"/>
                  </a:lnTo>
                  <a:cubicBezTo>
                    <a:pt x="3954" y="3022"/>
                    <a:pt x="3986" y="3054"/>
                    <a:pt x="4050" y="3054"/>
                  </a:cubicBezTo>
                  <a:lnTo>
                    <a:pt x="6686" y="3311"/>
                  </a:lnTo>
                  <a:lnTo>
                    <a:pt x="3665" y="7105"/>
                  </a:lnTo>
                  <a:lnTo>
                    <a:pt x="2958" y="5787"/>
                  </a:lnTo>
                  <a:lnTo>
                    <a:pt x="2925" y="5722"/>
                  </a:lnTo>
                  <a:lnTo>
                    <a:pt x="2829" y="5690"/>
                  </a:lnTo>
                  <a:lnTo>
                    <a:pt x="2090" y="5787"/>
                  </a:lnTo>
                  <a:lnTo>
                    <a:pt x="1833" y="5047"/>
                  </a:lnTo>
                  <a:cubicBezTo>
                    <a:pt x="1800" y="4983"/>
                    <a:pt x="1768" y="4951"/>
                    <a:pt x="1704" y="4951"/>
                  </a:cubicBezTo>
                  <a:lnTo>
                    <a:pt x="354" y="4758"/>
                  </a:lnTo>
                  <a:lnTo>
                    <a:pt x="2475" y="483"/>
                  </a:lnTo>
                  <a:close/>
                  <a:moveTo>
                    <a:pt x="2443" y="1"/>
                  </a:moveTo>
                  <a:cubicBezTo>
                    <a:pt x="2379" y="1"/>
                    <a:pt x="2347" y="33"/>
                    <a:pt x="2315" y="97"/>
                  </a:cubicBezTo>
                  <a:lnTo>
                    <a:pt x="0" y="4822"/>
                  </a:lnTo>
                  <a:lnTo>
                    <a:pt x="0" y="4951"/>
                  </a:lnTo>
                  <a:cubicBezTo>
                    <a:pt x="32" y="5015"/>
                    <a:pt x="65" y="5015"/>
                    <a:pt x="129" y="5047"/>
                  </a:cubicBezTo>
                  <a:lnTo>
                    <a:pt x="1575" y="5240"/>
                  </a:lnTo>
                  <a:lnTo>
                    <a:pt x="1833" y="6012"/>
                  </a:lnTo>
                  <a:cubicBezTo>
                    <a:pt x="1865" y="6076"/>
                    <a:pt x="1929" y="6108"/>
                    <a:pt x="1993" y="6108"/>
                  </a:cubicBezTo>
                  <a:lnTo>
                    <a:pt x="2765" y="6012"/>
                  </a:lnTo>
                  <a:lnTo>
                    <a:pt x="3504" y="7458"/>
                  </a:lnTo>
                  <a:lnTo>
                    <a:pt x="3568" y="7522"/>
                  </a:lnTo>
                  <a:lnTo>
                    <a:pt x="3633" y="7555"/>
                  </a:lnTo>
                  <a:cubicBezTo>
                    <a:pt x="3697" y="7555"/>
                    <a:pt x="3729" y="7522"/>
                    <a:pt x="3761" y="7490"/>
                  </a:cubicBezTo>
                  <a:lnTo>
                    <a:pt x="7104" y="3279"/>
                  </a:lnTo>
                  <a:cubicBezTo>
                    <a:pt x="7136" y="3247"/>
                    <a:pt x="7168" y="3183"/>
                    <a:pt x="7136" y="3151"/>
                  </a:cubicBezTo>
                  <a:cubicBezTo>
                    <a:pt x="7104" y="3086"/>
                    <a:pt x="7072" y="3054"/>
                    <a:pt x="7008" y="3054"/>
                  </a:cubicBezTo>
                  <a:lnTo>
                    <a:pt x="4147" y="2765"/>
                  </a:lnTo>
                  <a:lnTo>
                    <a:pt x="2572" y="97"/>
                  </a:lnTo>
                  <a:cubicBezTo>
                    <a:pt x="2540" y="33"/>
                    <a:pt x="2508" y="1"/>
                    <a:pt x="24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5" name="Google Shape;2825;g312bfb4b743_5_798"/>
            <p:cNvSpPr/>
            <p:nvPr/>
          </p:nvSpPr>
          <p:spPr>
            <a:xfrm>
              <a:off x="4361250" y="2640925"/>
              <a:ext cx="91625" cy="61900"/>
            </a:xfrm>
            <a:custGeom>
              <a:avLst/>
              <a:gdLst/>
              <a:ahLst/>
              <a:cxnLst/>
              <a:rect l="l" t="t" r="r" b="b"/>
              <a:pathLst>
                <a:path w="3665" h="2476" extrusionOk="0">
                  <a:moveTo>
                    <a:pt x="1" y="0"/>
                  </a:moveTo>
                  <a:lnTo>
                    <a:pt x="1318" y="2379"/>
                  </a:lnTo>
                  <a:lnTo>
                    <a:pt x="3665" y="2475"/>
                  </a:lnTo>
                  <a:lnTo>
                    <a:pt x="3665" y="2475"/>
                  </a:lnTo>
                  <a:lnTo>
                    <a:pt x="2636" y="322"/>
                  </a:lnTo>
                  <a:lnTo>
                    <a:pt x="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6" name="Google Shape;2826;g312bfb4b743_5_798"/>
            <p:cNvSpPr/>
            <p:nvPr/>
          </p:nvSpPr>
          <p:spPr>
            <a:xfrm>
              <a:off x="4357225" y="2636900"/>
              <a:ext cx="99675" cy="69925"/>
            </a:xfrm>
            <a:custGeom>
              <a:avLst/>
              <a:gdLst/>
              <a:ahLst/>
              <a:cxnLst/>
              <a:rect l="l" t="t" r="r" b="b"/>
              <a:pathLst>
                <a:path w="3987" h="2797" extrusionOk="0">
                  <a:moveTo>
                    <a:pt x="451" y="354"/>
                  </a:moveTo>
                  <a:lnTo>
                    <a:pt x="2701" y="611"/>
                  </a:lnTo>
                  <a:lnTo>
                    <a:pt x="3601" y="2475"/>
                  </a:lnTo>
                  <a:lnTo>
                    <a:pt x="1576" y="2379"/>
                  </a:lnTo>
                  <a:lnTo>
                    <a:pt x="451" y="354"/>
                  </a:lnTo>
                  <a:close/>
                  <a:moveTo>
                    <a:pt x="194" y="0"/>
                  </a:moveTo>
                  <a:cubicBezTo>
                    <a:pt x="129" y="0"/>
                    <a:pt x="65" y="32"/>
                    <a:pt x="33" y="97"/>
                  </a:cubicBezTo>
                  <a:cubicBezTo>
                    <a:pt x="1" y="129"/>
                    <a:pt x="1" y="193"/>
                    <a:pt x="33" y="257"/>
                  </a:cubicBezTo>
                  <a:lnTo>
                    <a:pt x="1351" y="2604"/>
                  </a:lnTo>
                  <a:lnTo>
                    <a:pt x="1415" y="2636"/>
                  </a:lnTo>
                  <a:lnTo>
                    <a:pt x="1479" y="2668"/>
                  </a:lnTo>
                  <a:lnTo>
                    <a:pt x="3826" y="2797"/>
                  </a:lnTo>
                  <a:cubicBezTo>
                    <a:pt x="3890" y="2797"/>
                    <a:pt x="3922" y="2765"/>
                    <a:pt x="3955" y="2733"/>
                  </a:cubicBezTo>
                  <a:cubicBezTo>
                    <a:pt x="3987" y="2668"/>
                    <a:pt x="3987" y="2636"/>
                    <a:pt x="3987" y="2572"/>
                  </a:cubicBezTo>
                  <a:lnTo>
                    <a:pt x="2926" y="418"/>
                  </a:lnTo>
                  <a:cubicBezTo>
                    <a:pt x="2926" y="354"/>
                    <a:pt x="2862" y="322"/>
                    <a:pt x="2830" y="322"/>
                  </a:cubicBezTo>
                  <a:lnTo>
                    <a:pt x="1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7" name="Google Shape;2827;g312bfb4b743_5_798"/>
            <p:cNvSpPr/>
            <p:nvPr/>
          </p:nvSpPr>
          <p:spPr>
            <a:xfrm>
              <a:off x="2287950" y="3382125"/>
              <a:ext cx="340750" cy="434500"/>
            </a:xfrm>
            <a:custGeom>
              <a:avLst/>
              <a:gdLst/>
              <a:ahLst/>
              <a:cxnLst/>
              <a:rect l="l" t="t" r="r" b="b"/>
              <a:pathLst>
                <a:path w="13630" h="17380" extrusionOk="0">
                  <a:moveTo>
                    <a:pt x="6787" y="0"/>
                  </a:moveTo>
                  <a:cubicBezTo>
                    <a:pt x="6740" y="0"/>
                    <a:pt x="6692" y="16"/>
                    <a:pt x="6654" y="54"/>
                  </a:cubicBezTo>
                  <a:cubicBezTo>
                    <a:pt x="5818" y="1179"/>
                    <a:pt x="5529" y="3782"/>
                    <a:pt x="5465" y="4490"/>
                  </a:cubicBezTo>
                  <a:lnTo>
                    <a:pt x="4436" y="5004"/>
                  </a:lnTo>
                  <a:cubicBezTo>
                    <a:pt x="3857" y="4586"/>
                    <a:pt x="1961" y="3300"/>
                    <a:pt x="643" y="3011"/>
                  </a:cubicBezTo>
                  <a:cubicBezTo>
                    <a:pt x="631" y="3005"/>
                    <a:pt x="618" y="3002"/>
                    <a:pt x="605" y="3002"/>
                  </a:cubicBezTo>
                  <a:cubicBezTo>
                    <a:pt x="547" y="3002"/>
                    <a:pt x="482" y="3055"/>
                    <a:pt x="482" y="3107"/>
                  </a:cubicBezTo>
                  <a:cubicBezTo>
                    <a:pt x="450" y="3204"/>
                    <a:pt x="514" y="3300"/>
                    <a:pt x="579" y="3300"/>
                  </a:cubicBezTo>
                  <a:cubicBezTo>
                    <a:pt x="1897" y="3589"/>
                    <a:pt x="3890" y="4972"/>
                    <a:pt x="4340" y="5293"/>
                  </a:cubicBezTo>
                  <a:lnTo>
                    <a:pt x="4629" y="5872"/>
                  </a:lnTo>
                  <a:lnTo>
                    <a:pt x="4115" y="6129"/>
                  </a:lnTo>
                  <a:lnTo>
                    <a:pt x="4404" y="6740"/>
                  </a:lnTo>
                  <a:cubicBezTo>
                    <a:pt x="4211" y="6933"/>
                    <a:pt x="4018" y="7158"/>
                    <a:pt x="3890" y="7350"/>
                  </a:cubicBezTo>
                  <a:lnTo>
                    <a:pt x="2604" y="7093"/>
                  </a:lnTo>
                  <a:lnTo>
                    <a:pt x="1607" y="6322"/>
                  </a:lnTo>
                  <a:lnTo>
                    <a:pt x="1511" y="6290"/>
                  </a:lnTo>
                  <a:lnTo>
                    <a:pt x="161" y="6257"/>
                  </a:lnTo>
                  <a:cubicBezTo>
                    <a:pt x="64" y="6257"/>
                    <a:pt x="0" y="6322"/>
                    <a:pt x="0" y="6418"/>
                  </a:cubicBezTo>
                  <a:cubicBezTo>
                    <a:pt x="0" y="6515"/>
                    <a:pt x="64" y="6579"/>
                    <a:pt x="129" y="6579"/>
                  </a:cubicBezTo>
                  <a:lnTo>
                    <a:pt x="1479" y="6579"/>
                  </a:lnTo>
                  <a:lnTo>
                    <a:pt x="2443" y="7350"/>
                  </a:lnTo>
                  <a:lnTo>
                    <a:pt x="2507" y="7383"/>
                  </a:lnTo>
                  <a:lnTo>
                    <a:pt x="3697" y="7640"/>
                  </a:lnTo>
                  <a:cubicBezTo>
                    <a:pt x="3375" y="8122"/>
                    <a:pt x="3279" y="8540"/>
                    <a:pt x="3279" y="8540"/>
                  </a:cubicBezTo>
                  <a:cubicBezTo>
                    <a:pt x="3279" y="8540"/>
                    <a:pt x="3954" y="9633"/>
                    <a:pt x="4757" y="10790"/>
                  </a:cubicBezTo>
                  <a:lnTo>
                    <a:pt x="4243" y="11015"/>
                  </a:lnTo>
                  <a:cubicBezTo>
                    <a:pt x="4179" y="11047"/>
                    <a:pt x="4147" y="11111"/>
                    <a:pt x="4147" y="11176"/>
                  </a:cubicBezTo>
                  <a:lnTo>
                    <a:pt x="4243" y="12879"/>
                  </a:lnTo>
                  <a:lnTo>
                    <a:pt x="3472" y="13972"/>
                  </a:lnTo>
                  <a:cubicBezTo>
                    <a:pt x="3439" y="14036"/>
                    <a:pt x="3472" y="14133"/>
                    <a:pt x="3536" y="14197"/>
                  </a:cubicBezTo>
                  <a:lnTo>
                    <a:pt x="3665" y="14197"/>
                  </a:lnTo>
                  <a:lnTo>
                    <a:pt x="3729" y="14165"/>
                  </a:lnTo>
                  <a:lnTo>
                    <a:pt x="4500" y="13008"/>
                  </a:lnTo>
                  <a:lnTo>
                    <a:pt x="4532" y="12911"/>
                  </a:lnTo>
                  <a:lnTo>
                    <a:pt x="4468" y="11272"/>
                  </a:lnTo>
                  <a:lnTo>
                    <a:pt x="4918" y="11047"/>
                  </a:lnTo>
                  <a:cubicBezTo>
                    <a:pt x="5497" y="11915"/>
                    <a:pt x="6107" y="12783"/>
                    <a:pt x="6461" y="13169"/>
                  </a:cubicBezTo>
                  <a:lnTo>
                    <a:pt x="5690" y="14326"/>
                  </a:lnTo>
                  <a:cubicBezTo>
                    <a:pt x="5657" y="14390"/>
                    <a:pt x="5657" y="14454"/>
                    <a:pt x="5722" y="14519"/>
                  </a:cubicBezTo>
                  <a:lnTo>
                    <a:pt x="7136" y="16222"/>
                  </a:lnTo>
                  <a:lnTo>
                    <a:pt x="6911" y="17187"/>
                  </a:lnTo>
                  <a:cubicBezTo>
                    <a:pt x="6879" y="17283"/>
                    <a:pt x="6943" y="17347"/>
                    <a:pt x="7040" y="17379"/>
                  </a:cubicBezTo>
                  <a:lnTo>
                    <a:pt x="7136" y="17379"/>
                  </a:lnTo>
                  <a:lnTo>
                    <a:pt x="7200" y="17283"/>
                  </a:lnTo>
                  <a:lnTo>
                    <a:pt x="7458" y="16190"/>
                  </a:lnTo>
                  <a:lnTo>
                    <a:pt x="7425" y="16062"/>
                  </a:lnTo>
                  <a:lnTo>
                    <a:pt x="6011" y="14390"/>
                  </a:lnTo>
                  <a:lnTo>
                    <a:pt x="6654" y="13394"/>
                  </a:lnTo>
                  <a:cubicBezTo>
                    <a:pt x="7104" y="13811"/>
                    <a:pt x="7940" y="14326"/>
                    <a:pt x="8711" y="14744"/>
                  </a:cubicBezTo>
                  <a:cubicBezTo>
                    <a:pt x="8897" y="14849"/>
                    <a:pt x="9095" y="14897"/>
                    <a:pt x="9289" y="14897"/>
                  </a:cubicBezTo>
                  <a:cubicBezTo>
                    <a:pt x="9868" y="14897"/>
                    <a:pt x="10415" y="14469"/>
                    <a:pt x="10511" y="13844"/>
                  </a:cubicBezTo>
                  <a:lnTo>
                    <a:pt x="10833" y="11465"/>
                  </a:lnTo>
                  <a:lnTo>
                    <a:pt x="11861" y="11561"/>
                  </a:lnTo>
                  <a:lnTo>
                    <a:pt x="12311" y="13715"/>
                  </a:lnTo>
                  <a:lnTo>
                    <a:pt x="12376" y="13844"/>
                  </a:lnTo>
                  <a:lnTo>
                    <a:pt x="13372" y="14294"/>
                  </a:lnTo>
                  <a:lnTo>
                    <a:pt x="13501" y="14294"/>
                  </a:lnTo>
                  <a:lnTo>
                    <a:pt x="13597" y="14229"/>
                  </a:lnTo>
                  <a:cubicBezTo>
                    <a:pt x="13629" y="14133"/>
                    <a:pt x="13597" y="14069"/>
                    <a:pt x="13501" y="14004"/>
                  </a:cubicBezTo>
                  <a:lnTo>
                    <a:pt x="12601" y="13586"/>
                  </a:lnTo>
                  <a:lnTo>
                    <a:pt x="12151" y="11401"/>
                  </a:lnTo>
                  <a:cubicBezTo>
                    <a:pt x="12151" y="11336"/>
                    <a:pt x="12086" y="11272"/>
                    <a:pt x="12022" y="11272"/>
                  </a:cubicBezTo>
                  <a:lnTo>
                    <a:pt x="10865" y="11176"/>
                  </a:lnTo>
                  <a:lnTo>
                    <a:pt x="10897" y="10983"/>
                  </a:lnTo>
                  <a:lnTo>
                    <a:pt x="10029" y="8572"/>
                  </a:lnTo>
                  <a:lnTo>
                    <a:pt x="10672" y="8283"/>
                  </a:lnTo>
                  <a:lnTo>
                    <a:pt x="11926" y="9375"/>
                  </a:lnTo>
                  <a:lnTo>
                    <a:pt x="12022" y="9408"/>
                  </a:lnTo>
                  <a:lnTo>
                    <a:pt x="13372" y="9504"/>
                  </a:lnTo>
                  <a:lnTo>
                    <a:pt x="13469" y="9504"/>
                  </a:lnTo>
                  <a:cubicBezTo>
                    <a:pt x="13501" y="9472"/>
                    <a:pt x="13533" y="9408"/>
                    <a:pt x="13533" y="9375"/>
                  </a:cubicBezTo>
                  <a:cubicBezTo>
                    <a:pt x="13565" y="9279"/>
                    <a:pt x="13501" y="9215"/>
                    <a:pt x="13404" y="9215"/>
                  </a:cubicBezTo>
                  <a:lnTo>
                    <a:pt x="12086" y="9086"/>
                  </a:lnTo>
                  <a:lnTo>
                    <a:pt x="10801" y="7961"/>
                  </a:lnTo>
                  <a:cubicBezTo>
                    <a:pt x="10768" y="7945"/>
                    <a:pt x="10736" y="7937"/>
                    <a:pt x="10708" y="7937"/>
                  </a:cubicBezTo>
                  <a:cubicBezTo>
                    <a:pt x="10680" y="7937"/>
                    <a:pt x="10656" y="7945"/>
                    <a:pt x="10640" y="7961"/>
                  </a:cubicBezTo>
                  <a:lnTo>
                    <a:pt x="9933" y="8283"/>
                  </a:lnTo>
                  <a:lnTo>
                    <a:pt x="9000" y="5615"/>
                  </a:lnTo>
                  <a:cubicBezTo>
                    <a:pt x="9000" y="5615"/>
                    <a:pt x="8552" y="5544"/>
                    <a:pt x="7897" y="5544"/>
                  </a:cubicBezTo>
                  <a:cubicBezTo>
                    <a:pt x="7788" y="5544"/>
                    <a:pt x="7673" y="5546"/>
                    <a:pt x="7554" y="5550"/>
                  </a:cubicBezTo>
                  <a:lnTo>
                    <a:pt x="7940" y="4747"/>
                  </a:lnTo>
                  <a:lnTo>
                    <a:pt x="7972" y="4682"/>
                  </a:lnTo>
                  <a:lnTo>
                    <a:pt x="7972" y="3461"/>
                  </a:lnTo>
                  <a:lnTo>
                    <a:pt x="8808" y="2400"/>
                  </a:lnTo>
                  <a:cubicBezTo>
                    <a:pt x="8840" y="2336"/>
                    <a:pt x="8840" y="2239"/>
                    <a:pt x="8775" y="2175"/>
                  </a:cubicBezTo>
                  <a:cubicBezTo>
                    <a:pt x="8749" y="2162"/>
                    <a:pt x="8717" y="2154"/>
                    <a:pt x="8684" y="2154"/>
                  </a:cubicBezTo>
                  <a:cubicBezTo>
                    <a:pt x="8637" y="2154"/>
                    <a:pt x="8588" y="2170"/>
                    <a:pt x="8550" y="2207"/>
                  </a:cubicBezTo>
                  <a:lnTo>
                    <a:pt x="7715" y="3300"/>
                  </a:lnTo>
                  <a:lnTo>
                    <a:pt x="7683" y="3397"/>
                  </a:lnTo>
                  <a:lnTo>
                    <a:pt x="7650" y="4650"/>
                  </a:lnTo>
                  <a:lnTo>
                    <a:pt x="7200" y="5582"/>
                  </a:lnTo>
                  <a:cubicBezTo>
                    <a:pt x="7104" y="5582"/>
                    <a:pt x="7008" y="5615"/>
                    <a:pt x="6943" y="5615"/>
                  </a:cubicBezTo>
                  <a:lnTo>
                    <a:pt x="6558" y="4875"/>
                  </a:lnTo>
                  <a:lnTo>
                    <a:pt x="6011" y="5132"/>
                  </a:lnTo>
                  <a:lnTo>
                    <a:pt x="5754" y="4586"/>
                  </a:lnTo>
                  <a:cubicBezTo>
                    <a:pt x="5818" y="4007"/>
                    <a:pt x="6107" y="1307"/>
                    <a:pt x="6911" y="246"/>
                  </a:cubicBezTo>
                  <a:cubicBezTo>
                    <a:pt x="6943" y="182"/>
                    <a:pt x="6943" y="86"/>
                    <a:pt x="6879" y="21"/>
                  </a:cubicBezTo>
                  <a:cubicBezTo>
                    <a:pt x="6852" y="8"/>
                    <a:pt x="6820" y="0"/>
                    <a:pt x="67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8" name="Google Shape;2828;g312bfb4b743_5_798"/>
            <p:cNvSpPr/>
            <p:nvPr/>
          </p:nvSpPr>
          <p:spPr>
            <a:xfrm>
              <a:off x="2381150" y="3534525"/>
              <a:ext cx="172000" cy="169600"/>
            </a:xfrm>
            <a:custGeom>
              <a:avLst/>
              <a:gdLst/>
              <a:ahLst/>
              <a:cxnLst/>
              <a:rect l="l" t="t" r="r" b="b"/>
              <a:pathLst>
                <a:path w="6880" h="6784" extrusionOk="0">
                  <a:moveTo>
                    <a:pt x="4887" y="1"/>
                  </a:moveTo>
                  <a:lnTo>
                    <a:pt x="3183" y="2412"/>
                  </a:lnTo>
                  <a:lnTo>
                    <a:pt x="1" y="2444"/>
                  </a:lnTo>
                  <a:lnTo>
                    <a:pt x="2958" y="6783"/>
                  </a:lnTo>
                  <a:lnTo>
                    <a:pt x="3890" y="5562"/>
                  </a:lnTo>
                  <a:lnTo>
                    <a:pt x="4790" y="5722"/>
                  </a:lnTo>
                  <a:lnTo>
                    <a:pt x="5144" y="4919"/>
                  </a:lnTo>
                  <a:lnTo>
                    <a:pt x="6880" y="4983"/>
                  </a:lnTo>
                  <a:lnTo>
                    <a:pt x="488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9" name="Google Shape;2829;g312bfb4b743_5_798"/>
            <p:cNvSpPr/>
            <p:nvPr/>
          </p:nvSpPr>
          <p:spPr>
            <a:xfrm>
              <a:off x="2377150" y="3530525"/>
              <a:ext cx="179225" cy="177600"/>
            </a:xfrm>
            <a:custGeom>
              <a:avLst/>
              <a:gdLst/>
              <a:ahLst/>
              <a:cxnLst/>
              <a:rect l="l" t="t" r="r" b="b"/>
              <a:pathLst>
                <a:path w="7169" h="7104" extrusionOk="0">
                  <a:moveTo>
                    <a:pt x="5015" y="482"/>
                  </a:moveTo>
                  <a:lnTo>
                    <a:pt x="6815" y="4982"/>
                  </a:lnTo>
                  <a:lnTo>
                    <a:pt x="5304" y="4950"/>
                  </a:lnTo>
                  <a:lnTo>
                    <a:pt x="5240" y="4950"/>
                  </a:lnTo>
                  <a:lnTo>
                    <a:pt x="5143" y="5015"/>
                  </a:lnTo>
                  <a:lnTo>
                    <a:pt x="4854" y="5722"/>
                  </a:lnTo>
                  <a:lnTo>
                    <a:pt x="4082" y="5561"/>
                  </a:lnTo>
                  <a:cubicBezTo>
                    <a:pt x="4018" y="5561"/>
                    <a:pt x="3986" y="5593"/>
                    <a:pt x="3922" y="5625"/>
                  </a:cubicBezTo>
                  <a:lnTo>
                    <a:pt x="3118" y="6686"/>
                  </a:lnTo>
                  <a:lnTo>
                    <a:pt x="450" y="2764"/>
                  </a:lnTo>
                  <a:lnTo>
                    <a:pt x="3343" y="2700"/>
                  </a:lnTo>
                  <a:cubicBezTo>
                    <a:pt x="3407" y="2700"/>
                    <a:pt x="3440" y="2700"/>
                    <a:pt x="3472" y="2636"/>
                  </a:cubicBezTo>
                  <a:lnTo>
                    <a:pt x="5015" y="482"/>
                  </a:lnTo>
                  <a:close/>
                  <a:moveTo>
                    <a:pt x="5079" y="0"/>
                  </a:moveTo>
                  <a:cubicBezTo>
                    <a:pt x="5015" y="0"/>
                    <a:pt x="4950" y="32"/>
                    <a:pt x="4918" y="64"/>
                  </a:cubicBezTo>
                  <a:lnTo>
                    <a:pt x="3279" y="2411"/>
                  </a:lnTo>
                  <a:lnTo>
                    <a:pt x="161" y="2443"/>
                  </a:lnTo>
                  <a:cubicBezTo>
                    <a:pt x="97" y="2443"/>
                    <a:pt x="64" y="2475"/>
                    <a:pt x="32" y="2539"/>
                  </a:cubicBezTo>
                  <a:cubicBezTo>
                    <a:pt x="0" y="2572"/>
                    <a:pt x="0" y="2636"/>
                    <a:pt x="32" y="2700"/>
                  </a:cubicBezTo>
                  <a:lnTo>
                    <a:pt x="2990" y="7040"/>
                  </a:lnTo>
                  <a:cubicBezTo>
                    <a:pt x="3022" y="7072"/>
                    <a:pt x="3054" y="7104"/>
                    <a:pt x="3118" y="7104"/>
                  </a:cubicBezTo>
                  <a:cubicBezTo>
                    <a:pt x="3150" y="7104"/>
                    <a:pt x="3215" y="7072"/>
                    <a:pt x="3247" y="7040"/>
                  </a:cubicBezTo>
                  <a:lnTo>
                    <a:pt x="4115" y="5882"/>
                  </a:lnTo>
                  <a:lnTo>
                    <a:pt x="4918" y="6043"/>
                  </a:lnTo>
                  <a:cubicBezTo>
                    <a:pt x="4982" y="6043"/>
                    <a:pt x="5079" y="6011"/>
                    <a:pt x="5079" y="5947"/>
                  </a:cubicBezTo>
                  <a:lnTo>
                    <a:pt x="5400" y="5240"/>
                  </a:lnTo>
                  <a:lnTo>
                    <a:pt x="7008" y="5304"/>
                  </a:lnTo>
                  <a:lnTo>
                    <a:pt x="7104" y="5272"/>
                  </a:lnTo>
                  <a:lnTo>
                    <a:pt x="7168" y="5240"/>
                  </a:lnTo>
                  <a:lnTo>
                    <a:pt x="7168" y="5079"/>
                  </a:lnTo>
                  <a:lnTo>
                    <a:pt x="5207" y="96"/>
                  </a:lnTo>
                  <a:cubicBezTo>
                    <a:pt x="5175" y="64"/>
                    <a:pt x="5111" y="32"/>
                    <a:pt x="50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0" name="Google Shape;2830;g312bfb4b743_5_798"/>
            <p:cNvSpPr/>
            <p:nvPr/>
          </p:nvSpPr>
          <p:spPr>
            <a:xfrm>
              <a:off x="2393200" y="3540950"/>
              <a:ext cx="99675" cy="53875"/>
            </a:xfrm>
            <a:custGeom>
              <a:avLst/>
              <a:gdLst/>
              <a:ahLst/>
              <a:cxnLst/>
              <a:rect l="l" t="t" r="r" b="b"/>
              <a:pathLst>
                <a:path w="3987" h="2155" extrusionOk="0">
                  <a:moveTo>
                    <a:pt x="1576" y="1"/>
                  </a:moveTo>
                  <a:lnTo>
                    <a:pt x="1" y="2122"/>
                  </a:lnTo>
                  <a:lnTo>
                    <a:pt x="2701" y="2155"/>
                  </a:lnTo>
                  <a:lnTo>
                    <a:pt x="3987" y="162"/>
                  </a:lnTo>
                  <a:lnTo>
                    <a:pt x="157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1" name="Google Shape;2831;g312bfb4b743_5_798"/>
            <p:cNvSpPr/>
            <p:nvPr/>
          </p:nvSpPr>
          <p:spPr>
            <a:xfrm>
              <a:off x="2389200" y="3536950"/>
              <a:ext cx="106900" cy="61100"/>
            </a:xfrm>
            <a:custGeom>
              <a:avLst/>
              <a:gdLst/>
              <a:ahLst/>
              <a:cxnLst/>
              <a:rect l="l" t="t" r="r" b="b"/>
              <a:pathLst>
                <a:path w="4276" h="2444" extrusionOk="0">
                  <a:moveTo>
                    <a:pt x="1832" y="322"/>
                  </a:moveTo>
                  <a:lnTo>
                    <a:pt x="3858" y="450"/>
                  </a:lnTo>
                  <a:lnTo>
                    <a:pt x="2797" y="2154"/>
                  </a:lnTo>
                  <a:lnTo>
                    <a:pt x="450" y="2122"/>
                  </a:lnTo>
                  <a:lnTo>
                    <a:pt x="1832" y="322"/>
                  </a:lnTo>
                  <a:close/>
                  <a:moveTo>
                    <a:pt x="1768" y="0"/>
                  </a:moveTo>
                  <a:cubicBezTo>
                    <a:pt x="1704" y="0"/>
                    <a:pt x="1640" y="32"/>
                    <a:pt x="1607" y="64"/>
                  </a:cubicBezTo>
                  <a:lnTo>
                    <a:pt x="32" y="2186"/>
                  </a:lnTo>
                  <a:cubicBezTo>
                    <a:pt x="0" y="2250"/>
                    <a:pt x="0" y="2315"/>
                    <a:pt x="32" y="2347"/>
                  </a:cubicBezTo>
                  <a:cubicBezTo>
                    <a:pt x="65" y="2411"/>
                    <a:pt x="97" y="2443"/>
                    <a:pt x="161" y="2443"/>
                  </a:cubicBezTo>
                  <a:lnTo>
                    <a:pt x="2925" y="2443"/>
                  </a:lnTo>
                  <a:lnTo>
                    <a:pt x="2990" y="2379"/>
                  </a:lnTo>
                  <a:lnTo>
                    <a:pt x="4275" y="418"/>
                  </a:lnTo>
                  <a:lnTo>
                    <a:pt x="4275" y="257"/>
                  </a:lnTo>
                  <a:cubicBezTo>
                    <a:pt x="4243" y="225"/>
                    <a:pt x="4211" y="193"/>
                    <a:pt x="4147" y="161"/>
                  </a:cubicBezTo>
                  <a:lnTo>
                    <a:pt x="176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5"/>
        <p:cNvGrpSpPr/>
        <p:nvPr/>
      </p:nvGrpSpPr>
      <p:grpSpPr>
        <a:xfrm>
          <a:off x="0" y="0"/>
          <a:ext cx="0" cy="0"/>
          <a:chOff x="0" y="0"/>
          <a:chExt cx="0" cy="0"/>
        </a:xfrm>
      </p:grpSpPr>
      <p:sp>
        <p:nvSpPr>
          <p:cNvPr id="2836" name="Google Shape;2836;g312bfb4b743_5_1187"/>
          <p:cNvSpPr txBox="1">
            <a:spLocks noGrp="1"/>
          </p:cNvSpPr>
          <p:nvPr>
            <p:ph type="title"/>
          </p:nvPr>
        </p:nvSpPr>
        <p:spPr>
          <a:xfrm>
            <a:off x="2624328" y="1121545"/>
            <a:ext cx="3904500" cy="1902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sz="3600"/>
              <a:t>Conclusion</a:t>
            </a:r>
            <a:endParaRPr sz="10000"/>
          </a:p>
        </p:txBody>
      </p:sp>
      <p:sp>
        <p:nvSpPr>
          <p:cNvPr id="2837" name="Google Shape;2837;g312bfb4b743_5_1187"/>
          <p:cNvSpPr txBox="1">
            <a:spLocks noGrp="1"/>
          </p:cNvSpPr>
          <p:nvPr>
            <p:ph type="subTitle" idx="1"/>
          </p:nvPr>
        </p:nvSpPr>
        <p:spPr>
          <a:xfrm>
            <a:off x="2933525" y="2699917"/>
            <a:ext cx="3276900" cy="868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endParaRPr/>
          </a:p>
          <a:p>
            <a:pPr marL="0" lvl="0" indent="0" algn="ctr" rtl="0">
              <a:lnSpc>
                <a:spcPct val="100000"/>
              </a:lnSpc>
              <a:spcBef>
                <a:spcPts val="0"/>
              </a:spcBef>
              <a:spcAft>
                <a:spcPts val="0"/>
              </a:spcAft>
              <a:buSzPts val="16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1"/>
        <p:cNvGrpSpPr/>
        <p:nvPr/>
      </p:nvGrpSpPr>
      <p:grpSpPr>
        <a:xfrm>
          <a:off x="0" y="0"/>
          <a:ext cx="0" cy="0"/>
          <a:chOff x="0" y="0"/>
          <a:chExt cx="0" cy="0"/>
        </a:xfrm>
      </p:grpSpPr>
      <p:sp>
        <p:nvSpPr>
          <p:cNvPr id="2842" name="Google Shape;2842;p3"/>
          <p:cNvSpPr txBox="1">
            <a:spLocks noGrp="1"/>
          </p:cNvSpPr>
          <p:nvPr>
            <p:ph type="title"/>
          </p:nvPr>
        </p:nvSpPr>
        <p:spPr>
          <a:xfrm>
            <a:off x="1995450" y="2231100"/>
            <a:ext cx="5153100" cy="804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 sz="4700"/>
              <a:t>Automated Testing</a:t>
            </a:r>
            <a:endParaRPr sz="4700"/>
          </a:p>
        </p:txBody>
      </p:sp>
      <p:sp>
        <p:nvSpPr>
          <p:cNvPr id="2843" name="Google Shape;2843;p3"/>
          <p:cNvSpPr txBox="1">
            <a:spLocks noGrp="1"/>
          </p:cNvSpPr>
          <p:nvPr>
            <p:ph type="title" idx="2"/>
          </p:nvPr>
        </p:nvSpPr>
        <p:spPr>
          <a:xfrm>
            <a:off x="2971800" y="1161288"/>
            <a:ext cx="2967600" cy="10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a:t>04</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7"/>
        <p:cNvGrpSpPr/>
        <p:nvPr/>
      </p:nvGrpSpPr>
      <p:grpSpPr>
        <a:xfrm>
          <a:off x="0" y="0"/>
          <a:ext cx="0" cy="0"/>
          <a:chOff x="0" y="0"/>
          <a:chExt cx="0" cy="0"/>
        </a:xfrm>
      </p:grpSpPr>
      <p:sp>
        <p:nvSpPr>
          <p:cNvPr id="2848" name="Google Shape;2848;g304b0f002fb_0_1"/>
          <p:cNvSpPr txBox="1">
            <a:spLocks noGrp="1"/>
          </p:cNvSpPr>
          <p:nvPr>
            <p:ph type="title"/>
          </p:nvPr>
        </p:nvSpPr>
        <p:spPr>
          <a:xfrm>
            <a:off x="1271016" y="338328"/>
            <a:ext cx="6611100" cy="548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700"/>
              <a:t>Automated Testing Framework Overview</a:t>
            </a:r>
            <a:endParaRPr sz="2700"/>
          </a:p>
        </p:txBody>
      </p:sp>
      <p:sp>
        <p:nvSpPr>
          <p:cNvPr id="2849" name="Google Shape;2849;g304b0f002fb_0_1"/>
          <p:cNvSpPr txBox="1">
            <a:spLocks noGrp="1"/>
          </p:cNvSpPr>
          <p:nvPr>
            <p:ph type="subTitle" idx="1"/>
          </p:nvPr>
        </p:nvSpPr>
        <p:spPr>
          <a:xfrm>
            <a:off x="4490575" y="1376400"/>
            <a:ext cx="4507800" cy="2656200"/>
          </a:xfrm>
          <a:prstGeom prst="rect">
            <a:avLst/>
          </a:prstGeom>
          <a:noFill/>
          <a:ln>
            <a:noFill/>
          </a:ln>
        </p:spPr>
        <p:txBody>
          <a:bodyPr spcFirstLastPara="1" wrap="square" lIns="91425" tIns="91425" rIns="91425" bIns="91425" anchor="t" anchorCtr="0">
            <a:noAutofit/>
          </a:bodyPr>
          <a:lstStyle/>
          <a:p>
            <a:pPr marL="127000" lvl="7" indent="-127000" algn="l" rtl="0">
              <a:lnSpc>
                <a:spcPct val="115000"/>
              </a:lnSpc>
              <a:spcBef>
                <a:spcPts val="0"/>
              </a:spcBef>
              <a:spcAft>
                <a:spcPts val="0"/>
              </a:spcAft>
              <a:buClr>
                <a:schemeClr val="accent1"/>
              </a:buClr>
              <a:buSzPts val="1600"/>
              <a:buFont typeface="Barlow Semi Condensed"/>
              <a:buChar char="●"/>
            </a:pPr>
            <a:r>
              <a:rPr lang="en"/>
              <a:t>  </a:t>
            </a:r>
            <a:r>
              <a:rPr lang="en" b="1"/>
              <a:t>Objective:</a:t>
            </a:r>
            <a:r>
              <a:rPr lang="en"/>
              <a:t> The primary goal of this automated testing framework is to ensure code quality and deployment consistency by automatically building and publishing the code each time changes are pushed to the development branch.</a:t>
            </a:r>
            <a:endParaRPr/>
          </a:p>
          <a:p>
            <a:pPr marL="127000" lvl="0" indent="-127000" algn="l" rtl="0">
              <a:lnSpc>
                <a:spcPct val="115000"/>
              </a:lnSpc>
              <a:spcBef>
                <a:spcPts val="0"/>
              </a:spcBef>
              <a:spcAft>
                <a:spcPts val="0"/>
              </a:spcAft>
              <a:buClr>
                <a:schemeClr val="accent1"/>
              </a:buClr>
              <a:buSzPts val="1600"/>
              <a:buFont typeface="Barlow Semi Condensed"/>
              <a:buChar char="●"/>
            </a:pPr>
            <a:r>
              <a:rPr lang="en"/>
              <a:t>  </a:t>
            </a:r>
            <a:r>
              <a:rPr lang="en" b="1"/>
              <a:t>Implementation:</a:t>
            </a:r>
            <a:r>
              <a:rPr lang="en"/>
              <a:t> This framework is implemented using GitHub Actions and operates on every push and pull request to the development branch.</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SzPts val="1600"/>
              <a:buNone/>
            </a:pPr>
            <a:endParaRPr>
              <a:latin typeface="Barlow Semi Condensed"/>
              <a:ea typeface="Barlow Semi Condensed"/>
              <a:cs typeface="Barlow Semi Condensed"/>
              <a:sym typeface="Barlow Semi Condensed"/>
            </a:endParaRPr>
          </a:p>
        </p:txBody>
      </p:sp>
      <p:pic>
        <p:nvPicPr>
          <p:cNvPr id="2850" name="Google Shape;2850;g304b0f002fb_0_1"/>
          <p:cNvPicPr preferRelativeResize="0"/>
          <p:nvPr/>
        </p:nvPicPr>
        <p:blipFill>
          <a:blip r:embed="rId3">
            <a:alphaModFix/>
          </a:blip>
          <a:stretch>
            <a:fillRect/>
          </a:stretch>
        </p:blipFill>
        <p:spPr>
          <a:xfrm>
            <a:off x="56600" y="1169190"/>
            <a:ext cx="4386076" cy="316641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54"/>
        <p:cNvGrpSpPr/>
        <p:nvPr/>
      </p:nvGrpSpPr>
      <p:grpSpPr>
        <a:xfrm>
          <a:off x="0" y="0"/>
          <a:ext cx="0" cy="0"/>
          <a:chOff x="0" y="0"/>
          <a:chExt cx="0" cy="0"/>
        </a:xfrm>
      </p:grpSpPr>
      <p:sp>
        <p:nvSpPr>
          <p:cNvPr id="2855" name="Google Shape;2855;g312bfb4b743_0_18"/>
          <p:cNvSpPr txBox="1">
            <a:spLocks noGrp="1"/>
          </p:cNvSpPr>
          <p:nvPr>
            <p:ph type="title"/>
          </p:nvPr>
        </p:nvSpPr>
        <p:spPr>
          <a:xfrm>
            <a:off x="1271016" y="338328"/>
            <a:ext cx="6611100" cy="548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700"/>
              <a:t>Framework Components</a:t>
            </a:r>
            <a:endParaRPr sz="2700"/>
          </a:p>
        </p:txBody>
      </p:sp>
      <p:pic>
        <p:nvPicPr>
          <p:cNvPr id="2856" name="Google Shape;2856;g312bfb4b743_0_18"/>
          <p:cNvPicPr preferRelativeResize="0"/>
          <p:nvPr/>
        </p:nvPicPr>
        <p:blipFill>
          <a:blip r:embed="rId3">
            <a:alphaModFix/>
          </a:blip>
          <a:stretch>
            <a:fillRect/>
          </a:stretch>
        </p:blipFill>
        <p:spPr>
          <a:xfrm>
            <a:off x="276925" y="1011528"/>
            <a:ext cx="3672132" cy="3951672"/>
          </a:xfrm>
          <a:prstGeom prst="rect">
            <a:avLst/>
          </a:prstGeom>
          <a:noFill/>
          <a:ln>
            <a:noFill/>
          </a:ln>
        </p:spPr>
      </p:pic>
      <p:sp>
        <p:nvSpPr>
          <p:cNvPr id="2857" name="Google Shape;2857;g312bfb4b743_0_18"/>
          <p:cNvSpPr txBox="1">
            <a:spLocks noGrp="1"/>
          </p:cNvSpPr>
          <p:nvPr>
            <p:ph type="subTitle" idx="1"/>
          </p:nvPr>
        </p:nvSpPr>
        <p:spPr>
          <a:xfrm>
            <a:off x="3949050" y="1243650"/>
            <a:ext cx="5091600" cy="2656200"/>
          </a:xfrm>
          <a:prstGeom prst="rect">
            <a:avLst/>
          </a:prstGeom>
          <a:noFill/>
          <a:ln>
            <a:noFill/>
          </a:ln>
        </p:spPr>
        <p:txBody>
          <a:bodyPr spcFirstLastPara="1" wrap="square" lIns="91425" tIns="91425" rIns="91425" bIns="91425" anchor="t" anchorCtr="0">
            <a:noAutofit/>
          </a:bodyPr>
          <a:lstStyle/>
          <a:p>
            <a:pPr marL="127000" lvl="7" indent="-127000" algn="l" rtl="0">
              <a:lnSpc>
                <a:spcPct val="115000"/>
              </a:lnSpc>
              <a:spcBef>
                <a:spcPts val="0"/>
              </a:spcBef>
              <a:spcAft>
                <a:spcPts val="0"/>
              </a:spcAft>
              <a:buClr>
                <a:schemeClr val="accent1"/>
              </a:buClr>
              <a:buSzPts val="1600"/>
              <a:buFont typeface="Barlow Semi Condensed"/>
              <a:buChar char="●"/>
            </a:pPr>
            <a:r>
              <a:rPr lang="en"/>
              <a:t> </a:t>
            </a:r>
            <a:r>
              <a:rPr lang="en" b="1"/>
              <a:t>YML File Location:</a:t>
            </a:r>
            <a:r>
              <a:rPr lang="en"/>
              <a:t> The file </a:t>
            </a:r>
            <a:r>
              <a:rPr lang="en" i="1"/>
              <a:t>Build-Dockerhub.yml</a:t>
            </a:r>
            <a:r>
              <a:rPr lang="en"/>
              <a:t> is located in the </a:t>
            </a:r>
            <a:r>
              <a:rPr lang="en" i="1"/>
              <a:t>.github/workflows</a:t>
            </a:r>
            <a:r>
              <a:rPr lang="en"/>
              <a:t> folder in our code repository.</a:t>
            </a:r>
            <a:endParaRPr/>
          </a:p>
          <a:p>
            <a:pPr marL="127000" lvl="0" indent="-127000" algn="l" rtl="0">
              <a:lnSpc>
                <a:spcPct val="115000"/>
              </a:lnSpc>
              <a:spcBef>
                <a:spcPts val="0"/>
              </a:spcBef>
              <a:spcAft>
                <a:spcPts val="0"/>
              </a:spcAft>
              <a:buClr>
                <a:schemeClr val="accent1"/>
              </a:buClr>
              <a:buSzPts val="1600"/>
              <a:buFont typeface="Barlow Semi Condensed"/>
              <a:buChar char="●"/>
            </a:pPr>
            <a:r>
              <a:rPr lang="en"/>
              <a:t> </a:t>
            </a:r>
            <a:r>
              <a:rPr lang="en" b="1"/>
              <a:t>Test Frameworks: </a:t>
            </a:r>
            <a:r>
              <a:rPr lang="en"/>
              <a:t>This setup does not utilize traditional test frameworks like Pytest or the Django testing suite. Instead, it focuses on automated building and deployment to ensure continuous integration.</a:t>
            </a:r>
            <a:endParaRPr/>
          </a:p>
          <a:p>
            <a:pPr marL="228600" lvl="0" indent="-228600" algn="l" rtl="0">
              <a:lnSpc>
                <a:spcPct val="115000"/>
              </a:lnSpc>
              <a:spcBef>
                <a:spcPts val="0"/>
              </a:spcBef>
              <a:spcAft>
                <a:spcPts val="0"/>
              </a:spcAft>
              <a:buClr>
                <a:schemeClr val="accent1"/>
              </a:buClr>
              <a:buSzPts val="1600"/>
              <a:buFont typeface="Barlow Semi Condensed"/>
              <a:buChar char="●"/>
            </a:pPr>
            <a:r>
              <a:rPr lang="en" b="1"/>
              <a:t>Security Consideration:</a:t>
            </a:r>
            <a:r>
              <a:rPr lang="en"/>
              <a:t> We took security into account by setting secrets.DOCKERHUB_USERNAME and secrets.DOCKERHUB_TOKEN in our code, an improvement suggested by our security leader.</a:t>
            </a:r>
            <a:endParaRPr>
              <a:latin typeface="Barlow Semi Condensed"/>
              <a:ea typeface="Barlow Semi Condensed"/>
              <a:cs typeface="Barlow Semi Condensed"/>
              <a:sym typeface="Barlow Semi Condense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61"/>
        <p:cNvGrpSpPr/>
        <p:nvPr/>
      </p:nvGrpSpPr>
      <p:grpSpPr>
        <a:xfrm>
          <a:off x="0" y="0"/>
          <a:ext cx="0" cy="0"/>
          <a:chOff x="0" y="0"/>
          <a:chExt cx="0" cy="0"/>
        </a:xfrm>
      </p:grpSpPr>
      <p:sp>
        <p:nvSpPr>
          <p:cNvPr id="2862" name="Google Shape;2862;g312bfb4b743_0_7"/>
          <p:cNvSpPr txBox="1">
            <a:spLocks noGrp="1"/>
          </p:cNvSpPr>
          <p:nvPr>
            <p:ph type="title"/>
          </p:nvPr>
        </p:nvSpPr>
        <p:spPr>
          <a:xfrm>
            <a:off x="1271016" y="338328"/>
            <a:ext cx="6611100" cy="548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700"/>
              <a:t>Framework Components</a:t>
            </a:r>
            <a:endParaRPr sz="2700"/>
          </a:p>
        </p:txBody>
      </p:sp>
      <p:sp>
        <p:nvSpPr>
          <p:cNvPr id="2863" name="Google Shape;2863;g312bfb4b743_0_7"/>
          <p:cNvSpPr txBox="1">
            <a:spLocks noGrp="1"/>
          </p:cNvSpPr>
          <p:nvPr>
            <p:ph type="subTitle" idx="1"/>
          </p:nvPr>
        </p:nvSpPr>
        <p:spPr>
          <a:xfrm>
            <a:off x="4011675" y="1366800"/>
            <a:ext cx="5186700" cy="2656200"/>
          </a:xfrm>
          <a:prstGeom prst="rect">
            <a:avLst/>
          </a:prstGeom>
          <a:noFill/>
          <a:ln>
            <a:noFill/>
          </a:ln>
        </p:spPr>
        <p:txBody>
          <a:bodyPr spcFirstLastPara="1" wrap="square" lIns="91425" tIns="91425" rIns="91425" bIns="91425" anchor="t" anchorCtr="0">
            <a:noAutofit/>
          </a:bodyPr>
          <a:lstStyle/>
          <a:p>
            <a:pPr marL="127000" lvl="7" indent="-127000" algn="l" rtl="0">
              <a:lnSpc>
                <a:spcPct val="115000"/>
              </a:lnSpc>
              <a:spcBef>
                <a:spcPts val="0"/>
              </a:spcBef>
              <a:spcAft>
                <a:spcPts val="0"/>
              </a:spcAft>
              <a:buClr>
                <a:schemeClr val="accent1"/>
              </a:buClr>
              <a:buSzPts val="1600"/>
              <a:buFont typeface="Barlow Semi Condensed"/>
              <a:buChar char="●"/>
            </a:pPr>
            <a:r>
              <a:rPr lang="en"/>
              <a:t> </a:t>
            </a:r>
            <a:r>
              <a:rPr lang="en" b="1"/>
              <a:t>Workflow Steps:</a:t>
            </a:r>
            <a:r>
              <a:rPr lang="en"/>
              <a:t> </a:t>
            </a:r>
            <a:endParaRPr/>
          </a:p>
          <a:p>
            <a:pPr marL="457200" lvl="0" indent="-330200" algn="l" rtl="0">
              <a:lnSpc>
                <a:spcPct val="115000"/>
              </a:lnSpc>
              <a:spcBef>
                <a:spcPts val="0"/>
              </a:spcBef>
              <a:spcAft>
                <a:spcPts val="0"/>
              </a:spcAft>
              <a:buSzPts val="1600"/>
              <a:buFont typeface="Barlow Semi Condensed"/>
              <a:buAutoNum type="arabicParenR"/>
            </a:pPr>
            <a:r>
              <a:rPr lang="en" b="1"/>
              <a:t>Pull Source Code:</a:t>
            </a:r>
            <a:r>
              <a:rPr lang="en"/>
              <a:t> Fetch the latest code from the repository.</a:t>
            </a:r>
            <a:endParaRPr/>
          </a:p>
          <a:p>
            <a:pPr marL="457200" lvl="0" indent="-330200" algn="l" rtl="0">
              <a:lnSpc>
                <a:spcPct val="115000"/>
              </a:lnSpc>
              <a:spcBef>
                <a:spcPts val="0"/>
              </a:spcBef>
              <a:spcAft>
                <a:spcPts val="0"/>
              </a:spcAft>
              <a:buSzPts val="1600"/>
              <a:buFont typeface="Barlow Semi Condensed"/>
              <a:buAutoNum type="arabicParenR"/>
            </a:pPr>
            <a:r>
              <a:rPr lang="en" b="1"/>
              <a:t>Set Up QEMU:</a:t>
            </a:r>
            <a:r>
              <a:rPr lang="en"/>
              <a:t> Configure QEMU for multi-platform support.</a:t>
            </a:r>
            <a:endParaRPr/>
          </a:p>
          <a:p>
            <a:pPr marL="457200" lvl="0" indent="-330200" algn="l" rtl="0">
              <a:lnSpc>
                <a:spcPct val="115000"/>
              </a:lnSpc>
              <a:spcBef>
                <a:spcPts val="0"/>
              </a:spcBef>
              <a:spcAft>
                <a:spcPts val="0"/>
              </a:spcAft>
              <a:buSzPts val="1600"/>
              <a:buFont typeface="Barlow Semi Condensed"/>
              <a:buAutoNum type="arabicParenR"/>
            </a:pPr>
            <a:r>
              <a:rPr lang="en" b="1"/>
              <a:t>Set Up Docker Buildx: </a:t>
            </a:r>
            <a:r>
              <a:rPr lang="en"/>
              <a:t>Enable Docker Buildx for cross-platform builds.</a:t>
            </a:r>
            <a:endParaRPr/>
          </a:p>
          <a:p>
            <a:pPr marL="457200" lvl="0" indent="-330200" algn="l" rtl="0">
              <a:lnSpc>
                <a:spcPct val="115000"/>
              </a:lnSpc>
              <a:spcBef>
                <a:spcPts val="0"/>
              </a:spcBef>
              <a:spcAft>
                <a:spcPts val="0"/>
              </a:spcAft>
              <a:buSzPts val="1600"/>
              <a:buFont typeface="Barlow Semi Condensed"/>
              <a:buAutoNum type="arabicParenR"/>
            </a:pPr>
            <a:r>
              <a:rPr lang="en" b="1"/>
              <a:t>Login to Docker Hub: </a:t>
            </a:r>
            <a:r>
              <a:rPr lang="en"/>
              <a:t>Securely log into Docker Hub.</a:t>
            </a:r>
            <a:endParaRPr/>
          </a:p>
          <a:p>
            <a:pPr marL="457200" lvl="0" indent="-330200" algn="l" rtl="0">
              <a:lnSpc>
                <a:spcPct val="115000"/>
              </a:lnSpc>
              <a:spcBef>
                <a:spcPts val="0"/>
              </a:spcBef>
              <a:spcAft>
                <a:spcPts val="0"/>
              </a:spcAft>
              <a:buSzPts val="1600"/>
              <a:buFont typeface="Barlow Semi Condensed"/>
              <a:buAutoNum type="arabicParenR"/>
            </a:pPr>
            <a:r>
              <a:rPr lang="en" b="1"/>
              <a:t>Build and Push Docker Image: </a:t>
            </a:r>
            <a:r>
              <a:rPr lang="en"/>
              <a:t>Build the Docker image and push it to Docker Hub under the latest tag.</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SzPts val="1600"/>
              <a:buNone/>
            </a:pPr>
            <a:endParaRPr>
              <a:latin typeface="Barlow Semi Condensed"/>
              <a:ea typeface="Barlow Semi Condensed"/>
              <a:cs typeface="Barlow Semi Condensed"/>
              <a:sym typeface="Barlow Semi Condensed"/>
            </a:endParaRPr>
          </a:p>
        </p:txBody>
      </p:sp>
      <p:pic>
        <p:nvPicPr>
          <p:cNvPr id="2864" name="Google Shape;2864;g312bfb4b743_0_7"/>
          <p:cNvPicPr preferRelativeResize="0"/>
          <p:nvPr/>
        </p:nvPicPr>
        <p:blipFill>
          <a:blip r:embed="rId3">
            <a:alphaModFix/>
          </a:blip>
          <a:stretch>
            <a:fillRect/>
          </a:stretch>
        </p:blipFill>
        <p:spPr>
          <a:xfrm>
            <a:off x="276925" y="1011528"/>
            <a:ext cx="3672132" cy="395167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68"/>
        <p:cNvGrpSpPr/>
        <p:nvPr/>
      </p:nvGrpSpPr>
      <p:grpSpPr>
        <a:xfrm>
          <a:off x="0" y="0"/>
          <a:ext cx="0" cy="0"/>
          <a:chOff x="0" y="0"/>
          <a:chExt cx="0" cy="0"/>
        </a:xfrm>
      </p:grpSpPr>
      <p:sp>
        <p:nvSpPr>
          <p:cNvPr id="2869" name="Google Shape;2869;g312bfb4b743_0_1678"/>
          <p:cNvSpPr txBox="1">
            <a:spLocks noGrp="1"/>
          </p:cNvSpPr>
          <p:nvPr>
            <p:ph type="title"/>
          </p:nvPr>
        </p:nvSpPr>
        <p:spPr>
          <a:xfrm>
            <a:off x="2100600" y="347472"/>
            <a:ext cx="4947000" cy="585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sz="2700"/>
              <a:t>Docker Hub Results</a:t>
            </a:r>
            <a:endParaRPr sz="2600"/>
          </a:p>
        </p:txBody>
      </p:sp>
      <p:sp>
        <p:nvSpPr>
          <p:cNvPr id="2870" name="Google Shape;2870;g312bfb4b743_0_1678"/>
          <p:cNvSpPr txBox="1"/>
          <p:nvPr/>
        </p:nvSpPr>
        <p:spPr>
          <a:xfrm>
            <a:off x="144050" y="1023900"/>
            <a:ext cx="4351500" cy="3095700"/>
          </a:xfrm>
          <a:prstGeom prst="rect">
            <a:avLst/>
          </a:prstGeom>
          <a:noFill/>
          <a:ln>
            <a:noFill/>
          </a:ln>
        </p:spPr>
        <p:txBody>
          <a:bodyPr spcFirstLastPara="1" wrap="square" lIns="91425" tIns="91425" rIns="91425" bIns="91425" anchor="t" anchorCtr="0">
            <a:noAutofit/>
          </a:bodyPr>
          <a:lstStyle/>
          <a:p>
            <a:pPr marL="228600" marR="0" lvl="0" indent="-228600" algn="l" rtl="0">
              <a:lnSpc>
                <a:spcPct val="115000"/>
              </a:lnSpc>
              <a:spcBef>
                <a:spcPts val="0"/>
              </a:spcBef>
              <a:spcAft>
                <a:spcPts val="0"/>
              </a:spcAft>
              <a:buClr>
                <a:schemeClr val="accent1"/>
              </a:buClr>
              <a:buSzPts val="1600"/>
              <a:buFont typeface="Barlow Semi Condensed"/>
              <a:buChar char="●"/>
            </a:pPr>
            <a:r>
              <a:rPr lang="en" sz="1600">
                <a:solidFill>
                  <a:schemeClr val="dk2"/>
                </a:solidFill>
                <a:latin typeface="Barlow Semi Condensed"/>
                <a:ea typeface="Barlow Semi Condensed"/>
                <a:cs typeface="Barlow Semi Condensed"/>
                <a:sym typeface="Barlow Semi Condensed"/>
              </a:rPr>
              <a:t>After each GitHub Actions run, the built </a:t>
            </a:r>
            <a:r>
              <a:rPr lang="en" sz="1600" b="1">
                <a:solidFill>
                  <a:schemeClr val="dk2"/>
                </a:solidFill>
                <a:latin typeface="Barlow Semi Condensed"/>
                <a:ea typeface="Barlow Semi Condensed"/>
                <a:cs typeface="Barlow Semi Condensed"/>
                <a:sym typeface="Barlow Semi Condensed"/>
              </a:rPr>
              <a:t>Docker image</a:t>
            </a:r>
            <a:r>
              <a:rPr lang="en" sz="1600">
                <a:solidFill>
                  <a:schemeClr val="dk2"/>
                </a:solidFill>
                <a:latin typeface="Barlow Semi Condensed"/>
                <a:ea typeface="Barlow Semi Condensed"/>
                <a:cs typeface="Barlow Semi Condensed"/>
                <a:sym typeface="Barlow Semi Condensed"/>
              </a:rPr>
              <a:t> is pushed to </a:t>
            </a:r>
            <a:r>
              <a:rPr lang="en" sz="1600" b="1">
                <a:solidFill>
                  <a:schemeClr val="dk2"/>
                </a:solidFill>
                <a:latin typeface="Barlow Semi Condensed"/>
                <a:ea typeface="Barlow Semi Condensed"/>
                <a:cs typeface="Barlow Semi Condensed"/>
                <a:sym typeface="Barlow Semi Condensed"/>
              </a:rPr>
              <a:t>Docker Hub</a:t>
            </a:r>
            <a:r>
              <a:rPr lang="en" sz="1600">
                <a:solidFill>
                  <a:schemeClr val="dk2"/>
                </a:solidFill>
                <a:latin typeface="Barlow Semi Condensed"/>
                <a:ea typeface="Barlow Semi Condensed"/>
                <a:cs typeface="Barlow Semi Condensed"/>
                <a:sym typeface="Barlow Semi Condensed"/>
              </a:rPr>
              <a:t>.</a:t>
            </a:r>
            <a:endParaRPr sz="1400" i="0" u="none" strike="noStrike" cap="none">
              <a:solidFill>
                <a:srgbClr val="000000"/>
              </a:solidFill>
              <a:latin typeface="Barlow Semi Condensed"/>
              <a:ea typeface="Barlow Semi Condensed"/>
              <a:cs typeface="Barlow Semi Condensed"/>
              <a:sym typeface="Barlow Semi Condensed"/>
            </a:endParaRPr>
          </a:p>
          <a:p>
            <a:pPr marL="228600" marR="0" lvl="0" indent="-228600" algn="l" rtl="0">
              <a:lnSpc>
                <a:spcPct val="115000"/>
              </a:lnSpc>
              <a:spcBef>
                <a:spcPts val="0"/>
              </a:spcBef>
              <a:spcAft>
                <a:spcPts val="0"/>
              </a:spcAft>
              <a:buClr>
                <a:schemeClr val="accent1"/>
              </a:buClr>
              <a:buSzPts val="1600"/>
              <a:buFont typeface="Barlow Semi Condensed"/>
              <a:buChar char="●"/>
            </a:pPr>
            <a:r>
              <a:rPr lang="en" sz="1600">
                <a:solidFill>
                  <a:schemeClr val="dk2"/>
                </a:solidFill>
                <a:latin typeface="Barlow Semi Condensed"/>
                <a:ea typeface="Barlow Semi Condensed"/>
                <a:cs typeface="Barlow Semi Condensed"/>
                <a:sym typeface="Barlow Semi Condensed"/>
              </a:rPr>
              <a:t>The screenshot shows the Docker Hub page with the </a:t>
            </a:r>
            <a:r>
              <a:rPr lang="en" sz="1600" b="1">
                <a:solidFill>
                  <a:schemeClr val="dk2"/>
                </a:solidFill>
                <a:latin typeface="Barlow Semi Condensed"/>
                <a:ea typeface="Barlow Semi Condensed"/>
                <a:cs typeface="Barlow Semi Condensed"/>
                <a:sym typeface="Barlow Semi Condensed"/>
              </a:rPr>
              <a:t>image layers</a:t>
            </a:r>
            <a:r>
              <a:rPr lang="en" sz="1600">
                <a:solidFill>
                  <a:schemeClr val="dk2"/>
                </a:solidFill>
                <a:latin typeface="Barlow Semi Condensed"/>
                <a:ea typeface="Barlow Semi Condensed"/>
                <a:cs typeface="Barlow Semi Condensed"/>
                <a:sym typeface="Barlow Semi Condensed"/>
              </a:rPr>
              <a:t>,</a:t>
            </a:r>
            <a:r>
              <a:rPr lang="en" sz="1600" b="1">
                <a:solidFill>
                  <a:schemeClr val="dk2"/>
                </a:solidFill>
                <a:latin typeface="Barlow Semi Condensed"/>
                <a:ea typeface="Barlow Semi Condensed"/>
                <a:cs typeface="Barlow Semi Condensed"/>
                <a:sym typeface="Barlow Semi Condensed"/>
              </a:rPr>
              <a:t> latest tag</a:t>
            </a:r>
            <a:r>
              <a:rPr lang="en" sz="1600">
                <a:solidFill>
                  <a:schemeClr val="dk2"/>
                </a:solidFill>
                <a:latin typeface="Barlow Semi Condensed"/>
                <a:ea typeface="Barlow Semi Condensed"/>
                <a:cs typeface="Barlow Semi Condensed"/>
                <a:sym typeface="Barlow Semi Condensed"/>
              </a:rPr>
              <a:t>, and </a:t>
            </a:r>
            <a:r>
              <a:rPr lang="en" sz="1600" b="1">
                <a:solidFill>
                  <a:schemeClr val="dk2"/>
                </a:solidFill>
                <a:latin typeface="Barlow Semi Condensed"/>
                <a:ea typeface="Barlow Semi Condensed"/>
                <a:cs typeface="Barlow Semi Condensed"/>
                <a:sym typeface="Barlow Semi Condensed"/>
              </a:rPr>
              <a:t>last pushed timestamp</a:t>
            </a:r>
            <a:r>
              <a:rPr lang="en" sz="1600">
                <a:solidFill>
                  <a:schemeClr val="dk2"/>
                </a:solidFill>
                <a:latin typeface="Barlow Semi Condensed"/>
                <a:ea typeface="Barlow Semi Condensed"/>
                <a:cs typeface="Barlow Semi Condensed"/>
                <a:sym typeface="Barlow Semi Condensed"/>
              </a:rPr>
              <a:t>, confirming that our automated deployment updates the latest version consistently.</a:t>
            </a:r>
            <a:endParaRPr sz="1400" b="0" i="0" u="none" strike="noStrike" cap="none">
              <a:solidFill>
                <a:srgbClr val="000000"/>
              </a:solidFill>
              <a:latin typeface="Arial"/>
              <a:ea typeface="Arial"/>
              <a:cs typeface="Arial"/>
              <a:sym typeface="Arial"/>
            </a:endParaRPr>
          </a:p>
          <a:p>
            <a:pPr marL="228600" marR="0" lvl="0" indent="-228600" algn="l" rtl="0">
              <a:lnSpc>
                <a:spcPct val="115000"/>
              </a:lnSpc>
              <a:spcBef>
                <a:spcPts val="0"/>
              </a:spcBef>
              <a:spcAft>
                <a:spcPts val="0"/>
              </a:spcAft>
              <a:buClr>
                <a:schemeClr val="accent1"/>
              </a:buClr>
              <a:buSzPts val="1600"/>
              <a:buFont typeface="Barlow Semi Condensed"/>
              <a:buChar char="●"/>
            </a:pPr>
            <a:r>
              <a:rPr lang="en" sz="1600" b="1">
                <a:solidFill>
                  <a:schemeClr val="dk2"/>
                </a:solidFill>
                <a:latin typeface="Barlow Semi Condensed"/>
                <a:ea typeface="Barlow Semi Condensed"/>
                <a:cs typeface="Barlow Semi Condensed"/>
                <a:sym typeface="Barlow Semi Condensed"/>
              </a:rPr>
              <a:t>Running the Image:</a:t>
            </a:r>
            <a:r>
              <a:rPr lang="en" sz="1600" b="1" i="0" u="none" strike="noStrike" cap="none">
                <a:solidFill>
                  <a:schemeClr val="dk2"/>
                </a:solidFill>
                <a:latin typeface="Barlow Semi Condensed"/>
                <a:ea typeface="Barlow Semi Condensed"/>
                <a:cs typeface="Barlow Semi Condensed"/>
                <a:sym typeface="Barlow Semi Condensed"/>
              </a:rPr>
              <a:t> </a:t>
            </a:r>
            <a:r>
              <a:rPr lang="en" sz="1600">
                <a:solidFill>
                  <a:schemeClr val="dk2"/>
                </a:solidFill>
                <a:latin typeface="Barlow Semi Condensed"/>
                <a:ea typeface="Barlow Semi Condensed"/>
                <a:cs typeface="Barlow Semi Condensed"/>
                <a:sym typeface="Barlow Semi Condensed"/>
              </a:rPr>
              <a:t>To pull and run the latest Docker image, use </a:t>
            </a:r>
            <a:r>
              <a:rPr lang="en" sz="1600" i="1">
                <a:solidFill>
                  <a:schemeClr val="dk2"/>
                </a:solidFill>
                <a:latin typeface="Barlow Semi Condensed"/>
                <a:ea typeface="Barlow Semi Condensed"/>
                <a:cs typeface="Barlow Semi Condensed"/>
                <a:sym typeface="Barlow Semi Condensed"/>
              </a:rPr>
              <a:t>docker pull</a:t>
            </a:r>
            <a:r>
              <a:rPr lang="en" sz="1600">
                <a:solidFill>
                  <a:schemeClr val="dk2"/>
                </a:solidFill>
                <a:latin typeface="Barlow Semi Condensed"/>
                <a:ea typeface="Barlow Semi Condensed"/>
                <a:cs typeface="Barlow Semi Condensed"/>
                <a:sym typeface="Barlow Semi Condensed"/>
              </a:rPr>
              <a:t> and </a:t>
            </a:r>
            <a:r>
              <a:rPr lang="en" sz="1600" i="1">
                <a:solidFill>
                  <a:schemeClr val="dk2"/>
                </a:solidFill>
                <a:latin typeface="Barlow Semi Condensed"/>
                <a:ea typeface="Barlow Semi Condensed"/>
                <a:cs typeface="Barlow Semi Condensed"/>
                <a:sym typeface="Barlow Semi Condensed"/>
              </a:rPr>
              <a:t>docker run.</a:t>
            </a:r>
            <a:endParaRPr sz="1600" b="0" i="1" u="none" strike="noStrike" cap="none">
              <a:solidFill>
                <a:schemeClr val="dk2"/>
              </a:solidFill>
              <a:latin typeface="Barlow Semi Condensed"/>
              <a:ea typeface="Barlow Semi Condensed"/>
              <a:cs typeface="Barlow Semi Condensed"/>
              <a:sym typeface="Barlow Semi Condensed"/>
            </a:endParaRPr>
          </a:p>
        </p:txBody>
      </p:sp>
      <p:pic>
        <p:nvPicPr>
          <p:cNvPr id="2871" name="Google Shape;2871;g312bfb4b743_0_1678"/>
          <p:cNvPicPr preferRelativeResize="0"/>
          <p:nvPr/>
        </p:nvPicPr>
        <p:blipFill>
          <a:blip r:embed="rId3">
            <a:alphaModFix/>
          </a:blip>
          <a:stretch>
            <a:fillRect/>
          </a:stretch>
        </p:blipFill>
        <p:spPr>
          <a:xfrm>
            <a:off x="4543425" y="932775"/>
            <a:ext cx="4291708" cy="42107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81"/>
        <p:cNvGrpSpPr/>
        <p:nvPr/>
      </p:nvGrpSpPr>
      <p:grpSpPr>
        <a:xfrm>
          <a:off x="0" y="0"/>
          <a:ext cx="0" cy="0"/>
          <a:chOff x="0" y="0"/>
          <a:chExt cx="0" cy="0"/>
        </a:xfrm>
      </p:grpSpPr>
      <p:sp>
        <p:nvSpPr>
          <p:cNvPr id="4482" name="Google Shape;4482;p39"/>
          <p:cNvSpPr txBox="1">
            <a:spLocks noGrp="1"/>
          </p:cNvSpPr>
          <p:nvPr>
            <p:ph type="title"/>
          </p:nvPr>
        </p:nvSpPr>
        <p:spPr>
          <a:xfrm>
            <a:off x="2105425" y="384048"/>
            <a:ext cx="4937700" cy="1079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7200"/>
              <a:t>Thanks!</a:t>
            </a:r>
            <a:endParaRPr sz="7200"/>
          </a:p>
        </p:txBody>
      </p:sp>
      <p:sp>
        <p:nvSpPr>
          <p:cNvPr id="4483" name="Google Shape;4483;p39"/>
          <p:cNvSpPr txBox="1">
            <a:spLocks noGrp="1"/>
          </p:cNvSpPr>
          <p:nvPr>
            <p:ph type="subTitle" idx="1"/>
          </p:nvPr>
        </p:nvSpPr>
        <p:spPr>
          <a:xfrm>
            <a:off x="3024325" y="2060976"/>
            <a:ext cx="3099900" cy="757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2000" dirty="0">
                <a:solidFill>
                  <a:schemeClr val="accent1"/>
                </a:solidFill>
                <a:latin typeface="Barlow Semi Condensed"/>
                <a:ea typeface="Barlow Semi Condensed"/>
                <a:cs typeface="Barlow Semi Condensed"/>
                <a:sym typeface="Barlow Semi Condensed"/>
              </a:rPr>
              <a:t>Do you have any questions?</a:t>
            </a:r>
            <a:endParaRPr sz="2000" dirty="0">
              <a:solidFill>
                <a:schemeClr val="accent1"/>
              </a:solidFill>
              <a:latin typeface="Barlow Semi Condensed"/>
              <a:ea typeface="Barlow Semi Condensed"/>
              <a:cs typeface="Barlow Semi Condensed"/>
              <a:sym typeface="Barlow Semi Condensed"/>
            </a:endParaRPr>
          </a:p>
          <a:p>
            <a:pPr marL="0" lvl="0" indent="0" algn="ctr" rtl="0">
              <a:lnSpc>
                <a:spcPct val="100000"/>
              </a:lnSpc>
              <a:spcBef>
                <a:spcPts val="0"/>
              </a:spcBef>
              <a:spcAft>
                <a:spcPts val="0"/>
              </a:spcAft>
              <a:buClr>
                <a:schemeClr val="dk1"/>
              </a:buClr>
              <a:buSzPts val="1100"/>
              <a:buFont typeface="Arial"/>
              <a:buNone/>
            </a:pPr>
            <a:endParaRPr dirty="0">
              <a:solidFill>
                <a:srgbClr val="595959"/>
              </a:solidFill>
              <a:latin typeface="Barlow Semi Condensed"/>
              <a:ea typeface="Barlow Semi Condensed"/>
              <a:cs typeface="Barlow Semi Condensed"/>
              <a:sym typeface="Barlow Semi Condensed"/>
            </a:endParaRPr>
          </a:p>
          <a:p>
            <a:pPr marL="0" lvl="0" indent="0" algn="ctr" rtl="0">
              <a:lnSpc>
                <a:spcPct val="100000"/>
              </a:lnSpc>
              <a:spcBef>
                <a:spcPts val="0"/>
              </a:spcBef>
              <a:spcAft>
                <a:spcPts val="0"/>
              </a:spcAft>
              <a:buClr>
                <a:schemeClr val="dk1"/>
              </a:buClr>
              <a:buSzPts val="1100"/>
              <a:buFont typeface="Arial"/>
              <a:buNone/>
            </a:pPr>
            <a:endParaRPr dirty="0">
              <a:solidFill>
                <a:schemeClr val="dk2"/>
              </a:solidFill>
              <a:latin typeface="Barlow Semi Condensed Light"/>
              <a:ea typeface="Barlow Semi Condensed Light"/>
              <a:cs typeface="Barlow Semi Condensed Light"/>
              <a:sym typeface="Barlow Semi Condensed Light"/>
            </a:endParaRPr>
          </a:p>
        </p:txBody>
      </p:sp>
      <p:sp>
        <p:nvSpPr>
          <p:cNvPr id="4484" name="Google Shape;4484;p39"/>
          <p:cNvSpPr txBox="1">
            <a:spLocks noGrp="1"/>
          </p:cNvSpPr>
          <p:nvPr>
            <p:ph type="subTitle" idx="1"/>
          </p:nvPr>
        </p:nvSpPr>
        <p:spPr>
          <a:xfrm>
            <a:off x="2673650" y="4233275"/>
            <a:ext cx="3793200" cy="33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Barlow Semi Condensed"/>
                <a:ea typeface="Barlow Semi Condensed"/>
                <a:cs typeface="Barlow Semi Condensed"/>
                <a:sym typeface="Barlow Semi Condensed"/>
              </a:rPr>
              <a:t>Please keep this slide for attribution</a:t>
            </a:r>
            <a:endParaRPr sz="1100" b="0" i="0" u="none" strike="noStrike" cap="none">
              <a:solidFill>
                <a:srgbClr val="000000"/>
              </a:solidFill>
              <a:latin typeface="Barlow Semi Condensed"/>
              <a:ea typeface="Barlow Semi Condensed"/>
              <a:cs typeface="Barlow Semi Condensed"/>
              <a:sym typeface="Barlow Semi Condensed"/>
            </a:endParaRPr>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FF806D"/>
      </a:accent1>
      <a:accent2>
        <a:srgbClr val="FB9E90"/>
      </a:accent2>
      <a:accent3>
        <a:srgbClr val="FFD6CF"/>
      </a:accent3>
      <a:accent4>
        <a:srgbClr val="BEBEBE"/>
      </a:accent4>
      <a:accent5>
        <a:srgbClr val="D95B47"/>
      </a:accent5>
      <a:accent6>
        <a:srgbClr val="9E9E9E"/>
      </a:accent6>
      <a:hlink>
        <a:srgbClr val="FF80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962</Words>
  <Application>Microsoft Office PowerPoint</Application>
  <PresentationFormat>On-screen Show (16:9)</PresentationFormat>
  <Paragraphs>169</Paragraphs>
  <Slides>36</Slides>
  <Notes>26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0</vt:i4>
      </vt:variant>
      <vt:variant>
        <vt:lpstr>Slide Titles</vt:lpstr>
      </vt:variant>
      <vt:variant>
        <vt:i4>36</vt:i4>
      </vt:variant>
    </vt:vector>
  </HeadingPairs>
  <TitlesOfParts>
    <vt:vector size="44" baseType="lpstr">
      <vt:lpstr>Noto Sans Symbols</vt:lpstr>
      <vt:lpstr>Barlow Semi Condensed Medium</vt:lpstr>
      <vt:lpstr>Fjalla One</vt:lpstr>
      <vt:lpstr>Barlow</vt:lpstr>
      <vt:lpstr>Arial</vt:lpstr>
      <vt:lpstr>Barlow Semi Condensed Light</vt:lpstr>
      <vt:lpstr>Barlow Semi Condensed</vt:lpstr>
      <vt:lpstr>Technology Consulting by Slidesgo</vt:lpstr>
      <vt:lpstr>Movie Data Visualization Platform</vt:lpstr>
      <vt:lpstr>Table of Contents</vt:lpstr>
      <vt:lpstr>Registration and Login Features </vt:lpstr>
      <vt:lpstr>Function Overview</vt:lpstr>
      <vt:lpstr>PowerPoint Presentation</vt:lpstr>
      <vt:lpstr>PowerPoint Presentation</vt:lpstr>
      <vt:lpstr>PowerPoint Presentation</vt:lpstr>
      <vt:lpstr>Security</vt:lpstr>
      <vt:lpstr>Future Improvements for Signup and Login </vt:lpstr>
      <vt:lpstr>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Funnel Chart </vt:lpstr>
      <vt:lpstr>Dynamic Demo-MDVP</vt:lpstr>
      <vt:lpstr>Sentiment/wordcloud   and testing </vt:lpstr>
      <vt:lpstr>Function Overview</vt:lpstr>
      <vt:lpstr>Purpose of WordCloud</vt:lpstr>
      <vt:lpstr>Test Case Information</vt:lpstr>
      <vt:lpstr>Preconditions and Dependencies</vt:lpstr>
      <vt:lpstr>Input Data &amp; Expected Output</vt:lpstr>
      <vt:lpstr>Test Steps</vt:lpstr>
      <vt:lpstr>Test Results</vt:lpstr>
      <vt:lpstr>Conclusion</vt:lpstr>
      <vt:lpstr>Automated Testing</vt:lpstr>
      <vt:lpstr>Automated Testing Framework Overview</vt:lpstr>
      <vt:lpstr>Framework Components</vt:lpstr>
      <vt:lpstr>Framework Components</vt:lpstr>
      <vt:lpstr>Docker Hub Results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Xiaojuan Li</dc:creator>
  <cp:lastModifiedBy>Xiaojuan Li</cp:lastModifiedBy>
  <cp:revision>5</cp:revision>
  <dcterms:modified xsi:type="dcterms:W3CDTF">2024-11-07T18:24:07Z</dcterms:modified>
</cp:coreProperties>
</file>