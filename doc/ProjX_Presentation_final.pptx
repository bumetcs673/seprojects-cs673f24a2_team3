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5143500" cx="9144000"/>
  <p:notesSz cx="6858000" cy="9144000"/>
  <p:embeddedFontLst>
    <p:embeddedFont>
      <p:font typeface="Barlow Semi Condensed Light"/>
      <p:regular r:id="rId55"/>
      <p:bold r:id="rId56"/>
      <p:italic r:id="rId57"/>
      <p:boldItalic r:id="rId58"/>
    </p:embeddedFont>
    <p:embeddedFont>
      <p:font typeface="Fjalla One"/>
      <p:regular r:id="rId59"/>
    </p:embeddedFont>
    <p:embeddedFont>
      <p:font typeface="Barlow Semi Condensed Medium"/>
      <p:regular r:id="rId60"/>
      <p:bold r:id="rId61"/>
      <p:italic r:id="rId62"/>
      <p:boldItalic r:id="rId63"/>
    </p:embeddedFont>
    <p:embeddedFont>
      <p:font typeface="Abel"/>
      <p:regular r:id="rId64"/>
    </p:embeddedFont>
    <p:embeddedFont>
      <p:font typeface="Barlow Semi Condensed"/>
      <p:regular r:id="rId65"/>
      <p:bold r:id="rId66"/>
      <p:italic r:id="rId67"/>
      <p:boldItalic r:id="rId68"/>
    </p:embeddedFont>
    <p:embeddedFont>
      <p:font typeface="Barlow"/>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3" roundtripDataSignature="AMtx7mjSsEOP/PGjRMdjHcw8+Jerd23a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4AA74A-6E8F-4D78-BF81-FFDBBE9EC496}">
  <a:tblStyle styleId="{EA4AA74A-6E8F-4D78-BF81-FFDBBE9EC49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customschemas.google.com/relationships/presentationmetadata" Target="metadata"/><Relationship Id="rId72" Type="http://schemas.openxmlformats.org/officeDocument/2006/relationships/font" Target="fonts/Barlow-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Barlow-italic.fntdata"/><Relationship Id="rId70" Type="http://schemas.openxmlformats.org/officeDocument/2006/relationships/font" Target="fonts/Barlow-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BarlowSemiCondensedMedium-italic.fntdata"/><Relationship Id="rId61" Type="http://schemas.openxmlformats.org/officeDocument/2006/relationships/font" Target="fonts/BarlowSemiCondensedMedium-bold.fntdata"/><Relationship Id="rId20" Type="http://schemas.openxmlformats.org/officeDocument/2006/relationships/slide" Target="slides/slide14.xml"/><Relationship Id="rId64" Type="http://schemas.openxmlformats.org/officeDocument/2006/relationships/font" Target="fonts/Abel-regular.fntdata"/><Relationship Id="rId63" Type="http://schemas.openxmlformats.org/officeDocument/2006/relationships/font" Target="fonts/BarlowSemiCondensedMedium-boldItalic.fntdata"/><Relationship Id="rId22" Type="http://schemas.openxmlformats.org/officeDocument/2006/relationships/slide" Target="slides/slide16.xml"/><Relationship Id="rId66" Type="http://schemas.openxmlformats.org/officeDocument/2006/relationships/font" Target="fonts/BarlowSemiCondensed-bold.fntdata"/><Relationship Id="rId21" Type="http://schemas.openxmlformats.org/officeDocument/2006/relationships/slide" Target="slides/slide15.xml"/><Relationship Id="rId65" Type="http://schemas.openxmlformats.org/officeDocument/2006/relationships/font" Target="fonts/BarlowSemiCondensed-regular.fntdata"/><Relationship Id="rId24" Type="http://schemas.openxmlformats.org/officeDocument/2006/relationships/slide" Target="slides/slide18.xml"/><Relationship Id="rId68" Type="http://schemas.openxmlformats.org/officeDocument/2006/relationships/font" Target="fonts/BarlowSemiCondensed-boldItalic.fntdata"/><Relationship Id="rId23" Type="http://schemas.openxmlformats.org/officeDocument/2006/relationships/slide" Target="slides/slide17.xml"/><Relationship Id="rId67" Type="http://schemas.openxmlformats.org/officeDocument/2006/relationships/font" Target="fonts/BarlowSemiCondensed-italic.fntdata"/><Relationship Id="rId60" Type="http://schemas.openxmlformats.org/officeDocument/2006/relationships/font" Target="fonts/BarlowSemiCondensedMedium-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Barlow-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BarlowSemiCondensedLight-regular.fnt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BarlowSemiCondensedLight-italic.fntdata"/><Relationship Id="rId12" Type="http://schemas.openxmlformats.org/officeDocument/2006/relationships/slide" Target="slides/slide6.xml"/><Relationship Id="rId56" Type="http://schemas.openxmlformats.org/officeDocument/2006/relationships/font" Target="fonts/BarlowSemiCondensedLight-bold.fntdata"/><Relationship Id="rId15" Type="http://schemas.openxmlformats.org/officeDocument/2006/relationships/slide" Target="slides/slide9.xml"/><Relationship Id="rId59" Type="http://schemas.openxmlformats.org/officeDocument/2006/relationships/font" Target="fonts/FjallaOne-regular.fntdata"/><Relationship Id="rId14" Type="http://schemas.openxmlformats.org/officeDocument/2006/relationships/slide" Target="slides/slide8.xml"/><Relationship Id="rId58" Type="http://schemas.openxmlformats.org/officeDocument/2006/relationships/font" Target="fonts/BarlowSemiCondensedL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4" name="Shape 3194"/>
        <p:cNvGrpSpPr/>
        <p:nvPr/>
      </p:nvGrpSpPr>
      <p:grpSpPr>
        <a:xfrm>
          <a:off x="0" y="0"/>
          <a:ext cx="0" cy="0"/>
          <a:chOff x="0" y="0"/>
          <a:chExt cx="0" cy="0"/>
        </a:xfrm>
      </p:grpSpPr>
      <p:sp>
        <p:nvSpPr>
          <p:cNvPr id="3195" name="Google Shape;319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6" name="Google Shape;319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5" name="Shape 3395"/>
        <p:cNvGrpSpPr/>
        <p:nvPr/>
      </p:nvGrpSpPr>
      <p:grpSpPr>
        <a:xfrm>
          <a:off x="0" y="0"/>
          <a:ext cx="0" cy="0"/>
          <a:chOff x="0" y="0"/>
          <a:chExt cx="0" cy="0"/>
        </a:xfrm>
      </p:grpSpPr>
      <p:sp>
        <p:nvSpPr>
          <p:cNvPr id="3396" name="Google Shape;33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7" name="Google Shape;339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0" name="Shape 3480"/>
        <p:cNvGrpSpPr/>
        <p:nvPr/>
      </p:nvGrpSpPr>
      <p:grpSpPr>
        <a:xfrm>
          <a:off x="0" y="0"/>
          <a:ext cx="0" cy="0"/>
          <a:chOff x="0" y="0"/>
          <a:chExt cx="0" cy="0"/>
        </a:xfrm>
      </p:grpSpPr>
      <p:sp>
        <p:nvSpPr>
          <p:cNvPr id="3481" name="Google Shape;348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2" name="Google Shape;348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7" name="Shape 3487"/>
        <p:cNvGrpSpPr/>
        <p:nvPr/>
      </p:nvGrpSpPr>
      <p:grpSpPr>
        <a:xfrm>
          <a:off x="0" y="0"/>
          <a:ext cx="0" cy="0"/>
          <a:chOff x="0" y="0"/>
          <a:chExt cx="0" cy="0"/>
        </a:xfrm>
      </p:grpSpPr>
      <p:sp>
        <p:nvSpPr>
          <p:cNvPr id="3488" name="Google Shape;348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9" name="Google Shape;34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9" name="Shape 3499"/>
        <p:cNvGrpSpPr/>
        <p:nvPr/>
      </p:nvGrpSpPr>
      <p:grpSpPr>
        <a:xfrm>
          <a:off x="0" y="0"/>
          <a:ext cx="0" cy="0"/>
          <a:chOff x="0" y="0"/>
          <a:chExt cx="0" cy="0"/>
        </a:xfrm>
      </p:grpSpPr>
      <p:sp>
        <p:nvSpPr>
          <p:cNvPr id="3500" name="Google Shape;3500;g3048a510704_4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1" name="Google Shape;3501;g3048a510704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9" name="Shape 3929"/>
        <p:cNvGrpSpPr/>
        <p:nvPr/>
      </p:nvGrpSpPr>
      <p:grpSpPr>
        <a:xfrm>
          <a:off x="0" y="0"/>
          <a:ext cx="0" cy="0"/>
          <a:chOff x="0" y="0"/>
          <a:chExt cx="0" cy="0"/>
        </a:xfrm>
      </p:grpSpPr>
      <p:sp>
        <p:nvSpPr>
          <p:cNvPr id="3930" name="Google Shape;393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1" name="Google Shape;39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6" name="Shape 3936"/>
        <p:cNvGrpSpPr/>
        <p:nvPr/>
      </p:nvGrpSpPr>
      <p:grpSpPr>
        <a:xfrm>
          <a:off x="0" y="0"/>
          <a:ext cx="0" cy="0"/>
          <a:chOff x="0" y="0"/>
          <a:chExt cx="0" cy="0"/>
        </a:xfrm>
      </p:grpSpPr>
      <p:sp>
        <p:nvSpPr>
          <p:cNvPr id="3937" name="Google Shape;393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8" name="Google Shape;393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4" name="Shape 3944"/>
        <p:cNvGrpSpPr/>
        <p:nvPr/>
      </p:nvGrpSpPr>
      <p:grpSpPr>
        <a:xfrm>
          <a:off x="0" y="0"/>
          <a:ext cx="0" cy="0"/>
          <a:chOff x="0" y="0"/>
          <a:chExt cx="0" cy="0"/>
        </a:xfrm>
      </p:grpSpPr>
      <p:sp>
        <p:nvSpPr>
          <p:cNvPr id="3945" name="Google Shape;394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6" name="Google Shape;394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7" name="Shape 3967"/>
        <p:cNvGrpSpPr/>
        <p:nvPr/>
      </p:nvGrpSpPr>
      <p:grpSpPr>
        <a:xfrm>
          <a:off x="0" y="0"/>
          <a:ext cx="0" cy="0"/>
          <a:chOff x="0" y="0"/>
          <a:chExt cx="0" cy="0"/>
        </a:xfrm>
      </p:grpSpPr>
      <p:sp>
        <p:nvSpPr>
          <p:cNvPr id="3968" name="Google Shape;396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9" name="Google Shape;396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4" name="Shape 3984"/>
        <p:cNvGrpSpPr/>
        <p:nvPr/>
      </p:nvGrpSpPr>
      <p:grpSpPr>
        <a:xfrm>
          <a:off x="0" y="0"/>
          <a:ext cx="0" cy="0"/>
          <a:chOff x="0" y="0"/>
          <a:chExt cx="0" cy="0"/>
        </a:xfrm>
      </p:grpSpPr>
      <p:sp>
        <p:nvSpPr>
          <p:cNvPr id="3985" name="Google Shape;398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6" name="Google Shape;398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4" name="Shape 4004"/>
        <p:cNvGrpSpPr/>
        <p:nvPr/>
      </p:nvGrpSpPr>
      <p:grpSpPr>
        <a:xfrm>
          <a:off x="0" y="0"/>
          <a:ext cx="0" cy="0"/>
          <a:chOff x="0" y="0"/>
          <a:chExt cx="0" cy="0"/>
        </a:xfrm>
      </p:grpSpPr>
      <p:sp>
        <p:nvSpPr>
          <p:cNvPr id="4005" name="Google Shape;400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6" name="Google Shape;400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0" name="Shape 4010"/>
        <p:cNvGrpSpPr/>
        <p:nvPr/>
      </p:nvGrpSpPr>
      <p:grpSpPr>
        <a:xfrm>
          <a:off x="0" y="0"/>
          <a:ext cx="0" cy="0"/>
          <a:chOff x="0" y="0"/>
          <a:chExt cx="0" cy="0"/>
        </a:xfrm>
      </p:grpSpPr>
      <p:sp>
        <p:nvSpPr>
          <p:cNvPr id="4011" name="Google Shape;401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9" name="Shape 4019"/>
        <p:cNvGrpSpPr/>
        <p:nvPr/>
      </p:nvGrpSpPr>
      <p:grpSpPr>
        <a:xfrm>
          <a:off x="0" y="0"/>
          <a:ext cx="0" cy="0"/>
          <a:chOff x="0" y="0"/>
          <a:chExt cx="0" cy="0"/>
        </a:xfrm>
      </p:grpSpPr>
      <p:sp>
        <p:nvSpPr>
          <p:cNvPr id="4020" name="Google Shape;402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8" name="Shape 4028"/>
        <p:cNvGrpSpPr/>
        <p:nvPr/>
      </p:nvGrpSpPr>
      <p:grpSpPr>
        <a:xfrm>
          <a:off x="0" y="0"/>
          <a:ext cx="0" cy="0"/>
          <a:chOff x="0" y="0"/>
          <a:chExt cx="0" cy="0"/>
        </a:xfrm>
      </p:grpSpPr>
      <p:sp>
        <p:nvSpPr>
          <p:cNvPr id="4029" name="Google Shape;4029;g2d6744795db_4_3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0" name="Google Shape;4030;g2d6744795db_4_3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4" name="Shape 4034"/>
        <p:cNvGrpSpPr/>
        <p:nvPr/>
      </p:nvGrpSpPr>
      <p:grpSpPr>
        <a:xfrm>
          <a:off x="0" y="0"/>
          <a:ext cx="0" cy="0"/>
          <a:chOff x="0" y="0"/>
          <a:chExt cx="0" cy="0"/>
        </a:xfrm>
      </p:grpSpPr>
      <p:sp>
        <p:nvSpPr>
          <p:cNvPr id="4035" name="Google Shape;4035;g2d6744795db_4_3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36" name="Google Shape;4036;g2d6744795db_4_3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3" name="Shape 4043"/>
        <p:cNvGrpSpPr/>
        <p:nvPr/>
      </p:nvGrpSpPr>
      <p:grpSpPr>
        <a:xfrm>
          <a:off x="0" y="0"/>
          <a:ext cx="0" cy="0"/>
          <a:chOff x="0" y="0"/>
          <a:chExt cx="0" cy="0"/>
        </a:xfrm>
      </p:grpSpPr>
      <p:sp>
        <p:nvSpPr>
          <p:cNvPr id="4044" name="Google Shape;4044;g2d6744795db_4_3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45" name="Google Shape;4045;g2d6744795db_4_3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9" name="Shape 4049"/>
        <p:cNvGrpSpPr/>
        <p:nvPr/>
      </p:nvGrpSpPr>
      <p:grpSpPr>
        <a:xfrm>
          <a:off x="0" y="0"/>
          <a:ext cx="0" cy="0"/>
          <a:chOff x="0" y="0"/>
          <a:chExt cx="0" cy="0"/>
        </a:xfrm>
      </p:grpSpPr>
      <p:sp>
        <p:nvSpPr>
          <p:cNvPr id="4050" name="Google Shape;4050;g2d6744795db_4_3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51" name="Google Shape;4051;g2d6744795db_4_3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6" name="Shape 4056"/>
        <p:cNvGrpSpPr/>
        <p:nvPr/>
      </p:nvGrpSpPr>
      <p:grpSpPr>
        <a:xfrm>
          <a:off x="0" y="0"/>
          <a:ext cx="0" cy="0"/>
          <a:chOff x="0" y="0"/>
          <a:chExt cx="0" cy="0"/>
        </a:xfrm>
      </p:grpSpPr>
      <p:sp>
        <p:nvSpPr>
          <p:cNvPr id="4057" name="Google Shape;4057;g2d6744795db_4_3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58" name="Google Shape;4058;g2d6744795db_4_3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2" name="Shape 4062"/>
        <p:cNvGrpSpPr/>
        <p:nvPr/>
      </p:nvGrpSpPr>
      <p:grpSpPr>
        <a:xfrm>
          <a:off x="0" y="0"/>
          <a:ext cx="0" cy="0"/>
          <a:chOff x="0" y="0"/>
          <a:chExt cx="0" cy="0"/>
        </a:xfrm>
      </p:grpSpPr>
      <p:sp>
        <p:nvSpPr>
          <p:cNvPr id="4063" name="Google Shape;4063;g2d6744795db_4_3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4" name="Google Shape;4064;g2d6744795db_4_3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1" name="Shape 4071"/>
        <p:cNvGrpSpPr/>
        <p:nvPr/>
      </p:nvGrpSpPr>
      <p:grpSpPr>
        <a:xfrm>
          <a:off x="0" y="0"/>
          <a:ext cx="0" cy="0"/>
          <a:chOff x="0" y="0"/>
          <a:chExt cx="0" cy="0"/>
        </a:xfrm>
      </p:grpSpPr>
      <p:sp>
        <p:nvSpPr>
          <p:cNvPr id="4072" name="Google Shape;4072;g2d6744795db_4_3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3" name="Google Shape;4073;g2d6744795db_4_3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0" name="Shape 4080"/>
        <p:cNvGrpSpPr/>
        <p:nvPr/>
      </p:nvGrpSpPr>
      <p:grpSpPr>
        <a:xfrm>
          <a:off x="0" y="0"/>
          <a:ext cx="0" cy="0"/>
          <a:chOff x="0" y="0"/>
          <a:chExt cx="0" cy="0"/>
        </a:xfrm>
      </p:grpSpPr>
      <p:sp>
        <p:nvSpPr>
          <p:cNvPr id="4081" name="Google Shape;4081;g2d6744795db_4_3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g2d6744795db_4_3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8" name="Shape 4088"/>
        <p:cNvGrpSpPr/>
        <p:nvPr/>
      </p:nvGrpSpPr>
      <p:grpSpPr>
        <a:xfrm>
          <a:off x="0" y="0"/>
          <a:ext cx="0" cy="0"/>
          <a:chOff x="0" y="0"/>
          <a:chExt cx="0" cy="0"/>
        </a:xfrm>
      </p:grpSpPr>
      <p:sp>
        <p:nvSpPr>
          <p:cNvPr id="4089" name="Google Shape;4089;g2d6744795db_4_3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g2d6744795db_4_3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5" name="Shape 4095"/>
        <p:cNvGrpSpPr/>
        <p:nvPr/>
      </p:nvGrpSpPr>
      <p:grpSpPr>
        <a:xfrm>
          <a:off x="0" y="0"/>
          <a:ext cx="0" cy="0"/>
          <a:chOff x="0" y="0"/>
          <a:chExt cx="0" cy="0"/>
        </a:xfrm>
      </p:grpSpPr>
      <p:sp>
        <p:nvSpPr>
          <p:cNvPr id="4096" name="Google Shape;4096;g2d6744795db_4_3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g2d6744795db_4_3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2" name="Shape 4102"/>
        <p:cNvGrpSpPr/>
        <p:nvPr/>
      </p:nvGrpSpPr>
      <p:grpSpPr>
        <a:xfrm>
          <a:off x="0" y="0"/>
          <a:ext cx="0" cy="0"/>
          <a:chOff x="0" y="0"/>
          <a:chExt cx="0" cy="0"/>
        </a:xfrm>
      </p:grpSpPr>
      <p:sp>
        <p:nvSpPr>
          <p:cNvPr id="4103" name="Google Shape;4103;g2d6744795db_4_3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4" name="Google Shape;4104;g2d6744795db_4_3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1" name="Shape 4111"/>
        <p:cNvGrpSpPr/>
        <p:nvPr/>
      </p:nvGrpSpPr>
      <p:grpSpPr>
        <a:xfrm>
          <a:off x="0" y="0"/>
          <a:ext cx="0" cy="0"/>
          <a:chOff x="0" y="0"/>
          <a:chExt cx="0" cy="0"/>
        </a:xfrm>
      </p:grpSpPr>
      <p:sp>
        <p:nvSpPr>
          <p:cNvPr id="4112" name="Google Shape;4112;g2d6744795db_1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3" name="Google Shape;4113;g2d6744795db_1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7" name="Shape 4117"/>
        <p:cNvGrpSpPr/>
        <p:nvPr/>
      </p:nvGrpSpPr>
      <p:grpSpPr>
        <a:xfrm>
          <a:off x="0" y="0"/>
          <a:ext cx="0" cy="0"/>
          <a:chOff x="0" y="0"/>
          <a:chExt cx="0" cy="0"/>
        </a:xfrm>
      </p:grpSpPr>
      <p:sp>
        <p:nvSpPr>
          <p:cNvPr id="4118" name="Google Shape;411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9" name="Google Shape;411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3" name="Shape 4123"/>
        <p:cNvGrpSpPr/>
        <p:nvPr/>
      </p:nvGrpSpPr>
      <p:grpSpPr>
        <a:xfrm>
          <a:off x="0" y="0"/>
          <a:ext cx="0" cy="0"/>
          <a:chOff x="0" y="0"/>
          <a:chExt cx="0" cy="0"/>
        </a:xfrm>
      </p:grpSpPr>
      <p:sp>
        <p:nvSpPr>
          <p:cNvPr id="4124" name="Google Shape;412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9" name="Shape 4129"/>
        <p:cNvGrpSpPr/>
        <p:nvPr/>
      </p:nvGrpSpPr>
      <p:grpSpPr>
        <a:xfrm>
          <a:off x="0" y="0"/>
          <a:ext cx="0" cy="0"/>
          <a:chOff x="0" y="0"/>
          <a:chExt cx="0" cy="0"/>
        </a:xfrm>
      </p:grpSpPr>
      <p:sp>
        <p:nvSpPr>
          <p:cNvPr id="4130" name="Google Shape;413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1" name="Google Shape;413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2" name="Shape 4142"/>
        <p:cNvGrpSpPr/>
        <p:nvPr/>
      </p:nvGrpSpPr>
      <p:grpSpPr>
        <a:xfrm>
          <a:off x="0" y="0"/>
          <a:ext cx="0" cy="0"/>
          <a:chOff x="0" y="0"/>
          <a:chExt cx="0" cy="0"/>
        </a:xfrm>
      </p:grpSpPr>
      <p:sp>
        <p:nvSpPr>
          <p:cNvPr id="4143" name="Google Shape;414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4" name="Google Shape;414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3" name="Shape 4153"/>
        <p:cNvGrpSpPr/>
        <p:nvPr/>
      </p:nvGrpSpPr>
      <p:grpSpPr>
        <a:xfrm>
          <a:off x="0" y="0"/>
          <a:ext cx="0" cy="0"/>
          <a:chOff x="0" y="0"/>
          <a:chExt cx="0" cy="0"/>
        </a:xfrm>
      </p:grpSpPr>
      <p:sp>
        <p:nvSpPr>
          <p:cNvPr id="4154" name="Google Shape;415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3" name="Shape 4163"/>
        <p:cNvGrpSpPr/>
        <p:nvPr/>
      </p:nvGrpSpPr>
      <p:grpSpPr>
        <a:xfrm>
          <a:off x="0" y="0"/>
          <a:ext cx="0" cy="0"/>
          <a:chOff x="0" y="0"/>
          <a:chExt cx="0" cy="0"/>
        </a:xfrm>
      </p:grpSpPr>
      <p:sp>
        <p:nvSpPr>
          <p:cNvPr id="4164" name="Google Shape;416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4" name="Shape 4174"/>
        <p:cNvGrpSpPr/>
        <p:nvPr/>
      </p:nvGrpSpPr>
      <p:grpSpPr>
        <a:xfrm>
          <a:off x="0" y="0"/>
          <a:ext cx="0" cy="0"/>
          <a:chOff x="0" y="0"/>
          <a:chExt cx="0" cy="0"/>
        </a:xfrm>
      </p:grpSpPr>
      <p:sp>
        <p:nvSpPr>
          <p:cNvPr id="4175" name="Google Shape;4175;g305ade67567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6" name="Google Shape;4176;g305ade67567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0" name="Shape 4180"/>
        <p:cNvGrpSpPr/>
        <p:nvPr/>
      </p:nvGrpSpPr>
      <p:grpSpPr>
        <a:xfrm>
          <a:off x="0" y="0"/>
          <a:ext cx="0" cy="0"/>
          <a:chOff x="0" y="0"/>
          <a:chExt cx="0" cy="0"/>
        </a:xfrm>
      </p:grpSpPr>
      <p:sp>
        <p:nvSpPr>
          <p:cNvPr id="4181" name="Google Shape;4181;g2a46dcf3698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2" name="Google Shape;4182;g2a46dcf3698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7" name="Shape 4207"/>
        <p:cNvGrpSpPr/>
        <p:nvPr/>
      </p:nvGrpSpPr>
      <p:grpSpPr>
        <a:xfrm>
          <a:off x="0" y="0"/>
          <a:ext cx="0" cy="0"/>
          <a:chOff x="0" y="0"/>
          <a:chExt cx="0" cy="0"/>
        </a:xfrm>
      </p:grpSpPr>
      <p:sp>
        <p:nvSpPr>
          <p:cNvPr id="4208" name="Google Shape;4208;g2a46dcf3698_0_15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09" name="Google Shape;4209;g2a46dcf3698_0_15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3" name="Shape 4213"/>
        <p:cNvGrpSpPr/>
        <p:nvPr/>
      </p:nvGrpSpPr>
      <p:grpSpPr>
        <a:xfrm>
          <a:off x="0" y="0"/>
          <a:ext cx="0" cy="0"/>
          <a:chOff x="0" y="0"/>
          <a:chExt cx="0" cy="0"/>
        </a:xfrm>
      </p:grpSpPr>
      <p:sp>
        <p:nvSpPr>
          <p:cNvPr id="4214" name="Google Shape;4214;g2a46dcf3698_0_30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5" name="Google Shape;4215;g2a46dcf3698_0_30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0" name="Shape 4220"/>
        <p:cNvGrpSpPr/>
        <p:nvPr/>
      </p:nvGrpSpPr>
      <p:grpSpPr>
        <a:xfrm>
          <a:off x="0" y="0"/>
          <a:ext cx="0" cy="0"/>
          <a:chOff x="0" y="0"/>
          <a:chExt cx="0" cy="0"/>
        </a:xfrm>
      </p:grpSpPr>
      <p:sp>
        <p:nvSpPr>
          <p:cNvPr id="4221" name="Google Shape;4221;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2" name="Google Shape;422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6" name="Shape 4226"/>
        <p:cNvGrpSpPr/>
        <p:nvPr/>
      </p:nvGrpSpPr>
      <p:grpSpPr>
        <a:xfrm>
          <a:off x="0" y="0"/>
          <a:ext cx="0" cy="0"/>
          <a:chOff x="0" y="0"/>
          <a:chExt cx="0" cy="0"/>
        </a:xfrm>
      </p:grpSpPr>
      <p:sp>
        <p:nvSpPr>
          <p:cNvPr id="4227" name="Google Shape;4227;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8" name="Google Shape;422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4" name="Shape 4234"/>
        <p:cNvGrpSpPr/>
        <p:nvPr/>
      </p:nvGrpSpPr>
      <p:grpSpPr>
        <a:xfrm>
          <a:off x="0" y="0"/>
          <a:ext cx="0" cy="0"/>
          <a:chOff x="0" y="0"/>
          <a:chExt cx="0" cy="0"/>
        </a:xfrm>
      </p:grpSpPr>
      <p:sp>
        <p:nvSpPr>
          <p:cNvPr id="4235" name="Google Shape;4235;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6" name="Google Shape;4236;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1" name="Shape 4261"/>
        <p:cNvGrpSpPr/>
        <p:nvPr/>
      </p:nvGrpSpPr>
      <p:grpSpPr>
        <a:xfrm>
          <a:off x="0" y="0"/>
          <a:ext cx="0" cy="0"/>
          <a:chOff x="0" y="0"/>
          <a:chExt cx="0" cy="0"/>
        </a:xfrm>
      </p:grpSpPr>
      <p:sp>
        <p:nvSpPr>
          <p:cNvPr id="4262" name="Google Shape;4262;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3" name="Google Shape;426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8" name="Shape 4278"/>
        <p:cNvGrpSpPr/>
        <p:nvPr/>
      </p:nvGrpSpPr>
      <p:grpSpPr>
        <a:xfrm>
          <a:off x="0" y="0"/>
          <a:ext cx="0" cy="0"/>
          <a:chOff x="0" y="0"/>
          <a:chExt cx="0" cy="0"/>
        </a:xfrm>
      </p:grpSpPr>
      <p:sp>
        <p:nvSpPr>
          <p:cNvPr id="4279" name="Google Shape;4279;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0" name="Google Shape;428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8" name="Shape 4308"/>
        <p:cNvGrpSpPr/>
        <p:nvPr/>
      </p:nvGrpSpPr>
      <p:grpSpPr>
        <a:xfrm>
          <a:off x="0" y="0"/>
          <a:ext cx="0" cy="0"/>
          <a:chOff x="0" y="0"/>
          <a:chExt cx="0" cy="0"/>
        </a:xfrm>
      </p:grpSpPr>
      <p:sp>
        <p:nvSpPr>
          <p:cNvPr id="4309" name="Google Shape;4309;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0" name="Google Shape;431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3" name="Shape 4323"/>
        <p:cNvGrpSpPr/>
        <p:nvPr/>
      </p:nvGrpSpPr>
      <p:grpSpPr>
        <a:xfrm>
          <a:off x="0" y="0"/>
          <a:ext cx="0" cy="0"/>
          <a:chOff x="0" y="0"/>
          <a:chExt cx="0" cy="0"/>
        </a:xfrm>
      </p:grpSpPr>
      <p:sp>
        <p:nvSpPr>
          <p:cNvPr id="4324" name="Google Shape;4324;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5" name="Google Shape;4325;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5" name="Shape 4415"/>
        <p:cNvGrpSpPr/>
        <p:nvPr/>
      </p:nvGrpSpPr>
      <p:grpSpPr>
        <a:xfrm>
          <a:off x="0" y="0"/>
          <a:ext cx="0" cy="0"/>
          <a:chOff x="0" y="0"/>
          <a:chExt cx="0" cy="0"/>
        </a:xfrm>
      </p:grpSpPr>
      <p:sp>
        <p:nvSpPr>
          <p:cNvPr id="4416" name="Google Shape;4416;g2d6744795db_4_30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7" name="Google Shape;4417;g2d6744795db_4_30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1" name="Shape 4421"/>
        <p:cNvGrpSpPr/>
        <p:nvPr/>
      </p:nvGrpSpPr>
      <p:grpSpPr>
        <a:xfrm>
          <a:off x="0" y="0"/>
          <a:ext cx="0" cy="0"/>
          <a:chOff x="0" y="0"/>
          <a:chExt cx="0" cy="0"/>
        </a:xfrm>
      </p:grpSpPr>
      <p:sp>
        <p:nvSpPr>
          <p:cNvPr id="4422" name="Google Shape;4422;g2d6744795db_4_30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23" name="Google Shape;4423;g2d6744795db_4_3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7" name="Shape 4427"/>
        <p:cNvGrpSpPr/>
        <p:nvPr/>
      </p:nvGrpSpPr>
      <p:grpSpPr>
        <a:xfrm>
          <a:off x="0" y="0"/>
          <a:ext cx="0" cy="0"/>
          <a:chOff x="0" y="0"/>
          <a:chExt cx="0" cy="0"/>
        </a:xfrm>
      </p:grpSpPr>
      <p:sp>
        <p:nvSpPr>
          <p:cNvPr id="4428" name="Google Shape;4428;g2d6744795db_4_3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29" name="Google Shape;4429;g2d6744795db_4_3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3" name="Shape 4433"/>
        <p:cNvGrpSpPr/>
        <p:nvPr/>
      </p:nvGrpSpPr>
      <p:grpSpPr>
        <a:xfrm>
          <a:off x="0" y="0"/>
          <a:ext cx="0" cy="0"/>
          <a:chOff x="0" y="0"/>
          <a:chExt cx="0" cy="0"/>
        </a:xfrm>
      </p:grpSpPr>
      <p:sp>
        <p:nvSpPr>
          <p:cNvPr id="4434" name="Google Shape;4434;g2d6744795db_4_3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35" name="Google Shape;4435;g2d6744795db_4_3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9" name="Shape 4439"/>
        <p:cNvGrpSpPr/>
        <p:nvPr/>
      </p:nvGrpSpPr>
      <p:grpSpPr>
        <a:xfrm>
          <a:off x="0" y="0"/>
          <a:ext cx="0" cy="0"/>
          <a:chOff x="0" y="0"/>
          <a:chExt cx="0" cy="0"/>
        </a:xfrm>
      </p:grpSpPr>
      <p:sp>
        <p:nvSpPr>
          <p:cNvPr id="4440" name="Google Shape;4440;g2d6744795db_4_3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1" name="Google Shape;4441;g2d6744795db_4_3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5" name="Shape 4445"/>
        <p:cNvGrpSpPr/>
        <p:nvPr/>
      </p:nvGrpSpPr>
      <p:grpSpPr>
        <a:xfrm>
          <a:off x="0" y="0"/>
          <a:ext cx="0" cy="0"/>
          <a:chOff x="0" y="0"/>
          <a:chExt cx="0" cy="0"/>
        </a:xfrm>
      </p:grpSpPr>
      <p:sp>
        <p:nvSpPr>
          <p:cNvPr id="4446" name="Google Shape;4446;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7" name="Google Shape;4447;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 Id="rId5" Type="http://schemas.openxmlformats.org/officeDocument/2006/relationships/hyperlink" Target="https://stories.freepik.com/"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 Id="rId5" Type="http://schemas.openxmlformats.org/officeDocument/2006/relationships/hyperlink" Target="https://stories.freepik.com/" TargetMode="Externa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61"/>
          <p:cNvSpPr txBox="1"/>
          <p:nvPr>
            <p:ph type="ctrTitle"/>
          </p:nvPr>
        </p:nvSpPr>
        <p:spPr>
          <a:xfrm>
            <a:off x="5248656" y="2002536"/>
            <a:ext cx="3264300" cy="17922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5200"/>
              <a:buNone/>
              <a:defRPr sz="5200"/>
            </a:lvl1pPr>
            <a:lvl2pPr lvl="1" algn="r">
              <a:lnSpc>
                <a:spcPct val="100000"/>
              </a:lnSpc>
              <a:spcBef>
                <a:spcPts val="0"/>
              </a:spcBef>
              <a:spcAft>
                <a:spcPts val="0"/>
              </a:spcAft>
              <a:buSzPts val="5200"/>
              <a:buNone/>
              <a:defRPr sz="5200"/>
            </a:lvl2pPr>
            <a:lvl3pPr lvl="2" algn="r">
              <a:lnSpc>
                <a:spcPct val="100000"/>
              </a:lnSpc>
              <a:spcBef>
                <a:spcPts val="0"/>
              </a:spcBef>
              <a:spcAft>
                <a:spcPts val="0"/>
              </a:spcAft>
              <a:buSzPts val="5200"/>
              <a:buNone/>
              <a:defRPr sz="5200"/>
            </a:lvl3pPr>
            <a:lvl4pPr lvl="3" algn="r">
              <a:lnSpc>
                <a:spcPct val="100000"/>
              </a:lnSpc>
              <a:spcBef>
                <a:spcPts val="0"/>
              </a:spcBef>
              <a:spcAft>
                <a:spcPts val="0"/>
              </a:spcAft>
              <a:buSzPts val="5200"/>
              <a:buNone/>
              <a:defRPr sz="5200"/>
            </a:lvl4pPr>
            <a:lvl5pPr lvl="4" algn="r">
              <a:lnSpc>
                <a:spcPct val="100000"/>
              </a:lnSpc>
              <a:spcBef>
                <a:spcPts val="0"/>
              </a:spcBef>
              <a:spcAft>
                <a:spcPts val="0"/>
              </a:spcAft>
              <a:buSzPts val="5200"/>
              <a:buNone/>
              <a:defRPr sz="5200"/>
            </a:lvl5pPr>
            <a:lvl6pPr lvl="5" algn="r">
              <a:lnSpc>
                <a:spcPct val="100000"/>
              </a:lnSpc>
              <a:spcBef>
                <a:spcPts val="0"/>
              </a:spcBef>
              <a:spcAft>
                <a:spcPts val="0"/>
              </a:spcAft>
              <a:buSzPts val="5200"/>
              <a:buNone/>
              <a:defRPr sz="5200"/>
            </a:lvl6pPr>
            <a:lvl7pPr lvl="6" algn="r">
              <a:lnSpc>
                <a:spcPct val="100000"/>
              </a:lnSpc>
              <a:spcBef>
                <a:spcPts val="0"/>
              </a:spcBef>
              <a:spcAft>
                <a:spcPts val="0"/>
              </a:spcAft>
              <a:buSzPts val="5200"/>
              <a:buNone/>
              <a:defRPr sz="5200"/>
            </a:lvl7pPr>
            <a:lvl8pPr lvl="7" algn="r">
              <a:lnSpc>
                <a:spcPct val="100000"/>
              </a:lnSpc>
              <a:spcBef>
                <a:spcPts val="0"/>
              </a:spcBef>
              <a:spcAft>
                <a:spcPts val="0"/>
              </a:spcAft>
              <a:buSzPts val="5200"/>
              <a:buNone/>
              <a:defRPr sz="5200"/>
            </a:lvl8pPr>
            <a:lvl9pPr lvl="8" algn="r">
              <a:lnSpc>
                <a:spcPct val="100000"/>
              </a:lnSpc>
              <a:spcBef>
                <a:spcPts val="0"/>
              </a:spcBef>
              <a:spcAft>
                <a:spcPts val="0"/>
              </a:spcAft>
              <a:buSzPts val="5200"/>
              <a:buNone/>
              <a:defRPr sz="5200"/>
            </a:lvl9pPr>
          </a:lstStyle>
          <a:p/>
        </p:txBody>
      </p:sp>
      <p:sp>
        <p:nvSpPr>
          <p:cNvPr id="9" name="Google Shape;9;p61"/>
          <p:cNvSpPr txBox="1"/>
          <p:nvPr>
            <p:ph idx="1" type="subTitle"/>
          </p:nvPr>
        </p:nvSpPr>
        <p:spPr>
          <a:xfrm>
            <a:off x="5248656" y="3721608"/>
            <a:ext cx="3264300" cy="8961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10" name="Google Shape;10;p61"/>
          <p:cNvCxnSpPr/>
          <p:nvPr/>
        </p:nvCxnSpPr>
        <p:spPr>
          <a:xfrm flipH="1">
            <a:off x="5827050" y="451300"/>
            <a:ext cx="1672500" cy="126000"/>
          </a:xfrm>
          <a:prstGeom prst="straightConnector1">
            <a:avLst/>
          </a:prstGeom>
          <a:noFill/>
          <a:ln cap="flat" cmpd="sng" w="9525">
            <a:solidFill>
              <a:schemeClr val="dk1"/>
            </a:solidFill>
            <a:prstDash val="solid"/>
            <a:round/>
            <a:headEnd len="sm" w="sm" type="none"/>
            <a:tailEnd len="sm" w="sm" type="none"/>
          </a:ln>
        </p:spPr>
      </p:cxnSp>
      <p:cxnSp>
        <p:nvCxnSpPr>
          <p:cNvPr id="11" name="Google Shape;11;p61"/>
          <p:cNvCxnSpPr/>
          <p:nvPr/>
        </p:nvCxnSpPr>
        <p:spPr>
          <a:xfrm rot="10800000">
            <a:off x="7512925" y="457850"/>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12" name="Google Shape;12;p61"/>
          <p:cNvCxnSpPr/>
          <p:nvPr/>
        </p:nvCxnSpPr>
        <p:spPr>
          <a:xfrm flipH="1">
            <a:off x="8348975" y="-6625"/>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13" name="Google Shape;13;p61"/>
          <p:cNvGrpSpPr/>
          <p:nvPr/>
        </p:nvGrpSpPr>
        <p:grpSpPr>
          <a:xfrm>
            <a:off x="8064275" y="887850"/>
            <a:ext cx="581800" cy="582350"/>
            <a:chOff x="8064275" y="887850"/>
            <a:chExt cx="581800" cy="582350"/>
          </a:xfrm>
        </p:grpSpPr>
        <p:sp>
          <p:nvSpPr>
            <p:cNvPr id="14" name="Google Shape;14;p6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6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6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6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6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6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 name="Google Shape;20;p61"/>
          <p:cNvGrpSpPr/>
          <p:nvPr/>
        </p:nvGrpSpPr>
        <p:grpSpPr>
          <a:xfrm>
            <a:off x="7353050" y="316275"/>
            <a:ext cx="292025" cy="292575"/>
            <a:chOff x="7353050" y="316275"/>
            <a:chExt cx="292025" cy="292575"/>
          </a:xfrm>
        </p:grpSpPr>
        <p:sp>
          <p:nvSpPr>
            <p:cNvPr id="21" name="Google Shape;21;p6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6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6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6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 name="Google Shape;25;p61"/>
          <p:cNvSpPr/>
          <p:nvPr/>
        </p:nvSpPr>
        <p:spPr>
          <a:xfrm>
            <a:off x="5690580" y="4258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61"/>
          <p:cNvSpPr/>
          <p:nvPr/>
        </p:nvSpPr>
        <p:spPr>
          <a:xfrm>
            <a:off x="5688325" y="4232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61"/>
          <p:cNvSpPr/>
          <p:nvPr/>
        </p:nvSpPr>
        <p:spPr>
          <a:xfrm>
            <a:off x="5727069" y="4623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61"/>
          <p:cNvSpPr/>
          <p:nvPr/>
        </p:nvSpPr>
        <p:spPr>
          <a:xfrm>
            <a:off x="5724827" y="4597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61"/>
          <p:cNvSpPr/>
          <p:nvPr/>
        </p:nvSpPr>
        <p:spPr>
          <a:xfrm>
            <a:off x="5766657" y="5018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61"/>
          <p:cNvSpPr/>
          <p:nvPr/>
        </p:nvSpPr>
        <p:spPr>
          <a:xfrm>
            <a:off x="5764415" y="4996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 name="Google Shape;31;p61"/>
          <p:cNvGrpSpPr/>
          <p:nvPr/>
        </p:nvGrpSpPr>
        <p:grpSpPr>
          <a:xfrm>
            <a:off x="5443350" y="289275"/>
            <a:ext cx="175013" cy="27000"/>
            <a:chOff x="5662375" y="212375"/>
            <a:chExt cx="175013" cy="27000"/>
          </a:xfrm>
        </p:grpSpPr>
        <p:sp>
          <p:nvSpPr>
            <p:cNvPr id="32" name="Google Shape;32;p6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6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6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 name="Google Shape;35;p61"/>
          <p:cNvGrpSpPr/>
          <p:nvPr/>
        </p:nvGrpSpPr>
        <p:grpSpPr>
          <a:xfrm>
            <a:off x="8490050" y="170875"/>
            <a:ext cx="175013" cy="27000"/>
            <a:chOff x="5662375" y="212375"/>
            <a:chExt cx="175013" cy="27000"/>
          </a:xfrm>
        </p:grpSpPr>
        <p:sp>
          <p:nvSpPr>
            <p:cNvPr id="36" name="Google Shape;36;p6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6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6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 name="Google Shape;39;p61"/>
          <p:cNvGrpSpPr/>
          <p:nvPr/>
        </p:nvGrpSpPr>
        <p:grpSpPr>
          <a:xfrm>
            <a:off x="8068750" y="1581800"/>
            <a:ext cx="175013" cy="27000"/>
            <a:chOff x="5662375" y="212375"/>
            <a:chExt cx="175013" cy="27000"/>
          </a:xfrm>
        </p:grpSpPr>
        <p:sp>
          <p:nvSpPr>
            <p:cNvPr id="40" name="Google Shape;40;p6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6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6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43" name="Shape 43"/>
        <p:cNvGrpSpPr/>
        <p:nvPr/>
      </p:nvGrpSpPr>
      <p:grpSpPr>
        <a:xfrm>
          <a:off x="0" y="0"/>
          <a:ext cx="0" cy="0"/>
          <a:chOff x="0" y="0"/>
          <a:chExt cx="0" cy="0"/>
        </a:xfrm>
      </p:grpSpPr>
      <p:sp>
        <p:nvSpPr>
          <p:cNvPr id="44" name="Google Shape;44;p62"/>
          <p:cNvSpPr txBox="1"/>
          <p:nvPr>
            <p:ph type="title"/>
          </p:nvPr>
        </p:nvSpPr>
        <p:spPr>
          <a:xfrm>
            <a:off x="5907024" y="356616"/>
            <a:ext cx="2615100" cy="5760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800"/>
              <a:buNone/>
              <a:defRPr/>
            </a:lvl1pPr>
            <a:lvl2pPr lvl="1" algn="r">
              <a:lnSpc>
                <a:spcPct val="100000"/>
              </a:lnSpc>
              <a:spcBef>
                <a:spcPts val="0"/>
              </a:spcBef>
              <a:spcAft>
                <a:spcPts val="0"/>
              </a:spcAft>
              <a:buSzPts val="2800"/>
              <a:buNone/>
              <a:defRPr/>
            </a:lvl2pPr>
            <a:lvl3pPr lvl="2" algn="r">
              <a:lnSpc>
                <a:spcPct val="100000"/>
              </a:lnSpc>
              <a:spcBef>
                <a:spcPts val="0"/>
              </a:spcBef>
              <a:spcAft>
                <a:spcPts val="0"/>
              </a:spcAft>
              <a:buSzPts val="2800"/>
              <a:buNone/>
              <a:defRPr/>
            </a:lvl3pPr>
            <a:lvl4pPr lvl="3" algn="r">
              <a:lnSpc>
                <a:spcPct val="100000"/>
              </a:lnSpc>
              <a:spcBef>
                <a:spcPts val="0"/>
              </a:spcBef>
              <a:spcAft>
                <a:spcPts val="0"/>
              </a:spcAft>
              <a:buSzPts val="2800"/>
              <a:buNone/>
              <a:defRPr/>
            </a:lvl4pPr>
            <a:lvl5pPr lvl="4" algn="r">
              <a:lnSpc>
                <a:spcPct val="100000"/>
              </a:lnSpc>
              <a:spcBef>
                <a:spcPts val="0"/>
              </a:spcBef>
              <a:spcAft>
                <a:spcPts val="0"/>
              </a:spcAft>
              <a:buSzPts val="2800"/>
              <a:buNone/>
              <a:defRPr/>
            </a:lvl5pPr>
            <a:lvl6pPr lvl="5" algn="r">
              <a:lnSpc>
                <a:spcPct val="100000"/>
              </a:lnSpc>
              <a:spcBef>
                <a:spcPts val="0"/>
              </a:spcBef>
              <a:spcAft>
                <a:spcPts val="0"/>
              </a:spcAft>
              <a:buSzPts val="2800"/>
              <a:buNone/>
              <a:defRPr/>
            </a:lvl6pPr>
            <a:lvl7pPr lvl="6" algn="r">
              <a:lnSpc>
                <a:spcPct val="100000"/>
              </a:lnSpc>
              <a:spcBef>
                <a:spcPts val="0"/>
              </a:spcBef>
              <a:spcAft>
                <a:spcPts val="0"/>
              </a:spcAft>
              <a:buSzPts val="2800"/>
              <a:buNone/>
              <a:defRPr/>
            </a:lvl7pPr>
            <a:lvl8pPr lvl="7" algn="r">
              <a:lnSpc>
                <a:spcPct val="100000"/>
              </a:lnSpc>
              <a:spcBef>
                <a:spcPts val="0"/>
              </a:spcBef>
              <a:spcAft>
                <a:spcPts val="0"/>
              </a:spcAft>
              <a:buSzPts val="2800"/>
              <a:buNone/>
              <a:defRPr/>
            </a:lvl8pPr>
            <a:lvl9pPr lvl="8" algn="r">
              <a:lnSpc>
                <a:spcPct val="100000"/>
              </a:lnSpc>
              <a:spcBef>
                <a:spcPts val="0"/>
              </a:spcBef>
              <a:spcAft>
                <a:spcPts val="0"/>
              </a:spcAft>
              <a:buSzPts val="2800"/>
              <a:buNone/>
              <a:defRPr/>
            </a:lvl9pPr>
          </a:lstStyle>
          <a:p/>
        </p:txBody>
      </p:sp>
      <p:sp>
        <p:nvSpPr>
          <p:cNvPr id="45" name="Google Shape;45;p62"/>
          <p:cNvSpPr txBox="1"/>
          <p:nvPr>
            <p:ph idx="1" type="subTitle"/>
          </p:nvPr>
        </p:nvSpPr>
        <p:spPr>
          <a:xfrm>
            <a:off x="1664208" y="429768"/>
            <a:ext cx="2615100" cy="384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46" name="Google Shape;46;p62"/>
          <p:cNvSpPr txBox="1"/>
          <p:nvPr>
            <p:ph idx="2" type="subTitle"/>
          </p:nvPr>
        </p:nvSpPr>
        <p:spPr>
          <a:xfrm>
            <a:off x="1664208" y="713232"/>
            <a:ext cx="2615100" cy="576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47" name="Google Shape;47;p62"/>
          <p:cNvSpPr txBox="1"/>
          <p:nvPr>
            <p:ph idx="3" type="subTitle"/>
          </p:nvPr>
        </p:nvSpPr>
        <p:spPr>
          <a:xfrm>
            <a:off x="1664208" y="1508760"/>
            <a:ext cx="2615100" cy="384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48" name="Google Shape;48;p62"/>
          <p:cNvSpPr txBox="1"/>
          <p:nvPr>
            <p:ph idx="4" type="subTitle"/>
          </p:nvPr>
        </p:nvSpPr>
        <p:spPr>
          <a:xfrm>
            <a:off x="1664208" y="1792224"/>
            <a:ext cx="2615100" cy="576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49" name="Google Shape;49;p62"/>
          <p:cNvSpPr txBox="1"/>
          <p:nvPr>
            <p:ph idx="5" type="subTitle"/>
          </p:nvPr>
        </p:nvSpPr>
        <p:spPr>
          <a:xfrm>
            <a:off x="1664208" y="2587752"/>
            <a:ext cx="2615100" cy="384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50" name="Google Shape;50;p62"/>
          <p:cNvSpPr txBox="1"/>
          <p:nvPr>
            <p:ph idx="6" type="subTitle"/>
          </p:nvPr>
        </p:nvSpPr>
        <p:spPr>
          <a:xfrm>
            <a:off x="1664208" y="2871216"/>
            <a:ext cx="2615100" cy="576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51" name="Google Shape;51;p62"/>
          <p:cNvSpPr txBox="1"/>
          <p:nvPr>
            <p:ph idx="7" type="subTitle"/>
          </p:nvPr>
        </p:nvSpPr>
        <p:spPr>
          <a:xfrm>
            <a:off x="1664208" y="3666744"/>
            <a:ext cx="2615100" cy="384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52" name="Google Shape;52;p62"/>
          <p:cNvSpPr txBox="1"/>
          <p:nvPr>
            <p:ph idx="8" type="subTitle"/>
          </p:nvPr>
        </p:nvSpPr>
        <p:spPr>
          <a:xfrm>
            <a:off x="1664208" y="3950208"/>
            <a:ext cx="2615100" cy="576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53" name="Google Shape;53;p62"/>
          <p:cNvSpPr txBox="1"/>
          <p:nvPr>
            <p:ph idx="9" type="title"/>
          </p:nvPr>
        </p:nvSpPr>
        <p:spPr>
          <a:xfrm>
            <a:off x="813816" y="722376"/>
            <a:ext cx="457200" cy="34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54" name="Google Shape;54;p62"/>
          <p:cNvSpPr txBox="1"/>
          <p:nvPr>
            <p:ph idx="13" type="title"/>
          </p:nvPr>
        </p:nvSpPr>
        <p:spPr>
          <a:xfrm>
            <a:off x="813816" y="1801368"/>
            <a:ext cx="457200" cy="34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55" name="Google Shape;55;p62"/>
          <p:cNvSpPr txBox="1"/>
          <p:nvPr>
            <p:ph idx="14" type="title"/>
          </p:nvPr>
        </p:nvSpPr>
        <p:spPr>
          <a:xfrm>
            <a:off x="813816" y="2880360"/>
            <a:ext cx="457200" cy="34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56" name="Google Shape;56;p62"/>
          <p:cNvSpPr txBox="1"/>
          <p:nvPr>
            <p:ph idx="15" type="title"/>
          </p:nvPr>
        </p:nvSpPr>
        <p:spPr>
          <a:xfrm>
            <a:off x="813816" y="3959352"/>
            <a:ext cx="457200" cy="34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grpSp>
        <p:nvGrpSpPr>
          <p:cNvPr id="58" name="Google Shape;58;p63"/>
          <p:cNvGrpSpPr/>
          <p:nvPr/>
        </p:nvGrpSpPr>
        <p:grpSpPr>
          <a:xfrm>
            <a:off x="2132649" y="713253"/>
            <a:ext cx="4878702" cy="3717004"/>
            <a:chOff x="399425" y="238125"/>
            <a:chExt cx="6810025" cy="5187000"/>
          </a:xfrm>
        </p:grpSpPr>
        <p:sp>
          <p:nvSpPr>
            <p:cNvPr id="59" name="Google Shape;59;p63"/>
            <p:cNvSpPr/>
            <p:nvPr/>
          </p:nvSpPr>
          <p:spPr>
            <a:xfrm>
              <a:off x="399425" y="238325"/>
              <a:ext cx="6810025" cy="5186100"/>
            </a:xfrm>
            <a:custGeom>
              <a:rect b="b" l="l" r="r" t="t"/>
              <a:pathLst>
                <a:path extrusionOk="0" h="207444" w="272401">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3"/>
            <p:cNvSpPr/>
            <p:nvPr/>
          </p:nvSpPr>
          <p:spPr>
            <a:xfrm>
              <a:off x="491875" y="238125"/>
              <a:ext cx="6575225" cy="5187000"/>
            </a:xfrm>
            <a:custGeom>
              <a:rect b="b" l="l" r="r" t="t"/>
              <a:pathLst>
                <a:path extrusionOk="0" h="207480" w="263009">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3"/>
          <p:cNvSpPr txBox="1"/>
          <p:nvPr>
            <p:ph type="title"/>
          </p:nvPr>
        </p:nvSpPr>
        <p:spPr>
          <a:xfrm>
            <a:off x="2971800" y="2231136"/>
            <a:ext cx="3200400" cy="80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2" name="Google Shape;62;p63"/>
          <p:cNvSpPr txBox="1"/>
          <p:nvPr>
            <p:ph idx="2" type="title"/>
          </p:nvPr>
        </p:nvSpPr>
        <p:spPr>
          <a:xfrm>
            <a:off x="2971800" y="1161288"/>
            <a:ext cx="2967600" cy="1069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p:txBody>
      </p:sp>
      <p:sp>
        <p:nvSpPr>
          <p:cNvPr id="63" name="Google Shape;63;p63"/>
          <p:cNvSpPr txBox="1"/>
          <p:nvPr>
            <p:ph idx="1" type="subTitle"/>
          </p:nvPr>
        </p:nvSpPr>
        <p:spPr>
          <a:xfrm>
            <a:off x="2973225" y="2999232"/>
            <a:ext cx="3200400" cy="685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grpSp>
        <p:nvGrpSpPr>
          <p:cNvPr id="64" name="Google Shape;64;p63"/>
          <p:cNvGrpSpPr/>
          <p:nvPr/>
        </p:nvGrpSpPr>
        <p:grpSpPr>
          <a:xfrm>
            <a:off x="432850" y="0"/>
            <a:ext cx="8278300" cy="5165700"/>
            <a:chOff x="432850" y="0"/>
            <a:chExt cx="8278300" cy="5165700"/>
          </a:xfrm>
        </p:grpSpPr>
        <p:cxnSp>
          <p:nvCxnSpPr>
            <p:cNvPr id="65" name="Google Shape;65;p63"/>
            <p:cNvCxnSpPr/>
            <p:nvPr/>
          </p:nvCxnSpPr>
          <p:spPr>
            <a:xfrm rot="10800000">
              <a:off x="8420275" y="2664300"/>
              <a:ext cx="0" cy="2501400"/>
            </a:xfrm>
            <a:prstGeom prst="straightConnector1">
              <a:avLst/>
            </a:prstGeom>
            <a:noFill/>
            <a:ln cap="flat" cmpd="sng" w="9525">
              <a:solidFill>
                <a:schemeClr val="dk1"/>
              </a:solidFill>
              <a:prstDash val="solid"/>
              <a:round/>
              <a:headEnd len="sm" w="sm" type="none"/>
              <a:tailEnd len="sm" w="sm" type="none"/>
            </a:ln>
          </p:spPr>
        </p:cxnSp>
        <p:grpSp>
          <p:nvGrpSpPr>
            <p:cNvPr id="66" name="Google Shape;66;p63"/>
            <p:cNvGrpSpPr/>
            <p:nvPr/>
          </p:nvGrpSpPr>
          <p:grpSpPr>
            <a:xfrm>
              <a:off x="8129350" y="4292175"/>
              <a:ext cx="581800" cy="582350"/>
              <a:chOff x="8064275" y="887850"/>
              <a:chExt cx="581800" cy="582350"/>
            </a:xfrm>
          </p:grpSpPr>
          <p:sp>
            <p:nvSpPr>
              <p:cNvPr id="67" name="Google Shape;67;p6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6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6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6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6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6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 name="Google Shape;73;p63"/>
            <p:cNvGrpSpPr/>
            <p:nvPr/>
          </p:nvGrpSpPr>
          <p:grpSpPr>
            <a:xfrm>
              <a:off x="8274238" y="3720600"/>
              <a:ext cx="292025" cy="292575"/>
              <a:chOff x="7353050" y="316275"/>
              <a:chExt cx="292025" cy="292575"/>
            </a:xfrm>
          </p:grpSpPr>
          <p:sp>
            <p:nvSpPr>
              <p:cNvPr id="74" name="Google Shape;74;p6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6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6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 name="Google Shape;78;p63"/>
            <p:cNvGrpSpPr/>
            <p:nvPr/>
          </p:nvGrpSpPr>
          <p:grpSpPr>
            <a:xfrm>
              <a:off x="8332763" y="3212475"/>
              <a:ext cx="175000" cy="175000"/>
              <a:chOff x="8792300" y="321275"/>
              <a:chExt cx="175000" cy="175000"/>
            </a:xfrm>
          </p:grpSpPr>
          <p:sp>
            <p:nvSpPr>
              <p:cNvPr id="79" name="Google Shape;79;p6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6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6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6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3" name="Google Shape;83;p63"/>
            <p:cNvCxnSpPr/>
            <p:nvPr/>
          </p:nvCxnSpPr>
          <p:spPr>
            <a:xfrm>
              <a:off x="723725" y="613"/>
              <a:ext cx="0" cy="2501400"/>
            </a:xfrm>
            <a:prstGeom prst="straightConnector1">
              <a:avLst/>
            </a:prstGeom>
            <a:noFill/>
            <a:ln cap="flat" cmpd="sng" w="9525">
              <a:solidFill>
                <a:schemeClr val="dk1"/>
              </a:solidFill>
              <a:prstDash val="solid"/>
              <a:round/>
              <a:headEnd len="sm" w="sm" type="none"/>
              <a:tailEnd len="sm" w="sm" type="none"/>
            </a:ln>
          </p:spPr>
        </p:cxnSp>
        <p:grpSp>
          <p:nvGrpSpPr>
            <p:cNvPr id="84" name="Google Shape;84;p63"/>
            <p:cNvGrpSpPr/>
            <p:nvPr/>
          </p:nvGrpSpPr>
          <p:grpSpPr>
            <a:xfrm rot="10800000">
              <a:off x="432850" y="291788"/>
              <a:ext cx="581800" cy="582350"/>
              <a:chOff x="8064275" y="887850"/>
              <a:chExt cx="581800" cy="582350"/>
            </a:xfrm>
          </p:grpSpPr>
          <p:sp>
            <p:nvSpPr>
              <p:cNvPr id="85" name="Google Shape;85;p6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6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6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6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6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6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 name="Google Shape;91;p63"/>
            <p:cNvGrpSpPr/>
            <p:nvPr/>
          </p:nvGrpSpPr>
          <p:grpSpPr>
            <a:xfrm rot="10800000">
              <a:off x="577738" y="1153138"/>
              <a:ext cx="292025" cy="292575"/>
              <a:chOff x="7353050" y="316275"/>
              <a:chExt cx="292025" cy="292575"/>
            </a:xfrm>
          </p:grpSpPr>
          <p:sp>
            <p:nvSpPr>
              <p:cNvPr id="92" name="Google Shape;92;p6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6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6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6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 name="Google Shape;96;p63"/>
            <p:cNvGrpSpPr/>
            <p:nvPr/>
          </p:nvGrpSpPr>
          <p:grpSpPr>
            <a:xfrm rot="10800000">
              <a:off x="636238" y="1778838"/>
              <a:ext cx="175000" cy="175000"/>
              <a:chOff x="8792300" y="321275"/>
              <a:chExt cx="175000" cy="175000"/>
            </a:xfrm>
          </p:grpSpPr>
          <p:sp>
            <p:nvSpPr>
              <p:cNvPr id="97" name="Google Shape;97;p6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6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6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6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 name="Google Shape;101;p63"/>
            <p:cNvGrpSpPr/>
            <p:nvPr/>
          </p:nvGrpSpPr>
          <p:grpSpPr>
            <a:xfrm>
              <a:off x="432850" y="2003163"/>
              <a:ext cx="175013" cy="27000"/>
              <a:chOff x="5662375" y="212375"/>
              <a:chExt cx="175013" cy="27000"/>
            </a:xfrm>
          </p:grpSpPr>
          <p:sp>
            <p:nvSpPr>
              <p:cNvPr id="102" name="Google Shape;102;p6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6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6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 name="Google Shape;105;p63"/>
            <p:cNvGrpSpPr/>
            <p:nvPr/>
          </p:nvGrpSpPr>
          <p:grpSpPr>
            <a:xfrm>
              <a:off x="788100" y="208488"/>
              <a:ext cx="175013" cy="27000"/>
              <a:chOff x="5662375" y="212375"/>
              <a:chExt cx="175013" cy="27000"/>
            </a:xfrm>
          </p:grpSpPr>
          <p:sp>
            <p:nvSpPr>
              <p:cNvPr id="106" name="Google Shape;106;p6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6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6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 name="Google Shape;109;p63"/>
            <p:cNvGrpSpPr/>
            <p:nvPr/>
          </p:nvGrpSpPr>
          <p:grpSpPr>
            <a:xfrm>
              <a:off x="8129350" y="4988725"/>
              <a:ext cx="175013" cy="27000"/>
              <a:chOff x="5662375" y="212375"/>
              <a:chExt cx="175013" cy="27000"/>
            </a:xfrm>
          </p:grpSpPr>
          <p:sp>
            <p:nvSpPr>
              <p:cNvPr id="110" name="Google Shape;110;p6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6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6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3" name="Google Shape;113;p63"/>
            <p:cNvGrpSpPr/>
            <p:nvPr/>
          </p:nvGrpSpPr>
          <p:grpSpPr>
            <a:xfrm>
              <a:off x="8497550" y="3429425"/>
              <a:ext cx="175013" cy="27000"/>
              <a:chOff x="5662375" y="212375"/>
              <a:chExt cx="175013" cy="27000"/>
            </a:xfrm>
          </p:grpSpPr>
          <p:sp>
            <p:nvSpPr>
              <p:cNvPr id="114" name="Google Shape;114;p6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6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6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17" name="Google Shape;117;p63"/>
            <p:cNvCxnSpPr/>
            <p:nvPr/>
          </p:nvCxnSpPr>
          <p:spPr>
            <a:xfrm>
              <a:off x="8407225" y="0"/>
              <a:ext cx="0" cy="2160900"/>
            </a:xfrm>
            <a:prstGeom prst="straightConnector1">
              <a:avLst/>
            </a:prstGeom>
            <a:noFill/>
            <a:ln cap="flat" cmpd="sng" w="9525">
              <a:solidFill>
                <a:schemeClr val="dk1"/>
              </a:solidFill>
              <a:prstDash val="solid"/>
              <a:round/>
              <a:headEnd len="sm" w="sm" type="none"/>
              <a:tailEnd len="sm" w="sm" type="none"/>
            </a:ln>
          </p:spPr>
        </p:cxnSp>
        <p:cxnSp>
          <p:nvCxnSpPr>
            <p:cNvPr id="118" name="Google Shape;118;p63"/>
            <p:cNvCxnSpPr/>
            <p:nvPr/>
          </p:nvCxnSpPr>
          <p:spPr>
            <a:xfrm>
              <a:off x="718025" y="2985634"/>
              <a:ext cx="0" cy="2160900"/>
            </a:xfrm>
            <a:prstGeom prst="straightConnector1">
              <a:avLst/>
            </a:prstGeom>
            <a:noFill/>
            <a:ln cap="flat" cmpd="sng" w="9525">
              <a:solidFill>
                <a:schemeClr val="dk1"/>
              </a:solidFill>
              <a:prstDash val="solid"/>
              <a:round/>
              <a:headEnd len="sm" w="sm" type="none"/>
              <a:tailEnd len="sm" w="sm" type="none"/>
            </a:ln>
          </p:spPr>
        </p:cxnSp>
        <p:sp>
          <p:nvSpPr>
            <p:cNvPr id="119" name="Google Shape;119;p63"/>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63"/>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63"/>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63"/>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3" name="Shape 123"/>
        <p:cNvGrpSpPr/>
        <p:nvPr/>
      </p:nvGrpSpPr>
      <p:grpSpPr>
        <a:xfrm>
          <a:off x="0" y="0"/>
          <a:ext cx="0" cy="0"/>
          <a:chOff x="0" y="0"/>
          <a:chExt cx="0" cy="0"/>
        </a:xfrm>
      </p:grpSpPr>
      <p:sp>
        <p:nvSpPr>
          <p:cNvPr id="124" name="Google Shape;124;p64"/>
          <p:cNvSpPr txBox="1"/>
          <p:nvPr>
            <p:ph idx="1" type="subTitle"/>
          </p:nvPr>
        </p:nvSpPr>
        <p:spPr>
          <a:xfrm>
            <a:off x="2167128" y="3054096"/>
            <a:ext cx="4809600" cy="11340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grpSp>
        <p:nvGrpSpPr>
          <p:cNvPr id="125" name="Google Shape;125;p64"/>
          <p:cNvGrpSpPr/>
          <p:nvPr/>
        </p:nvGrpSpPr>
        <p:grpSpPr>
          <a:xfrm>
            <a:off x="4484494" y="4433000"/>
            <a:ext cx="175013" cy="27000"/>
            <a:chOff x="5662375" y="212375"/>
            <a:chExt cx="175013" cy="27000"/>
          </a:xfrm>
        </p:grpSpPr>
        <p:sp>
          <p:nvSpPr>
            <p:cNvPr id="126" name="Google Shape;126;p6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6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6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9" name="Google Shape;129;p64"/>
          <p:cNvSpPr txBox="1"/>
          <p:nvPr>
            <p:ph type="title"/>
          </p:nvPr>
        </p:nvSpPr>
        <p:spPr>
          <a:xfrm>
            <a:off x="2167128" y="2478024"/>
            <a:ext cx="4809600" cy="576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130" name="Google Shape;130;p64"/>
          <p:cNvGrpSpPr/>
          <p:nvPr/>
        </p:nvGrpSpPr>
        <p:grpSpPr>
          <a:xfrm>
            <a:off x="432850" y="0"/>
            <a:ext cx="8278300" cy="5165700"/>
            <a:chOff x="432850" y="0"/>
            <a:chExt cx="8278300" cy="5165700"/>
          </a:xfrm>
        </p:grpSpPr>
        <p:cxnSp>
          <p:nvCxnSpPr>
            <p:cNvPr id="131" name="Google Shape;131;p64"/>
            <p:cNvCxnSpPr/>
            <p:nvPr/>
          </p:nvCxnSpPr>
          <p:spPr>
            <a:xfrm rot="10800000">
              <a:off x="8420275" y="2664300"/>
              <a:ext cx="0" cy="2501400"/>
            </a:xfrm>
            <a:prstGeom prst="straightConnector1">
              <a:avLst/>
            </a:prstGeom>
            <a:noFill/>
            <a:ln cap="flat" cmpd="sng" w="9525">
              <a:solidFill>
                <a:schemeClr val="dk1"/>
              </a:solidFill>
              <a:prstDash val="solid"/>
              <a:round/>
              <a:headEnd len="sm" w="sm" type="none"/>
              <a:tailEnd len="sm" w="sm" type="none"/>
            </a:ln>
          </p:spPr>
        </p:cxnSp>
        <p:grpSp>
          <p:nvGrpSpPr>
            <p:cNvPr id="132" name="Google Shape;132;p64"/>
            <p:cNvGrpSpPr/>
            <p:nvPr/>
          </p:nvGrpSpPr>
          <p:grpSpPr>
            <a:xfrm>
              <a:off x="8129350" y="4292175"/>
              <a:ext cx="581800" cy="582350"/>
              <a:chOff x="8064275" y="887850"/>
              <a:chExt cx="581800" cy="582350"/>
            </a:xfrm>
          </p:grpSpPr>
          <p:sp>
            <p:nvSpPr>
              <p:cNvPr id="133" name="Google Shape;133;p6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6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6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6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6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6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 name="Google Shape;139;p64"/>
            <p:cNvGrpSpPr/>
            <p:nvPr/>
          </p:nvGrpSpPr>
          <p:grpSpPr>
            <a:xfrm>
              <a:off x="8274238" y="3720600"/>
              <a:ext cx="292025" cy="292575"/>
              <a:chOff x="7353050" y="316275"/>
              <a:chExt cx="292025" cy="292575"/>
            </a:xfrm>
          </p:grpSpPr>
          <p:sp>
            <p:nvSpPr>
              <p:cNvPr id="140" name="Google Shape;140;p6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6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6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6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 name="Google Shape;144;p64"/>
            <p:cNvGrpSpPr/>
            <p:nvPr/>
          </p:nvGrpSpPr>
          <p:grpSpPr>
            <a:xfrm>
              <a:off x="8332763" y="3212475"/>
              <a:ext cx="175000" cy="175000"/>
              <a:chOff x="8792300" y="321275"/>
              <a:chExt cx="175000" cy="175000"/>
            </a:xfrm>
          </p:grpSpPr>
          <p:sp>
            <p:nvSpPr>
              <p:cNvPr id="145" name="Google Shape;145;p6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6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6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6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49" name="Google Shape;149;p64"/>
            <p:cNvCxnSpPr/>
            <p:nvPr/>
          </p:nvCxnSpPr>
          <p:spPr>
            <a:xfrm>
              <a:off x="723725" y="613"/>
              <a:ext cx="0" cy="2501400"/>
            </a:xfrm>
            <a:prstGeom prst="straightConnector1">
              <a:avLst/>
            </a:prstGeom>
            <a:noFill/>
            <a:ln cap="flat" cmpd="sng" w="9525">
              <a:solidFill>
                <a:schemeClr val="dk1"/>
              </a:solidFill>
              <a:prstDash val="solid"/>
              <a:round/>
              <a:headEnd len="sm" w="sm" type="none"/>
              <a:tailEnd len="sm" w="sm" type="none"/>
            </a:ln>
          </p:spPr>
        </p:cxnSp>
        <p:grpSp>
          <p:nvGrpSpPr>
            <p:cNvPr id="150" name="Google Shape;150;p64"/>
            <p:cNvGrpSpPr/>
            <p:nvPr/>
          </p:nvGrpSpPr>
          <p:grpSpPr>
            <a:xfrm rot="10800000">
              <a:off x="432850" y="291788"/>
              <a:ext cx="581800" cy="582350"/>
              <a:chOff x="8064275" y="887850"/>
              <a:chExt cx="581800" cy="582350"/>
            </a:xfrm>
          </p:grpSpPr>
          <p:sp>
            <p:nvSpPr>
              <p:cNvPr id="151" name="Google Shape;151;p6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6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6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6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6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6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 name="Google Shape;157;p64"/>
            <p:cNvGrpSpPr/>
            <p:nvPr/>
          </p:nvGrpSpPr>
          <p:grpSpPr>
            <a:xfrm rot="10800000">
              <a:off x="577738" y="1153138"/>
              <a:ext cx="292025" cy="292575"/>
              <a:chOff x="7353050" y="316275"/>
              <a:chExt cx="292025" cy="292575"/>
            </a:xfrm>
          </p:grpSpPr>
          <p:sp>
            <p:nvSpPr>
              <p:cNvPr id="158" name="Google Shape;158;p6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6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6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6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 name="Google Shape;162;p64"/>
            <p:cNvGrpSpPr/>
            <p:nvPr/>
          </p:nvGrpSpPr>
          <p:grpSpPr>
            <a:xfrm rot="10800000">
              <a:off x="636238" y="1778838"/>
              <a:ext cx="175000" cy="175000"/>
              <a:chOff x="8792300" y="321275"/>
              <a:chExt cx="175000" cy="175000"/>
            </a:xfrm>
          </p:grpSpPr>
          <p:sp>
            <p:nvSpPr>
              <p:cNvPr id="163" name="Google Shape;163;p6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6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6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6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7" name="Google Shape;167;p64"/>
            <p:cNvGrpSpPr/>
            <p:nvPr/>
          </p:nvGrpSpPr>
          <p:grpSpPr>
            <a:xfrm>
              <a:off x="432850" y="2003163"/>
              <a:ext cx="175013" cy="27000"/>
              <a:chOff x="5662375" y="212375"/>
              <a:chExt cx="175013" cy="27000"/>
            </a:xfrm>
          </p:grpSpPr>
          <p:sp>
            <p:nvSpPr>
              <p:cNvPr id="168" name="Google Shape;168;p6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6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6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p64"/>
            <p:cNvGrpSpPr/>
            <p:nvPr/>
          </p:nvGrpSpPr>
          <p:grpSpPr>
            <a:xfrm>
              <a:off x="788100" y="208488"/>
              <a:ext cx="175013" cy="27000"/>
              <a:chOff x="5662375" y="212375"/>
              <a:chExt cx="175013" cy="27000"/>
            </a:xfrm>
          </p:grpSpPr>
          <p:sp>
            <p:nvSpPr>
              <p:cNvPr id="172" name="Google Shape;172;p6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6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6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5" name="Google Shape;175;p64"/>
            <p:cNvGrpSpPr/>
            <p:nvPr/>
          </p:nvGrpSpPr>
          <p:grpSpPr>
            <a:xfrm>
              <a:off x="8129350" y="4988725"/>
              <a:ext cx="175013" cy="27000"/>
              <a:chOff x="5662375" y="212375"/>
              <a:chExt cx="175013" cy="27000"/>
            </a:xfrm>
          </p:grpSpPr>
          <p:sp>
            <p:nvSpPr>
              <p:cNvPr id="176" name="Google Shape;176;p6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6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6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9" name="Google Shape;179;p64"/>
            <p:cNvGrpSpPr/>
            <p:nvPr/>
          </p:nvGrpSpPr>
          <p:grpSpPr>
            <a:xfrm>
              <a:off x="8497550" y="3429425"/>
              <a:ext cx="175013" cy="27000"/>
              <a:chOff x="5662375" y="212375"/>
              <a:chExt cx="175013" cy="27000"/>
            </a:xfrm>
          </p:grpSpPr>
          <p:sp>
            <p:nvSpPr>
              <p:cNvPr id="180" name="Google Shape;180;p6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6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6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83" name="Google Shape;183;p64"/>
            <p:cNvCxnSpPr/>
            <p:nvPr/>
          </p:nvCxnSpPr>
          <p:spPr>
            <a:xfrm>
              <a:off x="8407225" y="0"/>
              <a:ext cx="0" cy="2160900"/>
            </a:xfrm>
            <a:prstGeom prst="straightConnector1">
              <a:avLst/>
            </a:prstGeom>
            <a:noFill/>
            <a:ln cap="flat" cmpd="sng" w="9525">
              <a:solidFill>
                <a:schemeClr val="dk1"/>
              </a:solidFill>
              <a:prstDash val="solid"/>
              <a:round/>
              <a:headEnd len="sm" w="sm" type="none"/>
              <a:tailEnd len="sm" w="sm" type="none"/>
            </a:ln>
          </p:spPr>
        </p:cxnSp>
        <p:cxnSp>
          <p:nvCxnSpPr>
            <p:cNvPr id="184" name="Google Shape;184;p64"/>
            <p:cNvCxnSpPr/>
            <p:nvPr/>
          </p:nvCxnSpPr>
          <p:spPr>
            <a:xfrm>
              <a:off x="718025" y="2985634"/>
              <a:ext cx="0" cy="2160900"/>
            </a:xfrm>
            <a:prstGeom prst="straightConnector1">
              <a:avLst/>
            </a:prstGeom>
            <a:noFill/>
            <a:ln cap="flat" cmpd="sng" w="9525">
              <a:solidFill>
                <a:schemeClr val="dk1"/>
              </a:solidFill>
              <a:prstDash val="solid"/>
              <a:round/>
              <a:headEnd len="sm" w="sm" type="none"/>
              <a:tailEnd len="sm" w="sm" type="none"/>
            </a:ln>
          </p:spPr>
        </p:cxnSp>
        <p:sp>
          <p:nvSpPr>
            <p:cNvPr id="185" name="Google Shape;185;p64"/>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64"/>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64"/>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64"/>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2">
  <p:cSld name="CUSTOM_7">
    <p:spTree>
      <p:nvGrpSpPr>
        <p:cNvPr id="189" name="Shape 189"/>
        <p:cNvGrpSpPr/>
        <p:nvPr/>
      </p:nvGrpSpPr>
      <p:grpSpPr>
        <a:xfrm>
          <a:off x="0" y="0"/>
          <a:ext cx="0" cy="0"/>
          <a:chOff x="0" y="0"/>
          <a:chExt cx="0" cy="0"/>
        </a:xfrm>
      </p:grpSpPr>
      <p:cxnSp>
        <p:nvCxnSpPr>
          <p:cNvPr id="190" name="Google Shape;190;p65"/>
          <p:cNvCxnSpPr/>
          <p:nvPr/>
        </p:nvCxnSpPr>
        <p:spPr>
          <a:xfrm>
            <a:off x="590450" y="4340600"/>
            <a:ext cx="670200" cy="423000"/>
          </a:xfrm>
          <a:prstGeom prst="straightConnector1">
            <a:avLst/>
          </a:prstGeom>
          <a:noFill/>
          <a:ln cap="flat" cmpd="sng" w="9525">
            <a:solidFill>
              <a:schemeClr val="dk1"/>
            </a:solidFill>
            <a:prstDash val="solid"/>
            <a:round/>
            <a:headEnd len="sm" w="sm" type="none"/>
            <a:tailEnd len="sm" w="sm" type="none"/>
          </a:ln>
        </p:spPr>
      </p:cxnSp>
      <p:sp>
        <p:nvSpPr>
          <p:cNvPr id="191" name="Google Shape;191;p65"/>
          <p:cNvSpPr txBox="1"/>
          <p:nvPr>
            <p:ph type="title"/>
          </p:nvPr>
        </p:nvSpPr>
        <p:spPr>
          <a:xfrm>
            <a:off x="2208175" y="342775"/>
            <a:ext cx="4727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92" name="Google Shape;192;p65"/>
          <p:cNvCxnSpPr/>
          <p:nvPr/>
        </p:nvCxnSpPr>
        <p:spPr>
          <a:xfrm flipH="1" rot="10800000">
            <a:off x="0" y="4332550"/>
            <a:ext cx="590700" cy="663900"/>
          </a:xfrm>
          <a:prstGeom prst="straightConnector1">
            <a:avLst/>
          </a:prstGeom>
          <a:noFill/>
          <a:ln cap="flat" cmpd="sng" w="9525">
            <a:solidFill>
              <a:schemeClr val="dk1"/>
            </a:solidFill>
            <a:prstDash val="solid"/>
            <a:round/>
            <a:headEnd len="sm" w="sm" type="none"/>
            <a:tailEnd len="sm" w="sm" type="none"/>
          </a:ln>
        </p:spPr>
      </p:cxnSp>
      <p:grpSp>
        <p:nvGrpSpPr>
          <p:cNvPr id="193" name="Google Shape;193;p65"/>
          <p:cNvGrpSpPr/>
          <p:nvPr/>
        </p:nvGrpSpPr>
        <p:grpSpPr>
          <a:xfrm flipH="1">
            <a:off x="431725" y="4183775"/>
            <a:ext cx="292025" cy="292575"/>
            <a:chOff x="7353050" y="316275"/>
            <a:chExt cx="292025" cy="292575"/>
          </a:xfrm>
        </p:grpSpPr>
        <p:sp>
          <p:nvSpPr>
            <p:cNvPr id="194" name="Google Shape;194;p6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6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6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6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65"/>
          <p:cNvGrpSpPr/>
          <p:nvPr/>
        </p:nvGrpSpPr>
        <p:grpSpPr>
          <a:xfrm>
            <a:off x="1075789" y="4604675"/>
            <a:ext cx="293111" cy="293388"/>
            <a:chOff x="3164039" y="430875"/>
            <a:chExt cx="293111" cy="293388"/>
          </a:xfrm>
        </p:grpSpPr>
        <p:sp>
          <p:nvSpPr>
            <p:cNvPr id="199" name="Google Shape;199;p65"/>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65"/>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65"/>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65"/>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65"/>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65"/>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05" name="Google Shape;205;p65"/>
          <p:cNvCxnSpPr/>
          <p:nvPr/>
        </p:nvCxnSpPr>
        <p:spPr>
          <a:xfrm rot="10800000">
            <a:off x="7196975" y="295100"/>
            <a:ext cx="1157100" cy="542700"/>
          </a:xfrm>
          <a:prstGeom prst="straightConnector1">
            <a:avLst/>
          </a:prstGeom>
          <a:noFill/>
          <a:ln cap="flat" cmpd="sng" w="9525">
            <a:solidFill>
              <a:schemeClr val="dk1"/>
            </a:solidFill>
            <a:prstDash val="solid"/>
            <a:round/>
            <a:headEnd len="sm" w="sm" type="none"/>
            <a:tailEnd len="sm" w="sm" type="none"/>
          </a:ln>
        </p:spPr>
      </p:cxnSp>
      <p:cxnSp>
        <p:nvCxnSpPr>
          <p:cNvPr id="206" name="Google Shape;206;p65"/>
          <p:cNvCxnSpPr/>
          <p:nvPr/>
        </p:nvCxnSpPr>
        <p:spPr>
          <a:xfrm flipH="1">
            <a:off x="8354075" y="-6625"/>
            <a:ext cx="791400" cy="836400"/>
          </a:xfrm>
          <a:prstGeom prst="straightConnector1">
            <a:avLst/>
          </a:prstGeom>
          <a:noFill/>
          <a:ln cap="flat" cmpd="sng" w="9525">
            <a:solidFill>
              <a:schemeClr val="dk1"/>
            </a:solidFill>
            <a:prstDash val="solid"/>
            <a:round/>
            <a:headEnd len="sm" w="sm" type="none"/>
            <a:tailEnd len="sm" w="sm" type="none"/>
          </a:ln>
        </p:spPr>
      </p:cxnSp>
      <p:grpSp>
        <p:nvGrpSpPr>
          <p:cNvPr id="207" name="Google Shape;207;p65"/>
          <p:cNvGrpSpPr/>
          <p:nvPr/>
        </p:nvGrpSpPr>
        <p:grpSpPr>
          <a:xfrm>
            <a:off x="8064275" y="526925"/>
            <a:ext cx="581800" cy="582350"/>
            <a:chOff x="8064275" y="887850"/>
            <a:chExt cx="581800" cy="582350"/>
          </a:xfrm>
        </p:grpSpPr>
        <p:sp>
          <p:nvSpPr>
            <p:cNvPr id="208" name="Google Shape;208;p6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6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6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6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6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6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 name="Google Shape;214;p65"/>
          <p:cNvGrpSpPr/>
          <p:nvPr/>
        </p:nvGrpSpPr>
        <p:grpSpPr>
          <a:xfrm>
            <a:off x="7033875" y="170875"/>
            <a:ext cx="292025" cy="292575"/>
            <a:chOff x="7353050" y="316275"/>
            <a:chExt cx="292025" cy="292575"/>
          </a:xfrm>
        </p:grpSpPr>
        <p:sp>
          <p:nvSpPr>
            <p:cNvPr id="215" name="Google Shape;215;p6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6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6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6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 name="Google Shape;219;p65"/>
          <p:cNvGrpSpPr/>
          <p:nvPr/>
        </p:nvGrpSpPr>
        <p:grpSpPr>
          <a:xfrm>
            <a:off x="8757950" y="229650"/>
            <a:ext cx="175000" cy="175000"/>
            <a:chOff x="8792300" y="321275"/>
            <a:chExt cx="175000" cy="175000"/>
          </a:xfrm>
        </p:grpSpPr>
        <p:sp>
          <p:nvSpPr>
            <p:cNvPr id="220" name="Google Shape;220;p6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6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6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6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4" name="Google Shape;224;p65"/>
          <p:cNvGrpSpPr/>
          <p:nvPr/>
        </p:nvGrpSpPr>
        <p:grpSpPr>
          <a:xfrm>
            <a:off x="8490050" y="170875"/>
            <a:ext cx="175013" cy="27000"/>
            <a:chOff x="5662375" y="212375"/>
            <a:chExt cx="175013" cy="27000"/>
          </a:xfrm>
        </p:grpSpPr>
        <p:sp>
          <p:nvSpPr>
            <p:cNvPr id="225" name="Google Shape;225;p6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6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6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 name="Google Shape;228;p65"/>
          <p:cNvGrpSpPr/>
          <p:nvPr/>
        </p:nvGrpSpPr>
        <p:grpSpPr>
          <a:xfrm>
            <a:off x="7916350" y="1124600"/>
            <a:ext cx="175013" cy="27000"/>
            <a:chOff x="5662375" y="212375"/>
            <a:chExt cx="175013" cy="27000"/>
          </a:xfrm>
        </p:grpSpPr>
        <p:sp>
          <p:nvSpPr>
            <p:cNvPr id="229" name="Google Shape;229;p6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6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6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2" name="Google Shape;232;p65"/>
          <p:cNvSpPr txBox="1"/>
          <p:nvPr>
            <p:ph idx="1" type="subTitle"/>
          </p:nvPr>
        </p:nvSpPr>
        <p:spPr>
          <a:xfrm>
            <a:off x="6217920" y="1819656"/>
            <a:ext cx="1636800" cy="356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33" name="Google Shape;233;p65"/>
          <p:cNvSpPr txBox="1"/>
          <p:nvPr>
            <p:ph idx="2" type="subTitle"/>
          </p:nvPr>
        </p:nvSpPr>
        <p:spPr>
          <a:xfrm>
            <a:off x="3749040" y="1252728"/>
            <a:ext cx="1636800" cy="356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34" name="Google Shape;234;p65"/>
          <p:cNvSpPr txBox="1"/>
          <p:nvPr>
            <p:ph idx="3" type="subTitle"/>
          </p:nvPr>
        </p:nvSpPr>
        <p:spPr>
          <a:xfrm>
            <a:off x="1289304" y="1819656"/>
            <a:ext cx="1636800" cy="356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35" name="Google Shape;235;p65"/>
          <p:cNvSpPr txBox="1"/>
          <p:nvPr>
            <p:ph idx="4" type="subTitle"/>
          </p:nvPr>
        </p:nvSpPr>
        <p:spPr>
          <a:xfrm>
            <a:off x="6217920" y="2139696"/>
            <a:ext cx="1636800" cy="877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p:txBody>
      </p:sp>
      <p:sp>
        <p:nvSpPr>
          <p:cNvPr id="236" name="Google Shape;236;p65"/>
          <p:cNvSpPr txBox="1"/>
          <p:nvPr>
            <p:ph idx="5" type="subTitle"/>
          </p:nvPr>
        </p:nvSpPr>
        <p:spPr>
          <a:xfrm>
            <a:off x="3749040" y="1581912"/>
            <a:ext cx="1636800" cy="877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237" name="Google Shape;237;p65"/>
          <p:cNvSpPr txBox="1"/>
          <p:nvPr>
            <p:ph idx="6" type="subTitle"/>
          </p:nvPr>
        </p:nvSpPr>
        <p:spPr>
          <a:xfrm>
            <a:off x="1289304" y="2139696"/>
            <a:ext cx="1636800" cy="877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8" name="Shape 238"/>
        <p:cNvGrpSpPr/>
        <p:nvPr/>
      </p:nvGrpSpPr>
      <p:grpSpPr>
        <a:xfrm>
          <a:off x="0" y="0"/>
          <a:ext cx="0" cy="0"/>
          <a:chOff x="0" y="0"/>
          <a:chExt cx="0" cy="0"/>
        </a:xfrm>
      </p:grpSpPr>
      <p:sp>
        <p:nvSpPr>
          <p:cNvPr id="239" name="Google Shape;239;p66"/>
          <p:cNvSpPr txBox="1"/>
          <p:nvPr>
            <p:ph type="title"/>
          </p:nvPr>
        </p:nvSpPr>
        <p:spPr>
          <a:xfrm>
            <a:off x="1823475" y="338328"/>
            <a:ext cx="5496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240" name="Google Shape;240;p66"/>
          <p:cNvGrpSpPr/>
          <p:nvPr/>
        </p:nvGrpSpPr>
        <p:grpSpPr>
          <a:xfrm>
            <a:off x="432850" y="0"/>
            <a:ext cx="8278300" cy="5165700"/>
            <a:chOff x="432850" y="0"/>
            <a:chExt cx="8278300" cy="5165700"/>
          </a:xfrm>
        </p:grpSpPr>
        <p:cxnSp>
          <p:nvCxnSpPr>
            <p:cNvPr id="241" name="Google Shape;241;p66"/>
            <p:cNvCxnSpPr/>
            <p:nvPr/>
          </p:nvCxnSpPr>
          <p:spPr>
            <a:xfrm rot="10800000">
              <a:off x="8420275" y="2664300"/>
              <a:ext cx="0" cy="2501400"/>
            </a:xfrm>
            <a:prstGeom prst="straightConnector1">
              <a:avLst/>
            </a:prstGeom>
            <a:noFill/>
            <a:ln cap="flat" cmpd="sng" w="9525">
              <a:solidFill>
                <a:schemeClr val="dk1"/>
              </a:solidFill>
              <a:prstDash val="solid"/>
              <a:round/>
              <a:headEnd len="sm" w="sm" type="none"/>
              <a:tailEnd len="sm" w="sm" type="none"/>
            </a:ln>
          </p:spPr>
        </p:cxnSp>
        <p:grpSp>
          <p:nvGrpSpPr>
            <p:cNvPr id="242" name="Google Shape;242;p66"/>
            <p:cNvGrpSpPr/>
            <p:nvPr/>
          </p:nvGrpSpPr>
          <p:grpSpPr>
            <a:xfrm>
              <a:off x="8129350" y="4292175"/>
              <a:ext cx="581800" cy="582350"/>
              <a:chOff x="8064275" y="887850"/>
              <a:chExt cx="581800" cy="582350"/>
            </a:xfrm>
          </p:grpSpPr>
          <p:sp>
            <p:nvSpPr>
              <p:cNvPr id="243" name="Google Shape;243;p6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6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6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6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6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6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9" name="Google Shape;249;p66"/>
            <p:cNvGrpSpPr/>
            <p:nvPr/>
          </p:nvGrpSpPr>
          <p:grpSpPr>
            <a:xfrm>
              <a:off x="8274238" y="3720600"/>
              <a:ext cx="292025" cy="292575"/>
              <a:chOff x="7353050" y="316275"/>
              <a:chExt cx="292025" cy="292575"/>
            </a:xfrm>
          </p:grpSpPr>
          <p:sp>
            <p:nvSpPr>
              <p:cNvPr id="250" name="Google Shape;250;p6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6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6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6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4" name="Google Shape;254;p66"/>
            <p:cNvGrpSpPr/>
            <p:nvPr/>
          </p:nvGrpSpPr>
          <p:grpSpPr>
            <a:xfrm>
              <a:off x="8332763" y="3212475"/>
              <a:ext cx="175000" cy="175000"/>
              <a:chOff x="8792300" y="321275"/>
              <a:chExt cx="175000" cy="175000"/>
            </a:xfrm>
          </p:grpSpPr>
          <p:sp>
            <p:nvSpPr>
              <p:cNvPr id="255" name="Google Shape;255;p6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6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6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6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59" name="Google Shape;259;p66"/>
            <p:cNvCxnSpPr/>
            <p:nvPr/>
          </p:nvCxnSpPr>
          <p:spPr>
            <a:xfrm>
              <a:off x="723725" y="613"/>
              <a:ext cx="0" cy="2501400"/>
            </a:xfrm>
            <a:prstGeom prst="straightConnector1">
              <a:avLst/>
            </a:prstGeom>
            <a:noFill/>
            <a:ln cap="flat" cmpd="sng" w="9525">
              <a:solidFill>
                <a:schemeClr val="dk1"/>
              </a:solidFill>
              <a:prstDash val="solid"/>
              <a:round/>
              <a:headEnd len="sm" w="sm" type="none"/>
              <a:tailEnd len="sm" w="sm" type="none"/>
            </a:ln>
          </p:spPr>
        </p:cxnSp>
        <p:grpSp>
          <p:nvGrpSpPr>
            <p:cNvPr id="260" name="Google Shape;260;p66"/>
            <p:cNvGrpSpPr/>
            <p:nvPr/>
          </p:nvGrpSpPr>
          <p:grpSpPr>
            <a:xfrm rot="10800000">
              <a:off x="432850" y="291788"/>
              <a:ext cx="581800" cy="582350"/>
              <a:chOff x="8064275" y="887850"/>
              <a:chExt cx="581800" cy="582350"/>
            </a:xfrm>
          </p:grpSpPr>
          <p:sp>
            <p:nvSpPr>
              <p:cNvPr id="261" name="Google Shape;261;p6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6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6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6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6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6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7" name="Google Shape;267;p66"/>
            <p:cNvGrpSpPr/>
            <p:nvPr/>
          </p:nvGrpSpPr>
          <p:grpSpPr>
            <a:xfrm rot="10800000">
              <a:off x="577738" y="1153138"/>
              <a:ext cx="292025" cy="292575"/>
              <a:chOff x="7353050" y="316275"/>
              <a:chExt cx="292025" cy="292575"/>
            </a:xfrm>
          </p:grpSpPr>
          <p:sp>
            <p:nvSpPr>
              <p:cNvPr id="268" name="Google Shape;268;p6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6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6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6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2" name="Google Shape;272;p66"/>
            <p:cNvGrpSpPr/>
            <p:nvPr/>
          </p:nvGrpSpPr>
          <p:grpSpPr>
            <a:xfrm rot="10800000">
              <a:off x="636238" y="1778838"/>
              <a:ext cx="175000" cy="175000"/>
              <a:chOff x="8792300" y="321275"/>
              <a:chExt cx="175000" cy="175000"/>
            </a:xfrm>
          </p:grpSpPr>
          <p:sp>
            <p:nvSpPr>
              <p:cNvPr id="273" name="Google Shape;273;p6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6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6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6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7" name="Google Shape;277;p66"/>
            <p:cNvGrpSpPr/>
            <p:nvPr/>
          </p:nvGrpSpPr>
          <p:grpSpPr>
            <a:xfrm>
              <a:off x="432850" y="2003163"/>
              <a:ext cx="175013" cy="27000"/>
              <a:chOff x="5662375" y="212375"/>
              <a:chExt cx="175013" cy="27000"/>
            </a:xfrm>
          </p:grpSpPr>
          <p:sp>
            <p:nvSpPr>
              <p:cNvPr id="278" name="Google Shape;278;p6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6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6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1" name="Google Shape;281;p66"/>
            <p:cNvGrpSpPr/>
            <p:nvPr/>
          </p:nvGrpSpPr>
          <p:grpSpPr>
            <a:xfrm>
              <a:off x="788100" y="208488"/>
              <a:ext cx="175013" cy="27000"/>
              <a:chOff x="5662375" y="212375"/>
              <a:chExt cx="175013" cy="27000"/>
            </a:xfrm>
          </p:grpSpPr>
          <p:sp>
            <p:nvSpPr>
              <p:cNvPr id="282" name="Google Shape;282;p6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6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6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5" name="Google Shape;285;p66"/>
            <p:cNvGrpSpPr/>
            <p:nvPr/>
          </p:nvGrpSpPr>
          <p:grpSpPr>
            <a:xfrm>
              <a:off x="8129350" y="4988725"/>
              <a:ext cx="175013" cy="27000"/>
              <a:chOff x="5662375" y="212375"/>
              <a:chExt cx="175013" cy="27000"/>
            </a:xfrm>
          </p:grpSpPr>
          <p:sp>
            <p:nvSpPr>
              <p:cNvPr id="286" name="Google Shape;286;p6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6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6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9" name="Google Shape;289;p66"/>
            <p:cNvGrpSpPr/>
            <p:nvPr/>
          </p:nvGrpSpPr>
          <p:grpSpPr>
            <a:xfrm>
              <a:off x="8497550" y="3429425"/>
              <a:ext cx="175013" cy="27000"/>
              <a:chOff x="5662375" y="212375"/>
              <a:chExt cx="175013" cy="27000"/>
            </a:xfrm>
          </p:grpSpPr>
          <p:sp>
            <p:nvSpPr>
              <p:cNvPr id="290" name="Google Shape;290;p6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6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6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93" name="Google Shape;293;p66"/>
            <p:cNvCxnSpPr/>
            <p:nvPr/>
          </p:nvCxnSpPr>
          <p:spPr>
            <a:xfrm>
              <a:off x="8407225" y="0"/>
              <a:ext cx="0" cy="2160900"/>
            </a:xfrm>
            <a:prstGeom prst="straightConnector1">
              <a:avLst/>
            </a:prstGeom>
            <a:noFill/>
            <a:ln cap="flat" cmpd="sng" w="9525">
              <a:solidFill>
                <a:schemeClr val="dk1"/>
              </a:solidFill>
              <a:prstDash val="solid"/>
              <a:round/>
              <a:headEnd len="sm" w="sm" type="none"/>
              <a:tailEnd len="sm" w="sm" type="none"/>
            </a:ln>
          </p:spPr>
        </p:cxnSp>
        <p:cxnSp>
          <p:nvCxnSpPr>
            <p:cNvPr id="294" name="Google Shape;294;p66"/>
            <p:cNvCxnSpPr/>
            <p:nvPr/>
          </p:nvCxnSpPr>
          <p:spPr>
            <a:xfrm>
              <a:off x="718025" y="2985634"/>
              <a:ext cx="0" cy="2160900"/>
            </a:xfrm>
            <a:prstGeom prst="straightConnector1">
              <a:avLst/>
            </a:prstGeom>
            <a:noFill/>
            <a:ln cap="flat" cmpd="sng" w="9525">
              <a:solidFill>
                <a:schemeClr val="dk1"/>
              </a:solidFill>
              <a:prstDash val="solid"/>
              <a:round/>
              <a:headEnd len="sm" w="sm" type="none"/>
              <a:tailEnd len="sm" w="sm" type="none"/>
            </a:ln>
          </p:spPr>
        </p:cxnSp>
        <p:sp>
          <p:nvSpPr>
            <p:cNvPr id="295" name="Google Shape;295;p66"/>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66"/>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66"/>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66"/>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9">
    <p:spTree>
      <p:nvGrpSpPr>
        <p:cNvPr id="299" name="Shape 299"/>
        <p:cNvGrpSpPr/>
        <p:nvPr/>
      </p:nvGrpSpPr>
      <p:grpSpPr>
        <a:xfrm>
          <a:off x="0" y="0"/>
          <a:ext cx="0" cy="0"/>
          <a:chOff x="0" y="0"/>
          <a:chExt cx="0" cy="0"/>
        </a:xfrm>
      </p:grpSpPr>
      <p:grpSp>
        <p:nvGrpSpPr>
          <p:cNvPr id="300" name="Google Shape;300;p90"/>
          <p:cNvGrpSpPr/>
          <p:nvPr/>
        </p:nvGrpSpPr>
        <p:grpSpPr>
          <a:xfrm>
            <a:off x="261711" y="-1158"/>
            <a:ext cx="8550327" cy="3981600"/>
            <a:chOff x="261711" y="-1158"/>
            <a:chExt cx="8550327" cy="3981600"/>
          </a:xfrm>
        </p:grpSpPr>
        <p:cxnSp>
          <p:nvCxnSpPr>
            <p:cNvPr id="301" name="Google Shape;301;p90"/>
            <p:cNvCxnSpPr/>
            <p:nvPr/>
          </p:nvCxnSpPr>
          <p:spPr>
            <a:xfrm>
              <a:off x="515925" y="-1158"/>
              <a:ext cx="0" cy="3981600"/>
            </a:xfrm>
            <a:prstGeom prst="straightConnector1">
              <a:avLst/>
            </a:prstGeom>
            <a:noFill/>
            <a:ln cap="flat" cmpd="sng" w="9525">
              <a:solidFill>
                <a:srgbClr val="595959"/>
              </a:solidFill>
              <a:prstDash val="solid"/>
              <a:round/>
              <a:headEnd len="sm" w="sm" type="none"/>
              <a:tailEnd len="sm" w="sm" type="none"/>
            </a:ln>
          </p:spPr>
        </p:cxnSp>
        <p:cxnSp>
          <p:nvCxnSpPr>
            <p:cNvPr id="302" name="Google Shape;302;p90"/>
            <p:cNvCxnSpPr/>
            <p:nvPr/>
          </p:nvCxnSpPr>
          <p:spPr>
            <a:xfrm>
              <a:off x="8666025" y="-1158"/>
              <a:ext cx="0" cy="1902000"/>
            </a:xfrm>
            <a:prstGeom prst="straightConnector1">
              <a:avLst/>
            </a:prstGeom>
            <a:noFill/>
            <a:ln cap="flat" cmpd="sng" w="9525">
              <a:solidFill>
                <a:srgbClr val="595959"/>
              </a:solidFill>
              <a:prstDash val="solid"/>
              <a:round/>
              <a:headEnd len="sm" w="sm" type="none"/>
              <a:tailEnd len="sm" w="sm" type="none"/>
            </a:ln>
          </p:spPr>
        </p:cxnSp>
        <p:grpSp>
          <p:nvGrpSpPr>
            <p:cNvPr id="303" name="Google Shape;303;p90"/>
            <p:cNvGrpSpPr/>
            <p:nvPr/>
          </p:nvGrpSpPr>
          <p:grpSpPr>
            <a:xfrm rot="10800000">
              <a:off x="343275" y="3300779"/>
              <a:ext cx="344736" cy="345385"/>
              <a:chOff x="7353050" y="316275"/>
              <a:chExt cx="292025" cy="292575"/>
            </a:xfrm>
          </p:grpSpPr>
          <p:sp>
            <p:nvSpPr>
              <p:cNvPr id="304" name="Google Shape;304;p9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9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9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9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8" name="Google Shape;308;p90"/>
            <p:cNvGrpSpPr/>
            <p:nvPr/>
          </p:nvGrpSpPr>
          <p:grpSpPr>
            <a:xfrm rot="10800000">
              <a:off x="8520013" y="714742"/>
              <a:ext cx="292025" cy="292575"/>
              <a:chOff x="7353050" y="316275"/>
              <a:chExt cx="292025" cy="292575"/>
            </a:xfrm>
          </p:grpSpPr>
          <p:sp>
            <p:nvSpPr>
              <p:cNvPr id="309" name="Google Shape;309;p9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9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9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9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3" name="Google Shape;313;p90"/>
            <p:cNvGrpSpPr/>
            <p:nvPr/>
          </p:nvGrpSpPr>
          <p:grpSpPr>
            <a:xfrm rot="10800000">
              <a:off x="261711" y="465077"/>
              <a:ext cx="507562" cy="507984"/>
              <a:chOff x="8064275" y="887850"/>
              <a:chExt cx="581800" cy="582350"/>
            </a:xfrm>
          </p:grpSpPr>
          <p:sp>
            <p:nvSpPr>
              <p:cNvPr id="314" name="Google Shape;314;p9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9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9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9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9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9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of text">
  <p:cSld name="CUSTOM_8">
    <p:spTree>
      <p:nvGrpSpPr>
        <p:cNvPr id="320" name="Shape 320"/>
        <p:cNvGrpSpPr/>
        <p:nvPr/>
      </p:nvGrpSpPr>
      <p:grpSpPr>
        <a:xfrm>
          <a:off x="0" y="0"/>
          <a:ext cx="0" cy="0"/>
          <a:chOff x="0" y="0"/>
          <a:chExt cx="0" cy="0"/>
        </a:xfrm>
      </p:grpSpPr>
      <p:sp>
        <p:nvSpPr>
          <p:cNvPr id="321" name="Google Shape;321;p77"/>
          <p:cNvSpPr txBox="1"/>
          <p:nvPr>
            <p:ph type="title"/>
          </p:nvPr>
        </p:nvSpPr>
        <p:spPr>
          <a:xfrm>
            <a:off x="3090672" y="338328"/>
            <a:ext cx="2962800" cy="576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322" name="Google Shape;322;p77"/>
          <p:cNvSpPr txBox="1"/>
          <p:nvPr>
            <p:ph idx="1" type="subTitle"/>
          </p:nvPr>
        </p:nvSpPr>
        <p:spPr>
          <a:xfrm>
            <a:off x="1522425" y="1588336"/>
            <a:ext cx="17649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323" name="Google Shape;323;p77"/>
          <p:cNvSpPr txBox="1"/>
          <p:nvPr>
            <p:ph idx="2" type="subTitle"/>
          </p:nvPr>
        </p:nvSpPr>
        <p:spPr>
          <a:xfrm>
            <a:off x="1522425" y="1928169"/>
            <a:ext cx="17649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324" name="Google Shape;324;p77"/>
          <p:cNvSpPr txBox="1"/>
          <p:nvPr>
            <p:ph idx="3" type="subTitle"/>
          </p:nvPr>
        </p:nvSpPr>
        <p:spPr>
          <a:xfrm>
            <a:off x="3689552" y="1588336"/>
            <a:ext cx="17649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325" name="Google Shape;325;p77"/>
          <p:cNvSpPr txBox="1"/>
          <p:nvPr>
            <p:ph idx="4" type="subTitle"/>
          </p:nvPr>
        </p:nvSpPr>
        <p:spPr>
          <a:xfrm>
            <a:off x="3689552" y="1928169"/>
            <a:ext cx="17649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9pPr>
          </a:lstStyle>
          <a:p/>
        </p:txBody>
      </p:sp>
      <p:sp>
        <p:nvSpPr>
          <p:cNvPr id="326" name="Google Shape;326;p77"/>
          <p:cNvSpPr txBox="1"/>
          <p:nvPr>
            <p:ph idx="5" type="subTitle"/>
          </p:nvPr>
        </p:nvSpPr>
        <p:spPr>
          <a:xfrm>
            <a:off x="5856675" y="1588336"/>
            <a:ext cx="17649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327" name="Google Shape;327;p77"/>
          <p:cNvSpPr txBox="1"/>
          <p:nvPr>
            <p:ph idx="6" type="subTitle"/>
          </p:nvPr>
        </p:nvSpPr>
        <p:spPr>
          <a:xfrm>
            <a:off x="5856675" y="1928169"/>
            <a:ext cx="17649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328" name="Google Shape;328;p77"/>
          <p:cNvSpPr txBox="1"/>
          <p:nvPr>
            <p:ph idx="7" type="subTitle"/>
          </p:nvPr>
        </p:nvSpPr>
        <p:spPr>
          <a:xfrm>
            <a:off x="1522425" y="3215958"/>
            <a:ext cx="17649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329" name="Google Shape;329;p77"/>
          <p:cNvSpPr txBox="1"/>
          <p:nvPr>
            <p:ph idx="8" type="subTitle"/>
          </p:nvPr>
        </p:nvSpPr>
        <p:spPr>
          <a:xfrm>
            <a:off x="1522425" y="3556017"/>
            <a:ext cx="1764900" cy="610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330" name="Google Shape;330;p77"/>
          <p:cNvSpPr txBox="1"/>
          <p:nvPr>
            <p:ph idx="9" type="subTitle"/>
          </p:nvPr>
        </p:nvSpPr>
        <p:spPr>
          <a:xfrm>
            <a:off x="3597450" y="3215961"/>
            <a:ext cx="19491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331" name="Google Shape;331;p77"/>
          <p:cNvSpPr txBox="1"/>
          <p:nvPr>
            <p:ph idx="13" type="subTitle"/>
          </p:nvPr>
        </p:nvSpPr>
        <p:spPr>
          <a:xfrm>
            <a:off x="3597500" y="3556017"/>
            <a:ext cx="1949100" cy="610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332" name="Google Shape;332;p77"/>
          <p:cNvSpPr txBox="1"/>
          <p:nvPr>
            <p:ph idx="14" type="subTitle"/>
          </p:nvPr>
        </p:nvSpPr>
        <p:spPr>
          <a:xfrm>
            <a:off x="5856675" y="3215958"/>
            <a:ext cx="17649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333" name="Google Shape;333;p77"/>
          <p:cNvSpPr txBox="1"/>
          <p:nvPr>
            <p:ph idx="15" type="subTitle"/>
          </p:nvPr>
        </p:nvSpPr>
        <p:spPr>
          <a:xfrm>
            <a:off x="5856675" y="3556017"/>
            <a:ext cx="1764900" cy="610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cxnSp>
        <p:nvCxnSpPr>
          <p:cNvPr id="334" name="Google Shape;334;p77"/>
          <p:cNvCxnSpPr/>
          <p:nvPr/>
        </p:nvCxnSpPr>
        <p:spPr>
          <a:xfrm>
            <a:off x="2904283" y="4513075"/>
            <a:ext cx="1133100" cy="306300"/>
          </a:xfrm>
          <a:prstGeom prst="straightConnector1">
            <a:avLst/>
          </a:prstGeom>
          <a:noFill/>
          <a:ln cap="flat" cmpd="sng" w="9525">
            <a:solidFill>
              <a:schemeClr val="dk1"/>
            </a:solidFill>
            <a:prstDash val="solid"/>
            <a:round/>
            <a:headEnd len="sm" w="sm" type="none"/>
            <a:tailEnd len="sm" w="sm" type="none"/>
          </a:ln>
        </p:spPr>
      </p:cxnSp>
      <p:cxnSp>
        <p:nvCxnSpPr>
          <p:cNvPr id="335" name="Google Shape;335;p77"/>
          <p:cNvCxnSpPr/>
          <p:nvPr/>
        </p:nvCxnSpPr>
        <p:spPr>
          <a:xfrm flipH="1" rot="10800000">
            <a:off x="1562083" y="4492325"/>
            <a:ext cx="1342200" cy="315300"/>
          </a:xfrm>
          <a:prstGeom prst="straightConnector1">
            <a:avLst/>
          </a:prstGeom>
          <a:noFill/>
          <a:ln cap="flat" cmpd="sng" w="9525">
            <a:solidFill>
              <a:schemeClr val="dk1"/>
            </a:solidFill>
            <a:prstDash val="solid"/>
            <a:round/>
            <a:headEnd len="sm" w="sm" type="none"/>
            <a:tailEnd len="sm" w="sm" type="none"/>
          </a:ln>
        </p:spPr>
      </p:cxnSp>
      <p:cxnSp>
        <p:nvCxnSpPr>
          <p:cNvPr id="336" name="Google Shape;336;p77"/>
          <p:cNvCxnSpPr/>
          <p:nvPr/>
        </p:nvCxnSpPr>
        <p:spPr>
          <a:xfrm>
            <a:off x="259558" y="4408000"/>
            <a:ext cx="1332000" cy="392100"/>
          </a:xfrm>
          <a:prstGeom prst="straightConnector1">
            <a:avLst/>
          </a:prstGeom>
          <a:noFill/>
          <a:ln cap="flat" cmpd="sng" w="9525">
            <a:solidFill>
              <a:schemeClr val="dk1"/>
            </a:solidFill>
            <a:prstDash val="solid"/>
            <a:round/>
            <a:headEnd len="sm" w="sm" type="none"/>
            <a:tailEnd len="sm" w="sm" type="none"/>
          </a:ln>
        </p:spPr>
      </p:cxnSp>
      <p:cxnSp>
        <p:nvCxnSpPr>
          <p:cNvPr id="337" name="Google Shape;337;p77"/>
          <p:cNvCxnSpPr/>
          <p:nvPr/>
        </p:nvCxnSpPr>
        <p:spPr>
          <a:xfrm>
            <a:off x="-6867" y="3993550"/>
            <a:ext cx="273900" cy="407100"/>
          </a:xfrm>
          <a:prstGeom prst="straightConnector1">
            <a:avLst/>
          </a:prstGeom>
          <a:noFill/>
          <a:ln cap="flat" cmpd="sng" w="9525">
            <a:solidFill>
              <a:schemeClr val="dk1"/>
            </a:solidFill>
            <a:prstDash val="solid"/>
            <a:round/>
            <a:headEnd len="sm" w="sm" type="none"/>
            <a:tailEnd len="sm" w="sm" type="none"/>
          </a:ln>
        </p:spPr>
      </p:cxnSp>
      <p:grpSp>
        <p:nvGrpSpPr>
          <p:cNvPr id="338" name="Google Shape;338;p77"/>
          <p:cNvGrpSpPr/>
          <p:nvPr/>
        </p:nvGrpSpPr>
        <p:grpSpPr>
          <a:xfrm flipH="1">
            <a:off x="1278333" y="4513075"/>
            <a:ext cx="581800" cy="582350"/>
            <a:chOff x="8064275" y="887850"/>
            <a:chExt cx="581800" cy="582350"/>
          </a:xfrm>
        </p:grpSpPr>
        <p:sp>
          <p:nvSpPr>
            <p:cNvPr id="339" name="Google Shape;339;p7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7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7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7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7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7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5" name="Google Shape;345;p77"/>
          <p:cNvGrpSpPr/>
          <p:nvPr/>
        </p:nvGrpSpPr>
        <p:grpSpPr>
          <a:xfrm flipH="1">
            <a:off x="2747608" y="4340463"/>
            <a:ext cx="292025" cy="292575"/>
            <a:chOff x="7353050" y="316275"/>
            <a:chExt cx="292025" cy="292575"/>
          </a:xfrm>
        </p:grpSpPr>
        <p:sp>
          <p:nvSpPr>
            <p:cNvPr id="346" name="Google Shape;346;p7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7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7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7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0" name="Google Shape;350;p77"/>
          <p:cNvGrpSpPr/>
          <p:nvPr/>
        </p:nvGrpSpPr>
        <p:grpSpPr>
          <a:xfrm flipH="1">
            <a:off x="171308" y="4315025"/>
            <a:ext cx="175000" cy="175000"/>
            <a:chOff x="8792300" y="321275"/>
            <a:chExt cx="175000" cy="175000"/>
          </a:xfrm>
        </p:grpSpPr>
        <p:sp>
          <p:nvSpPr>
            <p:cNvPr id="351" name="Google Shape;351;p7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7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7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7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5" name="Google Shape;355;p77"/>
          <p:cNvGrpSpPr/>
          <p:nvPr/>
        </p:nvGrpSpPr>
        <p:grpSpPr>
          <a:xfrm>
            <a:off x="3873197" y="4657550"/>
            <a:ext cx="293111" cy="293388"/>
            <a:chOff x="3164039" y="430875"/>
            <a:chExt cx="293111" cy="293388"/>
          </a:xfrm>
        </p:grpSpPr>
        <p:sp>
          <p:nvSpPr>
            <p:cNvPr id="356" name="Google Shape;356;p7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7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7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7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7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7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2" name="Google Shape;362;p77"/>
          <p:cNvGrpSpPr/>
          <p:nvPr/>
        </p:nvGrpSpPr>
        <p:grpSpPr>
          <a:xfrm flipH="1">
            <a:off x="242270" y="4142425"/>
            <a:ext cx="175013" cy="27000"/>
            <a:chOff x="5662375" y="212375"/>
            <a:chExt cx="175013" cy="27000"/>
          </a:xfrm>
        </p:grpSpPr>
        <p:sp>
          <p:nvSpPr>
            <p:cNvPr id="363" name="Google Shape;363;p7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7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7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66" name="Google Shape;366;p77"/>
          <p:cNvCxnSpPr/>
          <p:nvPr/>
        </p:nvCxnSpPr>
        <p:spPr>
          <a:xfrm rot="10800000">
            <a:off x="5995050" y="226600"/>
            <a:ext cx="1504500" cy="224700"/>
          </a:xfrm>
          <a:prstGeom prst="straightConnector1">
            <a:avLst/>
          </a:prstGeom>
          <a:noFill/>
          <a:ln cap="flat" cmpd="sng" w="9525">
            <a:solidFill>
              <a:schemeClr val="dk1"/>
            </a:solidFill>
            <a:prstDash val="solid"/>
            <a:round/>
            <a:headEnd len="sm" w="sm" type="none"/>
            <a:tailEnd len="sm" w="sm" type="none"/>
          </a:ln>
        </p:spPr>
      </p:cxnSp>
      <p:cxnSp>
        <p:nvCxnSpPr>
          <p:cNvPr id="367" name="Google Shape;367;p77"/>
          <p:cNvCxnSpPr/>
          <p:nvPr/>
        </p:nvCxnSpPr>
        <p:spPr>
          <a:xfrm rot="10800000">
            <a:off x="7512925" y="457850"/>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368" name="Google Shape;368;p77"/>
          <p:cNvCxnSpPr/>
          <p:nvPr/>
        </p:nvCxnSpPr>
        <p:spPr>
          <a:xfrm flipH="1">
            <a:off x="8348975" y="-6625"/>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369" name="Google Shape;369;p77"/>
          <p:cNvGrpSpPr/>
          <p:nvPr/>
        </p:nvGrpSpPr>
        <p:grpSpPr>
          <a:xfrm>
            <a:off x="8064275" y="1040250"/>
            <a:ext cx="581800" cy="582350"/>
            <a:chOff x="8064275" y="887850"/>
            <a:chExt cx="581800" cy="582350"/>
          </a:xfrm>
        </p:grpSpPr>
        <p:sp>
          <p:nvSpPr>
            <p:cNvPr id="370" name="Google Shape;370;p7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7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7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7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7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7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6" name="Google Shape;376;p77"/>
          <p:cNvGrpSpPr/>
          <p:nvPr/>
        </p:nvGrpSpPr>
        <p:grpSpPr>
          <a:xfrm>
            <a:off x="7353050" y="316275"/>
            <a:ext cx="292025" cy="292575"/>
            <a:chOff x="7353050" y="316275"/>
            <a:chExt cx="292025" cy="292575"/>
          </a:xfrm>
        </p:grpSpPr>
        <p:sp>
          <p:nvSpPr>
            <p:cNvPr id="377" name="Google Shape;377;p7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7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7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7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1" name="Google Shape;381;p77"/>
          <p:cNvGrpSpPr/>
          <p:nvPr/>
        </p:nvGrpSpPr>
        <p:grpSpPr>
          <a:xfrm>
            <a:off x="8792300" y="321275"/>
            <a:ext cx="175000" cy="175000"/>
            <a:chOff x="8792300" y="321275"/>
            <a:chExt cx="175000" cy="175000"/>
          </a:xfrm>
        </p:grpSpPr>
        <p:sp>
          <p:nvSpPr>
            <p:cNvPr id="382" name="Google Shape;382;p7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7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7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7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6" name="Google Shape;386;p77"/>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77"/>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77"/>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77"/>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77"/>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77"/>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2" name="Google Shape;392;p77"/>
          <p:cNvGrpSpPr/>
          <p:nvPr/>
        </p:nvGrpSpPr>
        <p:grpSpPr>
          <a:xfrm>
            <a:off x="8490050" y="170875"/>
            <a:ext cx="175013" cy="27000"/>
            <a:chOff x="5662375" y="212375"/>
            <a:chExt cx="175013" cy="27000"/>
          </a:xfrm>
        </p:grpSpPr>
        <p:sp>
          <p:nvSpPr>
            <p:cNvPr id="393" name="Google Shape;393;p7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7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7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6" name="Google Shape;396;p77"/>
          <p:cNvGrpSpPr/>
          <p:nvPr/>
        </p:nvGrpSpPr>
        <p:grpSpPr>
          <a:xfrm>
            <a:off x="8678350" y="1658000"/>
            <a:ext cx="175013" cy="27000"/>
            <a:chOff x="5662375" y="212375"/>
            <a:chExt cx="175013" cy="27000"/>
          </a:xfrm>
        </p:grpSpPr>
        <p:sp>
          <p:nvSpPr>
            <p:cNvPr id="397" name="Google Shape;397;p7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7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7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0" name="Shape 40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3">
  <p:cSld name="CUSTOM_13">
    <p:spTree>
      <p:nvGrpSpPr>
        <p:cNvPr id="401" name="Shape 401"/>
        <p:cNvGrpSpPr/>
        <p:nvPr/>
      </p:nvGrpSpPr>
      <p:grpSpPr>
        <a:xfrm>
          <a:off x="0" y="0"/>
          <a:ext cx="0" cy="0"/>
          <a:chOff x="0" y="0"/>
          <a:chExt cx="0" cy="0"/>
        </a:xfrm>
      </p:grpSpPr>
      <p:sp>
        <p:nvSpPr>
          <p:cNvPr id="402" name="Google Shape;402;p78"/>
          <p:cNvSpPr txBox="1"/>
          <p:nvPr>
            <p:ph type="title"/>
          </p:nvPr>
        </p:nvSpPr>
        <p:spPr>
          <a:xfrm>
            <a:off x="2962656" y="338328"/>
            <a:ext cx="3218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403" name="Google Shape;403;p78"/>
          <p:cNvGrpSpPr/>
          <p:nvPr/>
        </p:nvGrpSpPr>
        <p:grpSpPr>
          <a:xfrm>
            <a:off x="261711" y="-1158"/>
            <a:ext cx="8550327" cy="3981600"/>
            <a:chOff x="261711" y="-1158"/>
            <a:chExt cx="8550327" cy="3981600"/>
          </a:xfrm>
        </p:grpSpPr>
        <p:cxnSp>
          <p:nvCxnSpPr>
            <p:cNvPr id="404" name="Google Shape;404;p78"/>
            <p:cNvCxnSpPr/>
            <p:nvPr/>
          </p:nvCxnSpPr>
          <p:spPr>
            <a:xfrm>
              <a:off x="515925" y="-1158"/>
              <a:ext cx="0" cy="3981600"/>
            </a:xfrm>
            <a:prstGeom prst="straightConnector1">
              <a:avLst/>
            </a:prstGeom>
            <a:noFill/>
            <a:ln cap="flat" cmpd="sng" w="9525">
              <a:solidFill>
                <a:schemeClr val="dk2"/>
              </a:solidFill>
              <a:prstDash val="solid"/>
              <a:round/>
              <a:headEnd len="sm" w="sm" type="none"/>
              <a:tailEnd len="sm" w="sm" type="none"/>
            </a:ln>
          </p:spPr>
        </p:cxnSp>
        <p:cxnSp>
          <p:nvCxnSpPr>
            <p:cNvPr id="405" name="Google Shape;405;p78"/>
            <p:cNvCxnSpPr/>
            <p:nvPr/>
          </p:nvCxnSpPr>
          <p:spPr>
            <a:xfrm>
              <a:off x="8666025" y="-1158"/>
              <a:ext cx="0" cy="1902000"/>
            </a:xfrm>
            <a:prstGeom prst="straightConnector1">
              <a:avLst/>
            </a:prstGeom>
            <a:noFill/>
            <a:ln cap="flat" cmpd="sng" w="9525">
              <a:solidFill>
                <a:schemeClr val="dk2"/>
              </a:solidFill>
              <a:prstDash val="solid"/>
              <a:round/>
              <a:headEnd len="sm" w="sm" type="none"/>
              <a:tailEnd len="sm" w="sm" type="none"/>
            </a:ln>
          </p:spPr>
        </p:cxnSp>
        <p:grpSp>
          <p:nvGrpSpPr>
            <p:cNvPr id="406" name="Google Shape;406;p78"/>
            <p:cNvGrpSpPr/>
            <p:nvPr/>
          </p:nvGrpSpPr>
          <p:grpSpPr>
            <a:xfrm rot="10800000">
              <a:off x="343275" y="3300779"/>
              <a:ext cx="344736" cy="345385"/>
              <a:chOff x="7353050" y="316275"/>
              <a:chExt cx="292025" cy="292575"/>
            </a:xfrm>
          </p:grpSpPr>
          <p:sp>
            <p:nvSpPr>
              <p:cNvPr id="407" name="Google Shape;407;p7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7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7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7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1" name="Google Shape;411;p78"/>
            <p:cNvGrpSpPr/>
            <p:nvPr/>
          </p:nvGrpSpPr>
          <p:grpSpPr>
            <a:xfrm rot="10800000">
              <a:off x="8520013" y="714742"/>
              <a:ext cx="292025" cy="292575"/>
              <a:chOff x="7353050" y="316275"/>
              <a:chExt cx="292025" cy="292575"/>
            </a:xfrm>
          </p:grpSpPr>
          <p:sp>
            <p:nvSpPr>
              <p:cNvPr id="412" name="Google Shape;412;p7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7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7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7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6" name="Google Shape;416;p78"/>
            <p:cNvGrpSpPr/>
            <p:nvPr/>
          </p:nvGrpSpPr>
          <p:grpSpPr>
            <a:xfrm rot="10800000">
              <a:off x="261711" y="465077"/>
              <a:ext cx="507562" cy="507984"/>
              <a:chOff x="8064275" y="887850"/>
              <a:chExt cx="581800" cy="582350"/>
            </a:xfrm>
          </p:grpSpPr>
          <p:sp>
            <p:nvSpPr>
              <p:cNvPr id="417" name="Google Shape;417;p7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7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7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7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7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7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23" name="Google Shape;423;p78"/>
          <p:cNvSpPr txBox="1"/>
          <p:nvPr>
            <p:ph idx="1" type="subTitle"/>
          </p:nvPr>
        </p:nvSpPr>
        <p:spPr>
          <a:xfrm>
            <a:off x="1408175" y="1035279"/>
            <a:ext cx="2184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424" name="Google Shape;424;p78"/>
          <p:cNvSpPr txBox="1"/>
          <p:nvPr>
            <p:ph idx="2" type="subTitle"/>
          </p:nvPr>
        </p:nvSpPr>
        <p:spPr>
          <a:xfrm>
            <a:off x="1408175" y="1336956"/>
            <a:ext cx="2184000" cy="610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425" name="Google Shape;425;p78"/>
          <p:cNvSpPr txBox="1"/>
          <p:nvPr>
            <p:ph idx="3" type="subTitle"/>
          </p:nvPr>
        </p:nvSpPr>
        <p:spPr>
          <a:xfrm>
            <a:off x="1408175" y="2309476"/>
            <a:ext cx="2184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426" name="Google Shape;426;p78"/>
          <p:cNvSpPr txBox="1"/>
          <p:nvPr>
            <p:ph idx="4" type="subTitle"/>
          </p:nvPr>
        </p:nvSpPr>
        <p:spPr>
          <a:xfrm>
            <a:off x="1408175" y="2609979"/>
            <a:ext cx="2184000" cy="610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427" name="Google Shape;427;p78"/>
          <p:cNvSpPr txBox="1"/>
          <p:nvPr>
            <p:ph idx="5" type="subTitle"/>
          </p:nvPr>
        </p:nvSpPr>
        <p:spPr>
          <a:xfrm>
            <a:off x="1408175" y="3587645"/>
            <a:ext cx="2184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428" name="Google Shape;428;p78"/>
          <p:cNvSpPr txBox="1"/>
          <p:nvPr>
            <p:ph idx="6" type="subTitle"/>
          </p:nvPr>
        </p:nvSpPr>
        <p:spPr>
          <a:xfrm>
            <a:off x="1408175" y="3889317"/>
            <a:ext cx="2184000" cy="610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p:cSld name="CUSTOM_1">
    <p:spTree>
      <p:nvGrpSpPr>
        <p:cNvPr id="429" name="Shape 429"/>
        <p:cNvGrpSpPr/>
        <p:nvPr/>
      </p:nvGrpSpPr>
      <p:grpSpPr>
        <a:xfrm>
          <a:off x="0" y="0"/>
          <a:ext cx="0" cy="0"/>
          <a:chOff x="0" y="0"/>
          <a:chExt cx="0" cy="0"/>
        </a:xfrm>
      </p:grpSpPr>
      <p:sp>
        <p:nvSpPr>
          <p:cNvPr id="430" name="Google Shape;430;p69"/>
          <p:cNvSpPr txBox="1"/>
          <p:nvPr>
            <p:ph type="title"/>
          </p:nvPr>
        </p:nvSpPr>
        <p:spPr>
          <a:xfrm>
            <a:off x="1719072" y="338328"/>
            <a:ext cx="5577900" cy="594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431" name="Google Shape;431;p69"/>
          <p:cNvSpPr txBox="1"/>
          <p:nvPr>
            <p:ph idx="1" type="subTitle"/>
          </p:nvPr>
        </p:nvSpPr>
        <p:spPr>
          <a:xfrm>
            <a:off x="3694176" y="2414016"/>
            <a:ext cx="1764900" cy="32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432" name="Google Shape;432;p69"/>
          <p:cNvSpPr txBox="1"/>
          <p:nvPr>
            <p:ph idx="2" type="subTitle"/>
          </p:nvPr>
        </p:nvSpPr>
        <p:spPr>
          <a:xfrm>
            <a:off x="1024128" y="2414016"/>
            <a:ext cx="1764900" cy="32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433" name="Google Shape;433;p69"/>
          <p:cNvSpPr txBox="1"/>
          <p:nvPr>
            <p:ph idx="3" type="subTitle"/>
          </p:nvPr>
        </p:nvSpPr>
        <p:spPr>
          <a:xfrm>
            <a:off x="6355080" y="2414016"/>
            <a:ext cx="1764900" cy="32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434" name="Google Shape;434;p69"/>
          <p:cNvSpPr txBox="1"/>
          <p:nvPr>
            <p:ph idx="4" type="subTitle"/>
          </p:nvPr>
        </p:nvSpPr>
        <p:spPr>
          <a:xfrm>
            <a:off x="3694176" y="2825496"/>
            <a:ext cx="1764900" cy="107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435" name="Google Shape;435;p69"/>
          <p:cNvSpPr txBox="1"/>
          <p:nvPr>
            <p:ph idx="5" type="subTitle"/>
          </p:nvPr>
        </p:nvSpPr>
        <p:spPr>
          <a:xfrm>
            <a:off x="1024128" y="2825496"/>
            <a:ext cx="1764900" cy="107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436" name="Google Shape;436;p69"/>
          <p:cNvSpPr txBox="1"/>
          <p:nvPr>
            <p:ph idx="6" type="subTitle"/>
          </p:nvPr>
        </p:nvSpPr>
        <p:spPr>
          <a:xfrm>
            <a:off x="6355080" y="2825496"/>
            <a:ext cx="1764900" cy="107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grpSp>
        <p:nvGrpSpPr>
          <p:cNvPr id="437" name="Google Shape;437;p69"/>
          <p:cNvGrpSpPr/>
          <p:nvPr/>
        </p:nvGrpSpPr>
        <p:grpSpPr>
          <a:xfrm>
            <a:off x="261711" y="-1158"/>
            <a:ext cx="8550327" cy="3981600"/>
            <a:chOff x="261711" y="-1158"/>
            <a:chExt cx="8550327" cy="3981600"/>
          </a:xfrm>
        </p:grpSpPr>
        <p:cxnSp>
          <p:nvCxnSpPr>
            <p:cNvPr id="438" name="Google Shape;438;p69"/>
            <p:cNvCxnSpPr/>
            <p:nvPr/>
          </p:nvCxnSpPr>
          <p:spPr>
            <a:xfrm>
              <a:off x="515925" y="-1158"/>
              <a:ext cx="0" cy="3981600"/>
            </a:xfrm>
            <a:prstGeom prst="straightConnector1">
              <a:avLst/>
            </a:prstGeom>
            <a:noFill/>
            <a:ln cap="flat" cmpd="sng" w="9525">
              <a:solidFill>
                <a:schemeClr val="dk1"/>
              </a:solidFill>
              <a:prstDash val="solid"/>
              <a:round/>
              <a:headEnd len="sm" w="sm" type="none"/>
              <a:tailEnd len="sm" w="sm" type="none"/>
            </a:ln>
          </p:spPr>
        </p:cxnSp>
        <p:cxnSp>
          <p:nvCxnSpPr>
            <p:cNvPr id="439" name="Google Shape;439;p69"/>
            <p:cNvCxnSpPr/>
            <p:nvPr/>
          </p:nvCxnSpPr>
          <p:spPr>
            <a:xfrm>
              <a:off x="8666025" y="-1158"/>
              <a:ext cx="0" cy="1902000"/>
            </a:xfrm>
            <a:prstGeom prst="straightConnector1">
              <a:avLst/>
            </a:prstGeom>
            <a:noFill/>
            <a:ln cap="flat" cmpd="sng" w="9525">
              <a:solidFill>
                <a:schemeClr val="dk1"/>
              </a:solidFill>
              <a:prstDash val="solid"/>
              <a:round/>
              <a:headEnd len="sm" w="sm" type="none"/>
              <a:tailEnd len="sm" w="sm" type="none"/>
            </a:ln>
          </p:spPr>
        </p:cxnSp>
        <p:grpSp>
          <p:nvGrpSpPr>
            <p:cNvPr id="440" name="Google Shape;440;p69"/>
            <p:cNvGrpSpPr/>
            <p:nvPr/>
          </p:nvGrpSpPr>
          <p:grpSpPr>
            <a:xfrm rot="10800000">
              <a:off x="343275" y="3300779"/>
              <a:ext cx="344736" cy="345385"/>
              <a:chOff x="7353050" y="316275"/>
              <a:chExt cx="292025" cy="292575"/>
            </a:xfrm>
          </p:grpSpPr>
          <p:sp>
            <p:nvSpPr>
              <p:cNvPr id="441" name="Google Shape;441;p6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6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6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6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5" name="Google Shape;445;p69"/>
            <p:cNvGrpSpPr/>
            <p:nvPr/>
          </p:nvGrpSpPr>
          <p:grpSpPr>
            <a:xfrm rot="10800000">
              <a:off x="8520013" y="714742"/>
              <a:ext cx="292025" cy="292575"/>
              <a:chOff x="7353050" y="316275"/>
              <a:chExt cx="292025" cy="292575"/>
            </a:xfrm>
          </p:grpSpPr>
          <p:sp>
            <p:nvSpPr>
              <p:cNvPr id="446" name="Google Shape;446;p6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6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6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6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0" name="Google Shape;450;p69"/>
            <p:cNvGrpSpPr/>
            <p:nvPr/>
          </p:nvGrpSpPr>
          <p:grpSpPr>
            <a:xfrm rot="10800000">
              <a:off x="261711" y="465077"/>
              <a:ext cx="507562" cy="507984"/>
              <a:chOff x="8064275" y="887850"/>
              <a:chExt cx="581800" cy="582350"/>
            </a:xfrm>
          </p:grpSpPr>
          <p:sp>
            <p:nvSpPr>
              <p:cNvPr id="451" name="Google Shape;451;p6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6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6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6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6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6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7" name="Shape 457"/>
        <p:cNvGrpSpPr/>
        <p:nvPr/>
      </p:nvGrpSpPr>
      <p:grpSpPr>
        <a:xfrm>
          <a:off x="0" y="0"/>
          <a:ext cx="0" cy="0"/>
          <a:chOff x="0" y="0"/>
          <a:chExt cx="0" cy="0"/>
        </a:xfrm>
      </p:grpSpPr>
      <p:sp>
        <p:nvSpPr>
          <p:cNvPr id="458" name="Google Shape;458;p81"/>
          <p:cNvSpPr txBox="1"/>
          <p:nvPr>
            <p:ph idx="1" type="body"/>
          </p:nvPr>
        </p:nvSpPr>
        <p:spPr>
          <a:xfrm>
            <a:off x="1122050" y="1947672"/>
            <a:ext cx="2788800" cy="13626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chemeClr val="dk2"/>
              </a:buClr>
              <a:buSzPts val="1600"/>
              <a:buFont typeface="Barlow Semi Condensed"/>
              <a:buNone/>
              <a:defRPr b="0" i="0" sz="1600" u="none" cap="none" strike="noStrike">
                <a:solidFill>
                  <a:schemeClr val="dk2"/>
                </a:solidFill>
                <a:latin typeface="Barlow Semi Condensed"/>
                <a:ea typeface="Barlow Semi Condensed"/>
                <a:cs typeface="Barlow Semi Condensed"/>
                <a:sym typeface="Barlow Semi Condensed"/>
              </a:defRPr>
            </a:lvl1pPr>
          </a:lstStyle>
          <a:p/>
        </p:txBody>
      </p:sp>
      <p:sp>
        <p:nvSpPr>
          <p:cNvPr id="459" name="Google Shape;459;p81"/>
          <p:cNvSpPr txBox="1"/>
          <p:nvPr>
            <p:ph type="title"/>
          </p:nvPr>
        </p:nvSpPr>
        <p:spPr>
          <a:xfrm>
            <a:off x="2100600" y="347472"/>
            <a:ext cx="4947000" cy="585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cxnSp>
        <p:nvCxnSpPr>
          <p:cNvPr id="460" name="Google Shape;460;p81"/>
          <p:cNvCxnSpPr/>
          <p:nvPr/>
        </p:nvCxnSpPr>
        <p:spPr>
          <a:xfrm>
            <a:off x="590450" y="4340600"/>
            <a:ext cx="1212900" cy="422700"/>
          </a:xfrm>
          <a:prstGeom prst="straightConnector1">
            <a:avLst/>
          </a:prstGeom>
          <a:noFill/>
          <a:ln cap="flat" cmpd="sng" w="9525">
            <a:solidFill>
              <a:schemeClr val="dk1"/>
            </a:solidFill>
            <a:prstDash val="solid"/>
            <a:round/>
            <a:headEnd len="sm" w="sm" type="none"/>
            <a:tailEnd len="sm" w="sm" type="none"/>
          </a:ln>
        </p:spPr>
      </p:cxnSp>
      <p:cxnSp>
        <p:nvCxnSpPr>
          <p:cNvPr id="461" name="Google Shape;461;p81"/>
          <p:cNvCxnSpPr/>
          <p:nvPr/>
        </p:nvCxnSpPr>
        <p:spPr>
          <a:xfrm flipH="1" rot="10800000">
            <a:off x="7975" y="4332600"/>
            <a:ext cx="582600" cy="654300"/>
          </a:xfrm>
          <a:prstGeom prst="straightConnector1">
            <a:avLst/>
          </a:prstGeom>
          <a:noFill/>
          <a:ln cap="flat" cmpd="sng" w="9525">
            <a:solidFill>
              <a:schemeClr val="dk1"/>
            </a:solidFill>
            <a:prstDash val="solid"/>
            <a:round/>
            <a:headEnd len="sm" w="sm" type="none"/>
            <a:tailEnd len="sm" w="sm" type="none"/>
          </a:ln>
        </p:spPr>
      </p:cxnSp>
      <p:grpSp>
        <p:nvGrpSpPr>
          <p:cNvPr id="462" name="Google Shape;462;p81"/>
          <p:cNvGrpSpPr/>
          <p:nvPr/>
        </p:nvGrpSpPr>
        <p:grpSpPr>
          <a:xfrm flipH="1">
            <a:off x="431725" y="4183775"/>
            <a:ext cx="292025" cy="292575"/>
            <a:chOff x="7353050" y="316275"/>
            <a:chExt cx="292025" cy="292575"/>
          </a:xfrm>
        </p:grpSpPr>
        <p:sp>
          <p:nvSpPr>
            <p:cNvPr id="463" name="Google Shape;463;p8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8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8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8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7" name="Google Shape;467;p81"/>
          <p:cNvGrpSpPr/>
          <p:nvPr/>
        </p:nvGrpSpPr>
        <p:grpSpPr>
          <a:xfrm>
            <a:off x="1646714" y="4616575"/>
            <a:ext cx="293111" cy="293388"/>
            <a:chOff x="3164039" y="430875"/>
            <a:chExt cx="293111" cy="293388"/>
          </a:xfrm>
        </p:grpSpPr>
        <p:sp>
          <p:nvSpPr>
            <p:cNvPr id="468" name="Google Shape;468;p8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8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8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8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8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8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474" name="Google Shape;474;p81"/>
          <p:cNvCxnSpPr/>
          <p:nvPr/>
        </p:nvCxnSpPr>
        <p:spPr>
          <a:xfrm rot="10800000">
            <a:off x="7196975" y="295100"/>
            <a:ext cx="1157100" cy="542700"/>
          </a:xfrm>
          <a:prstGeom prst="straightConnector1">
            <a:avLst/>
          </a:prstGeom>
          <a:noFill/>
          <a:ln cap="flat" cmpd="sng" w="9525">
            <a:solidFill>
              <a:schemeClr val="dk1"/>
            </a:solidFill>
            <a:prstDash val="solid"/>
            <a:round/>
            <a:headEnd len="sm" w="sm" type="none"/>
            <a:tailEnd len="sm" w="sm" type="none"/>
          </a:ln>
        </p:spPr>
      </p:cxnSp>
      <p:cxnSp>
        <p:nvCxnSpPr>
          <p:cNvPr id="475" name="Google Shape;475;p81"/>
          <p:cNvCxnSpPr/>
          <p:nvPr/>
        </p:nvCxnSpPr>
        <p:spPr>
          <a:xfrm flipH="1">
            <a:off x="8354075" y="-6625"/>
            <a:ext cx="791400" cy="836400"/>
          </a:xfrm>
          <a:prstGeom prst="straightConnector1">
            <a:avLst/>
          </a:prstGeom>
          <a:noFill/>
          <a:ln cap="flat" cmpd="sng" w="9525">
            <a:solidFill>
              <a:schemeClr val="dk1"/>
            </a:solidFill>
            <a:prstDash val="solid"/>
            <a:round/>
            <a:headEnd len="sm" w="sm" type="none"/>
            <a:tailEnd len="sm" w="sm" type="none"/>
          </a:ln>
        </p:spPr>
      </p:cxnSp>
      <p:grpSp>
        <p:nvGrpSpPr>
          <p:cNvPr id="476" name="Google Shape;476;p81"/>
          <p:cNvGrpSpPr/>
          <p:nvPr/>
        </p:nvGrpSpPr>
        <p:grpSpPr>
          <a:xfrm>
            <a:off x="8064275" y="526925"/>
            <a:ext cx="581800" cy="582350"/>
            <a:chOff x="8064275" y="887850"/>
            <a:chExt cx="581800" cy="582350"/>
          </a:xfrm>
        </p:grpSpPr>
        <p:sp>
          <p:nvSpPr>
            <p:cNvPr id="477" name="Google Shape;477;p8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8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8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8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8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8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3" name="Google Shape;483;p81"/>
          <p:cNvGrpSpPr/>
          <p:nvPr/>
        </p:nvGrpSpPr>
        <p:grpSpPr>
          <a:xfrm>
            <a:off x="7033875" y="170875"/>
            <a:ext cx="292025" cy="292575"/>
            <a:chOff x="7353050" y="316275"/>
            <a:chExt cx="292025" cy="292575"/>
          </a:xfrm>
        </p:grpSpPr>
        <p:sp>
          <p:nvSpPr>
            <p:cNvPr id="484" name="Google Shape;484;p8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8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8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8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8" name="Google Shape;488;p81"/>
          <p:cNvGrpSpPr/>
          <p:nvPr/>
        </p:nvGrpSpPr>
        <p:grpSpPr>
          <a:xfrm>
            <a:off x="8757950" y="229650"/>
            <a:ext cx="175000" cy="175000"/>
            <a:chOff x="8792300" y="321275"/>
            <a:chExt cx="175000" cy="175000"/>
          </a:xfrm>
        </p:grpSpPr>
        <p:sp>
          <p:nvSpPr>
            <p:cNvPr id="489" name="Google Shape;489;p8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8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8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8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3" name="Google Shape;493;p81"/>
          <p:cNvGrpSpPr/>
          <p:nvPr/>
        </p:nvGrpSpPr>
        <p:grpSpPr>
          <a:xfrm>
            <a:off x="8490050" y="170875"/>
            <a:ext cx="175013" cy="27000"/>
            <a:chOff x="5662375" y="212375"/>
            <a:chExt cx="175013" cy="27000"/>
          </a:xfrm>
        </p:grpSpPr>
        <p:sp>
          <p:nvSpPr>
            <p:cNvPr id="494" name="Google Shape;494;p8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8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8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7" name="Google Shape;497;p81"/>
          <p:cNvGrpSpPr/>
          <p:nvPr/>
        </p:nvGrpSpPr>
        <p:grpSpPr>
          <a:xfrm>
            <a:off x="7916350" y="1124600"/>
            <a:ext cx="175013" cy="27000"/>
            <a:chOff x="5662375" y="212375"/>
            <a:chExt cx="175013" cy="27000"/>
          </a:xfrm>
        </p:grpSpPr>
        <p:sp>
          <p:nvSpPr>
            <p:cNvPr id="498" name="Google Shape;498;p8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8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8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 and body 2">
    <p:spTree>
      <p:nvGrpSpPr>
        <p:cNvPr id="501" name="Shape 501"/>
        <p:cNvGrpSpPr/>
        <p:nvPr/>
      </p:nvGrpSpPr>
      <p:grpSpPr>
        <a:xfrm>
          <a:off x="0" y="0"/>
          <a:ext cx="0" cy="0"/>
          <a:chOff x="0" y="0"/>
          <a:chExt cx="0" cy="0"/>
        </a:xfrm>
      </p:grpSpPr>
      <p:sp>
        <p:nvSpPr>
          <p:cNvPr id="502" name="Google Shape;502;p40"/>
          <p:cNvSpPr txBox="1"/>
          <p:nvPr>
            <p:ph type="title"/>
          </p:nvPr>
        </p:nvSpPr>
        <p:spPr>
          <a:xfrm>
            <a:off x="1271016" y="338328"/>
            <a:ext cx="6611100" cy="54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503" name="Google Shape;503;p40"/>
          <p:cNvSpPr txBox="1"/>
          <p:nvPr>
            <p:ph idx="1" type="subTitle"/>
          </p:nvPr>
        </p:nvSpPr>
        <p:spPr>
          <a:xfrm>
            <a:off x="4690875" y="1491351"/>
            <a:ext cx="3557100" cy="2656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cxnSp>
        <p:nvCxnSpPr>
          <p:cNvPr id="504" name="Google Shape;504;p40"/>
          <p:cNvCxnSpPr/>
          <p:nvPr/>
        </p:nvCxnSpPr>
        <p:spPr>
          <a:xfrm rot="10800000">
            <a:off x="8109000" y="501275"/>
            <a:ext cx="737700" cy="737700"/>
          </a:xfrm>
          <a:prstGeom prst="straightConnector1">
            <a:avLst/>
          </a:prstGeom>
          <a:noFill/>
          <a:ln cap="flat" cmpd="sng" w="9525">
            <a:solidFill>
              <a:schemeClr val="dk1"/>
            </a:solidFill>
            <a:prstDash val="solid"/>
            <a:round/>
            <a:headEnd len="sm" w="sm" type="none"/>
            <a:tailEnd len="sm" w="sm" type="none"/>
          </a:ln>
        </p:spPr>
      </p:cxnSp>
      <p:cxnSp>
        <p:nvCxnSpPr>
          <p:cNvPr id="505" name="Google Shape;505;p40"/>
          <p:cNvCxnSpPr/>
          <p:nvPr/>
        </p:nvCxnSpPr>
        <p:spPr>
          <a:xfrm>
            <a:off x="582475" y="282188"/>
            <a:ext cx="1212900" cy="422700"/>
          </a:xfrm>
          <a:prstGeom prst="straightConnector1">
            <a:avLst/>
          </a:prstGeom>
          <a:noFill/>
          <a:ln cap="flat" cmpd="sng" w="9525">
            <a:solidFill>
              <a:schemeClr val="dk1"/>
            </a:solidFill>
            <a:prstDash val="solid"/>
            <a:round/>
            <a:headEnd len="sm" w="sm" type="none"/>
            <a:tailEnd len="sm" w="sm" type="none"/>
          </a:ln>
        </p:spPr>
      </p:cxnSp>
      <p:cxnSp>
        <p:nvCxnSpPr>
          <p:cNvPr id="506" name="Google Shape;506;p40"/>
          <p:cNvCxnSpPr/>
          <p:nvPr/>
        </p:nvCxnSpPr>
        <p:spPr>
          <a:xfrm flipH="1" rot="10800000">
            <a:off x="0" y="274188"/>
            <a:ext cx="582600" cy="654300"/>
          </a:xfrm>
          <a:prstGeom prst="straightConnector1">
            <a:avLst/>
          </a:prstGeom>
          <a:noFill/>
          <a:ln cap="flat" cmpd="sng" w="9525">
            <a:solidFill>
              <a:schemeClr val="dk1"/>
            </a:solidFill>
            <a:prstDash val="solid"/>
            <a:round/>
            <a:headEnd len="sm" w="sm" type="none"/>
            <a:tailEnd len="sm" w="sm" type="none"/>
          </a:ln>
        </p:spPr>
      </p:cxnSp>
      <p:grpSp>
        <p:nvGrpSpPr>
          <p:cNvPr id="507" name="Google Shape;507;p40"/>
          <p:cNvGrpSpPr/>
          <p:nvPr/>
        </p:nvGrpSpPr>
        <p:grpSpPr>
          <a:xfrm flipH="1">
            <a:off x="423750" y="125363"/>
            <a:ext cx="292025" cy="292575"/>
            <a:chOff x="7353050" y="316275"/>
            <a:chExt cx="292025" cy="292575"/>
          </a:xfrm>
        </p:grpSpPr>
        <p:sp>
          <p:nvSpPr>
            <p:cNvPr id="508" name="Google Shape;508;p4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2" name="Google Shape;512;p40"/>
          <p:cNvGrpSpPr/>
          <p:nvPr/>
        </p:nvGrpSpPr>
        <p:grpSpPr>
          <a:xfrm>
            <a:off x="1638739" y="558163"/>
            <a:ext cx="293111" cy="293388"/>
            <a:chOff x="3164039" y="430875"/>
            <a:chExt cx="293111" cy="293388"/>
          </a:xfrm>
        </p:grpSpPr>
        <p:sp>
          <p:nvSpPr>
            <p:cNvPr id="513" name="Google Shape;513;p4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4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9" name="Google Shape;519;p40"/>
          <p:cNvGrpSpPr/>
          <p:nvPr/>
        </p:nvGrpSpPr>
        <p:grpSpPr>
          <a:xfrm>
            <a:off x="1591750" y="362600"/>
            <a:ext cx="175013" cy="27000"/>
            <a:chOff x="5662375" y="212375"/>
            <a:chExt cx="175013" cy="27000"/>
          </a:xfrm>
        </p:grpSpPr>
        <p:sp>
          <p:nvSpPr>
            <p:cNvPr id="520" name="Google Shape;520;p4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4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23" name="Google Shape;523;p40"/>
          <p:cNvCxnSpPr/>
          <p:nvPr/>
        </p:nvCxnSpPr>
        <p:spPr>
          <a:xfrm flipH="1">
            <a:off x="8151325" y="6875"/>
            <a:ext cx="1002600" cy="494400"/>
          </a:xfrm>
          <a:prstGeom prst="straightConnector1">
            <a:avLst/>
          </a:prstGeom>
          <a:noFill/>
          <a:ln cap="flat" cmpd="sng" w="9525">
            <a:solidFill>
              <a:schemeClr val="dk1"/>
            </a:solidFill>
            <a:prstDash val="solid"/>
            <a:round/>
            <a:headEnd len="sm" w="sm" type="none"/>
            <a:tailEnd len="sm" w="sm" type="none"/>
          </a:ln>
        </p:spPr>
      </p:cxnSp>
      <p:grpSp>
        <p:nvGrpSpPr>
          <p:cNvPr id="524" name="Google Shape;524;p40"/>
          <p:cNvGrpSpPr/>
          <p:nvPr/>
        </p:nvGrpSpPr>
        <p:grpSpPr>
          <a:xfrm>
            <a:off x="7823875" y="202375"/>
            <a:ext cx="581800" cy="582350"/>
            <a:chOff x="8064275" y="887850"/>
            <a:chExt cx="581800" cy="582350"/>
          </a:xfrm>
        </p:grpSpPr>
        <p:sp>
          <p:nvSpPr>
            <p:cNvPr id="525" name="Google Shape;525;p4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4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4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4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1" name="Google Shape;531;p40"/>
          <p:cNvGrpSpPr/>
          <p:nvPr/>
        </p:nvGrpSpPr>
        <p:grpSpPr>
          <a:xfrm flipH="1">
            <a:off x="8698650" y="1117488"/>
            <a:ext cx="292025" cy="292575"/>
            <a:chOff x="7353050" y="316275"/>
            <a:chExt cx="292025" cy="292575"/>
          </a:xfrm>
        </p:grpSpPr>
        <p:sp>
          <p:nvSpPr>
            <p:cNvPr id="532" name="Google Shape;532;p4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6" name="Google Shape;536;p40"/>
          <p:cNvGrpSpPr/>
          <p:nvPr/>
        </p:nvGrpSpPr>
        <p:grpSpPr>
          <a:xfrm>
            <a:off x="8678350" y="1581800"/>
            <a:ext cx="175013" cy="27000"/>
            <a:chOff x="5662375" y="212375"/>
            <a:chExt cx="175013" cy="27000"/>
          </a:xfrm>
        </p:grpSpPr>
        <p:sp>
          <p:nvSpPr>
            <p:cNvPr id="537" name="Google Shape;537;p4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40" name="Google Shape;540;p40"/>
          <p:cNvCxnSpPr/>
          <p:nvPr/>
        </p:nvCxnSpPr>
        <p:spPr>
          <a:xfrm flipH="1">
            <a:off x="5101704" y="4513075"/>
            <a:ext cx="1133100" cy="306300"/>
          </a:xfrm>
          <a:prstGeom prst="straightConnector1">
            <a:avLst/>
          </a:prstGeom>
          <a:noFill/>
          <a:ln cap="flat" cmpd="sng" w="9525">
            <a:solidFill>
              <a:schemeClr val="dk2"/>
            </a:solidFill>
            <a:prstDash val="solid"/>
            <a:round/>
            <a:headEnd len="sm" w="sm" type="none"/>
            <a:tailEnd len="sm" w="sm" type="none"/>
          </a:ln>
        </p:spPr>
      </p:cxnSp>
      <p:cxnSp>
        <p:nvCxnSpPr>
          <p:cNvPr id="541" name="Google Shape;541;p40"/>
          <p:cNvCxnSpPr/>
          <p:nvPr/>
        </p:nvCxnSpPr>
        <p:spPr>
          <a:xfrm rot="10800000">
            <a:off x="6234804" y="4492325"/>
            <a:ext cx="1342200" cy="315300"/>
          </a:xfrm>
          <a:prstGeom prst="straightConnector1">
            <a:avLst/>
          </a:prstGeom>
          <a:noFill/>
          <a:ln cap="flat" cmpd="sng" w="9525">
            <a:solidFill>
              <a:schemeClr val="dk2"/>
            </a:solidFill>
            <a:prstDash val="solid"/>
            <a:round/>
            <a:headEnd len="sm" w="sm" type="none"/>
            <a:tailEnd len="sm" w="sm" type="none"/>
          </a:ln>
        </p:spPr>
      </p:cxnSp>
      <p:cxnSp>
        <p:nvCxnSpPr>
          <p:cNvPr id="542" name="Google Shape;542;p40"/>
          <p:cNvCxnSpPr/>
          <p:nvPr/>
        </p:nvCxnSpPr>
        <p:spPr>
          <a:xfrm flipH="1">
            <a:off x="7547529" y="4408000"/>
            <a:ext cx="1332000" cy="392100"/>
          </a:xfrm>
          <a:prstGeom prst="straightConnector1">
            <a:avLst/>
          </a:prstGeom>
          <a:noFill/>
          <a:ln cap="flat" cmpd="sng" w="9525">
            <a:solidFill>
              <a:schemeClr val="dk2"/>
            </a:solidFill>
            <a:prstDash val="solid"/>
            <a:round/>
            <a:headEnd len="sm" w="sm" type="none"/>
            <a:tailEnd len="sm" w="sm" type="none"/>
          </a:ln>
        </p:spPr>
      </p:cxnSp>
      <p:cxnSp>
        <p:nvCxnSpPr>
          <p:cNvPr id="543" name="Google Shape;543;p40"/>
          <p:cNvCxnSpPr/>
          <p:nvPr/>
        </p:nvCxnSpPr>
        <p:spPr>
          <a:xfrm flipH="1">
            <a:off x="8872054" y="3993550"/>
            <a:ext cx="273900" cy="407100"/>
          </a:xfrm>
          <a:prstGeom prst="straightConnector1">
            <a:avLst/>
          </a:prstGeom>
          <a:noFill/>
          <a:ln cap="flat" cmpd="sng" w="9525">
            <a:solidFill>
              <a:schemeClr val="dk2"/>
            </a:solidFill>
            <a:prstDash val="solid"/>
            <a:round/>
            <a:headEnd len="sm" w="sm" type="none"/>
            <a:tailEnd len="sm" w="sm" type="none"/>
          </a:ln>
        </p:spPr>
      </p:cxnSp>
      <p:grpSp>
        <p:nvGrpSpPr>
          <p:cNvPr id="544" name="Google Shape;544;p40"/>
          <p:cNvGrpSpPr/>
          <p:nvPr/>
        </p:nvGrpSpPr>
        <p:grpSpPr>
          <a:xfrm>
            <a:off x="7278954" y="4513075"/>
            <a:ext cx="581800" cy="582350"/>
            <a:chOff x="8064275" y="887850"/>
            <a:chExt cx="581800" cy="582350"/>
          </a:xfrm>
        </p:grpSpPr>
        <p:sp>
          <p:nvSpPr>
            <p:cNvPr id="545" name="Google Shape;545;p4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4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4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4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1" name="Google Shape;551;p40"/>
          <p:cNvGrpSpPr/>
          <p:nvPr/>
        </p:nvGrpSpPr>
        <p:grpSpPr>
          <a:xfrm>
            <a:off x="6099454" y="4340463"/>
            <a:ext cx="292025" cy="292575"/>
            <a:chOff x="7353050" y="316275"/>
            <a:chExt cx="292025" cy="292575"/>
          </a:xfrm>
        </p:grpSpPr>
        <p:sp>
          <p:nvSpPr>
            <p:cNvPr id="552" name="Google Shape;552;p4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4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4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4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6" name="Google Shape;556;p40"/>
          <p:cNvGrpSpPr/>
          <p:nvPr/>
        </p:nvGrpSpPr>
        <p:grpSpPr>
          <a:xfrm>
            <a:off x="8792779" y="4315025"/>
            <a:ext cx="175000" cy="175000"/>
            <a:chOff x="8792300" y="321275"/>
            <a:chExt cx="175000" cy="175000"/>
          </a:xfrm>
        </p:grpSpPr>
        <p:sp>
          <p:nvSpPr>
            <p:cNvPr id="557" name="Google Shape;557;p4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4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1" name="Google Shape;561;p40"/>
          <p:cNvGrpSpPr/>
          <p:nvPr/>
        </p:nvGrpSpPr>
        <p:grpSpPr>
          <a:xfrm flipH="1">
            <a:off x="4972779" y="4657550"/>
            <a:ext cx="293111" cy="293388"/>
            <a:chOff x="3164039" y="430875"/>
            <a:chExt cx="293111" cy="293388"/>
          </a:xfrm>
        </p:grpSpPr>
        <p:sp>
          <p:nvSpPr>
            <p:cNvPr id="562" name="Google Shape;562;p4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4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4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4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4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4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8" name="Google Shape;568;p40"/>
          <p:cNvGrpSpPr/>
          <p:nvPr/>
        </p:nvGrpSpPr>
        <p:grpSpPr>
          <a:xfrm>
            <a:off x="8721804" y="4142425"/>
            <a:ext cx="175013" cy="27000"/>
            <a:chOff x="5662375" y="212375"/>
            <a:chExt cx="175013" cy="27000"/>
          </a:xfrm>
        </p:grpSpPr>
        <p:sp>
          <p:nvSpPr>
            <p:cNvPr id="569" name="Google Shape;569;p4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4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4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2" name="Shape 572"/>
        <p:cNvGrpSpPr/>
        <p:nvPr/>
      </p:nvGrpSpPr>
      <p:grpSpPr>
        <a:xfrm>
          <a:off x="0" y="0"/>
          <a:ext cx="0" cy="0"/>
          <a:chOff x="0" y="0"/>
          <a:chExt cx="0" cy="0"/>
        </a:xfrm>
      </p:grpSpPr>
      <p:sp>
        <p:nvSpPr>
          <p:cNvPr id="573" name="Google Shape;573;p88"/>
          <p:cNvSpPr txBox="1"/>
          <p:nvPr>
            <p:ph type="title"/>
          </p:nvPr>
        </p:nvSpPr>
        <p:spPr>
          <a:xfrm>
            <a:off x="896112" y="2039112"/>
            <a:ext cx="3566100" cy="136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74" name="Google Shape;574;p88"/>
          <p:cNvSpPr txBox="1"/>
          <p:nvPr>
            <p:ph idx="1" type="body"/>
          </p:nvPr>
        </p:nvSpPr>
        <p:spPr>
          <a:xfrm>
            <a:off x="4899150" y="821850"/>
            <a:ext cx="3096000" cy="3478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1pPr>
            <a:lvl2pPr indent="-317500" lvl="1" marL="9144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2pPr>
            <a:lvl3pPr indent="-317500" lvl="2" marL="13716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3pPr>
            <a:lvl4pPr indent="-317500" lvl="3" marL="18288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4pPr>
            <a:lvl5pPr indent="-317500" lvl="4" marL="22860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5pPr>
            <a:lvl6pPr indent="-317500" lvl="5" marL="27432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6pPr>
            <a:lvl7pPr indent="-317500" lvl="6" marL="32004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7pPr>
            <a:lvl8pPr indent="-317500" lvl="7" marL="36576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8pPr>
            <a:lvl9pPr indent="-317500" lvl="8" marL="41148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9pPr>
          </a:lstStyle>
          <a:p/>
        </p:txBody>
      </p:sp>
      <p:cxnSp>
        <p:nvCxnSpPr>
          <p:cNvPr id="575" name="Google Shape;575;p88"/>
          <p:cNvCxnSpPr/>
          <p:nvPr/>
        </p:nvCxnSpPr>
        <p:spPr>
          <a:xfrm>
            <a:off x="1645925" y="523125"/>
            <a:ext cx="1672500" cy="126000"/>
          </a:xfrm>
          <a:prstGeom prst="straightConnector1">
            <a:avLst/>
          </a:prstGeom>
          <a:noFill/>
          <a:ln cap="flat" cmpd="sng" w="9525">
            <a:solidFill>
              <a:schemeClr val="dk1"/>
            </a:solidFill>
            <a:prstDash val="solid"/>
            <a:round/>
            <a:headEnd len="sm" w="sm" type="none"/>
            <a:tailEnd len="sm" w="sm" type="none"/>
          </a:ln>
        </p:spPr>
      </p:cxnSp>
      <p:cxnSp>
        <p:nvCxnSpPr>
          <p:cNvPr id="576" name="Google Shape;576;p88"/>
          <p:cNvCxnSpPr/>
          <p:nvPr/>
        </p:nvCxnSpPr>
        <p:spPr>
          <a:xfrm flipH="1" rot="10800000">
            <a:off x="803050" y="529675"/>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577" name="Google Shape;577;p88"/>
          <p:cNvCxnSpPr/>
          <p:nvPr/>
        </p:nvCxnSpPr>
        <p:spPr>
          <a:xfrm>
            <a:off x="0" y="65200"/>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578" name="Google Shape;578;p88"/>
          <p:cNvGrpSpPr/>
          <p:nvPr/>
        </p:nvGrpSpPr>
        <p:grpSpPr>
          <a:xfrm flipH="1">
            <a:off x="499400" y="959675"/>
            <a:ext cx="581800" cy="582350"/>
            <a:chOff x="8064275" y="887850"/>
            <a:chExt cx="581800" cy="582350"/>
          </a:xfrm>
        </p:grpSpPr>
        <p:sp>
          <p:nvSpPr>
            <p:cNvPr id="579" name="Google Shape;579;p8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8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8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8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8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8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5" name="Google Shape;585;p88"/>
          <p:cNvGrpSpPr/>
          <p:nvPr/>
        </p:nvGrpSpPr>
        <p:grpSpPr>
          <a:xfrm flipH="1">
            <a:off x="1500400" y="388100"/>
            <a:ext cx="292025" cy="292575"/>
            <a:chOff x="7353050" y="316275"/>
            <a:chExt cx="292025" cy="292575"/>
          </a:xfrm>
        </p:grpSpPr>
        <p:sp>
          <p:nvSpPr>
            <p:cNvPr id="586" name="Google Shape;586;p8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8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8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8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0" name="Google Shape;590;p88"/>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88"/>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88"/>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88"/>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88"/>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88"/>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96" name="Google Shape;596;p88"/>
          <p:cNvGrpSpPr/>
          <p:nvPr/>
        </p:nvGrpSpPr>
        <p:grpSpPr>
          <a:xfrm flipH="1">
            <a:off x="3527112" y="361100"/>
            <a:ext cx="175013" cy="27000"/>
            <a:chOff x="5662375" y="212375"/>
            <a:chExt cx="175013" cy="27000"/>
          </a:xfrm>
        </p:grpSpPr>
        <p:sp>
          <p:nvSpPr>
            <p:cNvPr id="597" name="Google Shape;597;p8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8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8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0" name="Google Shape;600;p88"/>
          <p:cNvGrpSpPr/>
          <p:nvPr/>
        </p:nvGrpSpPr>
        <p:grpSpPr>
          <a:xfrm flipH="1">
            <a:off x="480412" y="242700"/>
            <a:ext cx="175013" cy="27000"/>
            <a:chOff x="5662375" y="212375"/>
            <a:chExt cx="175013" cy="27000"/>
          </a:xfrm>
        </p:grpSpPr>
        <p:sp>
          <p:nvSpPr>
            <p:cNvPr id="601" name="Google Shape;601;p8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8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8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4" name="Google Shape;604;p88"/>
          <p:cNvGrpSpPr/>
          <p:nvPr/>
        </p:nvGrpSpPr>
        <p:grpSpPr>
          <a:xfrm flipH="1">
            <a:off x="901712" y="1653625"/>
            <a:ext cx="175013" cy="27000"/>
            <a:chOff x="5662375" y="212375"/>
            <a:chExt cx="175013" cy="27000"/>
          </a:xfrm>
        </p:grpSpPr>
        <p:sp>
          <p:nvSpPr>
            <p:cNvPr id="605" name="Google Shape;605;p8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8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8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08" name="Google Shape;608;p88"/>
          <p:cNvCxnSpPr/>
          <p:nvPr/>
        </p:nvCxnSpPr>
        <p:spPr>
          <a:xfrm>
            <a:off x="791400" y="4212400"/>
            <a:ext cx="1157100" cy="542700"/>
          </a:xfrm>
          <a:prstGeom prst="straightConnector1">
            <a:avLst/>
          </a:prstGeom>
          <a:noFill/>
          <a:ln cap="flat" cmpd="sng" w="9525">
            <a:solidFill>
              <a:schemeClr val="dk1"/>
            </a:solidFill>
            <a:prstDash val="solid"/>
            <a:round/>
            <a:headEnd len="sm" w="sm" type="none"/>
            <a:tailEnd len="sm" w="sm" type="none"/>
          </a:ln>
        </p:spPr>
      </p:cxnSp>
      <p:cxnSp>
        <p:nvCxnSpPr>
          <p:cNvPr id="609" name="Google Shape;609;p88"/>
          <p:cNvCxnSpPr/>
          <p:nvPr/>
        </p:nvCxnSpPr>
        <p:spPr>
          <a:xfrm flipH="1" rot="10800000">
            <a:off x="0" y="4220425"/>
            <a:ext cx="791400" cy="836400"/>
          </a:xfrm>
          <a:prstGeom prst="straightConnector1">
            <a:avLst/>
          </a:prstGeom>
          <a:noFill/>
          <a:ln cap="flat" cmpd="sng" w="9525">
            <a:solidFill>
              <a:schemeClr val="dk1"/>
            </a:solidFill>
            <a:prstDash val="solid"/>
            <a:round/>
            <a:headEnd len="sm" w="sm" type="none"/>
            <a:tailEnd len="sm" w="sm" type="none"/>
          </a:ln>
        </p:spPr>
      </p:cxnSp>
      <p:grpSp>
        <p:nvGrpSpPr>
          <p:cNvPr id="610" name="Google Shape;610;p88"/>
          <p:cNvGrpSpPr/>
          <p:nvPr/>
        </p:nvGrpSpPr>
        <p:grpSpPr>
          <a:xfrm rot="10800000">
            <a:off x="499400" y="3940925"/>
            <a:ext cx="581800" cy="582350"/>
            <a:chOff x="8064275" y="887850"/>
            <a:chExt cx="581800" cy="582350"/>
          </a:xfrm>
        </p:grpSpPr>
        <p:sp>
          <p:nvSpPr>
            <p:cNvPr id="611" name="Google Shape;611;p8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8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8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8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8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8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7" name="Google Shape;617;p88"/>
          <p:cNvGrpSpPr/>
          <p:nvPr/>
        </p:nvGrpSpPr>
        <p:grpSpPr>
          <a:xfrm rot="10800000">
            <a:off x="1819575" y="4586750"/>
            <a:ext cx="292025" cy="292575"/>
            <a:chOff x="7353050" y="316275"/>
            <a:chExt cx="292025" cy="292575"/>
          </a:xfrm>
        </p:grpSpPr>
        <p:sp>
          <p:nvSpPr>
            <p:cNvPr id="618" name="Google Shape;618;p8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8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8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8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2" name="Google Shape;622;p88"/>
          <p:cNvGrpSpPr/>
          <p:nvPr/>
        </p:nvGrpSpPr>
        <p:grpSpPr>
          <a:xfrm rot="10800000">
            <a:off x="212525" y="4645550"/>
            <a:ext cx="175000" cy="175000"/>
            <a:chOff x="8792300" y="321275"/>
            <a:chExt cx="175000" cy="175000"/>
          </a:xfrm>
        </p:grpSpPr>
        <p:sp>
          <p:nvSpPr>
            <p:cNvPr id="623" name="Google Shape;623;p8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8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8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8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7" name="Google Shape;627;p88"/>
          <p:cNvGrpSpPr/>
          <p:nvPr/>
        </p:nvGrpSpPr>
        <p:grpSpPr>
          <a:xfrm rot="10800000">
            <a:off x="480412" y="4852325"/>
            <a:ext cx="175013" cy="27000"/>
            <a:chOff x="5662375" y="212375"/>
            <a:chExt cx="175013" cy="27000"/>
          </a:xfrm>
        </p:grpSpPr>
        <p:sp>
          <p:nvSpPr>
            <p:cNvPr id="628" name="Google Shape;628;p8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8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8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1" name="Google Shape;631;p88"/>
          <p:cNvGrpSpPr/>
          <p:nvPr/>
        </p:nvGrpSpPr>
        <p:grpSpPr>
          <a:xfrm rot="10800000">
            <a:off x="1054112" y="3898600"/>
            <a:ext cx="175013" cy="27000"/>
            <a:chOff x="5662375" y="212375"/>
            <a:chExt cx="175013" cy="27000"/>
          </a:xfrm>
        </p:grpSpPr>
        <p:sp>
          <p:nvSpPr>
            <p:cNvPr id="632" name="Google Shape;632;p8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8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8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of text">
  <p:cSld name="CUSTOM_2">
    <p:spTree>
      <p:nvGrpSpPr>
        <p:cNvPr id="635" name="Shape 635"/>
        <p:cNvGrpSpPr/>
        <p:nvPr/>
      </p:nvGrpSpPr>
      <p:grpSpPr>
        <a:xfrm>
          <a:off x="0" y="0"/>
          <a:ext cx="0" cy="0"/>
          <a:chOff x="0" y="0"/>
          <a:chExt cx="0" cy="0"/>
        </a:xfrm>
      </p:grpSpPr>
      <p:sp>
        <p:nvSpPr>
          <p:cNvPr id="636" name="Google Shape;636;p72"/>
          <p:cNvSpPr txBox="1"/>
          <p:nvPr>
            <p:ph type="title"/>
          </p:nvPr>
        </p:nvSpPr>
        <p:spPr>
          <a:xfrm>
            <a:off x="1568775" y="442350"/>
            <a:ext cx="6006300" cy="59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637" name="Google Shape;637;p72"/>
          <p:cNvSpPr txBox="1"/>
          <p:nvPr>
            <p:ph idx="1" type="subTitle"/>
          </p:nvPr>
        </p:nvSpPr>
        <p:spPr>
          <a:xfrm>
            <a:off x="1709928" y="1545336"/>
            <a:ext cx="1945200" cy="375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638" name="Google Shape;638;p72"/>
          <p:cNvSpPr txBox="1"/>
          <p:nvPr>
            <p:ph idx="2" type="subTitle"/>
          </p:nvPr>
        </p:nvSpPr>
        <p:spPr>
          <a:xfrm>
            <a:off x="1709928" y="1938528"/>
            <a:ext cx="1945200" cy="759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9pPr>
          </a:lstStyle>
          <a:p/>
        </p:txBody>
      </p:sp>
      <p:sp>
        <p:nvSpPr>
          <p:cNvPr id="639" name="Google Shape;639;p72"/>
          <p:cNvSpPr txBox="1"/>
          <p:nvPr>
            <p:ph idx="3" type="subTitle"/>
          </p:nvPr>
        </p:nvSpPr>
        <p:spPr>
          <a:xfrm>
            <a:off x="5468112" y="1545336"/>
            <a:ext cx="1947600" cy="375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640" name="Google Shape;640;p72"/>
          <p:cNvSpPr txBox="1"/>
          <p:nvPr>
            <p:ph idx="4" type="subTitle"/>
          </p:nvPr>
        </p:nvSpPr>
        <p:spPr>
          <a:xfrm>
            <a:off x="5468112" y="1938528"/>
            <a:ext cx="1947600" cy="759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9pPr>
          </a:lstStyle>
          <a:p/>
        </p:txBody>
      </p:sp>
      <p:sp>
        <p:nvSpPr>
          <p:cNvPr id="641" name="Google Shape;641;p72"/>
          <p:cNvSpPr txBox="1"/>
          <p:nvPr>
            <p:ph idx="5" type="subTitle"/>
          </p:nvPr>
        </p:nvSpPr>
        <p:spPr>
          <a:xfrm>
            <a:off x="2825496" y="3200400"/>
            <a:ext cx="1945200" cy="375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642" name="Google Shape;642;p72"/>
          <p:cNvSpPr txBox="1"/>
          <p:nvPr>
            <p:ph idx="6" type="subTitle"/>
          </p:nvPr>
        </p:nvSpPr>
        <p:spPr>
          <a:xfrm>
            <a:off x="2825496" y="3593592"/>
            <a:ext cx="1945200" cy="759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9pPr>
          </a:lstStyle>
          <a:p/>
        </p:txBody>
      </p:sp>
      <p:sp>
        <p:nvSpPr>
          <p:cNvPr id="643" name="Google Shape;643;p72"/>
          <p:cNvSpPr txBox="1"/>
          <p:nvPr>
            <p:ph idx="7" type="subTitle"/>
          </p:nvPr>
        </p:nvSpPr>
        <p:spPr>
          <a:xfrm>
            <a:off x="6464808" y="3200400"/>
            <a:ext cx="1993500" cy="375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644" name="Google Shape;644;p72"/>
          <p:cNvSpPr txBox="1"/>
          <p:nvPr>
            <p:ph idx="8" type="subTitle"/>
          </p:nvPr>
        </p:nvSpPr>
        <p:spPr>
          <a:xfrm>
            <a:off x="6464808" y="3593592"/>
            <a:ext cx="1993500" cy="759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9pPr>
          </a:lstStyle>
          <a:p/>
        </p:txBody>
      </p:sp>
      <p:cxnSp>
        <p:nvCxnSpPr>
          <p:cNvPr id="645" name="Google Shape;645;p72"/>
          <p:cNvCxnSpPr/>
          <p:nvPr/>
        </p:nvCxnSpPr>
        <p:spPr>
          <a:xfrm rot="10800000">
            <a:off x="8109000" y="501275"/>
            <a:ext cx="737700" cy="737700"/>
          </a:xfrm>
          <a:prstGeom prst="straightConnector1">
            <a:avLst/>
          </a:prstGeom>
          <a:noFill/>
          <a:ln cap="flat" cmpd="sng" w="9525">
            <a:solidFill>
              <a:schemeClr val="dk1"/>
            </a:solidFill>
            <a:prstDash val="solid"/>
            <a:round/>
            <a:headEnd len="sm" w="sm" type="none"/>
            <a:tailEnd len="sm" w="sm" type="none"/>
          </a:ln>
        </p:spPr>
      </p:cxnSp>
      <p:cxnSp>
        <p:nvCxnSpPr>
          <p:cNvPr id="646" name="Google Shape;646;p72"/>
          <p:cNvCxnSpPr/>
          <p:nvPr/>
        </p:nvCxnSpPr>
        <p:spPr>
          <a:xfrm>
            <a:off x="582475" y="282188"/>
            <a:ext cx="1212900" cy="422700"/>
          </a:xfrm>
          <a:prstGeom prst="straightConnector1">
            <a:avLst/>
          </a:prstGeom>
          <a:noFill/>
          <a:ln cap="flat" cmpd="sng" w="9525">
            <a:solidFill>
              <a:schemeClr val="dk1"/>
            </a:solidFill>
            <a:prstDash val="solid"/>
            <a:round/>
            <a:headEnd len="sm" w="sm" type="none"/>
            <a:tailEnd len="sm" w="sm" type="none"/>
          </a:ln>
        </p:spPr>
      </p:cxnSp>
      <p:cxnSp>
        <p:nvCxnSpPr>
          <p:cNvPr id="647" name="Google Shape;647;p72"/>
          <p:cNvCxnSpPr/>
          <p:nvPr/>
        </p:nvCxnSpPr>
        <p:spPr>
          <a:xfrm flipH="1" rot="10800000">
            <a:off x="0" y="274188"/>
            <a:ext cx="582600" cy="654300"/>
          </a:xfrm>
          <a:prstGeom prst="straightConnector1">
            <a:avLst/>
          </a:prstGeom>
          <a:noFill/>
          <a:ln cap="flat" cmpd="sng" w="9525">
            <a:solidFill>
              <a:schemeClr val="dk1"/>
            </a:solidFill>
            <a:prstDash val="solid"/>
            <a:round/>
            <a:headEnd len="sm" w="sm" type="none"/>
            <a:tailEnd len="sm" w="sm" type="none"/>
          </a:ln>
        </p:spPr>
      </p:cxnSp>
      <p:grpSp>
        <p:nvGrpSpPr>
          <p:cNvPr id="648" name="Google Shape;648;p72"/>
          <p:cNvGrpSpPr/>
          <p:nvPr/>
        </p:nvGrpSpPr>
        <p:grpSpPr>
          <a:xfrm flipH="1">
            <a:off x="423750" y="125363"/>
            <a:ext cx="292025" cy="292575"/>
            <a:chOff x="7353050" y="316275"/>
            <a:chExt cx="292025" cy="292575"/>
          </a:xfrm>
        </p:grpSpPr>
        <p:sp>
          <p:nvSpPr>
            <p:cNvPr id="649" name="Google Shape;649;p7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7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7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7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3" name="Google Shape;653;p72"/>
          <p:cNvGrpSpPr/>
          <p:nvPr/>
        </p:nvGrpSpPr>
        <p:grpSpPr>
          <a:xfrm>
            <a:off x="1638739" y="558163"/>
            <a:ext cx="293111" cy="293388"/>
            <a:chOff x="3164039" y="430875"/>
            <a:chExt cx="293111" cy="293388"/>
          </a:xfrm>
        </p:grpSpPr>
        <p:sp>
          <p:nvSpPr>
            <p:cNvPr id="654" name="Google Shape;654;p72"/>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72"/>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72"/>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72"/>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72"/>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72"/>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60" name="Google Shape;660;p72"/>
          <p:cNvGrpSpPr/>
          <p:nvPr/>
        </p:nvGrpSpPr>
        <p:grpSpPr>
          <a:xfrm>
            <a:off x="1591750" y="362600"/>
            <a:ext cx="175013" cy="27000"/>
            <a:chOff x="5662375" y="212375"/>
            <a:chExt cx="175013" cy="27000"/>
          </a:xfrm>
        </p:grpSpPr>
        <p:sp>
          <p:nvSpPr>
            <p:cNvPr id="661" name="Google Shape;661;p7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7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7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64" name="Google Shape;664;p72"/>
          <p:cNvCxnSpPr/>
          <p:nvPr/>
        </p:nvCxnSpPr>
        <p:spPr>
          <a:xfrm flipH="1">
            <a:off x="8151325" y="6875"/>
            <a:ext cx="1002600" cy="494400"/>
          </a:xfrm>
          <a:prstGeom prst="straightConnector1">
            <a:avLst/>
          </a:prstGeom>
          <a:noFill/>
          <a:ln cap="flat" cmpd="sng" w="9525">
            <a:solidFill>
              <a:schemeClr val="dk1"/>
            </a:solidFill>
            <a:prstDash val="solid"/>
            <a:round/>
            <a:headEnd len="sm" w="sm" type="none"/>
            <a:tailEnd len="sm" w="sm" type="none"/>
          </a:ln>
        </p:spPr>
      </p:cxnSp>
      <p:grpSp>
        <p:nvGrpSpPr>
          <p:cNvPr id="665" name="Google Shape;665;p72"/>
          <p:cNvGrpSpPr/>
          <p:nvPr/>
        </p:nvGrpSpPr>
        <p:grpSpPr>
          <a:xfrm>
            <a:off x="7823875" y="202375"/>
            <a:ext cx="581800" cy="582350"/>
            <a:chOff x="8064275" y="887850"/>
            <a:chExt cx="581800" cy="582350"/>
          </a:xfrm>
        </p:grpSpPr>
        <p:sp>
          <p:nvSpPr>
            <p:cNvPr id="666" name="Google Shape;666;p7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7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7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7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7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7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2" name="Google Shape;672;p72"/>
          <p:cNvGrpSpPr/>
          <p:nvPr/>
        </p:nvGrpSpPr>
        <p:grpSpPr>
          <a:xfrm flipH="1">
            <a:off x="8698650" y="1117488"/>
            <a:ext cx="292025" cy="292575"/>
            <a:chOff x="7353050" y="316275"/>
            <a:chExt cx="292025" cy="292575"/>
          </a:xfrm>
        </p:grpSpPr>
        <p:sp>
          <p:nvSpPr>
            <p:cNvPr id="673" name="Google Shape;673;p7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7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7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7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7" name="Google Shape;677;p72"/>
          <p:cNvGrpSpPr/>
          <p:nvPr/>
        </p:nvGrpSpPr>
        <p:grpSpPr>
          <a:xfrm>
            <a:off x="8678350" y="1581800"/>
            <a:ext cx="175013" cy="27000"/>
            <a:chOff x="5662375" y="212375"/>
            <a:chExt cx="175013" cy="27000"/>
          </a:xfrm>
        </p:grpSpPr>
        <p:sp>
          <p:nvSpPr>
            <p:cNvPr id="678" name="Google Shape;678;p7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7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7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1" name="Shape 681"/>
        <p:cNvGrpSpPr/>
        <p:nvPr/>
      </p:nvGrpSpPr>
      <p:grpSpPr>
        <a:xfrm>
          <a:off x="0" y="0"/>
          <a:ext cx="0" cy="0"/>
          <a:chOff x="0" y="0"/>
          <a:chExt cx="0" cy="0"/>
        </a:xfrm>
      </p:grpSpPr>
      <p:sp>
        <p:nvSpPr>
          <p:cNvPr id="682" name="Google Shape;682;p41"/>
          <p:cNvSpPr txBox="1"/>
          <p:nvPr>
            <p:ph type="title"/>
          </p:nvPr>
        </p:nvSpPr>
        <p:spPr>
          <a:xfrm>
            <a:off x="1840021" y="338325"/>
            <a:ext cx="5464200" cy="61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683" name="Google Shape;683;p41"/>
          <p:cNvSpPr txBox="1"/>
          <p:nvPr>
            <p:ph idx="1" type="subTitle"/>
          </p:nvPr>
        </p:nvSpPr>
        <p:spPr>
          <a:xfrm>
            <a:off x="4956048" y="2532888"/>
            <a:ext cx="2084700" cy="136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684" name="Google Shape;684;p41"/>
          <p:cNvSpPr txBox="1"/>
          <p:nvPr>
            <p:ph idx="2" type="subTitle"/>
          </p:nvPr>
        </p:nvSpPr>
        <p:spPr>
          <a:xfrm>
            <a:off x="2093976" y="2532888"/>
            <a:ext cx="2084700" cy="136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685" name="Google Shape;685;p41"/>
          <p:cNvSpPr txBox="1"/>
          <p:nvPr>
            <p:ph idx="3" type="subTitle"/>
          </p:nvPr>
        </p:nvSpPr>
        <p:spPr>
          <a:xfrm>
            <a:off x="4956048" y="2221992"/>
            <a:ext cx="2084700" cy="2835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9pPr>
          </a:lstStyle>
          <a:p/>
        </p:txBody>
      </p:sp>
      <p:sp>
        <p:nvSpPr>
          <p:cNvPr id="686" name="Google Shape;686;p41"/>
          <p:cNvSpPr txBox="1"/>
          <p:nvPr>
            <p:ph idx="4" type="subTitle"/>
          </p:nvPr>
        </p:nvSpPr>
        <p:spPr>
          <a:xfrm>
            <a:off x="2093976" y="2203704"/>
            <a:ext cx="2084700" cy="310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9pPr>
          </a:lstStyle>
          <a:p/>
        </p:txBody>
      </p:sp>
      <p:sp>
        <p:nvSpPr>
          <p:cNvPr id="687" name="Google Shape;687;p41"/>
          <p:cNvSpPr txBox="1"/>
          <p:nvPr>
            <p:ph idx="5" type="title"/>
          </p:nvPr>
        </p:nvSpPr>
        <p:spPr>
          <a:xfrm>
            <a:off x="2779776" y="1627632"/>
            <a:ext cx="722400" cy="457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688" name="Google Shape;688;p41"/>
          <p:cNvSpPr txBox="1"/>
          <p:nvPr>
            <p:ph idx="6" type="title"/>
          </p:nvPr>
        </p:nvSpPr>
        <p:spPr>
          <a:xfrm>
            <a:off x="5641848" y="1627632"/>
            <a:ext cx="722400" cy="457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grpSp>
        <p:nvGrpSpPr>
          <p:cNvPr id="689" name="Google Shape;689;p41"/>
          <p:cNvGrpSpPr/>
          <p:nvPr/>
        </p:nvGrpSpPr>
        <p:grpSpPr>
          <a:xfrm>
            <a:off x="432850" y="0"/>
            <a:ext cx="8278300" cy="5165700"/>
            <a:chOff x="432850" y="0"/>
            <a:chExt cx="8278300" cy="5165700"/>
          </a:xfrm>
        </p:grpSpPr>
        <p:cxnSp>
          <p:nvCxnSpPr>
            <p:cNvPr id="690" name="Google Shape;690;p41"/>
            <p:cNvCxnSpPr/>
            <p:nvPr/>
          </p:nvCxnSpPr>
          <p:spPr>
            <a:xfrm rot="10800000">
              <a:off x="8420275" y="2664300"/>
              <a:ext cx="0" cy="2501400"/>
            </a:xfrm>
            <a:prstGeom prst="straightConnector1">
              <a:avLst/>
            </a:prstGeom>
            <a:noFill/>
            <a:ln cap="flat" cmpd="sng" w="9525">
              <a:solidFill>
                <a:schemeClr val="dk1"/>
              </a:solidFill>
              <a:prstDash val="solid"/>
              <a:round/>
              <a:headEnd len="sm" w="sm" type="none"/>
              <a:tailEnd len="sm" w="sm" type="none"/>
            </a:ln>
          </p:spPr>
        </p:cxnSp>
        <p:grpSp>
          <p:nvGrpSpPr>
            <p:cNvPr id="691" name="Google Shape;691;p41"/>
            <p:cNvGrpSpPr/>
            <p:nvPr/>
          </p:nvGrpSpPr>
          <p:grpSpPr>
            <a:xfrm>
              <a:off x="8129350" y="4292175"/>
              <a:ext cx="581800" cy="582350"/>
              <a:chOff x="8064275" y="887850"/>
              <a:chExt cx="581800" cy="582350"/>
            </a:xfrm>
          </p:grpSpPr>
          <p:sp>
            <p:nvSpPr>
              <p:cNvPr id="692" name="Google Shape;692;p4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4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4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4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4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4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8" name="Google Shape;698;p41"/>
            <p:cNvGrpSpPr/>
            <p:nvPr/>
          </p:nvGrpSpPr>
          <p:grpSpPr>
            <a:xfrm>
              <a:off x="8274238" y="3720600"/>
              <a:ext cx="292025" cy="292575"/>
              <a:chOff x="7353050" y="316275"/>
              <a:chExt cx="292025" cy="292575"/>
            </a:xfrm>
          </p:grpSpPr>
          <p:sp>
            <p:nvSpPr>
              <p:cNvPr id="699" name="Google Shape;699;p4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4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4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4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3" name="Google Shape;703;p41"/>
            <p:cNvGrpSpPr/>
            <p:nvPr/>
          </p:nvGrpSpPr>
          <p:grpSpPr>
            <a:xfrm>
              <a:off x="8332763" y="3212475"/>
              <a:ext cx="175000" cy="175000"/>
              <a:chOff x="8792300" y="321275"/>
              <a:chExt cx="175000" cy="175000"/>
            </a:xfrm>
          </p:grpSpPr>
          <p:sp>
            <p:nvSpPr>
              <p:cNvPr id="704" name="Google Shape;704;p4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4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4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4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08" name="Google Shape;708;p41"/>
            <p:cNvCxnSpPr/>
            <p:nvPr/>
          </p:nvCxnSpPr>
          <p:spPr>
            <a:xfrm>
              <a:off x="723725" y="613"/>
              <a:ext cx="0" cy="2501400"/>
            </a:xfrm>
            <a:prstGeom prst="straightConnector1">
              <a:avLst/>
            </a:prstGeom>
            <a:noFill/>
            <a:ln cap="flat" cmpd="sng" w="9525">
              <a:solidFill>
                <a:schemeClr val="dk1"/>
              </a:solidFill>
              <a:prstDash val="solid"/>
              <a:round/>
              <a:headEnd len="sm" w="sm" type="none"/>
              <a:tailEnd len="sm" w="sm" type="none"/>
            </a:ln>
          </p:spPr>
        </p:cxnSp>
        <p:grpSp>
          <p:nvGrpSpPr>
            <p:cNvPr id="709" name="Google Shape;709;p41"/>
            <p:cNvGrpSpPr/>
            <p:nvPr/>
          </p:nvGrpSpPr>
          <p:grpSpPr>
            <a:xfrm rot="10800000">
              <a:off x="432850" y="291788"/>
              <a:ext cx="581800" cy="582350"/>
              <a:chOff x="8064275" y="887850"/>
              <a:chExt cx="581800" cy="582350"/>
            </a:xfrm>
          </p:grpSpPr>
          <p:sp>
            <p:nvSpPr>
              <p:cNvPr id="710" name="Google Shape;710;p4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4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4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4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4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4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6" name="Google Shape;716;p41"/>
            <p:cNvGrpSpPr/>
            <p:nvPr/>
          </p:nvGrpSpPr>
          <p:grpSpPr>
            <a:xfrm rot="10800000">
              <a:off x="577738" y="1153138"/>
              <a:ext cx="292025" cy="292575"/>
              <a:chOff x="7353050" y="316275"/>
              <a:chExt cx="292025" cy="292575"/>
            </a:xfrm>
          </p:grpSpPr>
          <p:sp>
            <p:nvSpPr>
              <p:cNvPr id="717" name="Google Shape;717;p4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4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4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4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1" name="Google Shape;721;p41"/>
            <p:cNvGrpSpPr/>
            <p:nvPr/>
          </p:nvGrpSpPr>
          <p:grpSpPr>
            <a:xfrm rot="10800000">
              <a:off x="636238" y="1778838"/>
              <a:ext cx="175000" cy="175000"/>
              <a:chOff x="8792300" y="321275"/>
              <a:chExt cx="175000" cy="175000"/>
            </a:xfrm>
          </p:grpSpPr>
          <p:sp>
            <p:nvSpPr>
              <p:cNvPr id="722" name="Google Shape;722;p4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4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4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4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6" name="Google Shape;726;p41"/>
            <p:cNvGrpSpPr/>
            <p:nvPr/>
          </p:nvGrpSpPr>
          <p:grpSpPr>
            <a:xfrm>
              <a:off x="432850" y="2003163"/>
              <a:ext cx="175013" cy="27000"/>
              <a:chOff x="5662375" y="212375"/>
              <a:chExt cx="175013" cy="27000"/>
            </a:xfrm>
          </p:grpSpPr>
          <p:sp>
            <p:nvSpPr>
              <p:cNvPr id="727" name="Google Shape;727;p4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4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4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0" name="Google Shape;730;p41"/>
            <p:cNvGrpSpPr/>
            <p:nvPr/>
          </p:nvGrpSpPr>
          <p:grpSpPr>
            <a:xfrm>
              <a:off x="788100" y="208488"/>
              <a:ext cx="175013" cy="27000"/>
              <a:chOff x="5662375" y="212375"/>
              <a:chExt cx="175013" cy="27000"/>
            </a:xfrm>
          </p:grpSpPr>
          <p:sp>
            <p:nvSpPr>
              <p:cNvPr id="731" name="Google Shape;731;p4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4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4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4" name="Google Shape;734;p41"/>
            <p:cNvGrpSpPr/>
            <p:nvPr/>
          </p:nvGrpSpPr>
          <p:grpSpPr>
            <a:xfrm>
              <a:off x="8129350" y="4988725"/>
              <a:ext cx="175013" cy="27000"/>
              <a:chOff x="5662375" y="212375"/>
              <a:chExt cx="175013" cy="27000"/>
            </a:xfrm>
          </p:grpSpPr>
          <p:sp>
            <p:nvSpPr>
              <p:cNvPr id="735" name="Google Shape;735;p4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4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4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8" name="Google Shape;738;p41"/>
            <p:cNvGrpSpPr/>
            <p:nvPr/>
          </p:nvGrpSpPr>
          <p:grpSpPr>
            <a:xfrm>
              <a:off x="8497550" y="3429425"/>
              <a:ext cx="175013" cy="27000"/>
              <a:chOff x="5662375" y="212375"/>
              <a:chExt cx="175013" cy="27000"/>
            </a:xfrm>
          </p:grpSpPr>
          <p:sp>
            <p:nvSpPr>
              <p:cNvPr id="739" name="Google Shape;739;p4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4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4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42" name="Google Shape;742;p41"/>
            <p:cNvCxnSpPr/>
            <p:nvPr/>
          </p:nvCxnSpPr>
          <p:spPr>
            <a:xfrm>
              <a:off x="8407225" y="0"/>
              <a:ext cx="0" cy="2160900"/>
            </a:xfrm>
            <a:prstGeom prst="straightConnector1">
              <a:avLst/>
            </a:prstGeom>
            <a:noFill/>
            <a:ln cap="flat" cmpd="sng" w="9525">
              <a:solidFill>
                <a:schemeClr val="dk1"/>
              </a:solidFill>
              <a:prstDash val="solid"/>
              <a:round/>
              <a:headEnd len="sm" w="sm" type="none"/>
              <a:tailEnd len="sm" w="sm" type="none"/>
            </a:ln>
          </p:spPr>
        </p:cxnSp>
        <p:cxnSp>
          <p:nvCxnSpPr>
            <p:cNvPr id="743" name="Google Shape;743;p41"/>
            <p:cNvCxnSpPr/>
            <p:nvPr/>
          </p:nvCxnSpPr>
          <p:spPr>
            <a:xfrm>
              <a:off x="718025" y="2985634"/>
              <a:ext cx="0" cy="2160900"/>
            </a:xfrm>
            <a:prstGeom prst="straightConnector1">
              <a:avLst/>
            </a:prstGeom>
            <a:noFill/>
            <a:ln cap="flat" cmpd="sng" w="9525">
              <a:solidFill>
                <a:schemeClr val="dk1"/>
              </a:solidFill>
              <a:prstDash val="solid"/>
              <a:round/>
              <a:headEnd len="sm" w="sm" type="none"/>
              <a:tailEnd len="sm" w="sm" type="none"/>
            </a:ln>
          </p:spPr>
        </p:cxnSp>
        <p:sp>
          <p:nvSpPr>
            <p:cNvPr id="744" name="Google Shape;744;p41"/>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41"/>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41"/>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41"/>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4">
  <p:cSld name="CUSTOM_14">
    <p:spTree>
      <p:nvGrpSpPr>
        <p:cNvPr id="748" name="Shape 748"/>
        <p:cNvGrpSpPr/>
        <p:nvPr/>
      </p:nvGrpSpPr>
      <p:grpSpPr>
        <a:xfrm>
          <a:off x="0" y="0"/>
          <a:ext cx="0" cy="0"/>
          <a:chOff x="0" y="0"/>
          <a:chExt cx="0" cy="0"/>
        </a:xfrm>
      </p:grpSpPr>
      <p:cxnSp>
        <p:nvCxnSpPr>
          <p:cNvPr id="749" name="Google Shape;749;p79"/>
          <p:cNvCxnSpPr/>
          <p:nvPr/>
        </p:nvCxnSpPr>
        <p:spPr>
          <a:xfrm>
            <a:off x="590450" y="4340600"/>
            <a:ext cx="670200" cy="423000"/>
          </a:xfrm>
          <a:prstGeom prst="straightConnector1">
            <a:avLst/>
          </a:prstGeom>
          <a:noFill/>
          <a:ln cap="flat" cmpd="sng" w="9525">
            <a:solidFill>
              <a:schemeClr val="dk2"/>
            </a:solidFill>
            <a:prstDash val="solid"/>
            <a:round/>
            <a:headEnd len="sm" w="sm" type="none"/>
            <a:tailEnd len="sm" w="sm" type="none"/>
          </a:ln>
        </p:spPr>
      </p:cxnSp>
      <p:sp>
        <p:nvSpPr>
          <p:cNvPr id="750" name="Google Shape;750;p79"/>
          <p:cNvSpPr txBox="1"/>
          <p:nvPr>
            <p:ph type="title"/>
          </p:nvPr>
        </p:nvSpPr>
        <p:spPr>
          <a:xfrm>
            <a:off x="2208175" y="342775"/>
            <a:ext cx="4727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751" name="Google Shape;751;p79"/>
          <p:cNvCxnSpPr/>
          <p:nvPr/>
        </p:nvCxnSpPr>
        <p:spPr>
          <a:xfrm flipH="1" rot="10800000">
            <a:off x="0" y="4332550"/>
            <a:ext cx="590700" cy="663900"/>
          </a:xfrm>
          <a:prstGeom prst="straightConnector1">
            <a:avLst/>
          </a:prstGeom>
          <a:noFill/>
          <a:ln cap="flat" cmpd="sng" w="9525">
            <a:solidFill>
              <a:schemeClr val="dk2"/>
            </a:solidFill>
            <a:prstDash val="solid"/>
            <a:round/>
            <a:headEnd len="sm" w="sm" type="none"/>
            <a:tailEnd len="sm" w="sm" type="none"/>
          </a:ln>
        </p:spPr>
      </p:cxnSp>
      <p:grpSp>
        <p:nvGrpSpPr>
          <p:cNvPr id="752" name="Google Shape;752;p79"/>
          <p:cNvGrpSpPr/>
          <p:nvPr/>
        </p:nvGrpSpPr>
        <p:grpSpPr>
          <a:xfrm flipH="1">
            <a:off x="431725" y="4183775"/>
            <a:ext cx="292025" cy="292575"/>
            <a:chOff x="7353050" y="316275"/>
            <a:chExt cx="292025" cy="292575"/>
          </a:xfrm>
        </p:grpSpPr>
        <p:sp>
          <p:nvSpPr>
            <p:cNvPr id="753" name="Google Shape;753;p7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7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7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7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57" name="Google Shape;757;p79"/>
          <p:cNvGrpSpPr/>
          <p:nvPr/>
        </p:nvGrpSpPr>
        <p:grpSpPr>
          <a:xfrm>
            <a:off x="1075789" y="4604675"/>
            <a:ext cx="293111" cy="293388"/>
            <a:chOff x="3164039" y="430875"/>
            <a:chExt cx="293111" cy="293388"/>
          </a:xfrm>
        </p:grpSpPr>
        <p:sp>
          <p:nvSpPr>
            <p:cNvPr id="758" name="Google Shape;758;p7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7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7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7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7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7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64" name="Google Shape;764;p79"/>
          <p:cNvCxnSpPr/>
          <p:nvPr/>
        </p:nvCxnSpPr>
        <p:spPr>
          <a:xfrm rot="10800000">
            <a:off x="7196975" y="295100"/>
            <a:ext cx="1157100" cy="542700"/>
          </a:xfrm>
          <a:prstGeom prst="straightConnector1">
            <a:avLst/>
          </a:prstGeom>
          <a:noFill/>
          <a:ln cap="flat" cmpd="sng" w="9525">
            <a:solidFill>
              <a:schemeClr val="dk2"/>
            </a:solidFill>
            <a:prstDash val="solid"/>
            <a:round/>
            <a:headEnd len="sm" w="sm" type="none"/>
            <a:tailEnd len="sm" w="sm" type="none"/>
          </a:ln>
        </p:spPr>
      </p:cxnSp>
      <p:cxnSp>
        <p:nvCxnSpPr>
          <p:cNvPr id="765" name="Google Shape;765;p79"/>
          <p:cNvCxnSpPr/>
          <p:nvPr/>
        </p:nvCxnSpPr>
        <p:spPr>
          <a:xfrm flipH="1">
            <a:off x="8354075" y="-6625"/>
            <a:ext cx="791400" cy="836400"/>
          </a:xfrm>
          <a:prstGeom prst="straightConnector1">
            <a:avLst/>
          </a:prstGeom>
          <a:noFill/>
          <a:ln cap="flat" cmpd="sng" w="9525">
            <a:solidFill>
              <a:schemeClr val="dk2"/>
            </a:solidFill>
            <a:prstDash val="solid"/>
            <a:round/>
            <a:headEnd len="sm" w="sm" type="none"/>
            <a:tailEnd len="sm" w="sm" type="none"/>
          </a:ln>
        </p:spPr>
      </p:cxnSp>
      <p:grpSp>
        <p:nvGrpSpPr>
          <p:cNvPr id="766" name="Google Shape;766;p79"/>
          <p:cNvGrpSpPr/>
          <p:nvPr/>
        </p:nvGrpSpPr>
        <p:grpSpPr>
          <a:xfrm>
            <a:off x="8064275" y="526925"/>
            <a:ext cx="581800" cy="582350"/>
            <a:chOff x="8064275" y="887850"/>
            <a:chExt cx="581800" cy="582350"/>
          </a:xfrm>
        </p:grpSpPr>
        <p:sp>
          <p:nvSpPr>
            <p:cNvPr id="767" name="Google Shape;767;p7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7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7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7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7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7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3" name="Google Shape;773;p79"/>
          <p:cNvGrpSpPr/>
          <p:nvPr/>
        </p:nvGrpSpPr>
        <p:grpSpPr>
          <a:xfrm>
            <a:off x="7033875" y="170875"/>
            <a:ext cx="292025" cy="292575"/>
            <a:chOff x="7353050" y="316275"/>
            <a:chExt cx="292025" cy="292575"/>
          </a:xfrm>
        </p:grpSpPr>
        <p:sp>
          <p:nvSpPr>
            <p:cNvPr id="774" name="Google Shape;774;p7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7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7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7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8" name="Google Shape;778;p79"/>
          <p:cNvGrpSpPr/>
          <p:nvPr/>
        </p:nvGrpSpPr>
        <p:grpSpPr>
          <a:xfrm>
            <a:off x="8757950" y="229650"/>
            <a:ext cx="175000" cy="175000"/>
            <a:chOff x="8792300" y="321275"/>
            <a:chExt cx="175000" cy="175000"/>
          </a:xfrm>
        </p:grpSpPr>
        <p:sp>
          <p:nvSpPr>
            <p:cNvPr id="779" name="Google Shape;779;p7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7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7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7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3" name="Google Shape;783;p79"/>
          <p:cNvGrpSpPr/>
          <p:nvPr/>
        </p:nvGrpSpPr>
        <p:grpSpPr>
          <a:xfrm>
            <a:off x="8490050" y="170875"/>
            <a:ext cx="175013" cy="27000"/>
            <a:chOff x="5662375" y="212375"/>
            <a:chExt cx="175013" cy="27000"/>
          </a:xfrm>
        </p:grpSpPr>
        <p:sp>
          <p:nvSpPr>
            <p:cNvPr id="784" name="Google Shape;784;p79"/>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79"/>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79"/>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7" name="Google Shape;787;p79"/>
          <p:cNvGrpSpPr/>
          <p:nvPr/>
        </p:nvGrpSpPr>
        <p:grpSpPr>
          <a:xfrm>
            <a:off x="7916350" y="1124600"/>
            <a:ext cx="175013" cy="27000"/>
            <a:chOff x="5662375" y="212375"/>
            <a:chExt cx="175013" cy="27000"/>
          </a:xfrm>
        </p:grpSpPr>
        <p:sp>
          <p:nvSpPr>
            <p:cNvPr id="788" name="Google Shape;788;p79"/>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79"/>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79"/>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1" name="Google Shape;791;p79"/>
          <p:cNvSpPr txBox="1"/>
          <p:nvPr>
            <p:ph idx="1" type="subTitle"/>
          </p:nvPr>
        </p:nvSpPr>
        <p:spPr>
          <a:xfrm>
            <a:off x="5641848" y="2743200"/>
            <a:ext cx="1865400" cy="4023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792" name="Google Shape;792;p79"/>
          <p:cNvSpPr txBox="1"/>
          <p:nvPr>
            <p:ph idx="2" type="subTitle"/>
          </p:nvPr>
        </p:nvSpPr>
        <p:spPr>
          <a:xfrm>
            <a:off x="3639312" y="1636776"/>
            <a:ext cx="1865400" cy="4023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793" name="Google Shape;793;p79"/>
          <p:cNvSpPr txBox="1"/>
          <p:nvPr>
            <p:ph idx="3" type="subTitle"/>
          </p:nvPr>
        </p:nvSpPr>
        <p:spPr>
          <a:xfrm>
            <a:off x="1636776" y="2249424"/>
            <a:ext cx="1865400" cy="4023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794" name="Google Shape;794;p79"/>
          <p:cNvSpPr txBox="1"/>
          <p:nvPr>
            <p:ph idx="4" type="subTitle"/>
          </p:nvPr>
        </p:nvSpPr>
        <p:spPr>
          <a:xfrm>
            <a:off x="5641848" y="3081528"/>
            <a:ext cx="18654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795" name="Google Shape;795;p79"/>
          <p:cNvSpPr txBox="1"/>
          <p:nvPr>
            <p:ph idx="5" type="subTitle"/>
          </p:nvPr>
        </p:nvSpPr>
        <p:spPr>
          <a:xfrm>
            <a:off x="3639312" y="1975104"/>
            <a:ext cx="18654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796" name="Google Shape;796;p79"/>
          <p:cNvSpPr txBox="1"/>
          <p:nvPr>
            <p:ph idx="6" type="subTitle"/>
          </p:nvPr>
        </p:nvSpPr>
        <p:spPr>
          <a:xfrm>
            <a:off x="1636776" y="2596896"/>
            <a:ext cx="18654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3">
    <p:spTree>
      <p:nvGrpSpPr>
        <p:cNvPr id="797" name="Shape 797"/>
        <p:cNvGrpSpPr/>
        <p:nvPr/>
      </p:nvGrpSpPr>
      <p:grpSpPr>
        <a:xfrm>
          <a:off x="0" y="0"/>
          <a:ext cx="0" cy="0"/>
          <a:chOff x="0" y="0"/>
          <a:chExt cx="0" cy="0"/>
        </a:xfrm>
      </p:grpSpPr>
      <p:sp>
        <p:nvSpPr>
          <p:cNvPr id="798" name="Google Shape;798;p85"/>
          <p:cNvSpPr txBox="1"/>
          <p:nvPr>
            <p:ph idx="1" type="body"/>
          </p:nvPr>
        </p:nvSpPr>
        <p:spPr>
          <a:xfrm>
            <a:off x="1881350" y="1246850"/>
            <a:ext cx="2133300" cy="3524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accent1"/>
              </a:buClr>
              <a:buSzPts val="1400"/>
              <a:buFont typeface="Arial"/>
              <a:buChar char="●"/>
              <a:defRPr b="0" i="0" sz="1200" u="none" cap="none" strike="noStrike">
                <a:solidFill>
                  <a:schemeClr val="dk2"/>
                </a:solidFill>
                <a:latin typeface="Barlow Semi Condensed"/>
                <a:ea typeface="Barlow Semi Condensed"/>
                <a:cs typeface="Barlow Semi Condensed"/>
                <a:sym typeface="Barlow Semi Condensed"/>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799" name="Google Shape;799;p85"/>
          <p:cNvSpPr txBox="1"/>
          <p:nvPr>
            <p:ph idx="2" type="body"/>
          </p:nvPr>
        </p:nvSpPr>
        <p:spPr>
          <a:xfrm>
            <a:off x="4220325" y="1246850"/>
            <a:ext cx="3099900" cy="3524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accent1"/>
              </a:buClr>
              <a:buSzPts val="1400"/>
              <a:buFont typeface="Arial"/>
              <a:buChar char="●"/>
              <a:defRPr b="0" i="0" sz="1200" u="none" cap="none" strike="noStrike">
                <a:solidFill>
                  <a:schemeClr val="dk2"/>
                </a:solidFill>
                <a:latin typeface="Barlow Semi Condensed"/>
                <a:ea typeface="Barlow Semi Condensed"/>
                <a:cs typeface="Barlow Semi Condensed"/>
                <a:sym typeface="Barlow Semi Condensed"/>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800" name="Google Shape;800;p85"/>
          <p:cNvSpPr txBox="1"/>
          <p:nvPr>
            <p:ph type="title"/>
          </p:nvPr>
        </p:nvSpPr>
        <p:spPr>
          <a:xfrm>
            <a:off x="2532888" y="338328"/>
            <a:ext cx="4087500" cy="576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801" name="Google Shape;801;p85"/>
          <p:cNvGrpSpPr/>
          <p:nvPr/>
        </p:nvGrpSpPr>
        <p:grpSpPr>
          <a:xfrm>
            <a:off x="432850" y="0"/>
            <a:ext cx="8278300" cy="5165700"/>
            <a:chOff x="432850" y="0"/>
            <a:chExt cx="8278300" cy="5165700"/>
          </a:xfrm>
        </p:grpSpPr>
        <p:cxnSp>
          <p:nvCxnSpPr>
            <p:cNvPr id="802" name="Google Shape;802;p85"/>
            <p:cNvCxnSpPr/>
            <p:nvPr/>
          </p:nvCxnSpPr>
          <p:spPr>
            <a:xfrm rot="10800000">
              <a:off x="8420275" y="2664300"/>
              <a:ext cx="0" cy="2501400"/>
            </a:xfrm>
            <a:prstGeom prst="straightConnector1">
              <a:avLst/>
            </a:prstGeom>
            <a:noFill/>
            <a:ln cap="flat" cmpd="sng" w="9525">
              <a:solidFill>
                <a:schemeClr val="dk1"/>
              </a:solidFill>
              <a:prstDash val="solid"/>
              <a:round/>
              <a:headEnd len="sm" w="sm" type="none"/>
              <a:tailEnd len="sm" w="sm" type="none"/>
            </a:ln>
          </p:spPr>
        </p:cxnSp>
        <p:grpSp>
          <p:nvGrpSpPr>
            <p:cNvPr id="803" name="Google Shape;803;p85"/>
            <p:cNvGrpSpPr/>
            <p:nvPr/>
          </p:nvGrpSpPr>
          <p:grpSpPr>
            <a:xfrm>
              <a:off x="8129350" y="4292175"/>
              <a:ext cx="581800" cy="582350"/>
              <a:chOff x="8064275" y="887850"/>
              <a:chExt cx="581800" cy="582350"/>
            </a:xfrm>
          </p:grpSpPr>
          <p:sp>
            <p:nvSpPr>
              <p:cNvPr id="804" name="Google Shape;804;p8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8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8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8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8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8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0" name="Google Shape;810;p85"/>
            <p:cNvGrpSpPr/>
            <p:nvPr/>
          </p:nvGrpSpPr>
          <p:grpSpPr>
            <a:xfrm>
              <a:off x="8274238" y="3720600"/>
              <a:ext cx="292025" cy="292575"/>
              <a:chOff x="7353050" y="316275"/>
              <a:chExt cx="292025" cy="292575"/>
            </a:xfrm>
          </p:grpSpPr>
          <p:sp>
            <p:nvSpPr>
              <p:cNvPr id="811" name="Google Shape;811;p8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8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8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8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5" name="Google Shape;815;p85"/>
            <p:cNvGrpSpPr/>
            <p:nvPr/>
          </p:nvGrpSpPr>
          <p:grpSpPr>
            <a:xfrm>
              <a:off x="8332763" y="3212475"/>
              <a:ext cx="175000" cy="175000"/>
              <a:chOff x="8792300" y="321275"/>
              <a:chExt cx="175000" cy="175000"/>
            </a:xfrm>
          </p:grpSpPr>
          <p:sp>
            <p:nvSpPr>
              <p:cNvPr id="816" name="Google Shape;816;p8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8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8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8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20" name="Google Shape;820;p85"/>
            <p:cNvCxnSpPr/>
            <p:nvPr/>
          </p:nvCxnSpPr>
          <p:spPr>
            <a:xfrm>
              <a:off x="723725" y="613"/>
              <a:ext cx="0" cy="2501400"/>
            </a:xfrm>
            <a:prstGeom prst="straightConnector1">
              <a:avLst/>
            </a:prstGeom>
            <a:noFill/>
            <a:ln cap="flat" cmpd="sng" w="9525">
              <a:solidFill>
                <a:schemeClr val="dk1"/>
              </a:solidFill>
              <a:prstDash val="solid"/>
              <a:round/>
              <a:headEnd len="sm" w="sm" type="none"/>
              <a:tailEnd len="sm" w="sm" type="none"/>
            </a:ln>
          </p:spPr>
        </p:cxnSp>
        <p:grpSp>
          <p:nvGrpSpPr>
            <p:cNvPr id="821" name="Google Shape;821;p85"/>
            <p:cNvGrpSpPr/>
            <p:nvPr/>
          </p:nvGrpSpPr>
          <p:grpSpPr>
            <a:xfrm rot="10800000">
              <a:off x="432850" y="291788"/>
              <a:ext cx="581800" cy="582350"/>
              <a:chOff x="8064275" y="887850"/>
              <a:chExt cx="581800" cy="582350"/>
            </a:xfrm>
          </p:grpSpPr>
          <p:sp>
            <p:nvSpPr>
              <p:cNvPr id="822" name="Google Shape;822;p8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8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8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8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8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8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8" name="Google Shape;828;p85"/>
            <p:cNvGrpSpPr/>
            <p:nvPr/>
          </p:nvGrpSpPr>
          <p:grpSpPr>
            <a:xfrm rot="10800000">
              <a:off x="577738" y="1153138"/>
              <a:ext cx="292025" cy="292575"/>
              <a:chOff x="7353050" y="316275"/>
              <a:chExt cx="292025" cy="292575"/>
            </a:xfrm>
          </p:grpSpPr>
          <p:sp>
            <p:nvSpPr>
              <p:cNvPr id="829" name="Google Shape;829;p8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8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8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8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3" name="Google Shape;833;p85"/>
            <p:cNvGrpSpPr/>
            <p:nvPr/>
          </p:nvGrpSpPr>
          <p:grpSpPr>
            <a:xfrm rot="10800000">
              <a:off x="636238" y="1778838"/>
              <a:ext cx="175000" cy="175000"/>
              <a:chOff x="8792300" y="321275"/>
              <a:chExt cx="175000" cy="175000"/>
            </a:xfrm>
          </p:grpSpPr>
          <p:sp>
            <p:nvSpPr>
              <p:cNvPr id="834" name="Google Shape;834;p8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8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8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8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8" name="Google Shape;838;p85"/>
            <p:cNvGrpSpPr/>
            <p:nvPr/>
          </p:nvGrpSpPr>
          <p:grpSpPr>
            <a:xfrm>
              <a:off x="432850" y="2003163"/>
              <a:ext cx="175013" cy="27000"/>
              <a:chOff x="5662375" y="212375"/>
              <a:chExt cx="175013" cy="27000"/>
            </a:xfrm>
          </p:grpSpPr>
          <p:sp>
            <p:nvSpPr>
              <p:cNvPr id="839" name="Google Shape;839;p8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8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8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42" name="Google Shape;842;p85"/>
            <p:cNvGrpSpPr/>
            <p:nvPr/>
          </p:nvGrpSpPr>
          <p:grpSpPr>
            <a:xfrm>
              <a:off x="788100" y="208488"/>
              <a:ext cx="175013" cy="27000"/>
              <a:chOff x="5662375" y="212375"/>
              <a:chExt cx="175013" cy="27000"/>
            </a:xfrm>
          </p:grpSpPr>
          <p:sp>
            <p:nvSpPr>
              <p:cNvPr id="843" name="Google Shape;843;p8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8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8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46" name="Google Shape;846;p85"/>
            <p:cNvGrpSpPr/>
            <p:nvPr/>
          </p:nvGrpSpPr>
          <p:grpSpPr>
            <a:xfrm>
              <a:off x="8129350" y="4988725"/>
              <a:ext cx="175013" cy="27000"/>
              <a:chOff x="5662375" y="212375"/>
              <a:chExt cx="175013" cy="27000"/>
            </a:xfrm>
          </p:grpSpPr>
          <p:sp>
            <p:nvSpPr>
              <p:cNvPr id="847" name="Google Shape;847;p8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8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8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0" name="Google Shape;850;p85"/>
            <p:cNvGrpSpPr/>
            <p:nvPr/>
          </p:nvGrpSpPr>
          <p:grpSpPr>
            <a:xfrm>
              <a:off x="8497550" y="3429425"/>
              <a:ext cx="175013" cy="27000"/>
              <a:chOff x="5662375" y="212375"/>
              <a:chExt cx="175013" cy="27000"/>
            </a:xfrm>
          </p:grpSpPr>
          <p:sp>
            <p:nvSpPr>
              <p:cNvPr id="851" name="Google Shape;851;p8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8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8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54" name="Google Shape;854;p85"/>
            <p:cNvCxnSpPr/>
            <p:nvPr/>
          </p:nvCxnSpPr>
          <p:spPr>
            <a:xfrm>
              <a:off x="8407225" y="0"/>
              <a:ext cx="0" cy="2160900"/>
            </a:xfrm>
            <a:prstGeom prst="straightConnector1">
              <a:avLst/>
            </a:prstGeom>
            <a:noFill/>
            <a:ln cap="flat" cmpd="sng" w="9525">
              <a:solidFill>
                <a:schemeClr val="dk1"/>
              </a:solidFill>
              <a:prstDash val="solid"/>
              <a:round/>
              <a:headEnd len="sm" w="sm" type="none"/>
              <a:tailEnd len="sm" w="sm" type="none"/>
            </a:ln>
          </p:spPr>
        </p:cxnSp>
        <p:cxnSp>
          <p:nvCxnSpPr>
            <p:cNvPr id="855" name="Google Shape;855;p85"/>
            <p:cNvCxnSpPr/>
            <p:nvPr/>
          </p:nvCxnSpPr>
          <p:spPr>
            <a:xfrm>
              <a:off x="718025" y="2985634"/>
              <a:ext cx="0" cy="2160900"/>
            </a:xfrm>
            <a:prstGeom prst="straightConnector1">
              <a:avLst/>
            </a:prstGeom>
            <a:noFill/>
            <a:ln cap="flat" cmpd="sng" w="9525">
              <a:solidFill>
                <a:schemeClr val="dk1"/>
              </a:solidFill>
              <a:prstDash val="solid"/>
              <a:round/>
              <a:headEnd len="sm" w="sm" type="none"/>
              <a:tailEnd len="sm" w="sm" type="none"/>
            </a:ln>
          </p:spPr>
        </p:cxnSp>
        <p:sp>
          <p:nvSpPr>
            <p:cNvPr id="856" name="Google Shape;856;p85"/>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85"/>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85"/>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85"/>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5">
    <p:spTree>
      <p:nvGrpSpPr>
        <p:cNvPr id="860" name="Shape 860"/>
        <p:cNvGrpSpPr/>
        <p:nvPr/>
      </p:nvGrpSpPr>
      <p:grpSpPr>
        <a:xfrm>
          <a:off x="0" y="0"/>
          <a:ext cx="0" cy="0"/>
          <a:chOff x="0" y="0"/>
          <a:chExt cx="0" cy="0"/>
        </a:xfrm>
      </p:grpSpPr>
      <p:sp>
        <p:nvSpPr>
          <p:cNvPr id="861" name="Google Shape;861;p71"/>
          <p:cNvSpPr txBox="1"/>
          <p:nvPr>
            <p:ph type="title"/>
          </p:nvPr>
        </p:nvSpPr>
        <p:spPr>
          <a:xfrm>
            <a:off x="723750" y="526925"/>
            <a:ext cx="7696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cxnSp>
        <p:nvCxnSpPr>
          <p:cNvPr id="862" name="Google Shape;862;p71"/>
          <p:cNvCxnSpPr/>
          <p:nvPr/>
        </p:nvCxnSpPr>
        <p:spPr>
          <a:xfrm>
            <a:off x="590450" y="4340600"/>
            <a:ext cx="670200" cy="423000"/>
          </a:xfrm>
          <a:prstGeom prst="straightConnector1">
            <a:avLst/>
          </a:prstGeom>
          <a:noFill/>
          <a:ln cap="flat" cmpd="sng" w="9525">
            <a:solidFill>
              <a:schemeClr val="dk1"/>
            </a:solidFill>
            <a:prstDash val="solid"/>
            <a:round/>
            <a:headEnd len="sm" w="sm" type="none"/>
            <a:tailEnd len="sm" w="sm" type="none"/>
          </a:ln>
        </p:spPr>
      </p:cxnSp>
      <p:cxnSp>
        <p:nvCxnSpPr>
          <p:cNvPr id="863" name="Google Shape;863;p71"/>
          <p:cNvCxnSpPr/>
          <p:nvPr/>
        </p:nvCxnSpPr>
        <p:spPr>
          <a:xfrm flipH="1" rot="10800000">
            <a:off x="0" y="4332550"/>
            <a:ext cx="590700" cy="663900"/>
          </a:xfrm>
          <a:prstGeom prst="straightConnector1">
            <a:avLst/>
          </a:prstGeom>
          <a:noFill/>
          <a:ln cap="flat" cmpd="sng" w="9525">
            <a:solidFill>
              <a:schemeClr val="dk1"/>
            </a:solidFill>
            <a:prstDash val="solid"/>
            <a:round/>
            <a:headEnd len="sm" w="sm" type="none"/>
            <a:tailEnd len="sm" w="sm" type="none"/>
          </a:ln>
        </p:spPr>
      </p:cxnSp>
      <p:grpSp>
        <p:nvGrpSpPr>
          <p:cNvPr id="864" name="Google Shape;864;p71"/>
          <p:cNvGrpSpPr/>
          <p:nvPr/>
        </p:nvGrpSpPr>
        <p:grpSpPr>
          <a:xfrm flipH="1">
            <a:off x="431725" y="4183775"/>
            <a:ext cx="292025" cy="292575"/>
            <a:chOff x="7353050" y="316275"/>
            <a:chExt cx="292025" cy="292575"/>
          </a:xfrm>
        </p:grpSpPr>
        <p:sp>
          <p:nvSpPr>
            <p:cNvPr id="865" name="Google Shape;865;p7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7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7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7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9" name="Google Shape;869;p71"/>
          <p:cNvGrpSpPr/>
          <p:nvPr/>
        </p:nvGrpSpPr>
        <p:grpSpPr>
          <a:xfrm>
            <a:off x="1075789" y="4604675"/>
            <a:ext cx="293111" cy="293388"/>
            <a:chOff x="3164039" y="430875"/>
            <a:chExt cx="293111" cy="293388"/>
          </a:xfrm>
        </p:grpSpPr>
        <p:sp>
          <p:nvSpPr>
            <p:cNvPr id="870" name="Google Shape;870;p7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7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7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7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7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7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76" name="Google Shape;876;p71"/>
          <p:cNvCxnSpPr/>
          <p:nvPr/>
        </p:nvCxnSpPr>
        <p:spPr>
          <a:xfrm rot="10800000">
            <a:off x="7196975" y="295100"/>
            <a:ext cx="1157100" cy="542700"/>
          </a:xfrm>
          <a:prstGeom prst="straightConnector1">
            <a:avLst/>
          </a:prstGeom>
          <a:noFill/>
          <a:ln cap="flat" cmpd="sng" w="9525">
            <a:solidFill>
              <a:schemeClr val="dk2"/>
            </a:solidFill>
            <a:prstDash val="solid"/>
            <a:round/>
            <a:headEnd len="sm" w="sm" type="none"/>
            <a:tailEnd len="sm" w="sm" type="none"/>
          </a:ln>
        </p:spPr>
      </p:cxnSp>
      <p:cxnSp>
        <p:nvCxnSpPr>
          <p:cNvPr id="877" name="Google Shape;877;p71"/>
          <p:cNvCxnSpPr/>
          <p:nvPr/>
        </p:nvCxnSpPr>
        <p:spPr>
          <a:xfrm flipH="1">
            <a:off x="8354075" y="-6625"/>
            <a:ext cx="791400" cy="836400"/>
          </a:xfrm>
          <a:prstGeom prst="straightConnector1">
            <a:avLst/>
          </a:prstGeom>
          <a:noFill/>
          <a:ln cap="flat" cmpd="sng" w="9525">
            <a:solidFill>
              <a:schemeClr val="dk2"/>
            </a:solidFill>
            <a:prstDash val="solid"/>
            <a:round/>
            <a:headEnd len="sm" w="sm" type="none"/>
            <a:tailEnd len="sm" w="sm" type="none"/>
          </a:ln>
        </p:spPr>
      </p:cxnSp>
      <p:grpSp>
        <p:nvGrpSpPr>
          <p:cNvPr id="878" name="Google Shape;878;p71"/>
          <p:cNvGrpSpPr/>
          <p:nvPr/>
        </p:nvGrpSpPr>
        <p:grpSpPr>
          <a:xfrm>
            <a:off x="8064275" y="526925"/>
            <a:ext cx="581800" cy="582350"/>
            <a:chOff x="8064275" y="887850"/>
            <a:chExt cx="581800" cy="582350"/>
          </a:xfrm>
        </p:grpSpPr>
        <p:sp>
          <p:nvSpPr>
            <p:cNvPr id="879" name="Google Shape;879;p7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7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7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7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7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7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5" name="Google Shape;885;p71"/>
          <p:cNvGrpSpPr/>
          <p:nvPr/>
        </p:nvGrpSpPr>
        <p:grpSpPr>
          <a:xfrm>
            <a:off x="7033875" y="170875"/>
            <a:ext cx="292025" cy="292575"/>
            <a:chOff x="7353050" y="316275"/>
            <a:chExt cx="292025" cy="292575"/>
          </a:xfrm>
        </p:grpSpPr>
        <p:sp>
          <p:nvSpPr>
            <p:cNvPr id="886" name="Google Shape;886;p7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7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7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7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0" name="Google Shape;890;p71"/>
          <p:cNvGrpSpPr/>
          <p:nvPr/>
        </p:nvGrpSpPr>
        <p:grpSpPr>
          <a:xfrm>
            <a:off x="8757950" y="229650"/>
            <a:ext cx="175000" cy="175000"/>
            <a:chOff x="8792300" y="321275"/>
            <a:chExt cx="175000" cy="175000"/>
          </a:xfrm>
        </p:grpSpPr>
        <p:sp>
          <p:nvSpPr>
            <p:cNvPr id="891" name="Google Shape;891;p7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7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7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7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5" name="Google Shape;895;p71"/>
          <p:cNvGrpSpPr/>
          <p:nvPr/>
        </p:nvGrpSpPr>
        <p:grpSpPr>
          <a:xfrm>
            <a:off x="8490050" y="170875"/>
            <a:ext cx="175013" cy="27000"/>
            <a:chOff x="5662375" y="212375"/>
            <a:chExt cx="175013" cy="27000"/>
          </a:xfrm>
        </p:grpSpPr>
        <p:sp>
          <p:nvSpPr>
            <p:cNvPr id="896" name="Google Shape;896;p7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7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7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9" name="Google Shape;899;p71"/>
          <p:cNvGrpSpPr/>
          <p:nvPr/>
        </p:nvGrpSpPr>
        <p:grpSpPr>
          <a:xfrm>
            <a:off x="7916350" y="1124600"/>
            <a:ext cx="175013" cy="27000"/>
            <a:chOff x="5662375" y="212375"/>
            <a:chExt cx="175013" cy="27000"/>
          </a:xfrm>
        </p:grpSpPr>
        <p:sp>
          <p:nvSpPr>
            <p:cNvPr id="900" name="Google Shape;900;p7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7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7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9">
    <p:spTree>
      <p:nvGrpSpPr>
        <p:cNvPr id="903" name="Shape 903"/>
        <p:cNvGrpSpPr/>
        <p:nvPr/>
      </p:nvGrpSpPr>
      <p:grpSpPr>
        <a:xfrm>
          <a:off x="0" y="0"/>
          <a:ext cx="0" cy="0"/>
          <a:chOff x="0" y="0"/>
          <a:chExt cx="0" cy="0"/>
        </a:xfrm>
      </p:grpSpPr>
      <p:sp>
        <p:nvSpPr>
          <p:cNvPr id="904" name="Google Shape;904;p84"/>
          <p:cNvSpPr txBox="1"/>
          <p:nvPr>
            <p:ph type="title"/>
          </p:nvPr>
        </p:nvSpPr>
        <p:spPr>
          <a:xfrm>
            <a:off x="2105425" y="384048"/>
            <a:ext cx="4937700" cy="107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4800"/>
            </a:lvl1pPr>
            <a:lvl2pPr lvl="1" algn="l">
              <a:lnSpc>
                <a:spcPct val="100000"/>
              </a:lnSpc>
              <a:spcBef>
                <a:spcPts val="0"/>
              </a:spcBef>
              <a:spcAft>
                <a:spcPts val="0"/>
              </a:spcAft>
              <a:buSzPts val="2800"/>
              <a:buNone/>
              <a:defRPr sz="4800"/>
            </a:lvl2pPr>
            <a:lvl3pPr lvl="2" algn="l">
              <a:lnSpc>
                <a:spcPct val="100000"/>
              </a:lnSpc>
              <a:spcBef>
                <a:spcPts val="0"/>
              </a:spcBef>
              <a:spcAft>
                <a:spcPts val="0"/>
              </a:spcAft>
              <a:buSzPts val="2800"/>
              <a:buNone/>
              <a:defRPr sz="4800"/>
            </a:lvl3pPr>
            <a:lvl4pPr lvl="3" algn="l">
              <a:lnSpc>
                <a:spcPct val="100000"/>
              </a:lnSpc>
              <a:spcBef>
                <a:spcPts val="0"/>
              </a:spcBef>
              <a:spcAft>
                <a:spcPts val="0"/>
              </a:spcAft>
              <a:buSzPts val="2800"/>
              <a:buNone/>
              <a:defRPr sz="4800"/>
            </a:lvl4pPr>
            <a:lvl5pPr lvl="4" algn="l">
              <a:lnSpc>
                <a:spcPct val="100000"/>
              </a:lnSpc>
              <a:spcBef>
                <a:spcPts val="0"/>
              </a:spcBef>
              <a:spcAft>
                <a:spcPts val="0"/>
              </a:spcAft>
              <a:buSzPts val="2800"/>
              <a:buNone/>
              <a:defRPr sz="4800"/>
            </a:lvl5pPr>
            <a:lvl6pPr lvl="5" algn="l">
              <a:lnSpc>
                <a:spcPct val="100000"/>
              </a:lnSpc>
              <a:spcBef>
                <a:spcPts val="0"/>
              </a:spcBef>
              <a:spcAft>
                <a:spcPts val="0"/>
              </a:spcAft>
              <a:buSzPts val="2800"/>
              <a:buNone/>
              <a:defRPr sz="4800"/>
            </a:lvl6pPr>
            <a:lvl7pPr lvl="6" algn="l">
              <a:lnSpc>
                <a:spcPct val="100000"/>
              </a:lnSpc>
              <a:spcBef>
                <a:spcPts val="0"/>
              </a:spcBef>
              <a:spcAft>
                <a:spcPts val="0"/>
              </a:spcAft>
              <a:buSzPts val="2800"/>
              <a:buNone/>
              <a:defRPr sz="4800"/>
            </a:lvl7pPr>
            <a:lvl8pPr lvl="7" algn="l">
              <a:lnSpc>
                <a:spcPct val="100000"/>
              </a:lnSpc>
              <a:spcBef>
                <a:spcPts val="0"/>
              </a:spcBef>
              <a:spcAft>
                <a:spcPts val="0"/>
              </a:spcAft>
              <a:buSzPts val="2800"/>
              <a:buNone/>
              <a:defRPr sz="4800"/>
            </a:lvl8pPr>
            <a:lvl9pPr lvl="8" algn="l">
              <a:lnSpc>
                <a:spcPct val="100000"/>
              </a:lnSpc>
              <a:spcBef>
                <a:spcPts val="0"/>
              </a:spcBef>
              <a:spcAft>
                <a:spcPts val="0"/>
              </a:spcAft>
              <a:buSzPts val="2800"/>
              <a:buNone/>
              <a:defRPr sz="4800"/>
            </a:lvl9pPr>
          </a:lstStyle>
          <a:p/>
        </p:txBody>
      </p:sp>
      <p:sp>
        <p:nvSpPr>
          <p:cNvPr id="905" name="Google Shape;905;p84"/>
          <p:cNvSpPr txBox="1"/>
          <p:nvPr>
            <p:ph idx="1" type="subTitle"/>
          </p:nvPr>
        </p:nvSpPr>
        <p:spPr>
          <a:xfrm>
            <a:off x="3017520" y="1709928"/>
            <a:ext cx="3099900" cy="14355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9pPr>
          </a:lstStyle>
          <a:p/>
        </p:txBody>
      </p:sp>
      <p:sp>
        <p:nvSpPr>
          <p:cNvPr id="906" name="Google Shape;906;p84"/>
          <p:cNvSpPr txBox="1"/>
          <p:nvPr/>
        </p:nvSpPr>
        <p:spPr>
          <a:xfrm>
            <a:off x="2489375" y="3664200"/>
            <a:ext cx="4161600" cy="762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0" i="0" lang="en" sz="1100" u="none" cap="none" strike="noStrike">
                <a:solidFill>
                  <a:schemeClr val="accent1"/>
                </a:solidFill>
                <a:latin typeface="Barlow Semi Condensed Medium"/>
                <a:ea typeface="Barlow Semi Condensed Medium"/>
                <a:cs typeface="Barlow Semi Condensed Medium"/>
                <a:sym typeface="Barlow Semi Condensed Medium"/>
              </a:rPr>
              <a:t>CREDITS:</a:t>
            </a:r>
            <a:r>
              <a:rPr b="0" i="0" lang="en" sz="1100" u="none" cap="none" strike="noStrike">
                <a:solidFill>
                  <a:schemeClr val="dk2"/>
                </a:solidFill>
                <a:latin typeface="Barlow Semi Condensed"/>
                <a:ea typeface="Barlow Semi Condensed"/>
                <a:cs typeface="Barlow Semi Condensed"/>
                <a:sym typeface="Barlow Semi Condensed"/>
              </a:rPr>
              <a:t> This presentation template was created by </a:t>
            </a:r>
            <a:r>
              <a:rPr b="0" i="0" lang="en" sz="1100" u="none" cap="none" strike="noStrike">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val="tx"/>
                    </a:ext>
                  </a:extLst>
                </a:hlinkClick>
              </a:rPr>
              <a:t>Slidesgo</a:t>
            </a:r>
            <a:r>
              <a:rPr b="0" i="0" lang="en" sz="1100" u="none" cap="none" strike="noStrike">
                <a:solidFill>
                  <a:schemeClr val="dk2"/>
                </a:solidFill>
                <a:latin typeface="Barlow Semi Condensed"/>
                <a:ea typeface="Barlow Semi Condensed"/>
                <a:cs typeface="Barlow Semi Condensed"/>
                <a:sym typeface="Barlow Semi Condensed"/>
              </a:rPr>
              <a:t>, including icons by </a:t>
            </a:r>
            <a:r>
              <a:rPr b="0" i="0" lang="en" sz="1100" u="none" cap="none" strike="noStrike">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val="tx"/>
                    </a:ext>
                  </a:extLst>
                </a:hlinkClick>
              </a:rPr>
              <a:t>Flaticon</a:t>
            </a:r>
            <a:r>
              <a:rPr b="0" i="0" lang="en" sz="1100" u="none" cap="none" strike="noStrike">
                <a:solidFill>
                  <a:schemeClr val="dk2"/>
                </a:solidFill>
                <a:latin typeface="Barlow Semi Condensed"/>
                <a:ea typeface="Barlow Semi Condensed"/>
                <a:cs typeface="Barlow Semi Condensed"/>
                <a:sym typeface="Barlow Semi Condensed"/>
              </a:rPr>
              <a:t>, infographics &amp; images by </a:t>
            </a:r>
            <a:r>
              <a:rPr b="0" i="0" lang="en" sz="1100" u="none" cap="none" strike="noStrike">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val="tx"/>
                    </a:ext>
                  </a:extLst>
                </a:hlinkClick>
              </a:rPr>
              <a:t>Freepik</a:t>
            </a:r>
            <a:r>
              <a:rPr b="0" i="0" lang="en" sz="1100" u="none" cap="none" strike="noStrike">
                <a:solidFill>
                  <a:schemeClr val="dk2"/>
                </a:solidFill>
                <a:latin typeface="Barlow Semi Condensed"/>
                <a:ea typeface="Barlow Semi Condensed"/>
                <a:cs typeface="Barlow Semi Condensed"/>
                <a:sym typeface="Barlow Semi Condensed"/>
              </a:rPr>
              <a:t> and illustrations by </a:t>
            </a:r>
            <a:r>
              <a:rPr b="0" i="0" lang="en" sz="1100" u="none" cap="none" strike="noStrike">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val="tx"/>
                    </a:ext>
                  </a:extLst>
                </a:hlinkClick>
              </a:rPr>
              <a:t>Stories</a:t>
            </a:r>
            <a:endParaRPr b="0" i="0" sz="1400" u="none" cap="none" strike="noStrike">
              <a:solidFill>
                <a:schemeClr val="dk2"/>
              </a:solidFill>
              <a:latin typeface="Barlow Semi Condensed Medium"/>
              <a:ea typeface="Barlow Semi Condensed Medium"/>
              <a:cs typeface="Barlow Semi Condensed Medium"/>
              <a:sym typeface="Barlow Semi Condensed Medium"/>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Barlow Semi Condensed"/>
              <a:ea typeface="Barlow Semi Condensed"/>
              <a:cs typeface="Barlow Semi Condensed"/>
              <a:sym typeface="Barlow Semi Condensed"/>
            </a:endParaRPr>
          </a:p>
        </p:txBody>
      </p:sp>
      <p:cxnSp>
        <p:nvCxnSpPr>
          <p:cNvPr id="907" name="Google Shape;907;p84"/>
          <p:cNvCxnSpPr/>
          <p:nvPr/>
        </p:nvCxnSpPr>
        <p:spPr>
          <a:xfrm rot="5400000">
            <a:off x="7269708" y="3324550"/>
            <a:ext cx="1133100" cy="306300"/>
          </a:xfrm>
          <a:prstGeom prst="straightConnector1">
            <a:avLst/>
          </a:prstGeom>
          <a:noFill/>
          <a:ln cap="flat" cmpd="sng" w="9525">
            <a:solidFill>
              <a:schemeClr val="dk2"/>
            </a:solidFill>
            <a:prstDash val="solid"/>
            <a:round/>
            <a:headEnd len="sm" w="sm" type="none"/>
            <a:tailEnd len="sm" w="sm" type="none"/>
          </a:ln>
        </p:spPr>
      </p:cxnSp>
      <p:cxnSp>
        <p:nvCxnSpPr>
          <p:cNvPr id="908" name="Google Shape;908;p84"/>
          <p:cNvCxnSpPr/>
          <p:nvPr/>
        </p:nvCxnSpPr>
        <p:spPr>
          <a:xfrm flipH="1" rot="-5400000">
            <a:off x="7181408" y="2082400"/>
            <a:ext cx="1342200" cy="315300"/>
          </a:xfrm>
          <a:prstGeom prst="straightConnector1">
            <a:avLst/>
          </a:prstGeom>
          <a:noFill/>
          <a:ln cap="flat" cmpd="sng" w="9525">
            <a:solidFill>
              <a:schemeClr val="dk2"/>
            </a:solidFill>
            <a:prstDash val="solid"/>
            <a:round/>
            <a:headEnd len="sm" w="sm" type="none"/>
            <a:tailEnd len="sm" w="sm" type="none"/>
          </a:ln>
        </p:spPr>
      </p:cxnSp>
      <p:cxnSp>
        <p:nvCxnSpPr>
          <p:cNvPr id="909" name="Google Shape;909;p84"/>
          <p:cNvCxnSpPr/>
          <p:nvPr/>
        </p:nvCxnSpPr>
        <p:spPr>
          <a:xfrm rot="5400000">
            <a:off x="7232433" y="736375"/>
            <a:ext cx="1332000" cy="392100"/>
          </a:xfrm>
          <a:prstGeom prst="straightConnector1">
            <a:avLst/>
          </a:prstGeom>
          <a:noFill/>
          <a:ln cap="flat" cmpd="sng" w="9525">
            <a:solidFill>
              <a:schemeClr val="dk2"/>
            </a:solidFill>
            <a:prstDash val="solid"/>
            <a:round/>
            <a:headEnd len="sm" w="sm" type="none"/>
            <a:tailEnd len="sm" w="sm" type="none"/>
          </a:ln>
        </p:spPr>
      </p:cxnSp>
      <p:cxnSp>
        <p:nvCxnSpPr>
          <p:cNvPr id="910" name="Google Shape;910;p84"/>
          <p:cNvCxnSpPr/>
          <p:nvPr/>
        </p:nvCxnSpPr>
        <p:spPr>
          <a:xfrm rot="5400000">
            <a:off x="8168433" y="-66600"/>
            <a:ext cx="273900" cy="407100"/>
          </a:xfrm>
          <a:prstGeom prst="straightConnector1">
            <a:avLst/>
          </a:prstGeom>
          <a:noFill/>
          <a:ln cap="flat" cmpd="sng" w="9525">
            <a:solidFill>
              <a:schemeClr val="dk2"/>
            </a:solidFill>
            <a:prstDash val="solid"/>
            <a:round/>
            <a:headEnd len="sm" w="sm" type="none"/>
            <a:tailEnd len="sm" w="sm" type="none"/>
          </a:ln>
        </p:spPr>
      </p:cxnSp>
      <p:grpSp>
        <p:nvGrpSpPr>
          <p:cNvPr id="911" name="Google Shape;911;p84"/>
          <p:cNvGrpSpPr/>
          <p:nvPr/>
        </p:nvGrpSpPr>
        <p:grpSpPr>
          <a:xfrm flipH="1" rot="5400000">
            <a:off x="7407333" y="1284925"/>
            <a:ext cx="581800" cy="582350"/>
            <a:chOff x="8064275" y="887850"/>
            <a:chExt cx="581800" cy="582350"/>
          </a:xfrm>
        </p:grpSpPr>
        <p:sp>
          <p:nvSpPr>
            <p:cNvPr id="912" name="Google Shape;912;p8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8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8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8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8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8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8" name="Google Shape;918;p84"/>
          <p:cNvGrpSpPr/>
          <p:nvPr/>
        </p:nvGrpSpPr>
        <p:grpSpPr>
          <a:xfrm flipH="1" rot="5400000">
            <a:off x="7869720" y="2754200"/>
            <a:ext cx="292025" cy="292575"/>
            <a:chOff x="7353050" y="316275"/>
            <a:chExt cx="292025" cy="292575"/>
          </a:xfrm>
        </p:grpSpPr>
        <p:sp>
          <p:nvSpPr>
            <p:cNvPr id="919" name="Google Shape;919;p8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8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8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8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3" name="Google Shape;923;p84"/>
          <p:cNvGrpSpPr/>
          <p:nvPr/>
        </p:nvGrpSpPr>
        <p:grpSpPr>
          <a:xfrm flipH="1" rot="5400000">
            <a:off x="8012458" y="178175"/>
            <a:ext cx="175000" cy="175000"/>
            <a:chOff x="8792300" y="321275"/>
            <a:chExt cx="175000" cy="175000"/>
          </a:xfrm>
        </p:grpSpPr>
        <p:sp>
          <p:nvSpPr>
            <p:cNvPr id="924" name="Google Shape;924;p8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8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8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8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8" name="Google Shape;928;p84"/>
          <p:cNvGrpSpPr/>
          <p:nvPr/>
        </p:nvGrpSpPr>
        <p:grpSpPr>
          <a:xfrm rot="5400000">
            <a:off x="7551683" y="3879926"/>
            <a:ext cx="293111" cy="293388"/>
            <a:chOff x="3164039" y="430875"/>
            <a:chExt cx="293111" cy="293388"/>
          </a:xfrm>
        </p:grpSpPr>
        <p:sp>
          <p:nvSpPr>
            <p:cNvPr id="929" name="Google Shape;929;p84"/>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84"/>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84"/>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84"/>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84"/>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84"/>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35" name="Google Shape;935;p84"/>
          <p:cNvGrpSpPr/>
          <p:nvPr/>
        </p:nvGrpSpPr>
        <p:grpSpPr>
          <a:xfrm flipH="1" rot="5400000">
            <a:off x="8259052" y="323144"/>
            <a:ext cx="175013" cy="27000"/>
            <a:chOff x="5662375" y="212375"/>
            <a:chExt cx="175013" cy="27000"/>
          </a:xfrm>
        </p:grpSpPr>
        <p:sp>
          <p:nvSpPr>
            <p:cNvPr id="936" name="Google Shape;936;p8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8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8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939" name="Google Shape;939;p84"/>
          <p:cNvCxnSpPr/>
          <p:nvPr/>
        </p:nvCxnSpPr>
        <p:spPr>
          <a:xfrm flipH="1" rot="5400000">
            <a:off x="740850" y="2598325"/>
            <a:ext cx="1672500" cy="126000"/>
          </a:xfrm>
          <a:prstGeom prst="straightConnector1">
            <a:avLst/>
          </a:prstGeom>
          <a:noFill/>
          <a:ln cap="flat" cmpd="sng" w="9525">
            <a:solidFill>
              <a:schemeClr val="dk2"/>
            </a:solidFill>
            <a:prstDash val="solid"/>
            <a:round/>
            <a:headEnd len="sm" w="sm" type="none"/>
            <a:tailEnd len="sm" w="sm" type="none"/>
          </a:ln>
        </p:spPr>
      </p:cxnSp>
      <p:cxnSp>
        <p:nvCxnSpPr>
          <p:cNvPr id="940" name="Google Shape;940;p84"/>
          <p:cNvCxnSpPr/>
          <p:nvPr/>
        </p:nvCxnSpPr>
        <p:spPr>
          <a:xfrm rot="-5400000">
            <a:off x="847100" y="3554000"/>
            <a:ext cx="829500" cy="743400"/>
          </a:xfrm>
          <a:prstGeom prst="straightConnector1">
            <a:avLst/>
          </a:prstGeom>
          <a:noFill/>
          <a:ln cap="flat" cmpd="sng" w="9525">
            <a:solidFill>
              <a:schemeClr val="dk2"/>
            </a:solidFill>
            <a:prstDash val="solid"/>
            <a:round/>
            <a:headEnd len="sm" w="sm" type="none"/>
            <a:tailEnd len="sm" w="sm" type="none"/>
          </a:ln>
        </p:spPr>
      </p:cxnSp>
      <p:cxnSp>
        <p:nvCxnSpPr>
          <p:cNvPr id="941" name="Google Shape;941;p84"/>
          <p:cNvCxnSpPr/>
          <p:nvPr/>
        </p:nvCxnSpPr>
        <p:spPr>
          <a:xfrm flipH="1" rot="5400000">
            <a:off x="1105775" y="4151250"/>
            <a:ext cx="796500" cy="1188000"/>
          </a:xfrm>
          <a:prstGeom prst="straightConnector1">
            <a:avLst/>
          </a:prstGeom>
          <a:noFill/>
          <a:ln cap="flat" cmpd="sng" w="9525">
            <a:solidFill>
              <a:schemeClr val="dk2"/>
            </a:solidFill>
            <a:prstDash val="solid"/>
            <a:round/>
            <a:headEnd len="sm" w="sm" type="none"/>
            <a:tailEnd len="sm" w="sm" type="none"/>
          </a:ln>
        </p:spPr>
      </p:cxnSp>
      <p:grpSp>
        <p:nvGrpSpPr>
          <p:cNvPr id="942" name="Google Shape;942;p84"/>
          <p:cNvGrpSpPr/>
          <p:nvPr/>
        </p:nvGrpSpPr>
        <p:grpSpPr>
          <a:xfrm rot="5400000">
            <a:off x="621475" y="4062025"/>
            <a:ext cx="581800" cy="582350"/>
            <a:chOff x="8064275" y="887850"/>
            <a:chExt cx="581800" cy="582350"/>
          </a:xfrm>
        </p:grpSpPr>
        <p:sp>
          <p:nvSpPr>
            <p:cNvPr id="943" name="Google Shape;943;p8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8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8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8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8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8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9" name="Google Shape;949;p84"/>
          <p:cNvGrpSpPr/>
          <p:nvPr/>
        </p:nvGrpSpPr>
        <p:grpSpPr>
          <a:xfrm rot="5400000">
            <a:off x="1482825" y="3350800"/>
            <a:ext cx="292025" cy="292575"/>
            <a:chOff x="7353050" y="316275"/>
            <a:chExt cx="292025" cy="292575"/>
          </a:xfrm>
        </p:grpSpPr>
        <p:sp>
          <p:nvSpPr>
            <p:cNvPr id="950" name="Google Shape;950;p8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8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8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8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4" name="Google Shape;954;p84"/>
          <p:cNvGrpSpPr/>
          <p:nvPr/>
        </p:nvGrpSpPr>
        <p:grpSpPr>
          <a:xfrm rot="5400000">
            <a:off x="1595125" y="4790325"/>
            <a:ext cx="175000" cy="175000"/>
            <a:chOff x="8792300" y="321275"/>
            <a:chExt cx="175000" cy="175000"/>
          </a:xfrm>
        </p:grpSpPr>
        <p:sp>
          <p:nvSpPr>
            <p:cNvPr id="955" name="Google Shape;955;p8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8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8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8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9" name="Google Shape;959;p84"/>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84"/>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84"/>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84"/>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84"/>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84"/>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65" name="Google Shape;965;p84"/>
          <p:cNvGrpSpPr/>
          <p:nvPr/>
        </p:nvGrpSpPr>
        <p:grpSpPr>
          <a:xfrm rot="5400000">
            <a:off x="1701119" y="1515381"/>
            <a:ext cx="175013" cy="27000"/>
            <a:chOff x="5662375" y="212375"/>
            <a:chExt cx="175013" cy="27000"/>
          </a:xfrm>
        </p:grpSpPr>
        <p:sp>
          <p:nvSpPr>
            <p:cNvPr id="966" name="Google Shape;966;p8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8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8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9" name="Google Shape;969;p84"/>
          <p:cNvGrpSpPr/>
          <p:nvPr/>
        </p:nvGrpSpPr>
        <p:grpSpPr>
          <a:xfrm rot="5400000">
            <a:off x="1819519" y="4562081"/>
            <a:ext cx="175013" cy="27000"/>
            <a:chOff x="5662375" y="212375"/>
            <a:chExt cx="175013" cy="27000"/>
          </a:xfrm>
        </p:grpSpPr>
        <p:sp>
          <p:nvSpPr>
            <p:cNvPr id="970" name="Google Shape;970;p8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8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8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3" name="Google Shape;973;p84"/>
          <p:cNvGrpSpPr/>
          <p:nvPr/>
        </p:nvGrpSpPr>
        <p:grpSpPr>
          <a:xfrm rot="5400000">
            <a:off x="408594" y="4140781"/>
            <a:ext cx="175013" cy="27000"/>
            <a:chOff x="5662375" y="212375"/>
            <a:chExt cx="175013" cy="27000"/>
          </a:xfrm>
        </p:grpSpPr>
        <p:sp>
          <p:nvSpPr>
            <p:cNvPr id="974" name="Google Shape;974;p84"/>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84"/>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84"/>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7">
    <p:spTree>
      <p:nvGrpSpPr>
        <p:cNvPr id="977" name="Shape 977"/>
        <p:cNvGrpSpPr/>
        <p:nvPr/>
      </p:nvGrpSpPr>
      <p:grpSpPr>
        <a:xfrm>
          <a:off x="0" y="0"/>
          <a:ext cx="0" cy="0"/>
          <a:chOff x="0" y="0"/>
          <a:chExt cx="0" cy="0"/>
        </a:xfrm>
      </p:grpSpPr>
      <p:sp>
        <p:nvSpPr>
          <p:cNvPr id="978" name="Google Shape;978;p70"/>
          <p:cNvSpPr txBox="1"/>
          <p:nvPr>
            <p:ph type="title"/>
          </p:nvPr>
        </p:nvSpPr>
        <p:spPr>
          <a:xfrm>
            <a:off x="723750" y="526925"/>
            <a:ext cx="7696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979" name="Google Shape;979;p70"/>
          <p:cNvCxnSpPr/>
          <p:nvPr/>
        </p:nvCxnSpPr>
        <p:spPr>
          <a:xfrm rot="10800000">
            <a:off x="8109000" y="501275"/>
            <a:ext cx="737700" cy="737700"/>
          </a:xfrm>
          <a:prstGeom prst="straightConnector1">
            <a:avLst/>
          </a:prstGeom>
          <a:noFill/>
          <a:ln cap="flat" cmpd="sng" w="9525">
            <a:solidFill>
              <a:schemeClr val="dk2"/>
            </a:solidFill>
            <a:prstDash val="solid"/>
            <a:round/>
            <a:headEnd len="sm" w="sm" type="none"/>
            <a:tailEnd len="sm" w="sm" type="none"/>
          </a:ln>
        </p:spPr>
      </p:cxnSp>
      <p:cxnSp>
        <p:nvCxnSpPr>
          <p:cNvPr id="980" name="Google Shape;980;p70"/>
          <p:cNvCxnSpPr/>
          <p:nvPr/>
        </p:nvCxnSpPr>
        <p:spPr>
          <a:xfrm>
            <a:off x="582475" y="282188"/>
            <a:ext cx="1212900" cy="422700"/>
          </a:xfrm>
          <a:prstGeom prst="straightConnector1">
            <a:avLst/>
          </a:prstGeom>
          <a:noFill/>
          <a:ln cap="flat" cmpd="sng" w="9525">
            <a:solidFill>
              <a:schemeClr val="dk2"/>
            </a:solidFill>
            <a:prstDash val="solid"/>
            <a:round/>
            <a:headEnd len="sm" w="sm" type="none"/>
            <a:tailEnd len="sm" w="sm" type="none"/>
          </a:ln>
        </p:spPr>
      </p:cxnSp>
      <p:cxnSp>
        <p:nvCxnSpPr>
          <p:cNvPr id="981" name="Google Shape;981;p70"/>
          <p:cNvCxnSpPr/>
          <p:nvPr/>
        </p:nvCxnSpPr>
        <p:spPr>
          <a:xfrm flipH="1" rot="10800000">
            <a:off x="0" y="274188"/>
            <a:ext cx="582600" cy="654300"/>
          </a:xfrm>
          <a:prstGeom prst="straightConnector1">
            <a:avLst/>
          </a:prstGeom>
          <a:noFill/>
          <a:ln cap="flat" cmpd="sng" w="9525">
            <a:solidFill>
              <a:schemeClr val="dk2"/>
            </a:solidFill>
            <a:prstDash val="solid"/>
            <a:round/>
            <a:headEnd len="sm" w="sm" type="none"/>
            <a:tailEnd len="sm" w="sm" type="none"/>
          </a:ln>
        </p:spPr>
      </p:cxnSp>
      <p:grpSp>
        <p:nvGrpSpPr>
          <p:cNvPr id="982" name="Google Shape;982;p70"/>
          <p:cNvGrpSpPr/>
          <p:nvPr/>
        </p:nvGrpSpPr>
        <p:grpSpPr>
          <a:xfrm flipH="1">
            <a:off x="423750" y="125363"/>
            <a:ext cx="292025" cy="292575"/>
            <a:chOff x="7353050" y="316275"/>
            <a:chExt cx="292025" cy="292575"/>
          </a:xfrm>
        </p:grpSpPr>
        <p:sp>
          <p:nvSpPr>
            <p:cNvPr id="983" name="Google Shape;983;p7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7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7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7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7" name="Google Shape;987;p70"/>
          <p:cNvGrpSpPr/>
          <p:nvPr/>
        </p:nvGrpSpPr>
        <p:grpSpPr>
          <a:xfrm>
            <a:off x="1638739" y="558163"/>
            <a:ext cx="293111" cy="293388"/>
            <a:chOff x="3164039" y="430875"/>
            <a:chExt cx="293111" cy="293388"/>
          </a:xfrm>
        </p:grpSpPr>
        <p:sp>
          <p:nvSpPr>
            <p:cNvPr id="988" name="Google Shape;988;p7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7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7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7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7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7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4" name="Google Shape;994;p70"/>
          <p:cNvGrpSpPr/>
          <p:nvPr/>
        </p:nvGrpSpPr>
        <p:grpSpPr>
          <a:xfrm>
            <a:off x="1591750" y="362600"/>
            <a:ext cx="175013" cy="27000"/>
            <a:chOff x="5662375" y="212375"/>
            <a:chExt cx="175013" cy="27000"/>
          </a:xfrm>
        </p:grpSpPr>
        <p:sp>
          <p:nvSpPr>
            <p:cNvPr id="995" name="Google Shape;995;p7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7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7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998" name="Google Shape;998;p70"/>
          <p:cNvCxnSpPr/>
          <p:nvPr/>
        </p:nvCxnSpPr>
        <p:spPr>
          <a:xfrm flipH="1">
            <a:off x="8151325" y="6875"/>
            <a:ext cx="1002600" cy="494400"/>
          </a:xfrm>
          <a:prstGeom prst="straightConnector1">
            <a:avLst/>
          </a:prstGeom>
          <a:noFill/>
          <a:ln cap="flat" cmpd="sng" w="9525">
            <a:solidFill>
              <a:schemeClr val="dk2"/>
            </a:solidFill>
            <a:prstDash val="solid"/>
            <a:round/>
            <a:headEnd len="sm" w="sm" type="none"/>
            <a:tailEnd len="sm" w="sm" type="none"/>
          </a:ln>
        </p:spPr>
      </p:cxnSp>
      <p:grpSp>
        <p:nvGrpSpPr>
          <p:cNvPr id="999" name="Google Shape;999;p70"/>
          <p:cNvGrpSpPr/>
          <p:nvPr/>
        </p:nvGrpSpPr>
        <p:grpSpPr>
          <a:xfrm>
            <a:off x="7823875" y="202375"/>
            <a:ext cx="581800" cy="582350"/>
            <a:chOff x="8064275" y="887850"/>
            <a:chExt cx="581800" cy="582350"/>
          </a:xfrm>
        </p:grpSpPr>
        <p:sp>
          <p:nvSpPr>
            <p:cNvPr id="1000" name="Google Shape;1000;p7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7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7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7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7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7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6" name="Google Shape;1006;p70"/>
          <p:cNvGrpSpPr/>
          <p:nvPr/>
        </p:nvGrpSpPr>
        <p:grpSpPr>
          <a:xfrm flipH="1">
            <a:off x="8698650" y="1117488"/>
            <a:ext cx="292025" cy="292575"/>
            <a:chOff x="7353050" y="316275"/>
            <a:chExt cx="292025" cy="292575"/>
          </a:xfrm>
        </p:grpSpPr>
        <p:sp>
          <p:nvSpPr>
            <p:cNvPr id="1007" name="Google Shape;1007;p7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7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7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7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1" name="Google Shape;1011;p70"/>
          <p:cNvGrpSpPr/>
          <p:nvPr/>
        </p:nvGrpSpPr>
        <p:grpSpPr>
          <a:xfrm>
            <a:off x="8678350" y="1581800"/>
            <a:ext cx="175013" cy="27000"/>
            <a:chOff x="5662375" y="212375"/>
            <a:chExt cx="175013" cy="27000"/>
          </a:xfrm>
        </p:grpSpPr>
        <p:sp>
          <p:nvSpPr>
            <p:cNvPr id="1012" name="Google Shape;1012;p7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7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7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15" name="Shape 1015"/>
        <p:cNvGrpSpPr/>
        <p:nvPr/>
      </p:nvGrpSpPr>
      <p:grpSpPr>
        <a:xfrm>
          <a:off x="0" y="0"/>
          <a:ext cx="0" cy="0"/>
          <a:chOff x="0" y="0"/>
          <a:chExt cx="0" cy="0"/>
        </a:xfrm>
      </p:grpSpPr>
      <p:sp>
        <p:nvSpPr>
          <p:cNvPr id="1016" name="Google Shape;1016;p74"/>
          <p:cNvSpPr txBox="1"/>
          <p:nvPr>
            <p:ph idx="1" type="subTitle"/>
          </p:nvPr>
        </p:nvSpPr>
        <p:spPr>
          <a:xfrm>
            <a:off x="804672" y="1984248"/>
            <a:ext cx="3291900" cy="1371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9pPr>
          </a:lstStyle>
          <a:p/>
        </p:txBody>
      </p:sp>
      <p:sp>
        <p:nvSpPr>
          <p:cNvPr id="1017" name="Google Shape;1017;p74"/>
          <p:cNvSpPr txBox="1"/>
          <p:nvPr>
            <p:ph type="title"/>
          </p:nvPr>
        </p:nvSpPr>
        <p:spPr>
          <a:xfrm>
            <a:off x="804672" y="3319272"/>
            <a:ext cx="3291900" cy="4023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1018" name="Google Shape;1018;p74"/>
          <p:cNvCxnSpPr/>
          <p:nvPr/>
        </p:nvCxnSpPr>
        <p:spPr>
          <a:xfrm>
            <a:off x="1645925" y="523125"/>
            <a:ext cx="1672500" cy="126000"/>
          </a:xfrm>
          <a:prstGeom prst="straightConnector1">
            <a:avLst/>
          </a:prstGeom>
          <a:noFill/>
          <a:ln cap="flat" cmpd="sng" w="9525">
            <a:solidFill>
              <a:schemeClr val="dk1"/>
            </a:solidFill>
            <a:prstDash val="solid"/>
            <a:round/>
            <a:headEnd len="sm" w="sm" type="none"/>
            <a:tailEnd len="sm" w="sm" type="none"/>
          </a:ln>
        </p:spPr>
      </p:cxnSp>
      <p:cxnSp>
        <p:nvCxnSpPr>
          <p:cNvPr id="1019" name="Google Shape;1019;p74"/>
          <p:cNvCxnSpPr/>
          <p:nvPr/>
        </p:nvCxnSpPr>
        <p:spPr>
          <a:xfrm flipH="1" rot="10800000">
            <a:off x="803050" y="529675"/>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1020" name="Google Shape;1020;p74"/>
          <p:cNvCxnSpPr/>
          <p:nvPr/>
        </p:nvCxnSpPr>
        <p:spPr>
          <a:xfrm>
            <a:off x="0" y="65200"/>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1021" name="Google Shape;1021;p74"/>
          <p:cNvGrpSpPr/>
          <p:nvPr/>
        </p:nvGrpSpPr>
        <p:grpSpPr>
          <a:xfrm flipH="1">
            <a:off x="499400" y="959675"/>
            <a:ext cx="581800" cy="582350"/>
            <a:chOff x="8064275" y="887850"/>
            <a:chExt cx="581800" cy="582350"/>
          </a:xfrm>
        </p:grpSpPr>
        <p:sp>
          <p:nvSpPr>
            <p:cNvPr id="1022" name="Google Shape;1022;p7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7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7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7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7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7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8" name="Google Shape;1028;p74"/>
          <p:cNvGrpSpPr/>
          <p:nvPr/>
        </p:nvGrpSpPr>
        <p:grpSpPr>
          <a:xfrm flipH="1">
            <a:off x="1500400" y="388100"/>
            <a:ext cx="292025" cy="292575"/>
            <a:chOff x="7353050" y="316275"/>
            <a:chExt cx="292025" cy="292575"/>
          </a:xfrm>
        </p:grpSpPr>
        <p:sp>
          <p:nvSpPr>
            <p:cNvPr id="1029" name="Google Shape;1029;p7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7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7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7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3" name="Google Shape;1033;p74"/>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74"/>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74"/>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74"/>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74"/>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74"/>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39" name="Google Shape;1039;p74"/>
          <p:cNvGrpSpPr/>
          <p:nvPr/>
        </p:nvGrpSpPr>
        <p:grpSpPr>
          <a:xfrm flipH="1">
            <a:off x="3527112" y="361100"/>
            <a:ext cx="175013" cy="27000"/>
            <a:chOff x="5662375" y="212375"/>
            <a:chExt cx="175013" cy="27000"/>
          </a:xfrm>
        </p:grpSpPr>
        <p:sp>
          <p:nvSpPr>
            <p:cNvPr id="1040" name="Google Shape;1040;p7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7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7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3" name="Google Shape;1043;p74"/>
          <p:cNvGrpSpPr/>
          <p:nvPr/>
        </p:nvGrpSpPr>
        <p:grpSpPr>
          <a:xfrm flipH="1">
            <a:off x="480412" y="242700"/>
            <a:ext cx="175013" cy="27000"/>
            <a:chOff x="5662375" y="212375"/>
            <a:chExt cx="175013" cy="27000"/>
          </a:xfrm>
        </p:grpSpPr>
        <p:sp>
          <p:nvSpPr>
            <p:cNvPr id="1044" name="Google Shape;1044;p7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7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7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7" name="Google Shape;1047;p74"/>
          <p:cNvGrpSpPr/>
          <p:nvPr/>
        </p:nvGrpSpPr>
        <p:grpSpPr>
          <a:xfrm flipH="1">
            <a:off x="901712" y="1653625"/>
            <a:ext cx="175013" cy="27000"/>
            <a:chOff x="5662375" y="212375"/>
            <a:chExt cx="175013" cy="27000"/>
          </a:xfrm>
        </p:grpSpPr>
        <p:sp>
          <p:nvSpPr>
            <p:cNvPr id="1048" name="Google Shape;1048;p7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7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7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051" name="Google Shape;1051;p74"/>
          <p:cNvCxnSpPr/>
          <p:nvPr/>
        </p:nvCxnSpPr>
        <p:spPr>
          <a:xfrm>
            <a:off x="791400" y="4212400"/>
            <a:ext cx="1157100" cy="542700"/>
          </a:xfrm>
          <a:prstGeom prst="straightConnector1">
            <a:avLst/>
          </a:prstGeom>
          <a:noFill/>
          <a:ln cap="flat" cmpd="sng" w="9525">
            <a:solidFill>
              <a:schemeClr val="dk1"/>
            </a:solidFill>
            <a:prstDash val="solid"/>
            <a:round/>
            <a:headEnd len="sm" w="sm" type="none"/>
            <a:tailEnd len="sm" w="sm" type="none"/>
          </a:ln>
        </p:spPr>
      </p:cxnSp>
      <p:cxnSp>
        <p:nvCxnSpPr>
          <p:cNvPr id="1052" name="Google Shape;1052;p74"/>
          <p:cNvCxnSpPr/>
          <p:nvPr/>
        </p:nvCxnSpPr>
        <p:spPr>
          <a:xfrm flipH="1" rot="10800000">
            <a:off x="0" y="4220425"/>
            <a:ext cx="791400" cy="836400"/>
          </a:xfrm>
          <a:prstGeom prst="straightConnector1">
            <a:avLst/>
          </a:prstGeom>
          <a:noFill/>
          <a:ln cap="flat" cmpd="sng" w="9525">
            <a:solidFill>
              <a:schemeClr val="dk1"/>
            </a:solidFill>
            <a:prstDash val="solid"/>
            <a:round/>
            <a:headEnd len="sm" w="sm" type="none"/>
            <a:tailEnd len="sm" w="sm" type="none"/>
          </a:ln>
        </p:spPr>
      </p:cxnSp>
      <p:grpSp>
        <p:nvGrpSpPr>
          <p:cNvPr id="1053" name="Google Shape;1053;p74"/>
          <p:cNvGrpSpPr/>
          <p:nvPr/>
        </p:nvGrpSpPr>
        <p:grpSpPr>
          <a:xfrm rot="10800000">
            <a:off x="499400" y="3940925"/>
            <a:ext cx="581800" cy="582350"/>
            <a:chOff x="8064275" y="887850"/>
            <a:chExt cx="581800" cy="582350"/>
          </a:xfrm>
        </p:grpSpPr>
        <p:sp>
          <p:nvSpPr>
            <p:cNvPr id="1054" name="Google Shape;1054;p7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7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7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7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7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7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0" name="Google Shape;1060;p74"/>
          <p:cNvGrpSpPr/>
          <p:nvPr/>
        </p:nvGrpSpPr>
        <p:grpSpPr>
          <a:xfrm rot="10800000">
            <a:off x="1819575" y="4586750"/>
            <a:ext cx="292025" cy="292575"/>
            <a:chOff x="7353050" y="316275"/>
            <a:chExt cx="292025" cy="292575"/>
          </a:xfrm>
        </p:grpSpPr>
        <p:sp>
          <p:nvSpPr>
            <p:cNvPr id="1061" name="Google Shape;1061;p7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7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7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7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5" name="Google Shape;1065;p74"/>
          <p:cNvGrpSpPr/>
          <p:nvPr/>
        </p:nvGrpSpPr>
        <p:grpSpPr>
          <a:xfrm rot="10800000">
            <a:off x="212525" y="4645550"/>
            <a:ext cx="175000" cy="175000"/>
            <a:chOff x="8792300" y="321275"/>
            <a:chExt cx="175000" cy="175000"/>
          </a:xfrm>
        </p:grpSpPr>
        <p:sp>
          <p:nvSpPr>
            <p:cNvPr id="1066" name="Google Shape;1066;p7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7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7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7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0" name="Google Shape;1070;p74"/>
          <p:cNvGrpSpPr/>
          <p:nvPr/>
        </p:nvGrpSpPr>
        <p:grpSpPr>
          <a:xfrm rot="10800000">
            <a:off x="480412" y="4852325"/>
            <a:ext cx="175013" cy="27000"/>
            <a:chOff x="5662375" y="212375"/>
            <a:chExt cx="175013" cy="27000"/>
          </a:xfrm>
        </p:grpSpPr>
        <p:sp>
          <p:nvSpPr>
            <p:cNvPr id="1071" name="Google Shape;1071;p7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7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7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4" name="Google Shape;1074;p74"/>
          <p:cNvGrpSpPr/>
          <p:nvPr/>
        </p:nvGrpSpPr>
        <p:grpSpPr>
          <a:xfrm rot="10800000">
            <a:off x="1054112" y="3898600"/>
            <a:ext cx="175013" cy="27000"/>
            <a:chOff x="5662375" y="212375"/>
            <a:chExt cx="175013" cy="27000"/>
          </a:xfrm>
        </p:grpSpPr>
        <p:sp>
          <p:nvSpPr>
            <p:cNvPr id="1075" name="Google Shape;1075;p7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7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7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78" name="Shape 1078"/>
        <p:cNvGrpSpPr/>
        <p:nvPr/>
      </p:nvGrpSpPr>
      <p:grpSpPr>
        <a:xfrm>
          <a:off x="0" y="0"/>
          <a:ext cx="0" cy="0"/>
          <a:chOff x="0" y="0"/>
          <a:chExt cx="0" cy="0"/>
        </a:xfrm>
      </p:grpSpPr>
      <p:grpSp>
        <p:nvGrpSpPr>
          <p:cNvPr id="1079" name="Google Shape;1079;p75"/>
          <p:cNvGrpSpPr/>
          <p:nvPr/>
        </p:nvGrpSpPr>
        <p:grpSpPr>
          <a:xfrm>
            <a:off x="1349626" y="598417"/>
            <a:ext cx="6453730" cy="3631136"/>
            <a:chOff x="365750" y="1285025"/>
            <a:chExt cx="6934275" cy="3315500"/>
          </a:xfrm>
        </p:grpSpPr>
        <p:sp>
          <p:nvSpPr>
            <p:cNvPr id="1080" name="Google Shape;1080;p75"/>
            <p:cNvSpPr/>
            <p:nvPr/>
          </p:nvSpPr>
          <p:spPr>
            <a:xfrm>
              <a:off x="365750" y="1285025"/>
              <a:ext cx="6934275" cy="3315500"/>
            </a:xfrm>
            <a:custGeom>
              <a:rect b="b" l="l" r="r" t="t"/>
              <a:pathLst>
                <a:path extrusionOk="0" h="132620" w="277371">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75"/>
            <p:cNvSpPr/>
            <p:nvPr/>
          </p:nvSpPr>
          <p:spPr>
            <a:xfrm>
              <a:off x="417100" y="1285575"/>
              <a:ext cx="6842700" cy="3314500"/>
            </a:xfrm>
            <a:custGeom>
              <a:rect b="b" l="l" r="r" t="t"/>
              <a:pathLst>
                <a:path extrusionOk="0" h="132580" w="273708">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82" name="Google Shape;1082;p75"/>
          <p:cNvSpPr txBox="1"/>
          <p:nvPr>
            <p:ph type="title"/>
          </p:nvPr>
        </p:nvSpPr>
        <p:spPr>
          <a:xfrm>
            <a:off x="2624328" y="1620753"/>
            <a:ext cx="3904500" cy="190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3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1083" name="Google Shape;1083;p75"/>
          <p:cNvGrpSpPr/>
          <p:nvPr/>
        </p:nvGrpSpPr>
        <p:grpSpPr>
          <a:xfrm>
            <a:off x="-6867" y="-6625"/>
            <a:ext cx="9152342" cy="5102050"/>
            <a:chOff x="-6867" y="-6625"/>
            <a:chExt cx="9152342" cy="5102050"/>
          </a:xfrm>
        </p:grpSpPr>
        <p:cxnSp>
          <p:nvCxnSpPr>
            <p:cNvPr id="1084" name="Google Shape;1084;p75"/>
            <p:cNvCxnSpPr/>
            <p:nvPr/>
          </p:nvCxnSpPr>
          <p:spPr>
            <a:xfrm>
              <a:off x="2904283" y="4513075"/>
              <a:ext cx="1133100" cy="306300"/>
            </a:xfrm>
            <a:prstGeom prst="straightConnector1">
              <a:avLst/>
            </a:prstGeom>
            <a:noFill/>
            <a:ln cap="flat" cmpd="sng" w="9525">
              <a:solidFill>
                <a:schemeClr val="dk1"/>
              </a:solidFill>
              <a:prstDash val="solid"/>
              <a:round/>
              <a:headEnd len="sm" w="sm" type="none"/>
              <a:tailEnd len="sm" w="sm" type="none"/>
            </a:ln>
          </p:spPr>
        </p:cxnSp>
        <p:cxnSp>
          <p:nvCxnSpPr>
            <p:cNvPr id="1085" name="Google Shape;1085;p75"/>
            <p:cNvCxnSpPr/>
            <p:nvPr/>
          </p:nvCxnSpPr>
          <p:spPr>
            <a:xfrm flipH="1" rot="10800000">
              <a:off x="1562083" y="4492325"/>
              <a:ext cx="1342200" cy="315300"/>
            </a:xfrm>
            <a:prstGeom prst="straightConnector1">
              <a:avLst/>
            </a:prstGeom>
            <a:noFill/>
            <a:ln cap="flat" cmpd="sng" w="9525">
              <a:solidFill>
                <a:schemeClr val="dk1"/>
              </a:solidFill>
              <a:prstDash val="solid"/>
              <a:round/>
              <a:headEnd len="sm" w="sm" type="none"/>
              <a:tailEnd len="sm" w="sm" type="none"/>
            </a:ln>
          </p:spPr>
        </p:cxnSp>
        <p:cxnSp>
          <p:nvCxnSpPr>
            <p:cNvPr id="1086" name="Google Shape;1086;p75"/>
            <p:cNvCxnSpPr/>
            <p:nvPr/>
          </p:nvCxnSpPr>
          <p:spPr>
            <a:xfrm>
              <a:off x="259558" y="4408000"/>
              <a:ext cx="1332000" cy="392100"/>
            </a:xfrm>
            <a:prstGeom prst="straightConnector1">
              <a:avLst/>
            </a:prstGeom>
            <a:noFill/>
            <a:ln cap="flat" cmpd="sng" w="9525">
              <a:solidFill>
                <a:schemeClr val="dk1"/>
              </a:solidFill>
              <a:prstDash val="solid"/>
              <a:round/>
              <a:headEnd len="sm" w="sm" type="none"/>
              <a:tailEnd len="sm" w="sm" type="none"/>
            </a:ln>
          </p:spPr>
        </p:cxnSp>
        <p:cxnSp>
          <p:nvCxnSpPr>
            <p:cNvPr id="1087" name="Google Shape;1087;p75"/>
            <p:cNvCxnSpPr/>
            <p:nvPr/>
          </p:nvCxnSpPr>
          <p:spPr>
            <a:xfrm>
              <a:off x="-6867" y="3993550"/>
              <a:ext cx="273900" cy="407100"/>
            </a:xfrm>
            <a:prstGeom prst="straightConnector1">
              <a:avLst/>
            </a:prstGeom>
            <a:noFill/>
            <a:ln cap="flat" cmpd="sng" w="9525">
              <a:solidFill>
                <a:schemeClr val="dk1"/>
              </a:solidFill>
              <a:prstDash val="solid"/>
              <a:round/>
              <a:headEnd len="sm" w="sm" type="none"/>
              <a:tailEnd len="sm" w="sm" type="none"/>
            </a:ln>
          </p:spPr>
        </p:cxnSp>
        <p:grpSp>
          <p:nvGrpSpPr>
            <p:cNvPr id="1088" name="Google Shape;1088;p75"/>
            <p:cNvGrpSpPr/>
            <p:nvPr/>
          </p:nvGrpSpPr>
          <p:grpSpPr>
            <a:xfrm flipH="1">
              <a:off x="1278333" y="4513075"/>
              <a:ext cx="581800" cy="582350"/>
              <a:chOff x="8064275" y="887850"/>
              <a:chExt cx="581800" cy="582350"/>
            </a:xfrm>
          </p:grpSpPr>
          <p:sp>
            <p:nvSpPr>
              <p:cNvPr id="1089" name="Google Shape;1089;p7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7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7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7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7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7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5" name="Google Shape;1095;p75"/>
            <p:cNvGrpSpPr/>
            <p:nvPr/>
          </p:nvGrpSpPr>
          <p:grpSpPr>
            <a:xfrm flipH="1">
              <a:off x="2747608" y="4340463"/>
              <a:ext cx="292025" cy="292575"/>
              <a:chOff x="7353050" y="316275"/>
              <a:chExt cx="292025" cy="292575"/>
            </a:xfrm>
          </p:grpSpPr>
          <p:sp>
            <p:nvSpPr>
              <p:cNvPr id="1096" name="Google Shape;1096;p7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7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7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7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0" name="Google Shape;1100;p75"/>
            <p:cNvGrpSpPr/>
            <p:nvPr/>
          </p:nvGrpSpPr>
          <p:grpSpPr>
            <a:xfrm flipH="1">
              <a:off x="171308" y="4315025"/>
              <a:ext cx="175000" cy="175000"/>
              <a:chOff x="8792300" y="321275"/>
              <a:chExt cx="175000" cy="175000"/>
            </a:xfrm>
          </p:grpSpPr>
          <p:sp>
            <p:nvSpPr>
              <p:cNvPr id="1101" name="Google Shape;1101;p7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7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7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7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5" name="Google Shape;1105;p75"/>
            <p:cNvGrpSpPr/>
            <p:nvPr/>
          </p:nvGrpSpPr>
          <p:grpSpPr>
            <a:xfrm>
              <a:off x="3873197" y="4657550"/>
              <a:ext cx="293111" cy="293388"/>
              <a:chOff x="3164039" y="430875"/>
              <a:chExt cx="293111" cy="293388"/>
            </a:xfrm>
          </p:grpSpPr>
          <p:sp>
            <p:nvSpPr>
              <p:cNvPr id="1106" name="Google Shape;1106;p75"/>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75"/>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75"/>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75"/>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75"/>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75"/>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2" name="Google Shape;1112;p75"/>
            <p:cNvGrpSpPr/>
            <p:nvPr/>
          </p:nvGrpSpPr>
          <p:grpSpPr>
            <a:xfrm flipH="1">
              <a:off x="242270" y="4142425"/>
              <a:ext cx="175013" cy="27000"/>
              <a:chOff x="5662375" y="212375"/>
              <a:chExt cx="175013" cy="27000"/>
            </a:xfrm>
          </p:grpSpPr>
          <p:sp>
            <p:nvSpPr>
              <p:cNvPr id="1113" name="Google Shape;1113;p7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7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7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116" name="Google Shape;1116;p75"/>
            <p:cNvCxnSpPr/>
            <p:nvPr/>
          </p:nvCxnSpPr>
          <p:spPr>
            <a:xfrm rot="10800000">
              <a:off x="5995050" y="226600"/>
              <a:ext cx="1504500" cy="224700"/>
            </a:xfrm>
            <a:prstGeom prst="straightConnector1">
              <a:avLst/>
            </a:prstGeom>
            <a:noFill/>
            <a:ln cap="flat" cmpd="sng" w="9525">
              <a:solidFill>
                <a:schemeClr val="dk1"/>
              </a:solidFill>
              <a:prstDash val="solid"/>
              <a:round/>
              <a:headEnd len="sm" w="sm" type="none"/>
              <a:tailEnd len="sm" w="sm" type="none"/>
            </a:ln>
          </p:spPr>
        </p:cxnSp>
        <p:cxnSp>
          <p:nvCxnSpPr>
            <p:cNvPr id="1117" name="Google Shape;1117;p75"/>
            <p:cNvCxnSpPr/>
            <p:nvPr/>
          </p:nvCxnSpPr>
          <p:spPr>
            <a:xfrm rot="10800000">
              <a:off x="7512925" y="457850"/>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1118" name="Google Shape;1118;p75"/>
            <p:cNvCxnSpPr/>
            <p:nvPr/>
          </p:nvCxnSpPr>
          <p:spPr>
            <a:xfrm flipH="1">
              <a:off x="8348975" y="-6625"/>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1119" name="Google Shape;1119;p75"/>
            <p:cNvGrpSpPr/>
            <p:nvPr/>
          </p:nvGrpSpPr>
          <p:grpSpPr>
            <a:xfrm>
              <a:off x="8064275" y="1040250"/>
              <a:ext cx="581800" cy="582350"/>
              <a:chOff x="8064275" y="887850"/>
              <a:chExt cx="581800" cy="582350"/>
            </a:xfrm>
          </p:grpSpPr>
          <p:sp>
            <p:nvSpPr>
              <p:cNvPr id="1120" name="Google Shape;1120;p7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7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7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7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7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7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26" name="Google Shape;1126;p75"/>
            <p:cNvGrpSpPr/>
            <p:nvPr/>
          </p:nvGrpSpPr>
          <p:grpSpPr>
            <a:xfrm>
              <a:off x="7353050" y="316275"/>
              <a:ext cx="292025" cy="292575"/>
              <a:chOff x="7353050" y="316275"/>
              <a:chExt cx="292025" cy="292575"/>
            </a:xfrm>
          </p:grpSpPr>
          <p:sp>
            <p:nvSpPr>
              <p:cNvPr id="1127" name="Google Shape;1127;p7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7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7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7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31" name="Google Shape;1131;p75"/>
            <p:cNvGrpSpPr/>
            <p:nvPr/>
          </p:nvGrpSpPr>
          <p:grpSpPr>
            <a:xfrm>
              <a:off x="8792300" y="321275"/>
              <a:ext cx="175000" cy="175000"/>
              <a:chOff x="8792300" y="321275"/>
              <a:chExt cx="175000" cy="175000"/>
            </a:xfrm>
          </p:grpSpPr>
          <p:sp>
            <p:nvSpPr>
              <p:cNvPr id="1132" name="Google Shape;1132;p7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7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7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7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6" name="Google Shape;1136;p75"/>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75"/>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75"/>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75"/>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75"/>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75"/>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42" name="Google Shape;1142;p75"/>
            <p:cNvGrpSpPr/>
            <p:nvPr/>
          </p:nvGrpSpPr>
          <p:grpSpPr>
            <a:xfrm>
              <a:off x="8490050" y="170875"/>
              <a:ext cx="175013" cy="27000"/>
              <a:chOff x="5662375" y="212375"/>
              <a:chExt cx="175013" cy="27000"/>
            </a:xfrm>
          </p:grpSpPr>
          <p:sp>
            <p:nvSpPr>
              <p:cNvPr id="1143" name="Google Shape;1143;p7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7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7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6" name="Google Shape;1146;p75"/>
            <p:cNvGrpSpPr/>
            <p:nvPr/>
          </p:nvGrpSpPr>
          <p:grpSpPr>
            <a:xfrm>
              <a:off x="8678350" y="1658000"/>
              <a:ext cx="175013" cy="27000"/>
              <a:chOff x="5662375" y="212375"/>
              <a:chExt cx="175013" cy="27000"/>
            </a:xfrm>
          </p:grpSpPr>
          <p:sp>
            <p:nvSpPr>
              <p:cNvPr id="1147" name="Google Shape;1147;p7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7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7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22">
    <p:spTree>
      <p:nvGrpSpPr>
        <p:cNvPr id="1150" name="Shape 1150"/>
        <p:cNvGrpSpPr/>
        <p:nvPr/>
      </p:nvGrpSpPr>
      <p:grpSpPr>
        <a:xfrm>
          <a:off x="0" y="0"/>
          <a:ext cx="0" cy="0"/>
          <a:chOff x="0" y="0"/>
          <a:chExt cx="0" cy="0"/>
        </a:xfrm>
      </p:grpSpPr>
      <p:grpSp>
        <p:nvGrpSpPr>
          <p:cNvPr id="1151" name="Google Shape;1151;p76"/>
          <p:cNvGrpSpPr/>
          <p:nvPr/>
        </p:nvGrpSpPr>
        <p:grpSpPr>
          <a:xfrm>
            <a:off x="1349626" y="598417"/>
            <a:ext cx="6453730" cy="3631136"/>
            <a:chOff x="365750" y="1285025"/>
            <a:chExt cx="6934275" cy="3315500"/>
          </a:xfrm>
        </p:grpSpPr>
        <p:sp>
          <p:nvSpPr>
            <p:cNvPr id="1152" name="Google Shape;1152;p76"/>
            <p:cNvSpPr/>
            <p:nvPr/>
          </p:nvSpPr>
          <p:spPr>
            <a:xfrm>
              <a:off x="365750" y="1285025"/>
              <a:ext cx="6934275" cy="3315500"/>
            </a:xfrm>
            <a:custGeom>
              <a:rect b="b" l="l" r="r" t="t"/>
              <a:pathLst>
                <a:path extrusionOk="0" h="132620" w="277371">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76"/>
            <p:cNvSpPr/>
            <p:nvPr/>
          </p:nvSpPr>
          <p:spPr>
            <a:xfrm>
              <a:off x="417100" y="1285575"/>
              <a:ext cx="6842700" cy="3314500"/>
            </a:xfrm>
            <a:custGeom>
              <a:rect b="b" l="l" r="r" t="t"/>
              <a:pathLst>
                <a:path extrusionOk="0" h="132580" w="273708">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54" name="Google Shape;1154;p76"/>
          <p:cNvSpPr txBox="1"/>
          <p:nvPr>
            <p:ph type="title"/>
          </p:nvPr>
        </p:nvSpPr>
        <p:spPr>
          <a:xfrm>
            <a:off x="2624328" y="1018528"/>
            <a:ext cx="3904500" cy="190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1155" name="Google Shape;1155;p76"/>
          <p:cNvGrpSpPr/>
          <p:nvPr/>
        </p:nvGrpSpPr>
        <p:grpSpPr>
          <a:xfrm>
            <a:off x="-6867" y="-6625"/>
            <a:ext cx="9152342" cy="5102050"/>
            <a:chOff x="-6867" y="-6625"/>
            <a:chExt cx="9152342" cy="5102050"/>
          </a:xfrm>
        </p:grpSpPr>
        <p:cxnSp>
          <p:nvCxnSpPr>
            <p:cNvPr id="1156" name="Google Shape;1156;p76"/>
            <p:cNvCxnSpPr/>
            <p:nvPr/>
          </p:nvCxnSpPr>
          <p:spPr>
            <a:xfrm>
              <a:off x="2904283" y="4513075"/>
              <a:ext cx="1133100" cy="306300"/>
            </a:xfrm>
            <a:prstGeom prst="straightConnector1">
              <a:avLst/>
            </a:prstGeom>
            <a:noFill/>
            <a:ln cap="flat" cmpd="sng" w="9525">
              <a:solidFill>
                <a:srgbClr val="595959"/>
              </a:solidFill>
              <a:prstDash val="solid"/>
              <a:round/>
              <a:headEnd len="sm" w="sm" type="none"/>
              <a:tailEnd len="sm" w="sm" type="none"/>
            </a:ln>
          </p:spPr>
        </p:cxnSp>
        <p:cxnSp>
          <p:nvCxnSpPr>
            <p:cNvPr id="1157" name="Google Shape;1157;p76"/>
            <p:cNvCxnSpPr/>
            <p:nvPr/>
          </p:nvCxnSpPr>
          <p:spPr>
            <a:xfrm flipH="1" rot="10800000">
              <a:off x="1562083" y="4492325"/>
              <a:ext cx="1342200" cy="315300"/>
            </a:xfrm>
            <a:prstGeom prst="straightConnector1">
              <a:avLst/>
            </a:prstGeom>
            <a:noFill/>
            <a:ln cap="flat" cmpd="sng" w="9525">
              <a:solidFill>
                <a:srgbClr val="595959"/>
              </a:solidFill>
              <a:prstDash val="solid"/>
              <a:round/>
              <a:headEnd len="sm" w="sm" type="none"/>
              <a:tailEnd len="sm" w="sm" type="none"/>
            </a:ln>
          </p:spPr>
        </p:cxnSp>
        <p:cxnSp>
          <p:nvCxnSpPr>
            <p:cNvPr id="1158" name="Google Shape;1158;p76"/>
            <p:cNvCxnSpPr/>
            <p:nvPr/>
          </p:nvCxnSpPr>
          <p:spPr>
            <a:xfrm>
              <a:off x="259558" y="4408000"/>
              <a:ext cx="1332000" cy="392100"/>
            </a:xfrm>
            <a:prstGeom prst="straightConnector1">
              <a:avLst/>
            </a:prstGeom>
            <a:noFill/>
            <a:ln cap="flat" cmpd="sng" w="9525">
              <a:solidFill>
                <a:srgbClr val="595959"/>
              </a:solidFill>
              <a:prstDash val="solid"/>
              <a:round/>
              <a:headEnd len="sm" w="sm" type="none"/>
              <a:tailEnd len="sm" w="sm" type="none"/>
            </a:ln>
          </p:spPr>
        </p:cxnSp>
        <p:cxnSp>
          <p:nvCxnSpPr>
            <p:cNvPr id="1159" name="Google Shape;1159;p76"/>
            <p:cNvCxnSpPr/>
            <p:nvPr/>
          </p:nvCxnSpPr>
          <p:spPr>
            <a:xfrm>
              <a:off x="-6867" y="3993550"/>
              <a:ext cx="273900" cy="407100"/>
            </a:xfrm>
            <a:prstGeom prst="straightConnector1">
              <a:avLst/>
            </a:prstGeom>
            <a:noFill/>
            <a:ln cap="flat" cmpd="sng" w="9525">
              <a:solidFill>
                <a:srgbClr val="595959"/>
              </a:solidFill>
              <a:prstDash val="solid"/>
              <a:round/>
              <a:headEnd len="sm" w="sm" type="none"/>
              <a:tailEnd len="sm" w="sm" type="none"/>
            </a:ln>
          </p:spPr>
        </p:cxnSp>
        <p:grpSp>
          <p:nvGrpSpPr>
            <p:cNvPr id="1160" name="Google Shape;1160;p76"/>
            <p:cNvGrpSpPr/>
            <p:nvPr/>
          </p:nvGrpSpPr>
          <p:grpSpPr>
            <a:xfrm flipH="1">
              <a:off x="1278333" y="4513075"/>
              <a:ext cx="581800" cy="582350"/>
              <a:chOff x="8064275" y="887850"/>
              <a:chExt cx="581800" cy="582350"/>
            </a:xfrm>
          </p:grpSpPr>
          <p:sp>
            <p:nvSpPr>
              <p:cNvPr id="1161" name="Google Shape;1161;p7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7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7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7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7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7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67" name="Google Shape;1167;p76"/>
            <p:cNvGrpSpPr/>
            <p:nvPr/>
          </p:nvGrpSpPr>
          <p:grpSpPr>
            <a:xfrm flipH="1">
              <a:off x="2747608" y="4340463"/>
              <a:ext cx="292025" cy="292575"/>
              <a:chOff x="7353050" y="316275"/>
              <a:chExt cx="292025" cy="292575"/>
            </a:xfrm>
          </p:grpSpPr>
          <p:sp>
            <p:nvSpPr>
              <p:cNvPr id="1168" name="Google Shape;1168;p7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7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7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7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72" name="Google Shape;1172;p76"/>
            <p:cNvGrpSpPr/>
            <p:nvPr/>
          </p:nvGrpSpPr>
          <p:grpSpPr>
            <a:xfrm flipH="1">
              <a:off x="171308" y="4315025"/>
              <a:ext cx="175000" cy="175000"/>
              <a:chOff x="8792300" y="321275"/>
              <a:chExt cx="175000" cy="175000"/>
            </a:xfrm>
          </p:grpSpPr>
          <p:sp>
            <p:nvSpPr>
              <p:cNvPr id="1173" name="Google Shape;1173;p7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7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7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7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77" name="Google Shape;1177;p76"/>
            <p:cNvGrpSpPr/>
            <p:nvPr/>
          </p:nvGrpSpPr>
          <p:grpSpPr>
            <a:xfrm>
              <a:off x="3873197" y="4657550"/>
              <a:ext cx="293111" cy="293388"/>
              <a:chOff x="3164039" y="430875"/>
              <a:chExt cx="293111" cy="293388"/>
            </a:xfrm>
          </p:grpSpPr>
          <p:sp>
            <p:nvSpPr>
              <p:cNvPr id="1178" name="Google Shape;1178;p76"/>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76"/>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76"/>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76"/>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76"/>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76"/>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4" name="Google Shape;1184;p76"/>
            <p:cNvGrpSpPr/>
            <p:nvPr/>
          </p:nvGrpSpPr>
          <p:grpSpPr>
            <a:xfrm flipH="1">
              <a:off x="242270" y="4142425"/>
              <a:ext cx="175013" cy="27000"/>
              <a:chOff x="5662375" y="212375"/>
              <a:chExt cx="175013" cy="27000"/>
            </a:xfrm>
          </p:grpSpPr>
          <p:sp>
            <p:nvSpPr>
              <p:cNvPr id="1185" name="Google Shape;1185;p76"/>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76"/>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76"/>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188" name="Google Shape;1188;p76"/>
            <p:cNvCxnSpPr/>
            <p:nvPr/>
          </p:nvCxnSpPr>
          <p:spPr>
            <a:xfrm rot="10800000">
              <a:off x="5995050" y="226600"/>
              <a:ext cx="1504500" cy="224700"/>
            </a:xfrm>
            <a:prstGeom prst="straightConnector1">
              <a:avLst/>
            </a:prstGeom>
            <a:noFill/>
            <a:ln cap="flat" cmpd="sng" w="9525">
              <a:solidFill>
                <a:srgbClr val="595959"/>
              </a:solidFill>
              <a:prstDash val="solid"/>
              <a:round/>
              <a:headEnd len="sm" w="sm" type="none"/>
              <a:tailEnd len="sm" w="sm" type="none"/>
            </a:ln>
          </p:spPr>
        </p:cxnSp>
        <p:cxnSp>
          <p:nvCxnSpPr>
            <p:cNvPr id="1189" name="Google Shape;1189;p76"/>
            <p:cNvCxnSpPr/>
            <p:nvPr/>
          </p:nvCxnSpPr>
          <p:spPr>
            <a:xfrm rot="10800000">
              <a:off x="7512925" y="457850"/>
              <a:ext cx="829500" cy="743400"/>
            </a:xfrm>
            <a:prstGeom prst="straightConnector1">
              <a:avLst/>
            </a:prstGeom>
            <a:noFill/>
            <a:ln cap="flat" cmpd="sng" w="9525">
              <a:solidFill>
                <a:srgbClr val="595959"/>
              </a:solidFill>
              <a:prstDash val="solid"/>
              <a:round/>
              <a:headEnd len="sm" w="sm" type="none"/>
              <a:tailEnd len="sm" w="sm" type="none"/>
            </a:ln>
          </p:spPr>
        </p:cxnSp>
        <p:cxnSp>
          <p:nvCxnSpPr>
            <p:cNvPr id="1190" name="Google Shape;1190;p76"/>
            <p:cNvCxnSpPr/>
            <p:nvPr/>
          </p:nvCxnSpPr>
          <p:spPr>
            <a:xfrm flipH="1">
              <a:off x="8348975" y="-6625"/>
              <a:ext cx="796500" cy="1188000"/>
            </a:xfrm>
            <a:prstGeom prst="straightConnector1">
              <a:avLst/>
            </a:prstGeom>
            <a:noFill/>
            <a:ln cap="flat" cmpd="sng" w="9525">
              <a:solidFill>
                <a:srgbClr val="595959"/>
              </a:solidFill>
              <a:prstDash val="solid"/>
              <a:round/>
              <a:headEnd len="sm" w="sm" type="none"/>
              <a:tailEnd len="sm" w="sm" type="none"/>
            </a:ln>
          </p:spPr>
        </p:cxnSp>
        <p:grpSp>
          <p:nvGrpSpPr>
            <p:cNvPr id="1191" name="Google Shape;1191;p76"/>
            <p:cNvGrpSpPr/>
            <p:nvPr/>
          </p:nvGrpSpPr>
          <p:grpSpPr>
            <a:xfrm>
              <a:off x="8064275" y="1040250"/>
              <a:ext cx="581800" cy="582350"/>
              <a:chOff x="8064275" y="887850"/>
              <a:chExt cx="581800" cy="582350"/>
            </a:xfrm>
          </p:grpSpPr>
          <p:sp>
            <p:nvSpPr>
              <p:cNvPr id="1192" name="Google Shape;1192;p7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7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7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7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7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7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98" name="Google Shape;1198;p76"/>
            <p:cNvGrpSpPr/>
            <p:nvPr/>
          </p:nvGrpSpPr>
          <p:grpSpPr>
            <a:xfrm>
              <a:off x="7353050" y="316275"/>
              <a:ext cx="292025" cy="292575"/>
              <a:chOff x="7353050" y="316275"/>
              <a:chExt cx="292025" cy="292575"/>
            </a:xfrm>
          </p:grpSpPr>
          <p:sp>
            <p:nvSpPr>
              <p:cNvPr id="1199" name="Google Shape;1199;p7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7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7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7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03" name="Google Shape;1203;p76"/>
            <p:cNvGrpSpPr/>
            <p:nvPr/>
          </p:nvGrpSpPr>
          <p:grpSpPr>
            <a:xfrm>
              <a:off x="8792300" y="321275"/>
              <a:ext cx="175000" cy="175000"/>
              <a:chOff x="8792300" y="321275"/>
              <a:chExt cx="175000" cy="175000"/>
            </a:xfrm>
          </p:grpSpPr>
          <p:sp>
            <p:nvSpPr>
              <p:cNvPr id="1204" name="Google Shape;1204;p7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7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7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7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8" name="Google Shape;1208;p76"/>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76"/>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76"/>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76"/>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76"/>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76"/>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14" name="Google Shape;1214;p76"/>
            <p:cNvGrpSpPr/>
            <p:nvPr/>
          </p:nvGrpSpPr>
          <p:grpSpPr>
            <a:xfrm>
              <a:off x="8490050" y="170875"/>
              <a:ext cx="175013" cy="27000"/>
              <a:chOff x="5662375" y="212375"/>
              <a:chExt cx="175013" cy="27000"/>
            </a:xfrm>
          </p:grpSpPr>
          <p:sp>
            <p:nvSpPr>
              <p:cNvPr id="1215" name="Google Shape;1215;p76"/>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76"/>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76"/>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8" name="Google Shape;1218;p76"/>
            <p:cNvGrpSpPr/>
            <p:nvPr/>
          </p:nvGrpSpPr>
          <p:grpSpPr>
            <a:xfrm>
              <a:off x="8678350" y="1658000"/>
              <a:ext cx="175013" cy="27000"/>
              <a:chOff x="5662375" y="212375"/>
              <a:chExt cx="175013" cy="27000"/>
            </a:xfrm>
          </p:grpSpPr>
          <p:sp>
            <p:nvSpPr>
              <p:cNvPr id="1219" name="Google Shape;1219;p76"/>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76"/>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76"/>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22" name="Google Shape;1222;p76"/>
          <p:cNvSpPr txBox="1"/>
          <p:nvPr>
            <p:ph idx="1" type="subTitle"/>
          </p:nvPr>
        </p:nvSpPr>
        <p:spPr>
          <a:xfrm>
            <a:off x="3639300" y="2596896"/>
            <a:ext cx="18654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23" name="Shape 1223"/>
        <p:cNvGrpSpPr/>
        <p:nvPr/>
      </p:nvGrpSpPr>
      <p:grpSpPr>
        <a:xfrm>
          <a:off x="0" y="0"/>
          <a:ext cx="0" cy="0"/>
          <a:chOff x="0" y="0"/>
          <a:chExt cx="0" cy="0"/>
        </a:xfrm>
      </p:grpSpPr>
      <p:grpSp>
        <p:nvGrpSpPr>
          <p:cNvPr id="1224" name="Google Shape;1224;p80"/>
          <p:cNvGrpSpPr/>
          <p:nvPr/>
        </p:nvGrpSpPr>
        <p:grpSpPr>
          <a:xfrm rot="10800000">
            <a:off x="1954823" y="1124844"/>
            <a:ext cx="5234354" cy="3069144"/>
            <a:chOff x="1098425" y="237675"/>
            <a:chExt cx="5358675" cy="5174750"/>
          </a:xfrm>
        </p:grpSpPr>
        <p:sp>
          <p:nvSpPr>
            <p:cNvPr id="1225" name="Google Shape;1225;p80"/>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80"/>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80"/>
            <p:cNvSpPr/>
            <p:nvPr/>
          </p:nvSpPr>
          <p:spPr>
            <a:xfrm>
              <a:off x="1119425" y="238125"/>
              <a:ext cx="5331675" cy="5174300"/>
            </a:xfrm>
            <a:custGeom>
              <a:rect b="b" l="l" r="r" t="t"/>
              <a:pathLst>
                <a:path extrusionOk="0" h="206972" w="213267">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28" name="Google Shape;1228;p80"/>
          <p:cNvSpPr txBox="1"/>
          <p:nvPr>
            <p:ph idx="1" type="subTitle"/>
          </p:nvPr>
        </p:nvSpPr>
        <p:spPr>
          <a:xfrm>
            <a:off x="3227832" y="2816352"/>
            <a:ext cx="2679300" cy="6585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cxnSp>
        <p:nvCxnSpPr>
          <p:cNvPr id="1229" name="Google Shape;1229;p80"/>
          <p:cNvCxnSpPr/>
          <p:nvPr/>
        </p:nvCxnSpPr>
        <p:spPr>
          <a:xfrm rot="5400000">
            <a:off x="7269708" y="3324550"/>
            <a:ext cx="1133100" cy="306300"/>
          </a:xfrm>
          <a:prstGeom prst="straightConnector1">
            <a:avLst/>
          </a:prstGeom>
          <a:noFill/>
          <a:ln cap="flat" cmpd="sng" w="9525">
            <a:solidFill>
              <a:schemeClr val="dk1"/>
            </a:solidFill>
            <a:prstDash val="solid"/>
            <a:round/>
            <a:headEnd len="sm" w="sm" type="none"/>
            <a:tailEnd len="sm" w="sm" type="none"/>
          </a:ln>
        </p:spPr>
      </p:cxnSp>
      <p:cxnSp>
        <p:nvCxnSpPr>
          <p:cNvPr id="1230" name="Google Shape;1230;p80"/>
          <p:cNvCxnSpPr/>
          <p:nvPr/>
        </p:nvCxnSpPr>
        <p:spPr>
          <a:xfrm flipH="1" rot="-5400000">
            <a:off x="7181408" y="2082400"/>
            <a:ext cx="1342200" cy="315300"/>
          </a:xfrm>
          <a:prstGeom prst="straightConnector1">
            <a:avLst/>
          </a:prstGeom>
          <a:noFill/>
          <a:ln cap="flat" cmpd="sng" w="9525">
            <a:solidFill>
              <a:schemeClr val="dk1"/>
            </a:solidFill>
            <a:prstDash val="solid"/>
            <a:round/>
            <a:headEnd len="sm" w="sm" type="none"/>
            <a:tailEnd len="sm" w="sm" type="none"/>
          </a:ln>
        </p:spPr>
      </p:cxnSp>
      <p:cxnSp>
        <p:nvCxnSpPr>
          <p:cNvPr id="1231" name="Google Shape;1231;p80"/>
          <p:cNvCxnSpPr/>
          <p:nvPr/>
        </p:nvCxnSpPr>
        <p:spPr>
          <a:xfrm rot="5400000">
            <a:off x="7232433" y="736375"/>
            <a:ext cx="1332000" cy="392100"/>
          </a:xfrm>
          <a:prstGeom prst="straightConnector1">
            <a:avLst/>
          </a:prstGeom>
          <a:noFill/>
          <a:ln cap="flat" cmpd="sng" w="9525">
            <a:solidFill>
              <a:schemeClr val="dk1"/>
            </a:solidFill>
            <a:prstDash val="solid"/>
            <a:round/>
            <a:headEnd len="sm" w="sm" type="none"/>
            <a:tailEnd len="sm" w="sm" type="none"/>
          </a:ln>
        </p:spPr>
      </p:cxnSp>
      <p:cxnSp>
        <p:nvCxnSpPr>
          <p:cNvPr id="1232" name="Google Shape;1232;p80"/>
          <p:cNvCxnSpPr/>
          <p:nvPr/>
        </p:nvCxnSpPr>
        <p:spPr>
          <a:xfrm rot="5400000">
            <a:off x="8168433" y="-66600"/>
            <a:ext cx="273900" cy="407100"/>
          </a:xfrm>
          <a:prstGeom prst="straightConnector1">
            <a:avLst/>
          </a:prstGeom>
          <a:noFill/>
          <a:ln cap="flat" cmpd="sng" w="9525">
            <a:solidFill>
              <a:schemeClr val="dk1"/>
            </a:solidFill>
            <a:prstDash val="solid"/>
            <a:round/>
            <a:headEnd len="sm" w="sm" type="none"/>
            <a:tailEnd len="sm" w="sm" type="none"/>
          </a:ln>
        </p:spPr>
      </p:cxnSp>
      <p:grpSp>
        <p:nvGrpSpPr>
          <p:cNvPr id="1233" name="Google Shape;1233;p80"/>
          <p:cNvGrpSpPr/>
          <p:nvPr/>
        </p:nvGrpSpPr>
        <p:grpSpPr>
          <a:xfrm flipH="1" rot="5400000">
            <a:off x="7407333" y="1284925"/>
            <a:ext cx="581800" cy="582350"/>
            <a:chOff x="8064275" y="887850"/>
            <a:chExt cx="581800" cy="582350"/>
          </a:xfrm>
        </p:grpSpPr>
        <p:sp>
          <p:nvSpPr>
            <p:cNvPr id="1234" name="Google Shape;1234;p8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8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8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8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8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8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40" name="Google Shape;1240;p80"/>
          <p:cNvGrpSpPr/>
          <p:nvPr/>
        </p:nvGrpSpPr>
        <p:grpSpPr>
          <a:xfrm flipH="1" rot="5400000">
            <a:off x="7869720" y="2754200"/>
            <a:ext cx="292025" cy="292575"/>
            <a:chOff x="7353050" y="316275"/>
            <a:chExt cx="292025" cy="292575"/>
          </a:xfrm>
        </p:grpSpPr>
        <p:sp>
          <p:nvSpPr>
            <p:cNvPr id="1241" name="Google Shape;1241;p8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8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8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8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45" name="Google Shape;1245;p80"/>
          <p:cNvGrpSpPr/>
          <p:nvPr/>
        </p:nvGrpSpPr>
        <p:grpSpPr>
          <a:xfrm flipH="1" rot="5400000">
            <a:off x="8012458" y="178175"/>
            <a:ext cx="175000" cy="175000"/>
            <a:chOff x="8792300" y="321275"/>
            <a:chExt cx="175000" cy="175000"/>
          </a:xfrm>
        </p:grpSpPr>
        <p:sp>
          <p:nvSpPr>
            <p:cNvPr id="1246" name="Google Shape;1246;p8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8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8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8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0" name="Google Shape;1250;p80"/>
          <p:cNvGrpSpPr/>
          <p:nvPr/>
        </p:nvGrpSpPr>
        <p:grpSpPr>
          <a:xfrm rot="5400000">
            <a:off x="7551683" y="3879926"/>
            <a:ext cx="293111" cy="293388"/>
            <a:chOff x="3164039" y="430875"/>
            <a:chExt cx="293111" cy="293388"/>
          </a:xfrm>
        </p:grpSpPr>
        <p:sp>
          <p:nvSpPr>
            <p:cNvPr id="1251" name="Google Shape;1251;p8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8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8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8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8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8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7" name="Google Shape;1257;p80"/>
          <p:cNvGrpSpPr/>
          <p:nvPr/>
        </p:nvGrpSpPr>
        <p:grpSpPr>
          <a:xfrm flipH="1" rot="5400000">
            <a:off x="8259052" y="323144"/>
            <a:ext cx="175013" cy="27000"/>
            <a:chOff x="5662375" y="212375"/>
            <a:chExt cx="175013" cy="27000"/>
          </a:xfrm>
        </p:grpSpPr>
        <p:sp>
          <p:nvSpPr>
            <p:cNvPr id="1258" name="Google Shape;1258;p8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8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8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261" name="Google Shape;1261;p80"/>
          <p:cNvCxnSpPr/>
          <p:nvPr/>
        </p:nvCxnSpPr>
        <p:spPr>
          <a:xfrm flipH="1" rot="5400000">
            <a:off x="740850" y="2598325"/>
            <a:ext cx="1672500" cy="126000"/>
          </a:xfrm>
          <a:prstGeom prst="straightConnector1">
            <a:avLst/>
          </a:prstGeom>
          <a:noFill/>
          <a:ln cap="flat" cmpd="sng" w="9525">
            <a:solidFill>
              <a:schemeClr val="dk1"/>
            </a:solidFill>
            <a:prstDash val="solid"/>
            <a:round/>
            <a:headEnd len="sm" w="sm" type="none"/>
            <a:tailEnd len="sm" w="sm" type="none"/>
          </a:ln>
        </p:spPr>
      </p:cxnSp>
      <p:cxnSp>
        <p:nvCxnSpPr>
          <p:cNvPr id="1262" name="Google Shape;1262;p80"/>
          <p:cNvCxnSpPr/>
          <p:nvPr/>
        </p:nvCxnSpPr>
        <p:spPr>
          <a:xfrm rot="-5400000">
            <a:off x="847100" y="3554000"/>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1263" name="Google Shape;1263;p80"/>
          <p:cNvCxnSpPr/>
          <p:nvPr/>
        </p:nvCxnSpPr>
        <p:spPr>
          <a:xfrm flipH="1" rot="5400000">
            <a:off x="1105775" y="4151250"/>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1264" name="Google Shape;1264;p80"/>
          <p:cNvGrpSpPr/>
          <p:nvPr/>
        </p:nvGrpSpPr>
        <p:grpSpPr>
          <a:xfrm rot="5400000">
            <a:off x="621475" y="4062025"/>
            <a:ext cx="581800" cy="582350"/>
            <a:chOff x="8064275" y="887850"/>
            <a:chExt cx="581800" cy="582350"/>
          </a:xfrm>
        </p:grpSpPr>
        <p:sp>
          <p:nvSpPr>
            <p:cNvPr id="1265" name="Google Shape;1265;p8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8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8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8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8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8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71" name="Google Shape;1271;p80"/>
          <p:cNvGrpSpPr/>
          <p:nvPr/>
        </p:nvGrpSpPr>
        <p:grpSpPr>
          <a:xfrm rot="5400000">
            <a:off x="1482825" y="3350800"/>
            <a:ext cx="292025" cy="292575"/>
            <a:chOff x="7353050" y="316275"/>
            <a:chExt cx="292025" cy="292575"/>
          </a:xfrm>
        </p:grpSpPr>
        <p:sp>
          <p:nvSpPr>
            <p:cNvPr id="1272" name="Google Shape;1272;p8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8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8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8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76" name="Google Shape;1276;p80"/>
          <p:cNvGrpSpPr/>
          <p:nvPr/>
        </p:nvGrpSpPr>
        <p:grpSpPr>
          <a:xfrm rot="5400000">
            <a:off x="1595125" y="4790325"/>
            <a:ext cx="175000" cy="175000"/>
            <a:chOff x="8792300" y="321275"/>
            <a:chExt cx="175000" cy="175000"/>
          </a:xfrm>
        </p:grpSpPr>
        <p:sp>
          <p:nvSpPr>
            <p:cNvPr id="1277" name="Google Shape;1277;p8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8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8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8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81" name="Google Shape;1281;p80"/>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80"/>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80"/>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80"/>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80"/>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80"/>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87" name="Google Shape;1287;p80"/>
          <p:cNvGrpSpPr/>
          <p:nvPr/>
        </p:nvGrpSpPr>
        <p:grpSpPr>
          <a:xfrm rot="5400000">
            <a:off x="1701119" y="1515381"/>
            <a:ext cx="175013" cy="27000"/>
            <a:chOff x="5662375" y="212375"/>
            <a:chExt cx="175013" cy="27000"/>
          </a:xfrm>
        </p:grpSpPr>
        <p:sp>
          <p:nvSpPr>
            <p:cNvPr id="1288" name="Google Shape;1288;p8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8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8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1" name="Google Shape;1291;p80"/>
          <p:cNvGrpSpPr/>
          <p:nvPr/>
        </p:nvGrpSpPr>
        <p:grpSpPr>
          <a:xfrm rot="5400000">
            <a:off x="1819519" y="4562081"/>
            <a:ext cx="175013" cy="27000"/>
            <a:chOff x="5662375" y="212375"/>
            <a:chExt cx="175013" cy="27000"/>
          </a:xfrm>
        </p:grpSpPr>
        <p:sp>
          <p:nvSpPr>
            <p:cNvPr id="1292" name="Google Shape;1292;p8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8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8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5" name="Google Shape;1295;p80"/>
          <p:cNvGrpSpPr/>
          <p:nvPr/>
        </p:nvGrpSpPr>
        <p:grpSpPr>
          <a:xfrm rot="5400000">
            <a:off x="408594" y="4140781"/>
            <a:ext cx="175013" cy="27000"/>
            <a:chOff x="5662375" y="212375"/>
            <a:chExt cx="175013" cy="27000"/>
          </a:xfrm>
        </p:grpSpPr>
        <p:sp>
          <p:nvSpPr>
            <p:cNvPr id="1296" name="Google Shape;1296;p8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8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8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99" name="Google Shape;1299;p80"/>
          <p:cNvSpPr txBox="1"/>
          <p:nvPr>
            <p:ph hasCustomPrompt="1" type="title"/>
          </p:nvPr>
        </p:nvSpPr>
        <p:spPr>
          <a:xfrm>
            <a:off x="2624328" y="2057400"/>
            <a:ext cx="3904500" cy="786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6">
    <p:spTree>
      <p:nvGrpSpPr>
        <p:cNvPr id="1300" name="Shape 1300"/>
        <p:cNvGrpSpPr/>
        <p:nvPr/>
      </p:nvGrpSpPr>
      <p:grpSpPr>
        <a:xfrm>
          <a:off x="0" y="0"/>
          <a:ext cx="0" cy="0"/>
          <a:chOff x="0" y="0"/>
          <a:chExt cx="0" cy="0"/>
        </a:xfrm>
      </p:grpSpPr>
      <p:cxnSp>
        <p:nvCxnSpPr>
          <p:cNvPr id="1301" name="Google Shape;1301;p83"/>
          <p:cNvCxnSpPr/>
          <p:nvPr/>
        </p:nvCxnSpPr>
        <p:spPr>
          <a:xfrm>
            <a:off x="1645925" y="523125"/>
            <a:ext cx="1672500" cy="126000"/>
          </a:xfrm>
          <a:prstGeom prst="straightConnector1">
            <a:avLst/>
          </a:prstGeom>
          <a:noFill/>
          <a:ln cap="flat" cmpd="sng" w="9525">
            <a:solidFill>
              <a:schemeClr val="dk2"/>
            </a:solidFill>
            <a:prstDash val="solid"/>
            <a:round/>
            <a:headEnd len="sm" w="sm" type="none"/>
            <a:tailEnd len="sm" w="sm" type="none"/>
          </a:ln>
        </p:spPr>
      </p:cxnSp>
      <p:cxnSp>
        <p:nvCxnSpPr>
          <p:cNvPr id="1302" name="Google Shape;1302;p83"/>
          <p:cNvCxnSpPr/>
          <p:nvPr/>
        </p:nvCxnSpPr>
        <p:spPr>
          <a:xfrm flipH="1" rot="10800000">
            <a:off x="803050" y="529675"/>
            <a:ext cx="829500" cy="743400"/>
          </a:xfrm>
          <a:prstGeom prst="straightConnector1">
            <a:avLst/>
          </a:prstGeom>
          <a:noFill/>
          <a:ln cap="flat" cmpd="sng" w="9525">
            <a:solidFill>
              <a:schemeClr val="dk2"/>
            </a:solidFill>
            <a:prstDash val="solid"/>
            <a:round/>
            <a:headEnd len="sm" w="sm" type="none"/>
            <a:tailEnd len="sm" w="sm" type="none"/>
          </a:ln>
        </p:spPr>
      </p:cxnSp>
      <p:cxnSp>
        <p:nvCxnSpPr>
          <p:cNvPr id="1303" name="Google Shape;1303;p83"/>
          <p:cNvCxnSpPr/>
          <p:nvPr/>
        </p:nvCxnSpPr>
        <p:spPr>
          <a:xfrm>
            <a:off x="0" y="65200"/>
            <a:ext cx="796500" cy="1188000"/>
          </a:xfrm>
          <a:prstGeom prst="straightConnector1">
            <a:avLst/>
          </a:prstGeom>
          <a:noFill/>
          <a:ln cap="flat" cmpd="sng" w="9525">
            <a:solidFill>
              <a:schemeClr val="dk2"/>
            </a:solidFill>
            <a:prstDash val="solid"/>
            <a:round/>
            <a:headEnd len="sm" w="sm" type="none"/>
            <a:tailEnd len="sm" w="sm" type="none"/>
          </a:ln>
        </p:spPr>
      </p:cxnSp>
      <p:grpSp>
        <p:nvGrpSpPr>
          <p:cNvPr id="1304" name="Google Shape;1304;p83"/>
          <p:cNvGrpSpPr/>
          <p:nvPr/>
        </p:nvGrpSpPr>
        <p:grpSpPr>
          <a:xfrm flipH="1">
            <a:off x="499400" y="959675"/>
            <a:ext cx="581800" cy="582350"/>
            <a:chOff x="8064275" y="887850"/>
            <a:chExt cx="581800" cy="582350"/>
          </a:xfrm>
        </p:grpSpPr>
        <p:sp>
          <p:nvSpPr>
            <p:cNvPr id="1305" name="Google Shape;1305;p8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8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8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8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8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8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1" name="Google Shape;1311;p83"/>
          <p:cNvGrpSpPr/>
          <p:nvPr/>
        </p:nvGrpSpPr>
        <p:grpSpPr>
          <a:xfrm flipH="1">
            <a:off x="1500400" y="388100"/>
            <a:ext cx="292025" cy="292575"/>
            <a:chOff x="7353050" y="316275"/>
            <a:chExt cx="292025" cy="292575"/>
          </a:xfrm>
        </p:grpSpPr>
        <p:sp>
          <p:nvSpPr>
            <p:cNvPr id="1312" name="Google Shape;1312;p8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8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8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8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6" name="Google Shape;1316;p83"/>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83"/>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83"/>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83"/>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83"/>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83"/>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22" name="Google Shape;1322;p83"/>
          <p:cNvGrpSpPr/>
          <p:nvPr/>
        </p:nvGrpSpPr>
        <p:grpSpPr>
          <a:xfrm flipH="1">
            <a:off x="3527112" y="361100"/>
            <a:ext cx="175013" cy="27000"/>
            <a:chOff x="5662375" y="212375"/>
            <a:chExt cx="175013" cy="27000"/>
          </a:xfrm>
        </p:grpSpPr>
        <p:sp>
          <p:nvSpPr>
            <p:cNvPr id="1323" name="Google Shape;1323;p8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8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8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26" name="Google Shape;1326;p83"/>
          <p:cNvGrpSpPr/>
          <p:nvPr/>
        </p:nvGrpSpPr>
        <p:grpSpPr>
          <a:xfrm flipH="1">
            <a:off x="480412" y="242700"/>
            <a:ext cx="175013" cy="27000"/>
            <a:chOff x="5662375" y="212375"/>
            <a:chExt cx="175013" cy="27000"/>
          </a:xfrm>
        </p:grpSpPr>
        <p:sp>
          <p:nvSpPr>
            <p:cNvPr id="1327" name="Google Shape;1327;p8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8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8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0" name="Google Shape;1330;p83"/>
          <p:cNvGrpSpPr/>
          <p:nvPr/>
        </p:nvGrpSpPr>
        <p:grpSpPr>
          <a:xfrm flipH="1">
            <a:off x="901712" y="1653625"/>
            <a:ext cx="175013" cy="27000"/>
            <a:chOff x="5662375" y="212375"/>
            <a:chExt cx="175013" cy="27000"/>
          </a:xfrm>
        </p:grpSpPr>
        <p:sp>
          <p:nvSpPr>
            <p:cNvPr id="1331" name="Google Shape;1331;p8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8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8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334" name="Google Shape;1334;p83"/>
          <p:cNvCxnSpPr/>
          <p:nvPr/>
        </p:nvCxnSpPr>
        <p:spPr>
          <a:xfrm>
            <a:off x="791400" y="4212400"/>
            <a:ext cx="1157100" cy="542700"/>
          </a:xfrm>
          <a:prstGeom prst="straightConnector1">
            <a:avLst/>
          </a:prstGeom>
          <a:noFill/>
          <a:ln cap="flat" cmpd="sng" w="9525">
            <a:solidFill>
              <a:schemeClr val="dk2"/>
            </a:solidFill>
            <a:prstDash val="solid"/>
            <a:round/>
            <a:headEnd len="sm" w="sm" type="none"/>
            <a:tailEnd len="sm" w="sm" type="none"/>
          </a:ln>
        </p:spPr>
      </p:cxnSp>
      <p:cxnSp>
        <p:nvCxnSpPr>
          <p:cNvPr id="1335" name="Google Shape;1335;p83"/>
          <p:cNvCxnSpPr/>
          <p:nvPr/>
        </p:nvCxnSpPr>
        <p:spPr>
          <a:xfrm flipH="1" rot="10800000">
            <a:off x="0" y="4220425"/>
            <a:ext cx="791400" cy="836400"/>
          </a:xfrm>
          <a:prstGeom prst="straightConnector1">
            <a:avLst/>
          </a:prstGeom>
          <a:noFill/>
          <a:ln cap="flat" cmpd="sng" w="9525">
            <a:solidFill>
              <a:schemeClr val="dk2"/>
            </a:solidFill>
            <a:prstDash val="solid"/>
            <a:round/>
            <a:headEnd len="sm" w="sm" type="none"/>
            <a:tailEnd len="sm" w="sm" type="none"/>
          </a:ln>
        </p:spPr>
      </p:cxnSp>
      <p:grpSp>
        <p:nvGrpSpPr>
          <p:cNvPr id="1336" name="Google Shape;1336;p83"/>
          <p:cNvGrpSpPr/>
          <p:nvPr/>
        </p:nvGrpSpPr>
        <p:grpSpPr>
          <a:xfrm rot="10800000">
            <a:off x="499400" y="3940925"/>
            <a:ext cx="581800" cy="582350"/>
            <a:chOff x="8064275" y="887850"/>
            <a:chExt cx="581800" cy="582350"/>
          </a:xfrm>
        </p:grpSpPr>
        <p:sp>
          <p:nvSpPr>
            <p:cNvPr id="1337" name="Google Shape;1337;p8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8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8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8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8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8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3" name="Google Shape;1343;p83"/>
          <p:cNvGrpSpPr/>
          <p:nvPr/>
        </p:nvGrpSpPr>
        <p:grpSpPr>
          <a:xfrm rot="10800000">
            <a:off x="1819575" y="4586750"/>
            <a:ext cx="292025" cy="292575"/>
            <a:chOff x="7353050" y="316275"/>
            <a:chExt cx="292025" cy="292575"/>
          </a:xfrm>
        </p:grpSpPr>
        <p:sp>
          <p:nvSpPr>
            <p:cNvPr id="1344" name="Google Shape;1344;p8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8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8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8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8" name="Google Shape;1348;p83"/>
          <p:cNvGrpSpPr/>
          <p:nvPr/>
        </p:nvGrpSpPr>
        <p:grpSpPr>
          <a:xfrm rot="10800000">
            <a:off x="212525" y="4645550"/>
            <a:ext cx="175000" cy="175000"/>
            <a:chOff x="8792300" y="321275"/>
            <a:chExt cx="175000" cy="175000"/>
          </a:xfrm>
        </p:grpSpPr>
        <p:sp>
          <p:nvSpPr>
            <p:cNvPr id="1349" name="Google Shape;1349;p8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8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8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8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53" name="Google Shape;1353;p83"/>
          <p:cNvGrpSpPr/>
          <p:nvPr/>
        </p:nvGrpSpPr>
        <p:grpSpPr>
          <a:xfrm rot="10800000">
            <a:off x="480412" y="4852325"/>
            <a:ext cx="175013" cy="27000"/>
            <a:chOff x="5662375" y="212375"/>
            <a:chExt cx="175013" cy="27000"/>
          </a:xfrm>
        </p:grpSpPr>
        <p:sp>
          <p:nvSpPr>
            <p:cNvPr id="1354" name="Google Shape;1354;p8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8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8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57" name="Google Shape;1357;p83"/>
          <p:cNvGrpSpPr/>
          <p:nvPr/>
        </p:nvGrpSpPr>
        <p:grpSpPr>
          <a:xfrm rot="10800000">
            <a:off x="1054112" y="3898600"/>
            <a:ext cx="175013" cy="27000"/>
            <a:chOff x="5662375" y="212375"/>
            <a:chExt cx="175013" cy="27000"/>
          </a:xfrm>
        </p:grpSpPr>
        <p:sp>
          <p:nvSpPr>
            <p:cNvPr id="1358" name="Google Shape;1358;p8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8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8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61" name="Google Shape;1361;p83"/>
          <p:cNvSpPr txBox="1"/>
          <p:nvPr>
            <p:ph type="title"/>
          </p:nvPr>
        </p:nvSpPr>
        <p:spPr>
          <a:xfrm>
            <a:off x="896100" y="1984450"/>
            <a:ext cx="3457200" cy="1292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8">
    <p:spTree>
      <p:nvGrpSpPr>
        <p:cNvPr id="1362" name="Shape 1362"/>
        <p:cNvGrpSpPr/>
        <p:nvPr/>
      </p:nvGrpSpPr>
      <p:grpSpPr>
        <a:xfrm>
          <a:off x="0" y="0"/>
          <a:ext cx="0" cy="0"/>
          <a:chOff x="0" y="0"/>
          <a:chExt cx="0" cy="0"/>
        </a:xfrm>
      </p:grpSpPr>
      <p:cxnSp>
        <p:nvCxnSpPr>
          <p:cNvPr id="1363" name="Google Shape;1363;p89"/>
          <p:cNvCxnSpPr/>
          <p:nvPr/>
        </p:nvCxnSpPr>
        <p:spPr>
          <a:xfrm rot="5400000">
            <a:off x="7269708" y="3324550"/>
            <a:ext cx="1133100" cy="306300"/>
          </a:xfrm>
          <a:prstGeom prst="straightConnector1">
            <a:avLst/>
          </a:prstGeom>
          <a:noFill/>
          <a:ln cap="flat" cmpd="sng" w="9525">
            <a:solidFill>
              <a:srgbClr val="1A2E35"/>
            </a:solidFill>
            <a:prstDash val="solid"/>
            <a:round/>
            <a:headEnd len="sm" w="sm" type="none"/>
            <a:tailEnd len="sm" w="sm" type="none"/>
          </a:ln>
        </p:spPr>
      </p:cxnSp>
      <p:cxnSp>
        <p:nvCxnSpPr>
          <p:cNvPr id="1364" name="Google Shape;1364;p89"/>
          <p:cNvCxnSpPr/>
          <p:nvPr/>
        </p:nvCxnSpPr>
        <p:spPr>
          <a:xfrm flipH="1" rot="-5400000">
            <a:off x="7181408" y="2082400"/>
            <a:ext cx="1342200" cy="315300"/>
          </a:xfrm>
          <a:prstGeom prst="straightConnector1">
            <a:avLst/>
          </a:prstGeom>
          <a:noFill/>
          <a:ln cap="flat" cmpd="sng" w="9525">
            <a:solidFill>
              <a:srgbClr val="1A2E35"/>
            </a:solidFill>
            <a:prstDash val="solid"/>
            <a:round/>
            <a:headEnd len="sm" w="sm" type="none"/>
            <a:tailEnd len="sm" w="sm" type="none"/>
          </a:ln>
        </p:spPr>
      </p:cxnSp>
      <p:cxnSp>
        <p:nvCxnSpPr>
          <p:cNvPr id="1365" name="Google Shape;1365;p89"/>
          <p:cNvCxnSpPr/>
          <p:nvPr/>
        </p:nvCxnSpPr>
        <p:spPr>
          <a:xfrm rot="5400000">
            <a:off x="7232433" y="736375"/>
            <a:ext cx="1332000" cy="392100"/>
          </a:xfrm>
          <a:prstGeom prst="straightConnector1">
            <a:avLst/>
          </a:prstGeom>
          <a:noFill/>
          <a:ln cap="flat" cmpd="sng" w="9525">
            <a:solidFill>
              <a:srgbClr val="1A2E35"/>
            </a:solidFill>
            <a:prstDash val="solid"/>
            <a:round/>
            <a:headEnd len="sm" w="sm" type="none"/>
            <a:tailEnd len="sm" w="sm" type="none"/>
          </a:ln>
        </p:spPr>
      </p:cxnSp>
      <p:cxnSp>
        <p:nvCxnSpPr>
          <p:cNvPr id="1366" name="Google Shape;1366;p89"/>
          <p:cNvCxnSpPr/>
          <p:nvPr/>
        </p:nvCxnSpPr>
        <p:spPr>
          <a:xfrm rot="5400000">
            <a:off x="8168433" y="-66600"/>
            <a:ext cx="273900" cy="407100"/>
          </a:xfrm>
          <a:prstGeom prst="straightConnector1">
            <a:avLst/>
          </a:prstGeom>
          <a:noFill/>
          <a:ln cap="flat" cmpd="sng" w="9525">
            <a:solidFill>
              <a:srgbClr val="1A2E35"/>
            </a:solidFill>
            <a:prstDash val="solid"/>
            <a:round/>
            <a:headEnd len="sm" w="sm" type="none"/>
            <a:tailEnd len="sm" w="sm" type="none"/>
          </a:ln>
        </p:spPr>
      </p:cxnSp>
      <p:grpSp>
        <p:nvGrpSpPr>
          <p:cNvPr id="1367" name="Google Shape;1367;p89"/>
          <p:cNvGrpSpPr/>
          <p:nvPr/>
        </p:nvGrpSpPr>
        <p:grpSpPr>
          <a:xfrm flipH="1" rot="5400000">
            <a:off x="7407333" y="1284925"/>
            <a:ext cx="581800" cy="582350"/>
            <a:chOff x="8064275" y="887850"/>
            <a:chExt cx="581800" cy="582350"/>
          </a:xfrm>
        </p:grpSpPr>
        <p:sp>
          <p:nvSpPr>
            <p:cNvPr id="1368" name="Google Shape;1368;p8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8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8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8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8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8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74" name="Google Shape;1374;p89"/>
          <p:cNvGrpSpPr/>
          <p:nvPr/>
        </p:nvGrpSpPr>
        <p:grpSpPr>
          <a:xfrm flipH="1" rot="5400000">
            <a:off x="7869720" y="2754200"/>
            <a:ext cx="292025" cy="292575"/>
            <a:chOff x="7353050" y="316275"/>
            <a:chExt cx="292025" cy="292575"/>
          </a:xfrm>
        </p:grpSpPr>
        <p:sp>
          <p:nvSpPr>
            <p:cNvPr id="1375" name="Google Shape;1375;p8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8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8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8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79" name="Google Shape;1379;p89"/>
          <p:cNvGrpSpPr/>
          <p:nvPr/>
        </p:nvGrpSpPr>
        <p:grpSpPr>
          <a:xfrm flipH="1" rot="5400000">
            <a:off x="8012458" y="178175"/>
            <a:ext cx="175000" cy="175000"/>
            <a:chOff x="8792300" y="321275"/>
            <a:chExt cx="175000" cy="175000"/>
          </a:xfrm>
        </p:grpSpPr>
        <p:sp>
          <p:nvSpPr>
            <p:cNvPr id="1380" name="Google Shape;1380;p8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8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8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8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84" name="Google Shape;1384;p89"/>
          <p:cNvGrpSpPr/>
          <p:nvPr/>
        </p:nvGrpSpPr>
        <p:grpSpPr>
          <a:xfrm rot="5400000">
            <a:off x="7551683" y="3879926"/>
            <a:ext cx="293111" cy="293388"/>
            <a:chOff x="3164039" y="430875"/>
            <a:chExt cx="293111" cy="293388"/>
          </a:xfrm>
        </p:grpSpPr>
        <p:sp>
          <p:nvSpPr>
            <p:cNvPr id="1385" name="Google Shape;1385;p8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8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8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8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8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8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1" name="Google Shape;1391;p89"/>
          <p:cNvGrpSpPr/>
          <p:nvPr/>
        </p:nvGrpSpPr>
        <p:grpSpPr>
          <a:xfrm flipH="1" rot="5400000">
            <a:off x="8259052" y="323144"/>
            <a:ext cx="175013" cy="27000"/>
            <a:chOff x="5662375" y="212375"/>
            <a:chExt cx="175013" cy="27000"/>
          </a:xfrm>
        </p:grpSpPr>
        <p:sp>
          <p:nvSpPr>
            <p:cNvPr id="1392" name="Google Shape;1392;p8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8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8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395" name="Google Shape;1395;p89"/>
          <p:cNvCxnSpPr/>
          <p:nvPr/>
        </p:nvCxnSpPr>
        <p:spPr>
          <a:xfrm flipH="1" rot="5400000">
            <a:off x="740850" y="2598325"/>
            <a:ext cx="1672500" cy="126000"/>
          </a:xfrm>
          <a:prstGeom prst="straightConnector1">
            <a:avLst/>
          </a:prstGeom>
          <a:noFill/>
          <a:ln cap="flat" cmpd="sng" w="9525">
            <a:solidFill>
              <a:srgbClr val="1A2E35"/>
            </a:solidFill>
            <a:prstDash val="solid"/>
            <a:round/>
            <a:headEnd len="sm" w="sm" type="none"/>
            <a:tailEnd len="sm" w="sm" type="none"/>
          </a:ln>
        </p:spPr>
      </p:cxnSp>
      <p:cxnSp>
        <p:nvCxnSpPr>
          <p:cNvPr id="1396" name="Google Shape;1396;p89"/>
          <p:cNvCxnSpPr/>
          <p:nvPr/>
        </p:nvCxnSpPr>
        <p:spPr>
          <a:xfrm rot="-5400000">
            <a:off x="847100" y="3554000"/>
            <a:ext cx="829500" cy="743400"/>
          </a:xfrm>
          <a:prstGeom prst="straightConnector1">
            <a:avLst/>
          </a:prstGeom>
          <a:noFill/>
          <a:ln cap="flat" cmpd="sng" w="9525">
            <a:solidFill>
              <a:srgbClr val="1A2E35"/>
            </a:solidFill>
            <a:prstDash val="solid"/>
            <a:round/>
            <a:headEnd len="sm" w="sm" type="none"/>
            <a:tailEnd len="sm" w="sm" type="none"/>
          </a:ln>
        </p:spPr>
      </p:cxnSp>
      <p:cxnSp>
        <p:nvCxnSpPr>
          <p:cNvPr id="1397" name="Google Shape;1397;p89"/>
          <p:cNvCxnSpPr/>
          <p:nvPr/>
        </p:nvCxnSpPr>
        <p:spPr>
          <a:xfrm flipH="1" rot="5400000">
            <a:off x="1105775" y="4151250"/>
            <a:ext cx="796500" cy="1188000"/>
          </a:xfrm>
          <a:prstGeom prst="straightConnector1">
            <a:avLst/>
          </a:prstGeom>
          <a:noFill/>
          <a:ln cap="flat" cmpd="sng" w="9525">
            <a:solidFill>
              <a:srgbClr val="1A2E35"/>
            </a:solidFill>
            <a:prstDash val="solid"/>
            <a:round/>
            <a:headEnd len="sm" w="sm" type="none"/>
            <a:tailEnd len="sm" w="sm" type="none"/>
          </a:ln>
        </p:spPr>
      </p:cxnSp>
      <p:grpSp>
        <p:nvGrpSpPr>
          <p:cNvPr id="1398" name="Google Shape;1398;p89"/>
          <p:cNvGrpSpPr/>
          <p:nvPr/>
        </p:nvGrpSpPr>
        <p:grpSpPr>
          <a:xfrm rot="5400000">
            <a:off x="621475" y="4062025"/>
            <a:ext cx="581800" cy="582350"/>
            <a:chOff x="8064275" y="887850"/>
            <a:chExt cx="581800" cy="582350"/>
          </a:xfrm>
        </p:grpSpPr>
        <p:sp>
          <p:nvSpPr>
            <p:cNvPr id="1399" name="Google Shape;1399;p8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8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8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8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8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8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05" name="Google Shape;1405;p89"/>
          <p:cNvGrpSpPr/>
          <p:nvPr/>
        </p:nvGrpSpPr>
        <p:grpSpPr>
          <a:xfrm rot="5400000">
            <a:off x="1482825" y="3350800"/>
            <a:ext cx="292025" cy="292575"/>
            <a:chOff x="7353050" y="316275"/>
            <a:chExt cx="292025" cy="292575"/>
          </a:xfrm>
        </p:grpSpPr>
        <p:sp>
          <p:nvSpPr>
            <p:cNvPr id="1406" name="Google Shape;1406;p8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8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8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8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10" name="Google Shape;1410;p89"/>
          <p:cNvGrpSpPr/>
          <p:nvPr/>
        </p:nvGrpSpPr>
        <p:grpSpPr>
          <a:xfrm rot="5400000">
            <a:off x="1595125" y="4790325"/>
            <a:ext cx="175000" cy="175000"/>
            <a:chOff x="8792300" y="321275"/>
            <a:chExt cx="175000" cy="175000"/>
          </a:xfrm>
        </p:grpSpPr>
        <p:sp>
          <p:nvSpPr>
            <p:cNvPr id="1411" name="Google Shape;1411;p8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8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8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8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5" name="Google Shape;1415;p89"/>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89"/>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89"/>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89"/>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89"/>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89"/>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21" name="Google Shape;1421;p89"/>
          <p:cNvGrpSpPr/>
          <p:nvPr/>
        </p:nvGrpSpPr>
        <p:grpSpPr>
          <a:xfrm rot="5400000">
            <a:off x="1701119" y="1515381"/>
            <a:ext cx="175013" cy="27000"/>
            <a:chOff x="5662375" y="212375"/>
            <a:chExt cx="175013" cy="27000"/>
          </a:xfrm>
        </p:grpSpPr>
        <p:sp>
          <p:nvSpPr>
            <p:cNvPr id="1422" name="Google Shape;1422;p8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8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8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5" name="Google Shape;1425;p89"/>
          <p:cNvGrpSpPr/>
          <p:nvPr/>
        </p:nvGrpSpPr>
        <p:grpSpPr>
          <a:xfrm rot="5400000">
            <a:off x="1819519" y="4562081"/>
            <a:ext cx="175013" cy="27000"/>
            <a:chOff x="5662375" y="212375"/>
            <a:chExt cx="175013" cy="27000"/>
          </a:xfrm>
        </p:grpSpPr>
        <p:sp>
          <p:nvSpPr>
            <p:cNvPr id="1426" name="Google Shape;1426;p8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8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8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9" name="Google Shape;1429;p89"/>
          <p:cNvGrpSpPr/>
          <p:nvPr/>
        </p:nvGrpSpPr>
        <p:grpSpPr>
          <a:xfrm rot="5400000">
            <a:off x="408594" y="4140781"/>
            <a:ext cx="175013" cy="27000"/>
            <a:chOff x="5662375" y="212375"/>
            <a:chExt cx="175013" cy="27000"/>
          </a:xfrm>
        </p:grpSpPr>
        <p:sp>
          <p:nvSpPr>
            <p:cNvPr id="1430" name="Google Shape;1430;p8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8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8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20">
    <p:spTree>
      <p:nvGrpSpPr>
        <p:cNvPr id="1433" name="Shape 1433"/>
        <p:cNvGrpSpPr/>
        <p:nvPr/>
      </p:nvGrpSpPr>
      <p:grpSpPr>
        <a:xfrm>
          <a:off x="0" y="0"/>
          <a:ext cx="0" cy="0"/>
          <a:chOff x="0" y="0"/>
          <a:chExt cx="0" cy="0"/>
        </a:xfrm>
      </p:grpSpPr>
      <p:grpSp>
        <p:nvGrpSpPr>
          <p:cNvPr id="1434" name="Google Shape;1434;p91"/>
          <p:cNvGrpSpPr/>
          <p:nvPr/>
        </p:nvGrpSpPr>
        <p:grpSpPr>
          <a:xfrm>
            <a:off x="432850" y="0"/>
            <a:ext cx="8278300" cy="5165700"/>
            <a:chOff x="432850" y="0"/>
            <a:chExt cx="8278300" cy="5165700"/>
          </a:xfrm>
        </p:grpSpPr>
        <p:cxnSp>
          <p:nvCxnSpPr>
            <p:cNvPr id="1435" name="Google Shape;1435;p91"/>
            <p:cNvCxnSpPr/>
            <p:nvPr/>
          </p:nvCxnSpPr>
          <p:spPr>
            <a:xfrm rot="10800000">
              <a:off x="8420275" y="2664300"/>
              <a:ext cx="0" cy="2501400"/>
            </a:xfrm>
            <a:prstGeom prst="straightConnector1">
              <a:avLst/>
            </a:prstGeom>
            <a:noFill/>
            <a:ln cap="flat" cmpd="sng" w="9525">
              <a:solidFill>
                <a:srgbClr val="595959"/>
              </a:solidFill>
              <a:prstDash val="solid"/>
              <a:round/>
              <a:headEnd len="sm" w="sm" type="none"/>
              <a:tailEnd len="sm" w="sm" type="none"/>
            </a:ln>
          </p:spPr>
        </p:cxnSp>
        <p:grpSp>
          <p:nvGrpSpPr>
            <p:cNvPr id="1436" name="Google Shape;1436;p91"/>
            <p:cNvGrpSpPr/>
            <p:nvPr/>
          </p:nvGrpSpPr>
          <p:grpSpPr>
            <a:xfrm>
              <a:off x="8129350" y="4292175"/>
              <a:ext cx="581800" cy="582350"/>
              <a:chOff x="8064275" y="887850"/>
              <a:chExt cx="581800" cy="582350"/>
            </a:xfrm>
          </p:grpSpPr>
          <p:sp>
            <p:nvSpPr>
              <p:cNvPr id="1437" name="Google Shape;1437;p9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9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9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9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9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9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3" name="Google Shape;1443;p91"/>
            <p:cNvGrpSpPr/>
            <p:nvPr/>
          </p:nvGrpSpPr>
          <p:grpSpPr>
            <a:xfrm>
              <a:off x="8274238" y="3720600"/>
              <a:ext cx="292025" cy="292575"/>
              <a:chOff x="7353050" y="316275"/>
              <a:chExt cx="292025" cy="292575"/>
            </a:xfrm>
          </p:grpSpPr>
          <p:sp>
            <p:nvSpPr>
              <p:cNvPr id="1444" name="Google Shape;1444;p9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9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9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9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8" name="Google Shape;1448;p91"/>
            <p:cNvGrpSpPr/>
            <p:nvPr/>
          </p:nvGrpSpPr>
          <p:grpSpPr>
            <a:xfrm>
              <a:off x="8332763" y="3212475"/>
              <a:ext cx="175000" cy="175000"/>
              <a:chOff x="8792300" y="321275"/>
              <a:chExt cx="175000" cy="175000"/>
            </a:xfrm>
          </p:grpSpPr>
          <p:sp>
            <p:nvSpPr>
              <p:cNvPr id="1449" name="Google Shape;1449;p9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9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9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9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453" name="Google Shape;1453;p91"/>
            <p:cNvCxnSpPr/>
            <p:nvPr/>
          </p:nvCxnSpPr>
          <p:spPr>
            <a:xfrm>
              <a:off x="723725" y="613"/>
              <a:ext cx="0" cy="2501400"/>
            </a:xfrm>
            <a:prstGeom prst="straightConnector1">
              <a:avLst/>
            </a:prstGeom>
            <a:noFill/>
            <a:ln cap="flat" cmpd="sng" w="9525">
              <a:solidFill>
                <a:srgbClr val="595959"/>
              </a:solidFill>
              <a:prstDash val="solid"/>
              <a:round/>
              <a:headEnd len="sm" w="sm" type="none"/>
              <a:tailEnd len="sm" w="sm" type="none"/>
            </a:ln>
          </p:spPr>
        </p:cxnSp>
        <p:grpSp>
          <p:nvGrpSpPr>
            <p:cNvPr id="1454" name="Google Shape;1454;p91"/>
            <p:cNvGrpSpPr/>
            <p:nvPr/>
          </p:nvGrpSpPr>
          <p:grpSpPr>
            <a:xfrm rot="10800000">
              <a:off x="432850" y="291788"/>
              <a:ext cx="581800" cy="582350"/>
              <a:chOff x="8064275" y="887850"/>
              <a:chExt cx="581800" cy="582350"/>
            </a:xfrm>
          </p:grpSpPr>
          <p:sp>
            <p:nvSpPr>
              <p:cNvPr id="1455" name="Google Shape;1455;p9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9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9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9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9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9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61" name="Google Shape;1461;p91"/>
            <p:cNvGrpSpPr/>
            <p:nvPr/>
          </p:nvGrpSpPr>
          <p:grpSpPr>
            <a:xfrm rot="10800000">
              <a:off x="577738" y="1153138"/>
              <a:ext cx="292025" cy="292575"/>
              <a:chOff x="7353050" y="316275"/>
              <a:chExt cx="292025" cy="292575"/>
            </a:xfrm>
          </p:grpSpPr>
          <p:sp>
            <p:nvSpPr>
              <p:cNvPr id="1462" name="Google Shape;1462;p9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9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9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9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66" name="Google Shape;1466;p91"/>
            <p:cNvGrpSpPr/>
            <p:nvPr/>
          </p:nvGrpSpPr>
          <p:grpSpPr>
            <a:xfrm rot="10800000">
              <a:off x="636238" y="1778838"/>
              <a:ext cx="175000" cy="175000"/>
              <a:chOff x="8792300" y="321275"/>
              <a:chExt cx="175000" cy="175000"/>
            </a:xfrm>
          </p:grpSpPr>
          <p:sp>
            <p:nvSpPr>
              <p:cNvPr id="1467" name="Google Shape;1467;p9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9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9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9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71" name="Google Shape;1471;p91"/>
            <p:cNvGrpSpPr/>
            <p:nvPr/>
          </p:nvGrpSpPr>
          <p:grpSpPr>
            <a:xfrm>
              <a:off x="432850" y="2003163"/>
              <a:ext cx="175013" cy="27000"/>
              <a:chOff x="5662375" y="212375"/>
              <a:chExt cx="175013" cy="27000"/>
            </a:xfrm>
          </p:grpSpPr>
          <p:sp>
            <p:nvSpPr>
              <p:cNvPr id="1472" name="Google Shape;1472;p91"/>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91"/>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9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75" name="Google Shape;1475;p91"/>
            <p:cNvGrpSpPr/>
            <p:nvPr/>
          </p:nvGrpSpPr>
          <p:grpSpPr>
            <a:xfrm>
              <a:off x="788100" y="208488"/>
              <a:ext cx="175013" cy="27000"/>
              <a:chOff x="5662375" y="212375"/>
              <a:chExt cx="175013" cy="27000"/>
            </a:xfrm>
          </p:grpSpPr>
          <p:sp>
            <p:nvSpPr>
              <p:cNvPr id="1476" name="Google Shape;1476;p91"/>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91"/>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9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79" name="Google Shape;1479;p91"/>
            <p:cNvGrpSpPr/>
            <p:nvPr/>
          </p:nvGrpSpPr>
          <p:grpSpPr>
            <a:xfrm>
              <a:off x="8129350" y="4988725"/>
              <a:ext cx="175013" cy="27000"/>
              <a:chOff x="5662375" y="212375"/>
              <a:chExt cx="175013" cy="27000"/>
            </a:xfrm>
          </p:grpSpPr>
          <p:sp>
            <p:nvSpPr>
              <p:cNvPr id="1480" name="Google Shape;1480;p91"/>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91"/>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9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3" name="Google Shape;1483;p91"/>
            <p:cNvGrpSpPr/>
            <p:nvPr/>
          </p:nvGrpSpPr>
          <p:grpSpPr>
            <a:xfrm>
              <a:off x="8497550" y="3429425"/>
              <a:ext cx="175013" cy="27000"/>
              <a:chOff x="5662375" y="212375"/>
              <a:chExt cx="175013" cy="27000"/>
            </a:xfrm>
          </p:grpSpPr>
          <p:sp>
            <p:nvSpPr>
              <p:cNvPr id="1484" name="Google Shape;1484;p91"/>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91"/>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9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487" name="Google Shape;1487;p91"/>
            <p:cNvCxnSpPr/>
            <p:nvPr/>
          </p:nvCxnSpPr>
          <p:spPr>
            <a:xfrm>
              <a:off x="8407225" y="0"/>
              <a:ext cx="0" cy="2160900"/>
            </a:xfrm>
            <a:prstGeom prst="straightConnector1">
              <a:avLst/>
            </a:prstGeom>
            <a:noFill/>
            <a:ln cap="flat" cmpd="sng" w="9525">
              <a:solidFill>
                <a:srgbClr val="595959"/>
              </a:solidFill>
              <a:prstDash val="solid"/>
              <a:round/>
              <a:headEnd len="sm" w="sm" type="none"/>
              <a:tailEnd len="sm" w="sm" type="none"/>
            </a:ln>
          </p:spPr>
        </p:cxnSp>
        <p:cxnSp>
          <p:nvCxnSpPr>
            <p:cNvPr id="1488" name="Google Shape;1488;p91"/>
            <p:cNvCxnSpPr/>
            <p:nvPr/>
          </p:nvCxnSpPr>
          <p:spPr>
            <a:xfrm>
              <a:off x="718025" y="2985634"/>
              <a:ext cx="0" cy="2160900"/>
            </a:xfrm>
            <a:prstGeom prst="straightConnector1">
              <a:avLst/>
            </a:prstGeom>
            <a:noFill/>
            <a:ln cap="flat" cmpd="sng" w="9525">
              <a:solidFill>
                <a:srgbClr val="595959"/>
              </a:solidFill>
              <a:prstDash val="solid"/>
              <a:round/>
              <a:headEnd len="sm" w="sm" type="none"/>
              <a:tailEnd len="sm" w="sm" type="none"/>
            </a:ln>
          </p:spPr>
        </p:cxnSp>
        <p:sp>
          <p:nvSpPr>
            <p:cNvPr id="1489" name="Google Shape;1489;p91"/>
            <p:cNvSpPr/>
            <p:nvPr/>
          </p:nvSpPr>
          <p:spPr>
            <a:xfrm>
              <a:off x="671825" y="4587888"/>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91"/>
            <p:cNvSpPr/>
            <p:nvPr/>
          </p:nvSpPr>
          <p:spPr>
            <a:xfrm>
              <a:off x="671825" y="3940338"/>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91"/>
            <p:cNvSpPr/>
            <p:nvPr/>
          </p:nvSpPr>
          <p:spPr>
            <a:xfrm>
              <a:off x="8361025" y="1453500"/>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91"/>
            <p:cNvSpPr/>
            <p:nvPr/>
          </p:nvSpPr>
          <p:spPr>
            <a:xfrm>
              <a:off x="8361025" y="234875"/>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CUSTOM_21">
    <p:spTree>
      <p:nvGrpSpPr>
        <p:cNvPr id="1493" name="Shape 1493"/>
        <p:cNvGrpSpPr/>
        <p:nvPr/>
      </p:nvGrpSpPr>
      <p:grpSpPr>
        <a:xfrm>
          <a:off x="0" y="0"/>
          <a:ext cx="0" cy="0"/>
          <a:chOff x="0" y="0"/>
          <a:chExt cx="0" cy="0"/>
        </a:xfrm>
      </p:grpSpPr>
      <p:grpSp>
        <p:nvGrpSpPr>
          <p:cNvPr id="1494" name="Google Shape;1494;p92"/>
          <p:cNvGrpSpPr/>
          <p:nvPr/>
        </p:nvGrpSpPr>
        <p:grpSpPr>
          <a:xfrm>
            <a:off x="-6867" y="-6625"/>
            <a:ext cx="9152342" cy="5102050"/>
            <a:chOff x="-6867" y="-6625"/>
            <a:chExt cx="9152342" cy="5102050"/>
          </a:xfrm>
        </p:grpSpPr>
        <p:cxnSp>
          <p:nvCxnSpPr>
            <p:cNvPr id="1495" name="Google Shape;1495;p92"/>
            <p:cNvCxnSpPr/>
            <p:nvPr/>
          </p:nvCxnSpPr>
          <p:spPr>
            <a:xfrm>
              <a:off x="2904283" y="4513075"/>
              <a:ext cx="1133100" cy="306300"/>
            </a:xfrm>
            <a:prstGeom prst="straightConnector1">
              <a:avLst/>
            </a:prstGeom>
            <a:noFill/>
            <a:ln cap="flat" cmpd="sng" w="9525">
              <a:solidFill>
                <a:schemeClr val="dk2"/>
              </a:solidFill>
              <a:prstDash val="solid"/>
              <a:round/>
              <a:headEnd len="sm" w="sm" type="none"/>
              <a:tailEnd len="sm" w="sm" type="none"/>
            </a:ln>
          </p:spPr>
        </p:cxnSp>
        <p:cxnSp>
          <p:nvCxnSpPr>
            <p:cNvPr id="1496" name="Google Shape;1496;p92"/>
            <p:cNvCxnSpPr/>
            <p:nvPr/>
          </p:nvCxnSpPr>
          <p:spPr>
            <a:xfrm flipH="1" rot="10800000">
              <a:off x="1562083" y="4492325"/>
              <a:ext cx="1342200" cy="315300"/>
            </a:xfrm>
            <a:prstGeom prst="straightConnector1">
              <a:avLst/>
            </a:prstGeom>
            <a:noFill/>
            <a:ln cap="flat" cmpd="sng" w="9525">
              <a:solidFill>
                <a:schemeClr val="dk2"/>
              </a:solidFill>
              <a:prstDash val="solid"/>
              <a:round/>
              <a:headEnd len="sm" w="sm" type="none"/>
              <a:tailEnd len="sm" w="sm" type="none"/>
            </a:ln>
          </p:spPr>
        </p:cxnSp>
        <p:cxnSp>
          <p:nvCxnSpPr>
            <p:cNvPr id="1497" name="Google Shape;1497;p92"/>
            <p:cNvCxnSpPr/>
            <p:nvPr/>
          </p:nvCxnSpPr>
          <p:spPr>
            <a:xfrm>
              <a:off x="259558" y="4408000"/>
              <a:ext cx="1332000" cy="392100"/>
            </a:xfrm>
            <a:prstGeom prst="straightConnector1">
              <a:avLst/>
            </a:prstGeom>
            <a:noFill/>
            <a:ln cap="flat" cmpd="sng" w="9525">
              <a:solidFill>
                <a:schemeClr val="dk2"/>
              </a:solidFill>
              <a:prstDash val="solid"/>
              <a:round/>
              <a:headEnd len="sm" w="sm" type="none"/>
              <a:tailEnd len="sm" w="sm" type="none"/>
            </a:ln>
          </p:spPr>
        </p:cxnSp>
        <p:cxnSp>
          <p:nvCxnSpPr>
            <p:cNvPr id="1498" name="Google Shape;1498;p92"/>
            <p:cNvCxnSpPr/>
            <p:nvPr/>
          </p:nvCxnSpPr>
          <p:spPr>
            <a:xfrm>
              <a:off x="-6867" y="3993550"/>
              <a:ext cx="273900" cy="407100"/>
            </a:xfrm>
            <a:prstGeom prst="straightConnector1">
              <a:avLst/>
            </a:prstGeom>
            <a:noFill/>
            <a:ln cap="flat" cmpd="sng" w="9525">
              <a:solidFill>
                <a:schemeClr val="dk2"/>
              </a:solidFill>
              <a:prstDash val="solid"/>
              <a:round/>
              <a:headEnd len="sm" w="sm" type="none"/>
              <a:tailEnd len="sm" w="sm" type="none"/>
            </a:ln>
          </p:spPr>
        </p:cxnSp>
        <p:grpSp>
          <p:nvGrpSpPr>
            <p:cNvPr id="1499" name="Google Shape;1499;p92"/>
            <p:cNvGrpSpPr/>
            <p:nvPr/>
          </p:nvGrpSpPr>
          <p:grpSpPr>
            <a:xfrm flipH="1">
              <a:off x="1278333" y="4513075"/>
              <a:ext cx="581800" cy="582350"/>
              <a:chOff x="8064275" y="887850"/>
              <a:chExt cx="581800" cy="582350"/>
            </a:xfrm>
          </p:grpSpPr>
          <p:sp>
            <p:nvSpPr>
              <p:cNvPr id="1500" name="Google Shape;1500;p9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9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9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9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9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9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6" name="Google Shape;1506;p92"/>
            <p:cNvGrpSpPr/>
            <p:nvPr/>
          </p:nvGrpSpPr>
          <p:grpSpPr>
            <a:xfrm flipH="1">
              <a:off x="2747608" y="4340463"/>
              <a:ext cx="292025" cy="292575"/>
              <a:chOff x="7353050" y="316275"/>
              <a:chExt cx="292025" cy="292575"/>
            </a:xfrm>
          </p:grpSpPr>
          <p:sp>
            <p:nvSpPr>
              <p:cNvPr id="1507" name="Google Shape;1507;p9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9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9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9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11" name="Google Shape;1511;p92"/>
            <p:cNvGrpSpPr/>
            <p:nvPr/>
          </p:nvGrpSpPr>
          <p:grpSpPr>
            <a:xfrm flipH="1">
              <a:off x="171308" y="4315025"/>
              <a:ext cx="175000" cy="175000"/>
              <a:chOff x="8792300" y="321275"/>
              <a:chExt cx="175000" cy="175000"/>
            </a:xfrm>
          </p:grpSpPr>
          <p:sp>
            <p:nvSpPr>
              <p:cNvPr id="1512" name="Google Shape;1512;p9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p9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p9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9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16" name="Google Shape;1516;p92"/>
            <p:cNvGrpSpPr/>
            <p:nvPr/>
          </p:nvGrpSpPr>
          <p:grpSpPr>
            <a:xfrm>
              <a:off x="3873197" y="4657550"/>
              <a:ext cx="293111" cy="293388"/>
              <a:chOff x="3164039" y="430875"/>
              <a:chExt cx="293111" cy="293388"/>
            </a:xfrm>
          </p:grpSpPr>
          <p:sp>
            <p:nvSpPr>
              <p:cNvPr id="1517" name="Google Shape;1517;p92"/>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92"/>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92"/>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92"/>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92"/>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92"/>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23" name="Google Shape;1523;p92"/>
            <p:cNvGrpSpPr/>
            <p:nvPr/>
          </p:nvGrpSpPr>
          <p:grpSpPr>
            <a:xfrm flipH="1">
              <a:off x="242270" y="4142425"/>
              <a:ext cx="175013" cy="27000"/>
              <a:chOff x="5662375" y="212375"/>
              <a:chExt cx="175013" cy="27000"/>
            </a:xfrm>
          </p:grpSpPr>
          <p:sp>
            <p:nvSpPr>
              <p:cNvPr id="1524" name="Google Shape;1524;p92"/>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92"/>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92"/>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527" name="Google Shape;1527;p92"/>
            <p:cNvCxnSpPr/>
            <p:nvPr/>
          </p:nvCxnSpPr>
          <p:spPr>
            <a:xfrm rot="10800000">
              <a:off x="5995050" y="226600"/>
              <a:ext cx="1504500" cy="224700"/>
            </a:xfrm>
            <a:prstGeom prst="straightConnector1">
              <a:avLst/>
            </a:prstGeom>
            <a:noFill/>
            <a:ln cap="flat" cmpd="sng" w="9525">
              <a:solidFill>
                <a:schemeClr val="dk2"/>
              </a:solidFill>
              <a:prstDash val="solid"/>
              <a:round/>
              <a:headEnd len="sm" w="sm" type="none"/>
              <a:tailEnd len="sm" w="sm" type="none"/>
            </a:ln>
          </p:spPr>
        </p:cxnSp>
        <p:cxnSp>
          <p:nvCxnSpPr>
            <p:cNvPr id="1528" name="Google Shape;1528;p92"/>
            <p:cNvCxnSpPr/>
            <p:nvPr/>
          </p:nvCxnSpPr>
          <p:spPr>
            <a:xfrm rot="10800000">
              <a:off x="7512925" y="457850"/>
              <a:ext cx="829500" cy="743400"/>
            </a:xfrm>
            <a:prstGeom prst="straightConnector1">
              <a:avLst/>
            </a:prstGeom>
            <a:noFill/>
            <a:ln cap="flat" cmpd="sng" w="9525">
              <a:solidFill>
                <a:schemeClr val="dk2"/>
              </a:solidFill>
              <a:prstDash val="solid"/>
              <a:round/>
              <a:headEnd len="sm" w="sm" type="none"/>
              <a:tailEnd len="sm" w="sm" type="none"/>
            </a:ln>
          </p:spPr>
        </p:cxnSp>
        <p:cxnSp>
          <p:nvCxnSpPr>
            <p:cNvPr id="1529" name="Google Shape;1529;p92"/>
            <p:cNvCxnSpPr/>
            <p:nvPr/>
          </p:nvCxnSpPr>
          <p:spPr>
            <a:xfrm flipH="1">
              <a:off x="8348975" y="-6625"/>
              <a:ext cx="796500" cy="1188000"/>
            </a:xfrm>
            <a:prstGeom prst="straightConnector1">
              <a:avLst/>
            </a:prstGeom>
            <a:noFill/>
            <a:ln cap="flat" cmpd="sng" w="9525">
              <a:solidFill>
                <a:schemeClr val="dk2"/>
              </a:solidFill>
              <a:prstDash val="solid"/>
              <a:round/>
              <a:headEnd len="sm" w="sm" type="none"/>
              <a:tailEnd len="sm" w="sm" type="none"/>
            </a:ln>
          </p:spPr>
        </p:cxnSp>
        <p:grpSp>
          <p:nvGrpSpPr>
            <p:cNvPr id="1530" name="Google Shape;1530;p92"/>
            <p:cNvGrpSpPr/>
            <p:nvPr/>
          </p:nvGrpSpPr>
          <p:grpSpPr>
            <a:xfrm>
              <a:off x="8064275" y="1040250"/>
              <a:ext cx="581800" cy="582350"/>
              <a:chOff x="8064275" y="887850"/>
              <a:chExt cx="581800" cy="582350"/>
            </a:xfrm>
          </p:grpSpPr>
          <p:sp>
            <p:nvSpPr>
              <p:cNvPr id="1531" name="Google Shape;1531;p9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9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9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p9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5" name="Google Shape;1535;p9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p9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7" name="Google Shape;1537;p92"/>
            <p:cNvGrpSpPr/>
            <p:nvPr/>
          </p:nvGrpSpPr>
          <p:grpSpPr>
            <a:xfrm>
              <a:off x="7353050" y="316275"/>
              <a:ext cx="292025" cy="292575"/>
              <a:chOff x="7353050" y="316275"/>
              <a:chExt cx="292025" cy="292575"/>
            </a:xfrm>
          </p:grpSpPr>
          <p:sp>
            <p:nvSpPr>
              <p:cNvPr id="1538" name="Google Shape;1538;p9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p9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p9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9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42" name="Google Shape;1542;p92"/>
            <p:cNvGrpSpPr/>
            <p:nvPr/>
          </p:nvGrpSpPr>
          <p:grpSpPr>
            <a:xfrm>
              <a:off x="8792300" y="321275"/>
              <a:ext cx="175000" cy="175000"/>
              <a:chOff x="8792300" y="321275"/>
              <a:chExt cx="175000" cy="175000"/>
            </a:xfrm>
          </p:grpSpPr>
          <p:sp>
            <p:nvSpPr>
              <p:cNvPr id="1543" name="Google Shape;1543;p9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9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p9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9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47" name="Google Shape;1547;p92"/>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92"/>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92"/>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92"/>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92"/>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92"/>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53" name="Google Shape;1553;p92"/>
            <p:cNvGrpSpPr/>
            <p:nvPr/>
          </p:nvGrpSpPr>
          <p:grpSpPr>
            <a:xfrm>
              <a:off x="8490050" y="170875"/>
              <a:ext cx="175013" cy="27000"/>
              <a:chOff x="5662375" y="212375"/>
              <a:chExt cx="175013" cy="27000"/>
            </a:xfrm>
          </p:grpSpPr>
          <p:sp>
            <p:nvSpPr>
              <p:cNvPr id="1554" name="Google Shape;1554;p9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p9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92"/>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7" name="Google Shape;1557;p92"/>
            <p:cNvGrpSpPr/>
            <p:nvPr/>
          </p:nvGrpSpPr>
          <p:grpSpPr>
            <a:xfrm>
              <a:off x="8678350" y="1658000"/>
              <a:ext cx="175013" cy="27000"/>
              <a:chOff x="5662375" y="212375"/>
              <a:chExt cx="175013" cy="27000"/>
            </a:xfrm>
          </p:grpSpPr>
          <p:sp>
            <p:nvSpPr>
              <p:cNvPr id="1558" name="Google Shape;1558;p9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9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9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p:cSld name="CUSTOM_1">
    <p:spTree>
      <p:nvGrpSpPr>
        <p:cNvPr id="1563" name="Shape 1563"/>
        <p:cNvGrpSpPr/>
        <p:nvPr/>
      </p:nvGrpSpPr>
      <p:grpSpPr>
        <a:xfrm>
          <a:off x="0" y="0"/>
          <a:ext cx="0" cy="0"/>
          <a:chOff x="0" y="0"/>
          <a:chExt cx="0" cy="0"/>
        </a:xfrm>
      </p:grpSpPr>
      <p:sp>
        <p:nvSpPr>
          <p:cNvPr id="1564" name="Google Shape;1564;g305cce1fc62_1_362"/>
          <p:cNvSpPr txBox="1"/>
          <p:nvPr>
            <p:ph type="title"/>
          </p:nvPr>
        </p:nvSpPr>
        <p:spPr>
          <a:xfrm>
            <a:off x="1719072" y="338328"/>
            <a:ext cx="5577900" cy="594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565" name="Google Shape;1565;g305cce1fc62_1_362"/>
          <p:cNvSpPr txBox="1"/>
          <p:nvPr>
            <p:ph idx="1" type="subTitle"/>
          </p:nvPr>
        </p:nvSpPr>
        <p:spPr>
          <a:xfrm>
            <a:off x="3694176" y="2414016"/>
            <a:ext cx="1764900" cy="32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1566" name="Google Shape;1566;g305cce1fc62_1_362"/>
          <p:cNvSpPr txBox="1"/>
          <p:nvPr>
            <p:ph idx="2" type="subTitle"/>
          </p:nvPr>
        </p:nvSpPr>
        <p:spPr>
          <a:xfrm>
            <a:off x="1024128" y="2414016"/>
            <a:ext cx="1764900" cy="32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1567" name="Google Shape;1567;g305cce1fc62_1_362"/>
          <p:cNvSpPr txBox="1"/>
          <p:nvPr>
            <p:ph idx="3" type="subTitle"/>
          </p:nvPr>
        </p:nvSpPr>
        <p:spPr>
          <a:xfrm>
            <a:off x="6355080" y="2414016"/>
            <a:ext cx="1764900" cy="32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1568" name="Google Shape;1568;g305cce1fc62_1_362"/>
          <p:cNvSpPr txBox="1"/>
          <p:nvPr>
            <p:ph idx="4" type="subTitle"/>
          </p:nvPr>
        </p:nvSpPr>
        <p:spPr>
          <a:xfrm>
            <a:off x="3694176" y="2825496"/>
            <a:ext cx="1764900" cy="107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1569" name="Google Shape;1569;g305cce1fc62_1_362"/>
          <p:cNvSpPr txBox="1"/>
          <p:nvPr>
            <p:ph idx="5" type="subTitle"/>
          </p:nvPr>
        </p:nvSpPr>
        <p:spPr>
          <a:xfrm>
            <a:off x="1024128" y="2825496"/>
            <a:ext cx="1764900" cy="107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1570" name="Google Shape;1570;g305cce1fc62_1_362"/>
          <p:cNvSpPr txBox="1"/>
          <p:nvPr>
            <p:ph idx="6" type="subTitle"/>
          </p:nvPr>
        </p:nvSpPr>
        <p:spPr>
          <a:xfrm>
            <a:off x="6355080" y="2825496"/>
            <a:ext cx="1764900" cy="1079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grpSp>
        <p:nvGrpSpPr>
          <p:cNvPr id="1571" name="Google Shape;1571;g305cce1fc62_1_362"/>
          <p:cNvGrpSpPr/>
          <p:nvPr/>
        </p:nvGrpSpPr>
        <p:grpSpPr>
          <a:xfrm>
            <a:off x="261711" y="-1158"/>
            <a:ext cx="8550327" cy="3981600"/>
            <a:chOff x="261711" y="-1158"/>
            <a:chExt cx="8550327" cy="3981600"/>
          </a:xfrm>
        </p:grpSpPr>
        <p:cxnSp>
          <p:nvCxnSpPr>
            <p:cNvPr id="1572" name="Google Shape;1572;g305cce1fc62_1_362"/>
            <p:cNvCxnSpPr/>
            <p:nvPr/>
          </p:nvCxnSpPr>
          <p:spPr>
            <a:xfrm>
              <a:off x="515925" y="-1158"/>
              <a:ext cx="0" cy="3981600"/>
            </a:xfrm>
            <a:prstGeom prst="straightConnector1">
              <a:avLst/>
            </a:prstGeom>
            <a:noFill/>
            <a:ln cap="flat" cmpd="sng" w="9525">
              <a:solidFill>
                <a:schemeClr val="dk1"/>
              </a:solidFill>
              <a:prstDash val="solid"/>
              <a:round/>
              <a:headEnd len="sm" w="sm" type="none"/>
              <a:tailEnd len="sm" w="sm" type="none"/>
            </a:ln>
          </p:spPr>
        </p:cxnSp>
        <p:cxnSp>
          <p:nvCxnSpPr>
            <p:cNvPr id="1573" name="Google Shape;1573;g305cce1fc62_1_362"/>
            <p:cNvCxnSpPr/>
            <p:nvPr/>
          </p:nvCxnSpPr>
          <p:spPr>
            <a:xfrm>
              <a:off x="8666025" y="-1158"/>
              <a:ext cx="0" cy="1902000"/>
            </a:xfrm>
            <a:prstGeom prst="straightConnector1">
              <a:avLst/>
            </a:prstGeom>
            <a:noFill/>
            <a:ln cap="flat" cmpd="sng" w="9525">
              <a:solidFill>
                <a:schemeClr val="dk1"/>
              </a:solidFill>
              <a:prstDash val="solid"/>
              <a:round/>
              <a:headEnd len="sm" w="sm" type="none"/>
              <a:tailEnd len="sm" w="sm" type="none"/>
            </a:ln>
          </p:spPr>
        </p:cxnSp>
        <p:grpSp>
          <p:nvGrpSpPr>
            <p:cNvPr id="1574" name="Google Shape;1574;g305cce1fc62_1_362"/>
            <p:cNvGrpSpPr/>
            <p:nvPr/>
          </p:nvGrpSpPr>
          <p:grpSpPr>
            <a:xfrm rot="10800000">
              <a:off x="343275" y="3300779"/>
              <a:ext cx="344736" cy="345385"/>
              <a:chOff x="7353050" y="316275"/>
              <a:chExt cx="292025" cy="292575"/>
            </a:xfrm>
          </p:grpSpPr>
          <p:sp>
            <p:nvSpPr>
              <p:cNvPr id="1575" name="Google Shape;1575;g305cce1fc62_1_36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g305cce1fc62_1_36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g305cce1fc62_1_36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g305cce1fc62_1_36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9" name="Google Shape;1579;g305cce1fc62_1_362"/>
            <p:cNvGrpSpPr/>
            <p:nvPr/>
          </p:nvGrpSpPr>
          <p:grpSpPr>
            <a:xfrm rot="10800000">
              <a:off x="8520013" y="714742"/>
              <a:ext cx="292025" cy="292575"/>
              <a:chOff x="7353050" y="316275"/>
              <a:chExt cx="292025" cy="292575"/>
            </a:xfrm>
          </p:grpSpPr>
          <p:sp>
            <p:nvSpPr>
              <p:cNvPr id="1580" name="Google Shape;1580;g305cce1fc62_1_36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g305cce1fc62_1_36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g305cce1fc62_1_36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g305cce1fc62_1_36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4" name="Google Shape;1584;g305cce1fc62_1_362"/>
            <p:cNvGrpSpPr/>
            <p:nvPr/>
          </p:nvGrpSpPr>
          <p:grpSpPr>
            <a:xfrm rot="10800000">
              <a:off x="261711" y="465077"/>
              <a:ext cx="507562" cy="507984"/>
              <a:chOff x="8064275" y="887850"/>
              <a:chExt cx="581800" cy="582350"/>
            </a:xfrm>
          </p:grpSpPr>
          <p:sp>
            <p:nvSpPr>
              <p:cNvPr id="1585" name="Google Shape;1585;g305cce1fc62_1_36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g305cce1fc62_1_36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g305cce1fc62_1_36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g305cce1fc62_1_36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g305cce1fc62_1_36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g305cce1fc62_1_36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91" name="Shape 1591"/>
        <p:cNvGrpSpPr/>
        <p:nvPr/>
      </p:nvGrpSpPr>
      <p:grpSpPr>
        <a:xfrm>
          <a:off x="0" y="0"/>
          <a:ext cx="0" cy="0"/>
          <a:chOff x="0" y="0"/>
          <a:chExt cx="0" cy="0"/>
        </a:xfrm>
      </p:grpSpPr>
      <p:sp>
        <p:nvSpPr>
          <p:cNvPr id="1592" name="Google Shape;1592;g305cce1fc62_1_233"/>
          <p:cNvSpPr txBox="1"/>
          <p:nvPr>
            <p:ph type="title"/>
          </p:nvPr>
        </p:nvSpPr>
        <p:spPr>
          <a:xfrm>
            <a:off x="1823475" y="338328"/>
            <a:ext cx="5496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1593" name="Google Shape;1593;g305cce1fc62_1_233"/>
          <p:cNvGrpSpPr/>
          <p:nvPr/>
        </p:nvGrpSpPr>
        <p:grpSpPr>
          <a:xfrm>
            <a:off x="432850" y="0"/>
            <a:ext cx="8278300" cy="5165700"/>
            <a:chOff x="432850" y="0"/>
            <a:chExt cx="8278300" cy="5165700"/>
          </a:xfrm>
        </p:grpSpPr>
        <p:cxnSp>
          <p:nvCxnSpPr>
            <p:cNvPr id="1594" name="Google Shape;1594;g305cce1fc62_1_233"/>
            <p:cNvCxnSpPr/>
            <p:nvPr/>
          </p:nvCxnSpPr>
          <p:spPr>
            <a:xfrm rot="10800000">
              <a:off x="8420275" y="2664300"/>
              <a:ext cx="0" cy="2501400"/>
            </a:xfrm>
            <a:prstGeom prst="straightConnector1">
              <a:avLst/>
            </a:prstGeom>
            <a:noFill/>
            <a:ln cap="flat" cmpd="sng" w="9525">
              <a:solidFill>
                <a:schemeClr val="dk1"/>
              </a:solidFill>
              <a:prstDash val="solid"/>
              <a:round/>
              <a:headEnd len="sm" w="sm" type="none"/>
              <a:tailEnd len="sm" w="sm" type="none"/>
            </a:ln>
          </p:spPr>
        </p:cxnSp>
        <p:grpSp>
          <p:nvGrpSpPr>
            <p:cNvPr id="1595" name="Google Shape;1595;g305cce1fc62_1_233"/>
            <p:cNvGrpSpPr/>
            <p:nvPr/>
          </p:nvGrpSpPr>
          <p:grpSpPr>
            <a:xfrm>
              <a:off x="8129350" y="4292175"/>
              <a:ext cx="581800" cy="582350"/>
              <a:chOff x="8064275" y="887850"/>
              <a:chExt cx="581800" cy="582350"/>
            </a:xfrm>
          </p:grpSpPr>
          <p:sp>
            <p:nvSpPr>
              <p:cNvPr id="1596" name="Google Shape;1596;g305cce1fc62_1_23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g305cce1fc62_1_23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g305cce1fc62_1_23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g305cce1fc62_1_23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g305cce1fc62_1_23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g305cce1fc62_1_23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02" name="Google Shape;1602;g305cce1fc62_1_233"/>
            <p:cNvGrpSpPr/>
            <p:nvPr/>
          </p:nvGrpSpPr>
          <p:grpSpPr>
            <a:xfrm>
              <a:off x="8274238" y="3720600"/>
              <a:ext cx="292025" cy="292575"/>
              <a:chOff x="7353050" y="316275"/>
              <a:chExt cx="292025" cy="292575"/>
            </a:xfrm>
          </p:grpSpPr>
          <p:sp>
            <p:nvSpPr>
              <p:cNvPr id="1603" name="Google Shape;1603;g305cce1fc62_1_23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g305cce1fc62_1_23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g305cce1fc62_1_23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g305cce1fc62_1_23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07" name="Google Shape;1607;g305cce1fc62_1_233"/>
            <p:cNvGrpSpPr/>
            <p:nvPr/>
          </p:nvGrpSpPr>
          <p:grpSpPr>
            <a:xfrm>
              <a:off x="8332763" y="3212475"/>
              <a:ext cx="175000" cy="175000"/>
              <a:chOff x="8792300" y="321275"/>
              <a:chExt cx="175000" cy="175000"/>
            </a:xfrm>
          </p:grpSpPr>
          <p:sp>
            <p:nvSpPr>
              <p:cNvPr id="1608" name="Google Shape;1608;g305cce1fc62_1_23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g305cce1fc62_1_23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g305cce1fc62_1_23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g305cce1fc62_1_23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612" name="Google Shape;1612;g305cce1fc62_1_233"/>
            <p:cNvCxnSpPr/>
            <p:nvPr/>
          </p:nvCxnSpPr>
          <p:spPr>
            <a:xfrm>
              <a:off x="723725" y="613"/>
              <a:ext cx="0" cy="2501400"/>
            </a:xfrm>
            <a:prstGeom prst="straightConnector1">
              <a:avLst/>
            </a:prstGeom>
            <a:noFill/>
            <a:ln cap="flat" cmpd="sng" w="9525">
              <a:solidFill>
                <a:schemeClr val="dk1"/>
              </a:solidFill>
              <a:prstDash val="solid"/>
              <a:round/>
              <a:headEnd len="sm" w="sm" type="none"/>
              <a:tailEnd len="sm" w="sm" type="none"/>
            </a:ln>
          </p:spPr>
        </p:cxnSp>
        <p:grpSp>
          <p:nvGrpSpPr>
            <p:cNvPr id="1613" name="Google Shape;1613;g305cce1fc62_1_233"/>
            <p:cNvGrpSpPr/>
            <p:nvPr/>
          </p:nvGrpSpPr>
          <p:grpSpPr>
            <a:xfrm rot="10800000">
              <a:off x="432850" y="291788"/>
              <a:ext cx="581800" cy="582350"/>
              <a:chOff x="8064275" y="887850"/>
              <a:chExt cx="581800" cy="582350"/>
            </a:xfrm>
          </p:grpSpPr>
          <p:sp>
            <p:nvSpPr>
              <p:cNvPr id="1614" name="Google Shape;1614;g305cce1fc62_1_23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g305cce1fc62_1_23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g305cce1fc62_1_23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g305cce1fc62_1_23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g305cce1fc62_1_23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g305cce1fc62_1_23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0" name="Google Shape;1620;g305cce1fc62_1_233"/>
            <p:cNvGrpSpPr/>
            <p:nvPr/>
          </p:nvGrpSpPr>
          <p:grpSpPr>
            <a:xfrm rot="10800000">
              <a:off x="577738" y="1153138"/>
              <a:ext cx="292025" cy="292575"/>
              <a:chOff x="7353050" y="316275"/>
              <a:chExt cx="292025" cy="292575"/>
            </a:xfrm>
          </p:grpSpPr>
          <p:sp>
            <p:nvSpPr>
              <p:cNvPr id="1621" name="Google Shape;1621;g305cce1fc62_1_23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g305cce1fc62_1_23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g305cce1fc62_1_23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g305cce1fc62_1_23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5" name="Google Shape;1625;g305cce1fc62_1_233"/>
            <p:cNvGrpSpPr/>
            <p:nvPr/>
          </p:nvGrpSpPr>
          <p:grpSpPr>
            <a:xfrm rot="10800000">
              <a:off x="636238" y="1778838"/>
              <a:ext cx="175000" cy="175000"/>
              <a:chOff x="8792300" y="321275"/>
              <a:chExt cx="175000" cy="175000"/>
            </a:xfrm>
          </p:grpSpPr>
          <p:sp>
            <p:nvSpPr>
              <p:cNvPr id="1626" name="Google Shape;1626;g305cce1fc62_1_23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g305cce1fc62_1_23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g305cce1fc62_1_23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g305cce1fc62_1_23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0" name="Google Shape;1630;g305cce1fc62_1_233"/>
            <p:cNvGrpSpPr/>
            <p:nvPr/>
          </p:nvGrpSpPr>
          <p:grpSpPr>
            <a:xfrm>
              <a:off x="432850" y="2003163"/>
              <a:ext cx="175013" cy="27000"/>
              <a:chOff x="5662375" y="212375"/>
              <a:chExt cx="175013" cy="27000"/>
            </a:xfrm>
          </p:grpSpPr>
          <p:sp>
            <p:nvSpPr>
              <p:cNvPr id="1631" name="Google Shape;1631;g305cce1fc62_1_23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g305cce1fc62_1_23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g305cce1fc62_1_23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4" name="Google Shape;1634;g305cce1fc62_1_233"/>
            <p:cNvGrpSpPr/>
            <p:nvPr/>
          </p:nvGrpSpPr>
          <p:grpSpPr>
            <a:xfrm>
              <a:off x="788100" y="208488"/>
              <a:ext cx="175013" cy="27000"/>
              <a:chOff x="5662375" y="212375"/>
              <a:chExt cx="175013" cy="27000"/>
            </a:xfrm>
          </p:grpSpPr>
          <p:sp>
            <p:nvSpPr>
              <p:cNvPr id="1635" name="Google Shape;1635;g305cce1fc62_1_23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g305cce1fc62_1_23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g305cce1fc62_1_23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8" name="Google Shape;1638;g305cce1fc62_1_233"/>
            <p:cNvGrpSpPr/>
            <p:nvPr/>
          </p:nvGrpSpPr>
          <p:grpSpPr>
            <a:xfrm>
              <a:off x="8129350" y="4988725"/>
              <a:ext cx="175013" cy="27000"/>
              <a:chOff x="5662375" y="212375"/>
              <a:chExt cx="175013" cy="27000"/>
            </a:xfrm>
          </p:grpSpPr>
          <p:sp>
            <p:nvSpPr>
              <p:cNvPr id="1639" name="Google Shape;1639;g305cce1fc62_1_23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g305cce1fc62_1_23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g305cce1fc62_1_23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42" name="Google Shape;1642;g305cce1fc62_1_233"/>
            <p:cNvGrpSpPr/>
            <p:nvPr/>
          </p:nvGrpSpPr>
          <p:grpSpPr>
            <a:xfrm>
              <a:off x="8497550" y="3429425"/>
              <a:ext cx="175013" cy="27000"/>
              <a:chOff x="5662375" y="212375"/>
              <a:chExt cx="175013" cy="27000"/>
            </a:xfrm>
          </p:grpSpPr>
          <p:sp>
            <p:nvSpPr>
              <p:cNvPr id="1643" name="Google Shape;1643;g305cce1fc62_1_23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g305cce1fc62_1_23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g305cce1fc62_1_23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646" name="Google Shape;1646;g305cce1fc62_1_233"/>
            <p:cNvCxnSpPr/>
            <p:nvPr/>
          </p:nvCxnSpPr>
          <p:spPr>
            <a:xfrm>
              <a:off x="8407225" y="0"/>
              <a:ext cx="0" cy="2160900"/>
            </a:xfrm>
            <a:prstGeom prst="straightConnector1">
              <a:avLst/>
            </a:prstGeom>
            <a:noFill/>
            <a:ln cap="flat" cmpd="sng" w="9525">
              <a:solidFill>
                <a:schemeClr val="dk1"/>
              </a:solidFill>
              <a:prstDash val="solid"/>
              <a:round/>
              <a:headEnd len="sm" w="sm" type="none"/>
              <a:tailEnd len="sm" w="sm" type="none"/>
            </a:ln>
          </p:spPr>
        </p:cxnSp>
        <p:cxnSp>
          <p:nvCxnSpPr>
            <p:cNvPr id="1647" name="Google Shape;1647;g305cce1fc62_1_233"/>
            <p:cNvCxnSpPr/>
            <p:nvPr/>
          </p:nvCxnSpPr>
          <p:spPr>
            <a:xfrm>
              <a:off x="718025" y="2985634"/>
              <a:ext cx="0" cy="2160900"/>
            </a:xfrm>
            <a:prstGeom prst="straightConnector1">
              <a:avLst/>
            </a:prstGeom>
            <a:noFill/>
            <a:ln cap="flat" cmpd="sng" w="9525">
              <a:solidFill>
                <a:schemeClr val="dk1"/>
              </a:solidFill>
              <a:prstDash val="solid"/>
              <a:round/>
              <a:headEnd len="sm" w="sm" type="none"/>
              <a:tailEnd len="sm" w="sm" type="none"/>
            </a:ln>
          </p:spPr>
        </p:cxnSp>
        <p:sp>
          <p:nvSpPr>
            <p:cNvPr id="1648" name="Google Shape;1648;g305cce1fc62_1_233"/>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g305cce1fc62_1_233"/>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g305cce1fc62_1_233"/>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g305cce1fc62_1_233"/>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52" name="Shape 1652"/>
        <p:cNvGrpSpPr/>
        <p:nvPr/>
      </p:nvGrpSpPr>
      <p:grpSpPr>
        <a:xfrm>
          <a:off x="0" y="0"/>
          <a:ext cx="0" cy="0"/>
          <a:chOff x="0" y="0"/>
          <a:chExt cx="0" cy="0"/>
        </a:xfrm>
      </p:grpSpPr>
      <p:sp>
        <p:nvSpPr>
          <p:cNvPr id="1653" name="Google Shape;1653;g305cce1fc62_1_2"/>
          <p:cNvSpPr txBox="1"/>
          <p:nvPr>
            <p:ph type="ctrTitle"/>
          </p:nvPr>
        </p:nvSpPr>
        <p:spPr>
          <a:xfrm>
            <a:off x="5248656" y="2002536"/>
            <a:ext cx="3264300" cy="17922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5200"/>
              <a:buNone/>
              <a:defRPr sz="5200"/>
            </a:lvl1pPr>
            <a:lvl2pPr lvl="1" algn="r">
              <a:lnSpc>
                <a:spcPct val="100000"/>
              </a:lnSpc>
              <a:spcBef>
                <a:spcPts val="0"/>
              </a:spcBef>
              <a:spcAft>
                <a:spcPts val="0"/>
              </a:spcAft>
              <a:buSzPts val="5200"/>
              <a:buNone/>
              <a:defRPr sz="5200"/>
            </a:lvl2pPr>
            <a:lvl3pPr lvl="2" algn="r">
              <a:lnSpc>
                <a:spcPct val="100000"/>
              </a:lnSpc>
              <a:spcBef>
                <a:spcPts val="0"/>
              </a:spcBef>
              <a:spcAft>
                <a:spcPts val="0"/>
              </a:spcAft>
              <a:buSzPts val="5200"/>
              <a:buNone/>
              <a:defRPr sz="5200"/>
            </a:lvl3pPr>
            <a:lvl4pPr lvl="3" algn="r">
              <a:lnSpc>
                <a:spcPct val="100000"/>
              </a:lnSpc>
              <a:spcBef>
                <a:spcPts val="0"/>
              </a:spcBef>
              <a:spcAft>
                <a:spcPts val="0"/>
              </a:spcAft>
              <a:buSzPts val="5200"/>
              <a:buNone/>
              <a:defRPr sz="5200"/>
            </a:lvl4pPr>
            <a:lvl5pPr lvl="4" algn="r">
              <a:lnSpc>
                <a:spcPct val="100000"/>
              </a:lnSpc>
              <a:spcBef>
                <a:spcPts val="0"/>
              </a:spcBef>
              <a:spcAft>
                <a:spcPts val="0"/>
              </a:spcAft>
              <a:buSzPts val="5200"/>
              <a:buNone/>
              <a:defRPr sz="5200"/>
            </a:lvl5pPr>
            <a:lvl6pPr lvl="5" algn="r">
              <a:lnSpc>
                <a:spcPct val="100000"/>
              </a:lnSpc>
              <a:spcBef>
                <a:spcPts val="0"/>
              </a:spcBef>
              <a:spcAft>
                <a:spcPts val="0"/>
              </a:spcAft>
              <a:buSzPts val="5200"/>
              <a:buNone/>
              <a:defRPr sz="5200"/>
            </a:lvl6pPr>
            <a:lvl7pPr lvl="6" algn="r">
              <a:lnSpc>
                <a:spcPct val="100000"/>
              </a:lnSpc>
              <a:spcBef>
                <a:spcPts val="0"/>
              </a:spcBef>
              <a:spcAft>
                <a:spcPts val="0"/>
              </a:spcAft>
              <a:buSzPts val="5200"/>
              <a:buNone/>
              <a:defRPr sz="5200"/>
            </a:lvl7pPr>
            <a:lvl8pPr lvl="7" algn="r">
              <a:lnSpc>
                <a:spcPct val="100000"/>
              </a:lnSpc>
              <a:spcBef>
                <a:spcPts val="0"/>
              </a:spcBef>
              <a:spcAft>
                <a:spcPts val="0"/>
              </a:spcAft>
              <a:buSzPts val="5200"/>
              <a:buNone/>
              <a:defRPr sz="5200"/>
            </a:lvl8pPr>
            <a:lvl9pPr lvl="8" algn="r">
              <a:lnSpc>
                <a:spcPct val="100000"/>
              </a:lnSpc>
              <a:spcBef>
                <a:spcPts val="0"/>
              </a:spcBef>
              <a:spcAft>
                <a:spcPts val="0"/>
              </a:spcAft>
              <a:buSzPts val="5200"/>
              <a:buNone/>
              <a:defRPr sz="5200"/>
            </a:lvl9pPr>
          </a:lstStyle>
          <a:p/>
        </p:txBody>
      </p:sp>
      <p:sp>
        <p:nvSpPr>
          <p:cNvPr id="1654" name="Google Shape;1654;g305cce1fc62_1_2"/>
          <p:cNvSpPr txBox="1"/>
          <p:nvPr>
            <p:ph idx="1" type="subTitle"/>
          </p:nvPr>
        </p:nvSpPr>
        <p:spPr>
          <a:xfrm>
            <a:off x="5248656" y="3721608"/>
            <a:ext cx="3264300" cy="8961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r">
              <a:lnSpc>
                <a:spcPct val="100000"/>
              </a:lnSpc>
              <a:spcBef>
                <a:spcPts val="0"/>
              </a:spcBef>
              <a:spcAft>
                <a:spcPts val="0"/>
              </a:spcAft>
              <a:buClr>
                <a:schemeClr val="accent1"/>
              </a:buClr>
              <a:buSzPts val="2800"/>
              <a:buFont typeface="Barlow Semi Condensed Medium"/>
              <a:buNone/>
              <a:defRPr b="0" i="0" sz="2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1655" name="Google Shape;1655;g305cce1fc62_1_2"/>
          <p:cNvCxnSpPr/>
          <p:nvPr/>
        </p:nvCxnSpPr>
        <p:spPr>
          <a:xfrm flipH="1">
            <a:off x="5827050" y="451300"/>
            <a:ext cx="1672500" cy="126000"/>
          </a:xfrm>
          <a:prstGeom prst="straightConnector1">
            <a:avLst/>
          </a:prstGeom>
          <a:noFill/>
          <a:ln cap="flat" cmpd="sng" w="9525">
            <a:solidFill>
              <a:schemeClr val="dk1"/>
            </a:solidFill>
            <a:prstDash val="solid"/>
            <a:round/>
            <a:headEnd len="sm" w="sm" type="none"/>
            <a:tailEnd len="sm" w="sm" type="none"/>
          </a:ln>
        </p:spPr>
      </p:cxnSp>
      <p:cxnSp>
        <p:nvCxnSpPr>
          <p:cNvPr id="1656" name="Google Shape;1656;g305cce1fc62_1_2"/>
          <p:cNvCxnSpPr/>
          <p:nvPr/>
        </p:nvCxnSpPr>
        <p:spPr>
          <a:xfrm rot="10800000">
            <a:off x="7512925" y="457850"/>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1657" name="Google Shape;1657;g305cce1fc62_1_2"/>
          <p:cNvCxnSpPr/>
          <p:nvPr/>
        </p:nvCxnSpPr>
        <p:spPr>
          <a:xfrm flipH="1">
            <a:off x="8348975" y="-6625"/>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1658" name="Google Shape;1658;g305cce1fc62_1_2"/>
          <p:cNvGrpSpPr/>
          <p:nvPr/>
        </p:nvGrpSpPr>
        <p:grpSpPr>
          <a:xfrm>
            <a:off x="8064275" y="887850"/>
            <a:ext cx="581800" cy="582350"/>
            <a:chOff x="8064275" y="887850"/>
            <a:chExt cx="581800" cy="582350"/>
          </a:xfrm>
        </p:grpSpPr>
        <p:sp>
          <p:nvSpPr>
            <p:cNvPr id="1659" name="Google Shape;1659;g305cce1fc62_1_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g305cce1fc62_1_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g305cce1fc62_1_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g305cce1fc62_1_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g305cce1fc62_1_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g305cce1fc62_1_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65" name="Google Shape;1665;g305cce1fc62_1_2"/>
          <p:cNvGrpSpPr/>
          <p:nvPr/>
        </p:nvGrpSpPr>
        <p:grpSpPr>
          <a:xfrm>
            <a:off x="7353050" y="316275"/>
            <a:ext cx="292025" cy="292575"/>
            <a:chOff x="7353050" y="316275"/>
            <a:chExt cx="292025" cy="292575"/>
          </a:xfrm>
        </p:grpSpPr>
        <p:sp>
          <p:nvSpPr>
            <p:cNvPr id="1666" name="Google Shape;1666;g305cce1fc62_1_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7" name="Google Shape;1667;g305cce1fc62_1_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g305cce1fc62_1_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g305cce1fc62_1_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70" name="Google Shape;1670;g305cce1fc62_1_2"/>
          <p:cNvSpPr/>
          <p:nvPr/>
        </p:nvSpPr>
        <p:spPr>
          <a:xfrm>
            <a:off x="5690580" y="4258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g305cce1fc62_1_2"/>
          <p:cNvSpPr/>
          <p:nvPr/>
        </p:nvSpPr>
        <p:spPr>
          <a:xfrm>
            <a:off x="5688325" y="4232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g305cce1fc62_1_2"/>
          <p:cNvSpPr/>
          <p:nvPr/>
        </p:nvSpPr>
        <p:spPr>
          <a:xfrm>
            <a:off x="5727069" y="4623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g305cce1fc62_1_2"/>
          <p:cNvSpPr/>
          <p:nvPr/>
        </p:nvSpPr>
        <p:spPr>
          <a:xfrm>
            <a:off x="5724827" y="4597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g305cce1fc62_1_2"/>
          <p:cNvSpPr/>
          <p:nvPr/>
        </p:nvSpPr>
        <p:spPr>
          <a:xfrm>
            <a:off x="5766657" y="5018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5" name="Google Shape;1675;g305cce1fc62_1_2"/>
          <p:cNvSpPr/>
          <p:nvPr/>
        </p:nvSpPr>
        <p:spPr>
          <a:xfrm>
            <a:off x="5764415" y="4996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76" name="Google Shape;1676;g305cce1fc62_1_2"/>
          <p:cNvGrpSpPr/>
          <p:nvPr/>
        </p:nvGrpSpPr>
        <p:grpSpPr>
          <a:xfrm>
            <a:off x="5443350" y="289275"/>
            <a:ext cx="175013" cy="27000"/>
            <a:chOff x="5662375" y="212375"/>
            <a:chExt cx="175013" cy="27000"/>
          </a:xfrm>
        </p:grpSpPr>
        <p:sp>
          <p:nvSpPr>
            <p:cNvPr id="1677" name="Google Shape;1677;g305cce1fc62_1_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g305cce1fc62_1_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g305cce1fc62_1_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0" name="Google Shape;1680;g305cce1fc62_1_2"/>
          <p:cNvGrpSpPr/>
          <p:nvPr/>
        </p:nvGrpSpPr>
        <p:grpSpPr>
          <a:xfrm>
            <a:off x="8490050" y="170875"/>
            <a:ext cx="175013" cy="27000"/>
            <a:chOff x="5662375" y="212375"/>
            <a:chExt cx="175013" cy="27000"/>
          </a:xfrm>
        </p:grpSpPr>
        <p:sp>
          <p:nvSpPr>
            <p:cNvPr id="1681" name="Google Shape;1681;g305cce1fc62_1_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g305cce1fc62_1_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g305cce1fc62_1_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4" name="Google Shape;1684;g305cce1fc62_1_2"/>
          <p:cNvGrpSpPr/>
          <p:nvPr/>
        </p:nvGrpSpPr>
        <p:grpSpPr>
          <a:xfrm>
            <a:off x="8068750" y="1581800"/>
            <a:ext cx="175013" cy="27000"/>
            <a:chOff x="5662375" y="212375"/>
            <a:chExt cx="175013" cy="27000"/>
          </a:xfrm>
        </p:grpSpPr>
        <p:sp>
          <p:nvSpPr>
            <p:cNvPr id="1685" name="Google Shape;1685;g305cce1fc62_1_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g305cce1fc62_1_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g305cce1fc62_1_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688" name="Shape 1688"/>
        <p:cNvGrpSpPr/>
        <p:nvPr/>
      </p:nvGrpSpPr>
      <p:grpSpPr>
        <a:xfrm>
          <a:off x="0" y="0"/>
          <a:ext cx="0" cy="0"/>
          <a:chOff x="0" y="0"/>
          <a:chExt cx="0" cy="0"/>
        </a:xfrm>
      </p:grpSpPr>
      <p:sp>
        <p:nvSpPr>
          <p:cNvPr id="1689" name="Google Shape;1689;g305cce1fc62_1_38"/>
          <p:cNvSpPr txBox="1"/>
          <p:nvPr>
            <p:ph type="title"/>
          </p:nvPr>
        </p:nvSpPr>
        <p:spPr>
          <a:xfrm>
            <a:off x="5907024" y="356616"/>
            <a:ext cx="2615100" cy="5760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800"/>
              <a:buNone/>
              <a:defRPr/>
            </a:lvl1pPr>
            <a:lvl2pPr lvl="1" algn="r">
              <a:lnSpc>
                <a:spcPct val="100000"/>
              </a:lnSpc>
              <a:spcBef>
                <a:spcPts val="0"/>
              </a:spcBef>
              <a:spcAft>
                <a:spcPts val="0"/>
              </a:spcAft>
              <a:buSzPts val="2800"/>
              <a:buNone/>
              <a:defRPr/>
            </a:lvl2pPr>
            <a:lvl3pPr lvl="2" algn="r">
              <a:lnSpc>
                <a:spcPct val="100000"/>
              </a:lnSpc>
              <a:spcBef>
                <a:spcPts val="0"/>
              </a:spcBef>
              <a:spcAft>
                <a:spcPts val="0"/>
              </a:spcAft>
              <a:buSzPts val="2800"/>
              <a:buNone/>
              <a:defRPr/>
            </a:lvl3pPr>
            <a:lvl4pPr lvl="3" algn="r">
              <a:lnSpc>
                <a:spcPct val="100000"/>
              </a:lnSpc>
              <a:spcBef>
                <a:spcPts val="0"/>
              </a:spcBef>
              <a:spcAft>
                <a:spcPts val="0"/>
              </a:spcAft>
              <a:buSzPts val="2800"/>
              <a:buNone/>
              <a:defRPr/>
            </a:lvl4pPr>
            <a:lvl5pPr lvl="4" algn="r">
              <a:lnSpc>
                <a:spcPct val="100000"/>
              </a:lnSpc>
              <a:spcBef>
                <a:spcPts val="0"/>
              </a:spcBef>
              <a:spcAft>
                <a:spcPts val="0"/>
              </a:spcAft>
              <a:buSzPts val="2800"/>
              <a:buNone/>
              <a:defRPr/>
            </a:lvl5pPr>
            <a:lvl6pPr lvl="5" algn="r">
              <a:lnSpc>
                <a:spcPct val="100000"/>
              </a:lnSpc>
              <a:spcBef>
                <a:spcPts val="0"/>
              </a:spcBef>
              <a:spcAft>
                <a:spcPts val="0"/>
              </a:spcAft>
              <a:buSzPts val="2800"/>
              <a:buNone/>
              <a:defRPr/>
            </a:lvl6pPr>
            <a:lvl7pPr lvl="6" algn="r">
              <a:lnSpc>
                <a:spcPct val="100000"/>
              </a:lnSpc>
              <a:spcBef>
                <a:spcPts val="0"/>
              </a:spcBef>
              <a:spcAft>
                <a:spcPts val="0"/>
              </a:spcAft>
              <a:buSzPts val="2800"/>
              <a:buNone/>
              <a:defRPr/>
            </a:lvl7pPr>
            <a:lvl8pPr lvl="7" algn="r">
              <a:lnSpc>
                <a:spcPct val="100000"/>
              </a:lnSpc>
              <a:spcBef>
                <a:spcPts val="0"/>
              </a:spcBef>
              <a:spcAft>
                <a:spcPts val="0"/>
              </a:spcAft>
              <a:buSzPts val="2800"/>
              <a:buNone/>
              <a:defRPr/>
            </a:lvl8pPr>
            <a:lvl9pPr lvl="8" algn="r">
              <a:lnSpc>
                <a:spcPct val="100000"/>
              </a:lnSpc>
              <a:spcBef>
                <a:spcPts val="0"/>
              </a:spcBef>
              <a:spcAft>
                <a:spcPts val="0"/>
              </a:spcAft>
              <a:buSzPts val="2800"/>
              <a:buNone/>
              <a:defRPr/>
            </a:lvl9pPr>
          </a:lstStyle>
          <a:p/>
        </p:txBody>
      </p:sp>
      <p:sp>
        <p:nvSpPr>
          <p:cNvPr id="1690" name="Google Shape;1690;g305cce1fc62_1_38"/>
          <p:cNvSpPr txBox="1"/>
          <p:nvPr>
            <p:ph idx="1" type="subTitle"/>
          </p:nvPr>
        </p:nvSpPr>
        <p:spPr>
          <a:xfrm>
            <a:off x="1664208" y="429768"/>
            <a:ext cx="2615100" cy="384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1691" name="Google Shape;1691;g305cce1fc62_1_38"/>
          <p:cNvSpPr txBox="1"/>
          <p:nvPr>
            <p:ph idx="2" type="subTitle"/>
          </p:nvPr>
        </p:nvSpPr>
        <p:spPr>
          <a:xfrm>
            <a:off x="1664208" y="713232"/>
            <a:ext cx="2615100" cy="576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1692" name="Google Shape;1692;g305cce1fc62_1_38"/>
          <p:cNvSpPr txBox="1"/>
          <p:nvPr>
            <p:ph idx="3" type="subTitle"/>
          </p:nvPr>
        </p:nvSpPr>
        <p:spPr>
          <a:xfrm>
            <a:off x="1664208" y="1508760"/>
            <a:ext cx="2615100" cy="384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1693" name="Google Shape;1693;g305cce1fc62_1_38"/>
          <p:cNvSpPr txBox="1"/>
          <p:nvPr>
            <p:ph idx="4" type="subTitle"/>
          </p:nvPr>
        </p:nvSpPr>
        <p:spPr>
          <a:xfrm>
            <a:off x="1664208" y="1792224"/>
            <a:ext cx="2615100" cy="576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1694" name="Google Shape;1694;g305cce1fc62_1_38"/>
          <p:cNvSpPr txBox="1"/>
          <p:nvPr>
            <p:ph idx="5" type="subTitle"/>
          </p:nvPr>
        </p:nvSpPr>
        <p:spPr>
          <a:xfrm>
            <a:off x="1664208" y="2587752"/>
            <a:ext cx="2615100" cy="384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1695" name="Google Shape;1695;g305cce1fc62_1_38"/>
          <p:cNvSpPr txBox="1"/>
          <p:nvPr>
            <p:ph idx="6" type="subTitle"/>
          </p:nvPr>
        </p:nvSpPr>
        <p:spPr>
          <a:xfrm>
            <a:off x="1664208" y="2871216"/>
            <a:ext cx="2615100" cy="576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1696" name="Google Shape;1696;g305cce1fc62_1_38"/>
          <p:cNvSpPr txBox="1"/>
          <p:nvPr>
            <p:ph idx="7" type="subTitle"/>
          </p:nvPr>
        </p:nvSpPr>
        <p:spPr>
          <a:xfrm>
            <a:off x="1664208" y="3666744"/>
            <a:ext cx="2615100" cy="384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1697" name="Google Shape;1697;g305cce1fc62_1_38"/>
          <p:cNvSpPr txBox="1"/>
          <p:nvPr>
            <p:ph idx="8" type="subTitle"/>
          </p:nvPr>
        </p:nvSpPr>
        <p:spPr>
          <a:xfrm>
            <a:off x="1664208" y="3950208"/>
            <a:ext cx="2615100" cy="576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1698" name="Google Shape;1698;g305cce1fc62_1_38"/>
          <p:cNvSpPr txBox="1"/>
          <p:nvPr>
            <p:ph idx="9" type="title"/>
          </p:nvPr>
        </p:nvSpPr>
        <p:spPr>
          <a:xfrm>
            <a:off x="813816" y="722376"/>
            <a:ext cx="457200" cy="34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1699" name="Google Shape;1699;g305cce1fc62_1_38"/>
          <p:cNvSpPr txBox="1"/>
          <p:nvPr>
            <p:ph idx="13" type="title"/>
          </p:nvPr>
        </p:nvSpPr>
        <p:spPr>
          <a:xfrm>
            <a:off x="813816" y="1801368"/>
            <a:ext cx="457200" cy="34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1700" name="Google Shape;1700;g305cce1fc62_1_38"/>
          <p:cNvSpPr txBox="1"/>
          <p:nvPr>
            <p:ph idx="14" type="title"/>
          </p:nvPr>
        </p:nvSpPr>
        <p:spPr>
          <a:xfrm>
            <a:off x="813816" y="2880360"/>
            <a:ext cx="457200" cy="34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1701" name="Google Shape;1701;g305cce1fc62_1_38"/>
          <p:cNvSpPr txBox="1"/>
          <p:nvPr>
            <p:ph idx="15" type="title"/>
          </p:nvPr>
        </p:nvSpPr>
        <p:spPr>
          <a:xfrm>
            <a:off x="813816" y="3959352"/>
            <a:ext cx="457200" cy="34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02" name="Shape 1702"/>
        <p:cNvGrpSpPr/>
        <p:nvPr/>
      </p:nvGrpSpPr>
      <p:grpSpPr>
        <a:xfrm>
          <a:off x="0" y="0"/>
          <a:ext cx="0" cy="0"/>
          <a:chOff x="0" y="0"/>
          <a:chExt cx="0" cy="0"/>
        </a:xfrm>
      </p:grpSpPr>
      <p:grpSp>
        <p:nvGrpSpPr>
          <p:cNvPr id="1703" name="Google Shape;1703;g305cce1fc62_1_52"/>
          <p:cNvGrpSpPr/>
          <p:nvPr/>
        </p:nvGrpSpPr>
        <p:grpSpPr>
          <a:xfrm>
            <a:off x="2132649" y="713253"/>
            <a:ext cx="4878702" cy="3717004"/>
            <a:chOff x="399425" y="238125"/>
            <a:chExt cx="6810025" cy="5187000"/>
          </a:xfrm>
        </p:grpSpPr>
        <p:sp>
          <p:nvSpPr>
            <p:cNvPr id="1704" name="Google Shape;1704;g305cce1fc62_1_52"/>
            <p:cNvSpPr/>
            <p:nvPr/>
          </p:nvSpPr>
          <p:spPr>
            <a:xfrm>
              <a:off x="399425" y="238325"/>
              <a:ext cx="6810025" cy="5186100"/>
            </a:xfrm>
            <a:custGeom>
              <a:rect b="b" l="l" r="r" t="t"/>
              <a:pathLst>
                <a:path extrusionOk="0" h="207444" w="272401">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g305cce1fc62_1_52"/>
            <p:cNvSpPr/>
            <p:nvPr/>
          </p:nvSpPr>
          <p:spPr>
            <a:xfrm>
              <a:off x="491875" y="238125"/>
              <a:ext cx="6575225" cy="5187000"/>
            </a:xfrm>
            <a:custGeom>
              <a:rect b="b" l="l" r="r" t="t"/>
              <a:pathLst>
                <a:path extrusionOk="0" h="207480" w="263009">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06" name="Google Shape;1706;g305cce1fc62_1_52"/>
          <p:cNvSpPr txBox="1"/>
          <p:nvPr>
            <p:ph type="title"/>
          </p:nvPr>
        </p:nvSpPr>
        <p:spPr>
          <a:xfrm>
            <a:off x="2971800" y="2231136"/>
            <a:ext cx="3200400" cy="80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07" name="Google Shape;1707;g305cce1fc62_1_52"/>
          <p:cNvSpPr txBox="1"/>
          <p:nvPr>
            <p:ph idx="2" type="title"/>
          </p:nvPr>
        </p:nvSpPr>
        <p:spPr>
          <a:xfrm>
            <a:off x="2971800" y="1161288"/>
            <a:ext cx="2967600" cy="1069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p:txBody>
      </p:sp>
      <p:sp>
        <p:nvSpPr>
          <p:cNvPr id="1708" name="Google Shape;1708;g305cce1fc62_1_52"/>
          <p:cNvSpPr txBox="1"/>
          <p:nvPr>
            <p:ph idx="1" type="subTitle"/>
          </p:nvPr>
        </p:nvSpPr>
        <p:spPr>
          <a:xfrm>
            <a:off x="2973225" y="2999232"/>
            <a:ext cx="3200400" cy="685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grpSp>
        <p:nvGrpSpPr>
          <p:cNvPr id="1709" name="Google Shape;1709;g305cce1fc62_1_52"/>
          <p:cNvGrpSpPr/>
          <p:nvPr/>
        </p:nvGrpSpPr>
        <p:grpSpPr>
          <a:xfrm>
            <a:off x="432850" y="0"/>
            <a:ext cx="8278300" cy="5165700"/>
            <a:chOff x="432850" y="0"/>
            <a:chExt cx="8278300" cy="5165700"/>
          </a:xfrm>
        </p:grpSpPr>
        <p:cxnSp>
          <p:nvCxnSpPr>
            <p:cNvPr id="1710" name="Google Shape;1710;g305cce1fc62_1_52"/>
            <p:cNvCxnSpPr/>
            <p:nvPr/>
          </p:nvCxnSpPr>
          <p:spPr>
            <a:xfrm rot="10800000">
              <a:off x="8420275" y="2664300"/>
              <a:ext cx="0" cy="2501400"/>
            </a:xfrm>
            <a:prstGeom prst="straightConnector1">
              <a:avLst/>
            </a:prstGeom>
            <a:noFill/>
            <a:ln cap="flat" cmpd="sng" w="9525">
              <a:solidFill>
                <a:schemeClr val="dk1"/>
              </a:solidFill>
              <a:prstDash val="solid"/>
              <a:round/>
              <a:headEnd len="sm" w="sm" type="none"/>
              <a:tailEnd len="sm" w="sm" type="none"/>
            </a:ln>
          </p:spPr>
        </p:cxnSp>
        <p:grpSp>
          <p:nvGrpSpPr>
            <p:cNvPr id="1711" name="Google Shape;1711;g305cce1fc62_1_52"/>
            <p:cNvGrpSpPr/>
            <p:nvPr/>
          </p:nvGrpSpPr>
          <p:grpSpPr>
            <a:xfrm>
              <a:off x="8129350" y="4292175"/>
              <a:ext cx="581800" cy="582350"/>
              <a:chOff x="8064275" y="887850"/>
              <a:chExt cx="581800" cy="582350"/>
            </a:xfrm>
          </p:grpSpPr>
          <p:sp>
            <p:nvSpPr>
              <p:cNvPr id="1712" name="Google Shape;1712;g305cce1fc62_1_5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g305cce1fc62_1_5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g305cce1fc62_1_5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g305cce1fc62_1_5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g305cce1fc62_1_5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g305cce1fc62_1_5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8" name="Google Shape;1718;g305cce1fc62_1_52"/>
            <p:cNvGrpSpPr/>
            <p:nvPr/>
          </p:nvGrpSpPr>
          <p:grpSpPr>
            <a:xfrm>
              <a:off x="8274238" y="3720600"/>
              <a:ext cx="292025" cy="292575"/>
              <a:chOff x="7353050" y="316275"/>
              <a:chExt cx="292025" cy="292575"/>
            </a:xfrm>
          </p:grpSpPr>
          <p:sp>
            <p:nvSpPr>
              <p:cNvPr id="1719" name="Google Shape;1719;g305cce1fc62_1_5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g305cce1fc62_1_5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g305cce1fc62_1_5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g305cce1fc62_1_5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23" name="Google Shape;1723;g305cce1fc62_1_52"/>
            <p:cNvGrpSpPr/>
            <p:nvPr/>
          </p:nvGrpSpPr>
          <p:grpSpPr>
            <a:xfrm>
              <a:off x="8332763" y="3212475"/>
              <a:ext cx="175000" cy="175000"/>
              <a:chOff x="8792300" y="321275"/>
              <a:chExt cx="175000" cy="175000"/>
            </a:xfrm>
          </p:grpSpPr>
          <p:sp>
            <p:nvSpPr>
              <p:cNvPr id="1724" name="Google Shape;1724;g305cce1fc62_1_5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5" name="Google Shape;1725;g305cce1fc62_1_5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g305cce1fc62_1_5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g305cce1fc62_1_5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728" name="Google Shape;1728;g305cce1fc62_1_52"/>
            <p:cNvCxnSpPr/>
            <p:nvPr/>
          </p:nvCxnSpPr>
          <p:spPr>
            <a:xfrm>
              <a:off x="723725" y="613"/>
              <a:ext cx="0" cy="2501400"/>
            </a:xfrm>
            <a:prstGeom prst="straightConnector1">
              <a:avLst/>
            </a:prstGeom>
            <a:noFill/>
            <a:ln cap="flat" cmpd="sng" w="9525">
              <a:solidFill>
                <a:schemeClr val="dk1"/>
              </a:solidFill>
              <a:prstDash val="solid"/>
              <a:round/>
              <a:headEnd len="sm" w="sm" type="none"/>
              <a:tailEnd len="sm" w="sm" type="none"/>
            </a:ln>
          </p:spPr>
        </p:cxnSp>
        <p:grpSp>
          <p:nvGrpSpPr>
            <p:cNvPr id="1729" name="Google Shape;1729;g305cce1fc62_1_52"/>
            <p:cNvGrpSpPr/>
            <p:nvPr/>
          </p:nvGrpSpPr>
          <p:grpSpPr>
            <a:xfrm rot="10800000">
              <a:off x="432850" y="291788"/>
              <a:ext cx="581800" cy="582350"/>
              <a:chOff x="8064275" y="887850"/>
              <a:chExt cx="581800" cy="582350"/>
            </a:xfrm>
          </p:grpSpPr>
          <p:sp>
            <p:nvSpPr>
              <p:cNvPr id="1730" name="Google Shape;1730;g305cce1fc62_1_5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g305cce1fc62_1_5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g305cce1fc62_1_5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g305cce1fc62_1_5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g305cce1fc62_1_5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g305cce1fc62_1_5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36" name="Google Shape;1736;g305cce1fc62_1_52"/>
            <p:cNvGrpSpPr/>
            <p:nvPr/>
          </p:nvGrpSpPr>
          <p:grpSpPr>
            <a:xfrm rot="10800000">
              <a:off x="577738" y="1153138"/>
              <a:ext cx="292025" cy="292575"/>
              <a:chOff x="7353050" y="316275"/>
              <a:chExt cx="292025" cy="292575"/>
            </a:xfrm>
          </p:grpSpPr>
          <p:sp>
            <p:nvSpPr>
              <p:cNvPr id="1737" name="Google Shape;1737;g305cce1fc62_1_5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g305cce1fc62_1_5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g305cce1fc62_1_5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g305cce1fc62_1_5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41" name="Google Shape;1741;g305cce1fc62_1_52"/>
            <p:cNvGrpSpPr/>
            <p:nvPr/>
          </p:nvGrpSpPr>
          <p:grpSpPr>
            <a:xfrm rot="10800000">
              <a:off x="636238" y="1778838"/>
              <a:ext cx="175000" cy="175000"/>
              <a:chOff x="8792300" y="321275"/>
              <a:chExt cx="175000" cy="175000"/>
            </a:xfrm>
          </p:grpSpPr>
          <p:sp>
            <p:nvSpPr>
              <p:cNvPr id="1742" name="Google Shape;1742;g305cce1fc62_1_5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g305cce1fc62_1_5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g305cce1fc62_1_5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g305cce1fc62_1_5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46" name="Google Shape;1746;g305cce1fc62_1_52"/>
            <p:cNvGrpSpPr/>
            <p:nvPr/>
          </p:nvGrpSpPr>
          <p:grpSpPr>
            <a:xfrm>
              <a:off x="432850" y="2003163"/>
              <a:ext cx="175013" cy="27000"/>
              <a:chOff x="5662375" y="212375"/>
              <a:chExt cx="175013" cy="27000"/>
            </a:xfrm>
          </p:grpSpPr>
          <p:sp>
            <p:nvSpPr>
              <p:cNvPr id="1747" name="Google Shape;1747;g305cce1fc62_1_5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g305cce1fc62_1_5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g305cce1fc62_1_5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50" name="Google Shape;1750;g305cce1fc62_1_52"/>
            <p:cNvGrpSpPr/>
            <p:nvPr/>
          </p:nvGrpSpPr>
          <p:grpSpPr>
            <a:xfrm>
              <a:off x="788100" y="208488"/>
              <a:ext cx="175013" cy="27000"/>
              <a:chOff x="5662375" y="212375"/>
              <a:chExt cx="175013" cy="27000"/>
            </a:xfrm>
          </p:grpSpPr>
          <p:sp>
            <p:nvSpPr>
              <p:cNvPr id="1751" name="Google Shape;1751;g305cce1fc62_1_5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g305cce1fc62_1_5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g305cce1fc62_1_5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54" name="Google Shape;1754;g305cce1fc62_1_52"/>
            <p:cNvGrpSpPr/>
            <p:nvPr/>
          </p:nvGrpSpPr>
          <p:grpSpPr>
            <a:xfrm>
              <a:off x="8129350" y="4988725"/>
              <a:ext cx="175013" cy="27000"/>
              <a:chOff x="5662375" y="212375"/>
              <a:chExt cx="175013" cy="27000"/>
            </a:xfrm>
          </p:grpSpPr>
          <p:sp>
            <p:nvSpPr>
              <p:cNvPr id="1755" name="Google Shape;1755;g305cce1fc62_1_5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g305cce1fc62_1_5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g305cce1fc62_1_5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58" name="Google Shape;1758;g305cce1fc62_1_52"/>
            <p:cNvGrpSpPr/>
            <p:nvPr/>
          </p:nvGrpSpPr>
          <p:grpSpPr>
            <a:xfrm>
              <a:off x="8497550" y="3429425"/>
              <a:ext cx="175013" cy="27000"/>
              <a:chOff x="5662375" y="212375"/>
              <a:chExt cx="175013" cy="27000"/>
            </a:xfrm>
          </p:grpSpPr>
          <p:sp>
            <p:nvSpPr>
              <p:cNvPr id="1759" name="Google Shape;1759;g305cce1fc62_1_5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g305cce1fc62_1_5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1" name="Google Shape;1761;g305cce1fc62_1_5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762" name="Google Shape;1762;g305cce1fc62_1_52"/>
            <p:cNvCxnSpPr/>
            <p:nvPr/>
          </p:nvCxnSpPr>
          <p:spPr>
            <a:xfrm>
              <a:off x="8407225" y="0"/>
              <a:ext cx="0" cy="2160900"/>
            </a:xfrm>
            <a:prstGeom prst="straightConnector1">
              <a:avLst/>
            </a:prstGeom>
            <a:noFill/>
            <a:ln cap="flat" cmpd="sng" w="9525">
              <a:solidFill>
                <a:schemeClr val="dk1"/>
              </a:solidFill>
              <a:prstDash val="solid"/>
              <a:round/>
              <a:headEnd len="sm" w="sm" type="none"/>
              <a:tailEnd len="sm" w="sm" type="none"/>
            </a:ln>
          </p:spPr>
        </p:cxnSp>
        <p:cxnSp>
          <p:nvCxnSpPr>
            <p:cNvPr id="1763" name="Google Shape;1763;g305cce1fc62_1_52"/>
            <p:cNvCxnSpPr/>
            <p:nvPr/>
          </p:nvCxnSpPr>
          <p:spPr>
            <a:xfrm>
              <a:off x="718025" y="2985634"/>
              <a:ext cx="0" cy="2160900"/>
            </a:xfrm>
            <a:prstGeom prst="straightConnector1">
              <a:avLst/>
            </a:prstGeom>
            <a:noFill/>
            <a:ln cap="flat" cmpd="sng" w="9525">
              <a:solidFill>
                <a:schemeClr val="dk1"/>
              </a:solidFill>
              <a:prstDash val="solid"/>
              <a:round/>
              <a:headEnd len="sm" w="sm" type="none"/>
              <a:tailEnd len="sm" w="sm" type="none"/>
            </a:ln>
          </p:spPr>
        </p:cxnSp>
        <p:sp>
          <p:nvSpPr>
            <p:cNvPr id="1764" name="Google Shape;1764;g305cce1fc62_1_52"/>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g305cce1fc62_1_52"/>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g305cce1fc62_1_52"/>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g305cce1fc62_1_52"/>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68" name="Shape 1768"/>
        <p:cNvGrpSpPr/>
        <p:nvPr/>
      </p:nvGrpSpPr>
      <p:grpSpPr>
        <a:xfrm>
          <a:off x="0" y="0"/>
          <a:ext cx="0" cy="0"/>
          <a:chOff x="0" y="0"/>
          <a:chExt cx="0" cy="0"/>
        </a:xfrm>
      </p:grpSpPr>
      <p:sp>
        <p:nvSpPr>
          <p:cNvPr id="1769" name="Google Shape;1769;g305cce1fc62_1_118"/>
          <p:cNvSpPr txBox="1"/>
          <p:nvPr>
            <p:ph idx="1" type="subTitle"/>
          </p:nvPr>
        </p:nvSpPr>
        <p:spPr>
          <a:xfrm>
            <a:off x="2167128" y="3054096"/>
            <a:ext cx="4809600" cy="11340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grpSp>
        <p:nvGrpSpPr>
          <p:cNvPr id="1770" name="Google Shape;1770;g305cce1fc62_1_118"/>
          <p:cNvGrpSpPr/>
          <p:nvPr/>
        </p:nvGrpSpPr>
        <p:grpSpPr>
          <a:xfrm>
            <a:off x="4484494" y="4433000"/>
            <a:ext cx="175013" cy="27000"/>
            <a:chOff x="5662375" y="212375"/>
            <a:chExt cx="175013" cy="27000"/>
          </a:xfrm>
        </p:grpSpPr>
        <p:sp>
          <p:nvSpPr>
            <p:cNvPr id="1771" name="Google Shape;1771;g305cce1fc62_1_1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g305cce1fc62_1_1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g305cce1fc62_1_1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74" name="Google Shape;1774;g305cce1fc62_1_118"/>
          <p:cNvSpPr txBox="1"/>
          <p:nvPr>
            <p:ph type="title"/>
          </p:nvPr>
        </p:nvSpPr>
        <p:spPr>
          <a:xfrm>
            <a:off x="2167128" y="2478024"/>
            <a:ext cx="4809600" cy="576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1775" name="Google Shape;1775;g305cce1fc62_1_118"/>
          <p:cNvGrpSpPr/>
          <p:nvPr/>
        </p:nvGrpSpPr>
        <p:grpSpPr>
          <a:xfrm>
            <a:off x="432850" y="0"/>
            <a:ext cx="8278300" cy="5165700"/>
            <a:chOff x="432850" y="0"/>
            <a:chExt cx="8278300" cy="5165700"/>
          </a:xfrm>
        </p:grpSpPr>
        <p:cxnSp>
          <p:nvCxnSpPr>
            <p:cNvPr id="1776" name="Google Shape;1776;g305cce1fc62_1_118"/>
            <p:cNvCxnSpPr/>
            <p:nvPr/>
          </p:nvCxnSpPr>
          <p:spPr>
            <a:xfrm rot="10800000">
              <a:off x="8420275" y="2664300"/>
              <a:ext cx="0" cy="2501400"/>
            </a:xfrm>
            <a:prstGeom prst="straightConnector1">
              <a:avLst/>
            </a:prstGeom>
            <a:noFill/>
            <a:ln cap="flat" cmpd="sng" w="9525">
              <a:solidFill>
                <a:schemeClr val="dk1"/>
              </a:solidFill>
              <a:prstDash val="solid"/>
              <a:round/>
              <a:headEnd len="sm" w="sm" type="none"/>
              <a:tailEnd len="sm" w="sm" type="none"/>
            </a:ln>
          </p:spPr>
        </p:cxnSp>
        <p:grpSp>
          <p:nvGrpSpPr>
            <p:cNvPr id="1777" name="Google Shape;1777;g305cce1fc62_1_118"/>
            <p:cNvGrpSpPr/>
            <p:nvPr/>
          </p:nvGrpSpPr>
          <p:grpSpPr>
            <a:xfrm>
              <a:off x="8129350" y="4292175"/>
              <a:ext cx="581800" cy="582350"/>
              <a:chOff x="8064275" y="887850"/>
              <a:chExt cx="581800" cy="582350"/>
            </a:xfrm>
          </p:grpSpPr>
          <p:sp>
            <p:nvSpPr>
              <p:cNvPr id="1778" name="Google Shape;1778;g305cce1fc62_1_11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g305cce1fc62_1_11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g305cce1fc62_1_11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g305cce1fc62_1_11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g305cce1fc62_1_11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g305cce1fc62_1_11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84" name="Google Shape;1784;g305cce1fc62_1_118"/>
            <p:cNvGrpSpPr/>
            <p:nvPr/>
          </p:nvGrpSpPr>
          <p:grpSpPr>
            <a:xfrm>
              <a:off x="8274238" y="3720600"/>
              <a:ext cx="292025" cy="292575"/>
              <a:chOff x="7353050" y="316275"/>
              <a:chExt cx="292025" cy="292575"/>
            </a:xfrm>
          </p:grpSpPr>
          <p:sp>
            <p:nvSpPr>
              <p:cNvPr id="1785" name="Google Shape;1785;g305cce1fc62_1_11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g305cce1fc62_1_11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g305cce1fc62_1_11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g305cce1fc62_1_11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89" name="Google Shape;1789;g305cce1fc62_1_118"/>
            <p:cNvGrpSpPr/>
            <p:nvPr/>
          </p:nvGrpSpPr>
          <p:grpSpPr>
            <a:xfrm>
              <a:off x="8332763" y="3212475"/>
              <a:ext cx="175000" cy="175000"/>
              <a:chOff x="8792300" y="321275"/>
              <a:chExt cx="175000" cy="175000"/>
            </a:xfrm>
          </p:grpSpPr>
          <p:sp>
            <p:nvSpPr>
              <p:cNvPr id="1790" name="Google Shape;1790;g305cce1fc62_1_11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1" name="Google Shape;1791;g305cce1fc62_1_11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g305cce1fc62_1_11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g305cce1fc62_1_11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794" name="Google Shape;1794;g305cce1fc62_1_118"/>
            <p:cNvCxnSpPr/>
            <p:nvPr/>
          </p:nvCxnSpPr>
          <p:spPr>
            <a:xfrm>
              <a:off x="723725" y="613"/>
              <a:ext cx="0" cy="2501400"/>
            </a:xfrm>
            <a:prstGeom prst="straightConnector1">
              <a:avLst/>
            </a:prstGeom>
            <a:noFill/>
            <a:ln cap="flat" cmpd="sng" w="9525">
              <a:solidFill>
                <a:schemeClr val="dk1"/>
              </a:solidFill>
              <a:prstDash val="solid"/>
              <a:round/>
              <a:headEnd len="sm" w="sm" type="none"/>
              <a:tailEnd len="sm" w="sm" type="none"/>
            </a:ln>
          </p:spPr>
        </p:cxnSp>
        <p:grpSp>
          <p:nvGrpSpPr>
            <p:cNvPr id="1795" name="Google Shape;1795;g305cce1fc62_1_118"/>
            <p:cNvGrpSpPr/>
            <p:nvPr/>
          </p:nvGrpSpPr>
          <p:grpSpPr>
            <a:xfrm rot="10800000">
              <a:off x="432850" y="291788"/>
              <a:ext cx="581800" cy="582350"/>
              <a:chOff x="8064275" y="887850"/>
              <a:chExt cx="581800" cy="582350"/>
            </a:xfrm>
          </p:grpSpPr>
          <p:sp>
            <p:nvSpPr>
              <p:cNvPr id="1796" name="Google Shape;1796;g305cce1fc62_1_11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g305cce1fc62_1_11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8" name="Google Shape;1798;g305cce1fc62_1_11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g305cce1fc62_1_11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g305cce1fc62_1_11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g305cce1fc62_1_11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2" name="Google Shape;1802;g305cce1fc62_1_118"/>
            <p:cNvGrpSpPr/>
            <p:nvPr/>
          </p:nvGrpSpPr>
          <p:grpSpPr>
            <a:xfrm rot="10800000">
              <a:off x="577738" y="1153138"/>
              <a:ext cx="292025" cy="292575"/>
              <a:chOff x="7353050" y="316275"/>
              <a:chExt cx="292025" cy="292575"/>
            </a:xfrm>
          </p:grpSpPr>
          <p:sp>
            <p:nvSpPr>
              <p:cNvPr id="1803" name="Google Shape;1803;g305cce1fc62_1_11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4" name="Google Shape;1804;g305cce1fc62_1_11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g305cce1fc62_1_11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6" name="Google Shape;1806;g305cce1fc62_1_11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7" name="Google Shape;1807;g305cce1fc62_1_118"/>
            <p:cNvGrpSpPr/>
            <p:nvPr/>
          </p:nvGrpSpPr>
          <p:grpSpPr>
            <a:xfrm rot="10800000">
              <a:off x="636238" y="1778838"/>
              <a:ext cx="175000" cy="175000"/>
              <a:chOff x="8792300" y="321275"/>
              <a:chExt cx="175000" cy="175000"/>
            </a:xfrm>
          </p:grpSpPr>
          <p:sp>
            <p:nvSpPr>
              <p:cNvPr id="1808" name="Google Shape;1808;g305cce1fc62_1_11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9" name="Google Shape;1809;g305cce1fc62_1_11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0" name="Google Shape;1810;g305cce1fc62_1_11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1" name="Google Shape;1811;g305cce1fc62_1_11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12" name="Google Shape;1812;g305cce1fc62_1_118"/>
            <p:cNvGrpSpPr/>
            <p:nvPr/>
          </p:nvGrpSpPr>
          <p:grpSpPr>
            <a:xfrm>
              <a:off x="432850" y="2003163"/>
              <a:ext cx="175013" cy="27000"/>
              <a:chOff x="5662375" y="212375"/>
              <a:chExt cx="175013" cy="27000"/>
            </a:xfrm>
          </p:grpSpPr>
          <p:sp>
            <p:nvSpPr>
              <p:cNvPr id="1813" name="Google Shape;1813;g305cce1fc62_1_1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4" name="Google Shape;1814;g305cce1fc62_1_1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g305cce1fc62_1_1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16" name="Google Shape;1816;g305cce1fc62_1_118"/>
            <p:cNvGrpSpPr/>
            <p:nvPr/>
          </p:nvGrpSpPr>
          <p:grpSpPr>
            <a:xfrm>
              <a:off x="788100" y="208488"/>
              <a:ext cx="175013" cy="27000"/>
              <a:chOff x="5662375" y="212375"/>
              <a:chExt cx="175013" cy="27000"/>
            </a:xfrm>
          </p:grpSpPr>
          <p:sp>
            <p:nvSpPr>
              <p:cNvPr id="1817" name="Google Shape;1817;g305cce1fc62_1_1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8" name="Google Shape;1818;g305cce1fc62_1_1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9" name="Google Shape;1819;g305cce1fc62_1_1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20" name="Google Shape;1820;g305cce1fc62_1_118"/>
            <p:cNvGrpSpPr/>
            <p:nvPr/>
          </p:nvGrpSpPr>
          <p:grpSpPr>
            <a:xfrm>
              <a:off x="8129350" y="4988725"/>
              <a:ext cx="175013" cy="27000"/>
              <a:chOff x="5662375" y="212375"/>
              <a:chExt cx="175013" cy="27000"/>
            </a:xfrm>
          </p:grpSpPr>
          <p:sp>
            <p:nvSpPr>
              <p:cNvPr id="1821" name="Google Shape;1821;g305cce1fc62_1_1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g305cce1fc62_1_1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g305cce1fc62_1_1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24" name="Google Shape;1824;g305cce1fc62_1_118"/>
            <p:cNvGrpSpPr/>
            <p:nvPr/>
          </p:nvGrpSpPr>
          <p:grpSpPr>
            <a:xfrm>
              <a:off x="8497550" y="3429425"/>
              <a:ext cx="175013" cy="27000"/>
              <a:chOff x="5662375" y="212375"/>
              <a:chExt cx="175013" cy="27000"/>
            </a:xfrm>
          </p:grpSpPr>
          <p:sp>
            <p:nvSpPr>
              <p:cNvPr id="1825" name="Google Shape;1825;g305cce1fc62_1_1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g305cce1fc62_1_1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g305cce1fc62_1_1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828" name="Google Shape;1828;g305cce1fc62_1_118"/>
            <p:cNvCxnSpPr/>
            <p:nvPr/>
          </p:nvCxnSpPr>
          <p:spPr>
            <a:xfrm>
              <a:off x="8407225" y="0"/>
              <a:ext cx="0" cy="2160900"/>
            </a:xfrm>
            <a:prstGeom prst="straightConnector1">
              <a:avLst/>
            </a:prstGeom>
            <a:noFill/>
            <a:ln cap="flat" cmpd="sng" w="9525">
              <a:solidFill>
                <a:schemeClr val="dk1"/>
              </a:solidFill>
              <a:prstDash val="solid"/>
              <a:round/>
              <a:headEnd len="sm" w="sm" type="none"/>
              <a:tailEnd len="sm" w="sm" type="none"/>
            </a:ln>
          </p:spPr>
        </p:cxnSp>
        <p:cxnSp>
          <p:nvCxnSpPr>
            <p:cNvPr id="1829" name="Google Shape;1829;g305cce1fc62_1_118"/>
            <p:cNvCxnSpPr/>
            <p:nvPr/>
          </p:nvCxnSpPr>
          <p:spPr>
            <a:xfrm>
              <a:off x="718025" y="2985634"/>
              <a:ext cx="0" cy="2160900"/>
            </a:xfrm>
            <a:prstGeom prst="straightConnector1">
              <a:avLst/>
            </a:prstGeom>
            <a:noFill/>
            <a:ln cap="flat" cmpd="sng" w="9525">
              <a:solidFill>
                <a:schemeClr val="dk1"/>
              </a:solidFill>
              <a:prstDash val="solid"/>
              <a:round/>
              <a:headEnd len="sm" w="sm" type="none"/>
              <a:tailEnd len="sm" w="sm" type="none"/>
            </a:ln>
          </p:spPr>
        </p:cxnSp>
        <p:sp>
          <p:nvSpPr>
            <p:cNvPr id="1830" name="Google Shape;1830;g305cce1fc62_1_118"/>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1" name="Google Shape;1831;g305cce1fc62_1_118"/>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2" name="Google Shape;1832;g305cce1fc62_1_118"/>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g305cce1fc62_1_118"/>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2">
  <p:cSld name="CUSTOM_7">
    <p:spTree>
      <p:nvGrpSpPr>
        <p:cNvPr id="1834" name="Shape 1834"/>
        <p:cNvGrpSpPr/>
        <p:nvPr/>
      </p:nvGrpSpPr>
      <p:grpSpPr>
        <a:xfrm>
          <a:off x="0" y="0"/>
          <a:ext cx="0" cy="0"/>
          <a:chOff x="0" y="0"/>
          <a:chExt cx="0" cy="0"/>
        </a:xfrm>
      </p:grpSpPr>
      <p:cxnSp>
        <p:nvCxnSpPr>
          <p:cNvPr id="1835" name="Google Shape;1835;g305cce1fc62_1_184"/>
          <p:cNvCxnSpPr/>
          <p:nvPr/>
        </p:nvCxnSpPr>
        <p:spPr>
          <a:xfrm>
            <a:off x="590450" y="4340600"/>
            <a:ext cx="670200" cy="423000"/>
          </a:xfrm>
          <a:prstGeom prst="straightConnector1">
            <a:avLst/>
          </a:prstGeom>
          <a:noFill/>
          <a:ln cap="flat" cmpd="sng" w="9525">
            <a:solidFill>
              <a:schemeClr val="dk1"/>
            </a:solidFill>
            <a:prstDash val="solid"/>
            <a:round/>
            <a:headEnd len="sm" w="sm" type="none"/>
            <a:tailEnd len="sm" w="sm" type="none"/>
          </a:ln>
        </p:spPr>
      </p:cxnSp>
      <p:sp>
        <p:nvSpPr>
          <p:cNvPr id="1836" name="Google Shape;1836;g305cce1fc62_1_184"/>
          <p:cNvSpPr txBox="1"/>
          <p:nvPr>
            <p:ph type="title"/>
          </p:nvPr>
        </p:nvSpPr>
        <p:spPr>
          <a:xfrm>
            <a:off x="2208175" y="342775"/>
            <a:ext cx="4727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837" name="Google Shape;1837;g305cce1fc62_1_184"/>
          <p:cNvCxnSpPr/>
          <p:nvPr/>
        </p:nvCxnSpPr>
        <p:spPr>
          <a:xfrm flipH="1" rot="10800000">
            <a:off x="0" y="4332550"/>
            <a:ext cx="590700" cy="663900"/>
          </a:xfrm>
          <a:prstGeom prst="straightConnector1">
            <a:avLst/>
          </a:prstGeom>
          <a:noFill/>
          <a:ln cap="flat" cmpd="sng" w="9525">
            <a:solidFill>
              <a:schemeClr val="dk1"/>
            </a:solidFill>
            <a:prstDash val="solid"/>
            <a:round/>
            <a:headEnd len="sm" w="sm" type="none"/>
            <a:tailEnd len="sm" w="sm" type="none"/>
          </a:ln>
        </p:spPr>
      </p:cxnSp>
      <p:grpSp>
        <p:nvGrpSpPr>
          <p:cNvPr id="1838" name="Google Shape;1838;g305cce1fc62_1_184"/>
          <p:cNvGrpSpPr/>
          <p:nvPr/>
        </p:nvGrpSpPr>
        <p:grpSpPr>
          <a:xfrm flipH="1">
            <a:off x="431725" y="4183775"/>
            <a:ext cx="292025" cy="292575"/>
            <a:chOff x="7353050" y="316275"/>
            <a:chExt cx="292025" cy="292575"/>
          </a:xfrm>
        </p:grpSpPr>
        <p:sp>
          <p:nvSpPr>
            <p:cNvPr id="1839" name="Google Shape;1839;g305cce1fc62_1_18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g305cce1fc62_1_18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g305cce1fc62_1_18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2" name="Google Shape;1842;g305cce1fc62_1_18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3" name="Google Shape;1843;g305cce1fc62_1_184"/>
          <p:cNvGrpSpPr/>
          <p:nvPr/>
        </p:nvGrpSpPr>
        <p:grpSpPr>
          <a:xfrm>
            <a:off x="1075789" y="4604675"/>
            <a:ext cx="293111" cy="293388"/>
            <a:chOff x="3164039" y="430875"/>
            <a:chExt cx="293111" cy="293388"/>
          </a:xfrm>
        </p:grpSpPr>
        <p:sp>
          <p:nvSpPr>
            <p:cNvPr id="1844" name="Google Shape;1844;g305cce1fc62_1_184"/>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5" name="Google Shape;1845;g305cce1fc62_1_184"/>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6" name="Google Shape;1846;g305cce1fc62_1_184"/>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g305cce1fc62_1_184"/>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g305cce1fc62_1_184"/>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9" name="Google Shape;1849;g305cce1fc62_1_184"/>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850" name="Google Shape;1850;g305cce1fc62_1_184"/>
          <p:cNvCxnSpPr/>
          <p:nvPr/>
        </p:nvCxnSpPr>
        <p:spPr>
          <a:xfrm rot="10800000">
            <a:off x="7196975" y="295100"/>
            <a:ext cx="1157100" cy="542700"/>
          </a:xfrm>
          <a:prstGeom prst="straightConnector1">
            <a:avLst/>
          </a:prstGeom>
          <a:noFill/>
          <a:ln cap="flat" cmpd="sng" w="9525">
            <a:solidFill>
              <a:schemeClr val="dk1"/>
            </a:solidFill>
            <a:prstDash val="solid"/>
            <a:round/>
            <a:headEnd len="sm" w="sm" type="none"/>
            <a:tailEnd len="sm" w="sm" type="none"/>
          </a:ln>
        </p:spPr>
      </p:cxnSp>
      <p:cxnSp>
        <p:nvCxnSpPr>
          <p:cNvPr id="1851" name="Google Shape;1851;g305cce1fc62_1_184"/>
          <p:cNvCxnSpPr/>
          <p:nvPr/>
        </p:nvCxnSpPr>
        <p:spPr>
          <a:xfrm flipH="1">
            <a:off x="8354075" y="-6625"/>
            <a:ext cx="791400" cy="836400"/>
          </a:xfrm>
          <a:prstGeom prst="straightConnector1">
            <a:avLst/>
          </a:prstGeom>
          <a:noFill/>
          <a:ln cap="flat" cmpd="sng" w="9525">
            <a:solidFill>
              <a:schemeClr val="dk1"/>
            </a:solidFill>
            <a:prstDash val="solid"/>
            <a:round/>
            <a:headEnd len="sm" w="sm" type="none"/>
            <a:tailEnd len="sm" w="sm" type="none"/>
          </a:ln>
        </p:spPr>
      </p:cxnSp>
      <p:grpSp>
        <p:nvGrpSpPr>
          <p:cNvPr id="1852" name="Google Shape;1852;g305cce1fc62_1_184"/>
          <p:cNvGrpSpPr/>
          <p:nvPr/>
        </p:nvGrpSpPr>
        <p:grpSpPr>
          <a:xfrm>
            <a:off x="8064275" y="526925"/>
            <a:ext cx="581800" cy="582350"/>
            <a:chOff x="8064275" y="887850"/>
            <a:chExt cx="581800" cy="582350"/>
          </a:xfrm>
        </p:grpSpPr>
        <p:sp>
          <p:nvSpPr>
            <p:cNvPr id="1853" name="Google Shape;1853;g305cce1fc62_1_18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4" name="Google Shape;1854;g305cce1fc62_1_18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5" name="Google Shape;1855;g305cce1fc62_1_18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g305cce1fc62_1_18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g305cce1fc62_1_18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g305cce1fc62_1_18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59" name="Google Shape;1859;g305cce1fc62_1_184"/>
          <p:cNvGrpSpPr/>
          <p:nvPr/>
        </p:nvGrpSpPr>
        <p:grpSpPr>
          <a:xfrm>
            <a:off x="7033875" y="170875"/>
            <a:ext cx="292025" cy="292575"/>
            <a:chOff x="7353050" y="316275"/>
            <a:chExt cx="292025" cy="292575"/>
          </a:xfrm>
        </p:grpSpPr>
        <p:sp>
          <p:nvSpPr>
            <p:cNvPr id="1860" name="Google Shape;1860;g305cce1fc62_1_18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g305cce1fc62_1_18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g305cce1fc62_1_18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g305cce1fc62_1_18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64" name="Google Shape;1864;g305cce1fc62_1_184"/>
          <p:cNvGrpSpPr/>
          <p:nvPr/>
        </p:nvGrpSpPr>
        <p:grpSpPr>
          <a:xfrm>
            <a:off x="8757950" y="229650"/>
            <a:ext cx="175000" cy="175000"/>
            <a:chOff x="8792300" y="321275"/>
            <a:chExt cx="175000" cy="175000"/>
          </a:xfrm>
        </p:grpSpPr>
        <p:sp>
          <p:nvSpPr>
            <p:cNvPr id="1865" name="Google Shape;1865;g305cce1fc62_1_18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g305cce1fc62_1_18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7" name="Google Shape;1867;g305cce1fc62_1_18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g305cce1fc62_1_18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69" name="Google Shape;1869;g305cce1fc62_1_184"/>
          <p:cNvGrpSpPr/>
          <p:nvPr/>
        </p:nvGrpSpPr>
        <p:grpSpPr>
          <a:xfrm>
            <a:off x="8490050" y="170875"/>
            <a:ext cx="175013" cy="27000"/>
            <a:chOff x="5662375" y="212375"/>
            <a:chExt cx="175013" cy="27000"/>
          </a:xfrm>
        </p:grpSpPr>
        <p:sp>
          <p:nvSpPr>
            <p:cNvPr id="1870" name="Google Shape;1870;g305cce1fc62_1_18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g305cce1fc62_1_18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g305cce1fc62_1_18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3" name="Google Shape;1873;g305cce1fc62_1_184"/>
          <p:cNvGrpSpPr/>
          <p:nvPr/>
        </p:nvGrpSpPr>
        <p:grpSpPr>
          <a:xfrm>
            <a:off x="7916350" y="1124600"/>
            <a:ext cx="175013" cy="27000"/>
            <a:chOff x="5662375" y="212375"/>
            <a:chExt cx="175013" cy="27000"/>
          </a:xfrm>
        </p:grpSpPr>
        <p:sp>
          <p:nvSpPr>
            <p:cNvPr id="1874" name="Google Shape;1874;g305cce1fc62_1_18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g305cce1fc62_1_18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g305cce1fc62_1_18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77" name="Google Shape;1877;g305cce1fc62_1_184"/>
          <p:cNvSpPr txBox="1"/>
          <p:nvPr>
            <p:ph idx="1" type="subTitle"/>
          </p:nvPr>
        </p:nvSpPr>
        <p:spPr>
          <a:xfrm>
            <a:off x="6217920" y="1819656"/>
            <a:ext cx="1636800" cy="356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1878" name="Google Shape;1878;g305cce1fc62_1_184"/>
          <p:cNvSpPr txBox="1"/>
          <p:nvPr>
            <p:ph idx="2" type="subTitle"/>
          </p:nvPr>
        </p:nvSpPr>
        <p:spPr>
          <a:xfrm>
            <a:off x="3749040" y="1252728"/>
            <a:ext cx="1636800" cy="356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1879" name="Google Shape;1879;g305cce1fc62_1_184"/>
          <p:cNvSpPr txBox="1"/>
          <p:nvPr>
            <p:ph idx="3" type="subTitle"/>
          </p:nvPr>
        </p:nvSpPr>
        <p:spPr>
          <a:xfrm>
            <a:off x="1289304" y="1819656"/>
            <a:ext cx="1636800" cy="356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1880" name="Google Shape;1880;g305cce1fc62_1_184"/>
          <p:cNvSpPr txBox="1"/>
          <p:nvPr>
            <p:ph idx="4" type="subTitle"/>
          </p:nvPr>
        </p:nvSpPr>
        <p:spPr>
          <a:xfrm>
            <a:off x="6217920" y="2139696"/>
            <a:ext cx="1636800" cy="877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p:txBody>
      </p:sp>
      <p:sp>
        <p:nvSpPr>
          <p:cNvPr id="1881" name="Google Shape;1881;g305cce1fc62_1_184"/>
          <p:cNvSpPr txBox="1"/>
          <p:nvPr>
            <p:ph idx="5" type="subTitle"/>
          </p:nvPr>
        </p:nvSpPr>
        <p:spPr>
          <a:xfrm>
            <a:off x="3749040" y="1581912"/>
            <a:ext cx="1636800" cy="877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1882" name="Google Shape;1882;g305cce1fc62_1_184"/>
          <p:cNvSpPr txBox="1"/>
          <p:nvPr>
            <p:ph idx="6" type="subTitle"/>
          </p:nvPr>
        </p:nvSpPr>
        <p:spPr>
          <a:xfrm>
            <a:off x="1289304" y="2139696"/>
            <a:ext cx="1636800" cy="877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83" name="Shape 1883"/>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84" name="Shape 1884"/>
        <p:cNvGrpSpPr/>
        <p:nvPr/>
      </p:nvGrpSpPr>
      <p:grpSpPr>
        <a:xfrm>
          <a:off x="0" y="0"/>
          <a:ext cx="0" cy="0"/>
          <a:chOff x="0" y="0"/>
          <a:chExt cx="0" cy="0"/>
        </a:xfrm>
      </p:grpSpPr>
      <p:sp>
        <p:nvSpPr>
          <p:cNvPr id="1885" name="Google Shape;1885;g305cce1fc62_1_295"/>
          <p:cNvSpPr txBox="1"/>
          <p:nvPr>
            <p:ph type="title"/>
          </p:nvPr>
        </p:nvSpPr>
        <p:spPr>
          <a:xfrm>
            <a:off x="1840021" y="338325"/>
            <a:ext cx="5464200" cy="61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886" name="Google Shape;1886;g305cce1fc62_1_295"/>
          <p:cNvSpPr txBox="1"/>
          <p:nvPr>
            <p:ph idx="1" type="subTitle"/>
          </p:nvPr>
        </p:nvSpPr>
        <p:spPr>
          <a:xfrm>
            <a:off x="4956048" y="2532888"/>
            <a:ext cx="2084700" cy="136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1887" name="Google Shape;1887;g305cce1fc62_1_295"/>
          <p:cNvSpPr txBox="1"/>
          <p:nvPr>
            <p:ph idx="2" type="subTitle"/>
          </p:nvPr>
        </p:nvSpPr>
        <p:spPr>
          <a:xfrm>
            <a:off x="2093976" y="2532888"/>
            <a:ext cx="2084700" cy="136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1888" name="Google Shape;1888;g305cce1fc62_1_295"/>
          <p:cNvSpPr txBox="1"/>
          <p:nvPr>
            <p:ph idx="3" type="subTitle"/>
          </p:nvPr>
        </p:nvSpPr>
        <p:spPr>
          <a:xfrm>
            <a:off x="4956048" y="2221992"/>
            <a:ext cx="2084700" cy="2835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9pPr>
          </a:lstStyle>
          <a:p/>
        </p:txBody>
      </p:sp>
      <p:sp>
        <p:nvSpPr>
          <p:cNvPr id="1889" name="Google Shape;1889;g305cce1fc62_1_295"/>
          <p:cNvSpPr txBox="1"/>
          <p:nvPr>
            <p:ph idx="4" type="subTitle"/>
          </p:nvPr>
        </p:nvSpPr>
        <p:spPr>
          <a:xfrm>
            <a:off x="2093976" y="2203704"/>
            <a:ext cx="2084700" cy="310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Arial"/>
                <a:ea typeface="Arial"/>
                <a:cs typeface="Arial"/>
                <a:sym typeface="Arial"/>
              </a:defRPr>
            </a:lvl9pPr>
          </a:lstStyle>
          <a:p/>
        </p:txBody>
      </p:sp>
      <p:sp>
        <p:nvSpPr>
          <p:cNvPr id="1890" name="Google Shape;1890;g305cce1fc62_1_295"/>
          <p:cNvSpPr txBox="1"/>
          <p:nvPr>
            <p:ph idx="5" type="title"/>
          </p:nvPr>
        </p:nvSpPr>
        <p:spPr>
          <a:xfrm>
            <a:off x="2779776" y="1627632"/>
            <a:ext cx="722400" cy="457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891" name="Google Shape;1891;g305cce1fc62_1_295"/>
          <p:cNvSpPr txBox="1"/>
          <p:nvPr>
            <p:ph idx="6" type="title"/>
          </p:nvPr>
        </p:nvSpPr>
        <p:spPr>
          <a:xfrm>
            <a:off x="5641848" y="1627632"/>
            <a:ext cx="722400" cy="457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grpSp>
        <p:nvGrpSpPr>
          <p:cNvPr id="1892" name="Google Shape;1892;g305cce1fc62_1_295"/>
          <p:cNvGrpSpPr/>
          <p:nvPr/>
        </p:nvGrpSpPr>
        <p:grpSpPr>
          <a:xfrm>
            <a:off x="432850" y="0"/>
            <a:ext cx="8278300" cy="5165700"/>
            <a:chOff x="432850" y="0"/>
            <a:chExt cx="8278300" cy="5165700"/>
          </a:xfrm>
        </p:grpSpPr>
        <p:cxnSp>
          <p:nvCxnSpPr>
            <p:cNvPr id="1893" name="Google Shape;1893;g305cce1fc62_1_295"/>
            <p:cNvCxnSpPr/>
            <p:nvPr/>
          </p:nvCxnSpPr>
          <p:spPr>
            <a:xfrm rot="10800000">
              <a:off x="8420275" y="2664300"/>
              <a:ext cx="0" cy="2501400"/>
            </a:xfrm>
            <a:prstGeom prst="straightConnector1">
              <a:avLst/>
            </a:prstGeom>
            <a:noFill/>
            <a:ln cap="flat" cmpd="sng" w="9525">
              <a:solidFill>
                <a:schemeClr val="dk1"/>
              </a:solidFill>
              <a:prstDash val="solid"/>
              <a:round/>
              <a:headEnd len="sm" w="sm" type="none"/>
              <a:tailEnd len="sm" w="sm" type="none"/>
            </a:ln>
          </p:spPr>
        </p:cxnSp>
        <p:grpSp>
          <p:nvGrpSpPr>
            <p:cNvPr id="1894" name="Google Shape;1894;g305cce1fc62_1_295"/>
            <p:cNvGrpSpPr/>
            <p:nvPr/>
          </p:nvGrpSpPr>
          <p:grpSpPr>
            <a:xfrm>
              <a:off x="8129350" y="4292175"/>
              <a:ext cx="581800" cy="582350"/>
              <a:chOff x="8064275" y="887850"/>
              <a:chExt cx="581800" cy="582350"/>
            </a:xfrm>
          </p:grpSpPr>
          <p:sp>
            <p:nvSpPr>
              <p:cNvPr id="1895" name="Google Shape;1895;g305cce1fc62_1_29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g305cce1fc62_1_29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g305cce1fc62_1_29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g305cce1fc62_1_29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g305cce1fc62_1_29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g305cce1fc62_1_29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1" name="Google Shape;1901;g305cce1fc62_1_295"/>
            <p:cNvGrpSpPr/>
            <p:nvPr/>
          </p:nvGrpSpPr>
          <p:grpSpPr>
            <a:xfrm>
              <a:off x="8274238" y="3720600"/>
              <a:ext cx="292025" cy="292575"/>
              <a:chOff x="7353050" y="316275"/>
              <a:chExt cx="292025" cy="292575"/>
            </a:xfrm>
          </p:grpSpPr>
          <p:sp>
            <p:nvSpPr>
              <p:cNvPr id="1902" name="Google Shape;1902;g305cce1fc62_1_29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g305cce1fc62_1_29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g305cce1fc62_1_29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g305cce1fc62_1_29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6" name="Google Shape;1906;g305cce1fc62_1_295"/>
            <p:cNvGrpSpPr/>
            <p:nvPr/>
          </p:nvGrpSpPr>
          <p:grpSpPr>
            <a:xfrm>
              <a:off x="8332763" y="3212475"/>
              <a:ext cx="175000" cy="175000"/>
              <a:chOff x="8792300" y="321275"/>
              <a:chExt cx="175000" cy="175000"/>
            </a:xfrm>
          </p:grpSpPr>
          <p:sp>
            <p:nvSpPr>
              <p:cNvPr id="1907" name="Google Shape;1907;g305cce1fc62_1_29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g305cce1fc62_1_29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g305cce1fc62_1_29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g305cce1fc62_1_29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911" name="Google Shape;1911;g305cce1fc62_1_295"/>
            <p:cNvCxnSpPr/>
            <p:nvPr/>
          </p:nvCxnSpPr>
          <p:spPr>
            <a:xfrm>
              <a:off x="723725" y="613"/>
              <a:ext cx="0" cy="2501400"/>
            </a:xfrm>
            <a:prstGeom prst="straightConnector1">
              <a:avLst/>
            </a:prstGeom>
            <a:noFill/>
            <a:ln cap="flat" cmpd="sng" w="9525">
              <a:solidFill>
                <a:schemeClr val="dk1"/>
              </a:solidFill>
              <a:prstDash val="solid"/>
              <a:round/>
              <a:headEnd len="sm" w="sm" type="none"/>
              <a:tailEnd len="sm" w="sm" type="none"/>
            </a:ln>
          </p:spPr>
        </p:cxnSp>
        <p:grpSp>
          <p:nvGrpSpPr>
            <p:cNvPr id="1912" name="Google Shape;1912;g305cce1fc62_1_295"/>
            <p:cNvGrpSpPr/>
            <p:nvPr/>
          </p:nvGrpSpPr>
          <p:grpSpPr>
            <a:xfrm rot="10800000">
              <a:off x="432850" y="291788"/>
              <a:ext cx="581800" cy="582350"/>
              <a:chOff x="8064275" y="887850"/>
              <a:chExt cx="581800" cy="582350"/>
            </a:xfrm>
          </p:grpSpPr>
          <p:sp>
            <p:nvSpPr>
              <p:cNvPr id="1913" name="Google Shape;1913;g305cce1fc62_1_29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g305cce1fc62_1_29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g305cce1fc62_1_29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g305cce1fc62_1_29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g305cce1fc62_1_29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g305cce1fc62_1_29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9" name="Google Shape;1919;g305cce1fc62_1_295"/>
            <p:cNvGrpSpPr/>
            <p:nvPr/>
          </p:nvGrpSpPr>
          <p:grpSpPr>
            <a:xfrm rot="10800000">
              <a:off x="577738" y="1153138"/>
              <a:ext cx="292025" cy="292575"/>
              <a:chOff x="7353050" y="316275"/>
              <a:chExt cx="292025" cy="292575"/>
            </a:xfrm>
          </p:grpSpPr>
          <p:sp>
            <p:nvSpPr>
              <p:cNvPr id="1920" name="Google Shape;1920;g305cce1fc62_1_29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g305cce1fc62_1_29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g305cce1fc62_1_29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g305cce1fc62_1_29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24" name="Google Shape;1924;g305cce1fc62_1_295"/>
            <p:cNvGrpSpPr/>
            <p:nvPr/>
          </p:nvGrpSpPr>
          <p:grpSpPr>
            <a:xfrm rot="10800000">
              <a:off x="636238" y="1778838"/>
              <a:ext cx="175000" cy="175000"/>
              <a:chOff x="8792300" y="321275"/>
              <a:chExt cx="175000" cy="175000"/>
            </a:xfrm>
          </p:grpSpPr>
          <p:sp>
            <p:nvSpPr>
              <p:cNvPr id="1925" name="Google Shape;1925;g305cce1fc62_1_29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g305cce1fc62_1_29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g305cce1fc62_1_29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g305cce1fc62_1_29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29" name="Google Shape;1929;g305cce1fc62_1_295"/>
            <p:cNvGrpSpPr/>
            <p:nvPr/>
          </p:nvGrpSpPr>
          <p:grpSpPr>
            <a:xfrm>
              <a:off x="432850" y="2003163"/>
              <a:ext cx="175013" cy="27000"/>
              <a:chOff x="5662375" y="212375"/>
              <a:chExt cx="175013" cy="27000"/>
            </a:xfrm>
          </p:grpSpPr>
          <p:sp>
            <p:nvSpPr>
              <p:cNvPr id="1930" name="Google Shape;1930;g305cce1fc62_1_29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g305cce1fc62_1_29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g305cce1fc62_1_29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33" name="Google Shape;1933;g305cce1fc62_1_295"/>
            <p:cNvGrpSpPr/>
            <p:nvPr/>
          </p:nvGrpSpPr>
          <p:grpSpPr>
            <a:xfrm>
              <a:off x="788100" y="208488"/>
              <a:ext cx="175013" cy="27000"/>
              <a:chOff x="5662375" y="212375"/>
              <a:chExt cx="175013" cy="27000"/>
            </a:xfrm>
          </p:grpSpPr>
          <p:sp>
            <p:nvSpPr>
              <p:cNvPr id="1934" name="Google Shape;1934;g305cce1fc62_1_29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g305cce1fc62_1_29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g305cce1fc62_1_29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37" name="Google Shape;1937;g305cce1fc62_1_295"/>
            <p:cNvGrpSpPr/>
            <p:nvPr/>
          </p:nvGrpSpPr>
          <p:grpSpPr>
            <a:xfrm>
              <a:off x="8129350" y="4988725"/>
              <a:ext cx="175013" cy="27000"/>
              <a:chOff x="5662375" y="212375"/>
              <a:chExt cx="175013" cy="27000"/>
            </a:xfrm>
          </p:grpSpPr>
          <p:sp>
            <p:nvSpPr>
              <p:cNvPr id="1938" name="Google Shape;1938;g305cce1fc62_1_29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g305cce1fc62_1_29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g305cce1fc62_1_29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41" name="Google Shape;1941;g305cce1fc62_1_295"/>
            <p:cNvGrpSpPr/>
            <p:nvPr/>
          </p:nvGrpSpPr>
          <p:grpSpPr>
            <a:xfrm>
              <a:off x="8497550" y="3429425"/>
              <a:ext cx="175013" cy="27000"/>
              <a:chOff x="5662375" y="212375"/>
              <a:chExt cx="175013" cy="27000"/>
            </a:xfrm>
          </p:grpSpPr>
          <p:sp>
            <p:nvSpPr>
              <p:cNvPr id="1942" name="Google Shape;1942;g305cce1fc62_1_29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g305cce1fc62_1_29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g305cce1fc62_1_29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945" name="Google Shape;1945;g305cce1fc62_1_295"/>
            <p:cNvCxnSpPr/>
            <p:nvPr/>
          </p:nvCxnSpPr>
          <p:spPr>
            <a:xfrm>
              <a:off x="8407225" y="0"/>
              <a:ext cx="0" cy="2160900"/>
            </a:xfrm>
            <a:prstGeom prst="straightConnector1">
              <a:avLst/>
            </a:prstGeom>
            <a:noFill/>
            <a:ln cap="flat" cmpd="sng" w="9525">
              <a:solidFill>
                <a:schemeClr val="dk1"/>
              </a:solidFill>
              <a:prstDash val="solid"/>
              <a:round/>
              <a:headEnd len="sm" w="sm" type="none"/>
              <a:tailEnd len="sm" w="sm" type="none"/>
            </a:ln>
          </p:spPr>
        </p:cxnSp>
        <p:cxnSp>
          <p:nvCxnSpPr>
            <p:cNvPr id="1946" name="Google Shape;1946;g305cce1fc62_1_295"/>
            <p:cNvCxnSpPr/>
            <p:nvPr/>
          </p:nvCxnSpPr>
          <p:spPr>
            <a:xfrm>
              <a:off x="718025" y="2985634"/>
              <a:ext cx="0" cy="2160900"/>
            </a:xfrm>
            <a:prstGeom prst="straightConnector1">
              <a:avLst/>
            </a:prstGeom>
            <a:noFill/>
            <a:ln cap="flat" cmpd="sng" w="9525">
              <a:solidFill>
                <a:schemeClr val="dk1"/>
              </a:solidFill>
              <a:prstDash val="solid"/>
              <a:round/>
              <a:headEnd len="sm" w="sm" type="none"/>
              <a:tailEnd len="sm" w="sm" type="none"/>
            </a:ln>
          </p:spPr>
        </p:cxnSp>
        <p:sp>
          <p:nvSpPr>
            <p:cNvPr id="1947" name="Google Shape;1947;g305cce1fc62_1_295"/>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g305cce1fc62_1_295"/>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g305cce1fc62_1_295"/>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g305cce1fc62_1_295"/>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7">
    <p:spTree>
      <p:nvGrpSpPr>
        <p:cNvPr id="1951" name="Shape 1951"/>
        <p:cNvGrpSpPr/>
        <p:nvPr/>
      </p:nvGrpSpPr>
      <p:grpSpPr>
        <a:xfrm>
          <a:off x="0" y="0"/>
          <a:ext cx="0" cy="0"/>
          <a:chOff x="0" y="0"/>
          <a:chExt cx="0" cy="0"/>
        </a:xfrm>
      </p:grpSpPr>
      <p:sp>
        <p:nvSpPr>
          <p:cNvPr id="1952" name="Google Shape;1952;g305cce1fc62_1_390"/>
          <p:cNvSpPr txBox="1"/>
          <p:nvPr>
            <p:ph type="title"/>
          </p:nvPr>
        </p:nvSpPr>
        <p:spPr>
          <a:xfrm>
            <a:off x="723750" y="526925"/>
            <a:ext cx="7696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953" name="Google Shape;1953;g305cce1fc62_1_390"/>
          <p:cNvCxnSpPr/>
          <p:nvPr/>
        </p:nvCxnSpPr>
        <p:spPr>
          <a:xfrm rot="10800000">
            <a:off x="8109000" y="501275"/>
            <a:ext cx="737700" cy="737700"/>
          </a:xfrm>
          <a:prstGeom prst="straightConnector1">
            <a:avLst/>
          </a:prstGeom>
          <a:noFill/>
          <a:ln cap="flat" cmpd="sng" w="9525">
            <a:solidFill>
              <a:schemeClr val="dk2"/>
            </a:solidFill>
            <a:prstDash val="solid"/>
            <a:round/>
            <a:headEnd len="sm" w="sm" type="none"/>
            <a:tailEnd len="sm" w="sm" type="none"/>
          </a:ln>
        </p:spPr>
      </p:cxnSp>
      <p:cxnSp>
        <p:nvCxnSpPr>
          <p:cNvPr id="1954" name="Google Shape;1954;g305cce1fc62_1_390"/>
          <p:cNvCxnSpPr/>
          <p:nvPr/>
        </p:nvCxnSpPr>
        <p:spPr>
          <a:xfrm>
            <a:off x="582475" y="282188"/>
            <a:ext cx="1212900" cy="422700"/>
          </a:xfrm>
          <a:prstGeom prst="straightConnector1">
            <a:avLst/>
          </a:prstGeom>
          <a:noFill/>
          <a:ln cap="flat" cmpd="sng" w="9525">
            <a:solidFill>
              <a:schemeClr val="dk2"/>
            </a:solidFill>
            <a:prstDash val="solid"/>
            <a:round/>
            <a:headEnd len="sm" w="sm" type="none"/>
            <a:tailEnd len="sm" w="sm" type="none"/>
          </a:ln>
        </p:spPr>
      </p:cxnSp>
      <p:cxnSp>
        <p:nvCxnSpPr>
          <p:cNvPr id="1955" name="Google Shape;1955;g305cce1fc62_1_390"/>
          <p:cNvCxnSpPr/>
          <p:nvPr/>
        </p:nvCxnSpPr>
        <p:spPr>
          <a:xfrm flipH="1" rot="10800000">
            <a:off x="0" y="274188"/>
            <a:ext cx="582600" cy="654300"/>
          </a:xfrm>
          <a:prstGeom prst="straightConnector1">
            <a:avLst/>
          </a:prstGeom>
          <a:noFill/>
          <a:ln cap="flat" cmpd="sng" w="9525">
            <a:solidFill>
              <a:schemeClr val="dk2"/>
            </a:solidFill>
            <a:prstDash val="solid"/>
            <a:round/>
            <a:headEnd len="sm" w="sm" type="none"/>
            <a:tailEnd len="sm" w="sm" type="none"/>
          </a:ln>
        </p:spPr>
      </p:cxnSp>
      <p:grpSp>
        <p:nvGrpSpPr>
          <p:cNvPr id="1956" name="Google Shape;1956;g305cce1fc62_1_390"/>
          <p:cNvGrpSpPr/>
          <p:nvPr/>
        </p:nvGrpSpPr>
        <p:grpSpPr>
          <a:xfrm flipH="1">
            <a:off x="423750" y="125363"/>
            <a:ext cx="292025" cy="292575"/>
            <a:chOff x="7353050" y="316275"/>
            <a:chExt cx="292025" cy="292575"/>
          </a:xfrm>
        </p:grpSpPr>
        <p:sp>
          <p:nvSpPr>
            <p:cNvPr id="1957" name="Google Shape;1957;g305cce1fc62_1_39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g305cce1fc62_1_39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g305cce1fc62_1_39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g305cce1fc62_1_39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61" name="Google Shape;1961;g305cce1fc62_1_390"/>
          <p:cNvGrpSpPr/>
          <p:nvPr/>
        </p:nvGrpSpPr>
        <p:grpSpPr>
          <a:xfrm>
            <a:off x="1638739" y="558163"/>
            <a:ext cx="293111" cy="293388"/>
            <a:chOff x="3164039" y="430875"/>
            <a:chExt cx="293111" cy="293388"/>
          </a:xfrm>
        </p:grpSpPr>
        <p:sp>
          <p:nvSpPr>
            <p:cNvPr id="1962" name="Google Shape;1962;g305cce1fc62_1_39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g305cce1fc62_1_39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4" name="Google Shape;1964;g305cce1fc62_1_39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g305cce1fc62_1_39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g305cce1fc62_1_39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g305cce1fc62_1_39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68" name="Google Shape;1968;g305cce1fc62_1_390"/>
          <p:cNvGrpSpPr/>
          <p:nvPr/>
        </p:nvGrpSpPr>
        <p:grpSpPr>
          <a:xfrm>
            <a:off x="1591750" y="362600"/>
            <a:ext cx="175013" cy="27000"/>
            <a:chOff x="5662375" y="212375"/>
            <a:chExt cx="175013" cy="27000"/>
          </a:xfrm>
        </p:grpSpPr>
        <p:sp>
          <p:nvSpPr>
            <p:cNvPr id="1969" name="Google Shape;1969;g305cce1fc62_1_39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0" name="Google Shape;1970;g305cce1fc62_1_39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1" name="Google Shape;1971;g305cce1fc62_1_39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972" name="Google Shape;1972;g305cce1fc62_1_390"/>
          <p:cNvCxnSpPr/>
          <p:nvPr/>
        </p:nvCxnSpPr>
        <p:spPr>
          <a:xfrm flipH="1">
            <a:off x="8151325" y="6875"/>
            <a:ext cx="1002600" cy="494400"/>
          </a:xfrm>
          <a:prstGeom prst="straightConnector1">
            <a:avLst/>
          </a:prstGeom>
          <a:noFill/>
          <a:ln cap="flat" cmpd="sng" w="9525">
            <a:solidFill>
              <a:schemeClr val="dk2"/>
            </a:solidFill>
            <a:prstDash val="solid"/>
            <a:round/>
            <a:headEnd len="sm" w="sm" type="none"/>
            <a:tailEnd len="sm" w="sm" type="none"/>
          </a:ln>
        </p:spPr>
      </p:cxnSp>
      <p:grpSp>
        <p:nvGrpSpPr>
          <p:cNvPr id="1973" name="Google Shape;1973;g305cce1fc62_1_390"/>
          <p:cNvGrpSpPr/>
          <p:nvPr/>
        </p:nvGrpSpPr>
        <p:grpSpPr>
          <a:xfrm>
            <a:off x="7823875" y="202375"/>
            <a:ext cx="581800" cy="582350"/>
            <a:chOff x="8064275" y="887850"/>
            <a:chExt cx="581800" cy="582350"/>
          </a:xfrm>
        </p:grpSpPr>
        <p:sp>
          <p:nvSpPr>
            <p:cNvPr id="1974" name="Google Shape;1974;g305cce1fc62_1_39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g305cce1fc62_1_39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6" name="Google Shape;1976;g305cce1fc62_1_39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g305cce1fc62_1_39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g305cce1fc62_1_39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g305cce1fc62_1_39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0" name="Google Shape;1980;g305cce1fc62_1_390"/>
          <p:cNvGrpSpPr/>
          <p:nvPr/>
        </p:nvGrpSpPr>
        <p:grpSpPr>
          <a:xfrm flipH="1">
            <a:off x="8698650" y="1117488"/>
            <a:ext cx="292025" cy="292575"/>
            <a:chOff x="7353050" y="316275"/>
            <a:chExt cx="292025" cy="292575"/>
          </a:xfrm>
        </p:grpSpPr>
        <p:sp>
          <p:nvSpPr>
            <p:cNvPr id="1981" name="Google Shape;1981;g305cce1fc62_1_39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g305cce1fc62_1_39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g305cce1fc62_1_39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g305cce1fc62_1_39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5" name="Google Shape;1985;g305cce1fc62_1_390"/>
          <p:cNvGrpSpPr/>
          <p:nvPr/>
        </p:nvGrpSpPr>
        <p:grpSpPr>
          <a:xfrm>
            <a:off x="8678350" y="1581800"/>
            <a:ext cx="175013" cy="27000"/>
            <a:chOff x="5662375" y="212375"/>
            <a:chExt cx="175013" cy="27000"/>
          </a:xfrm>
        </p:grpSpPr>
        <p:sp>
          <p:nvSpPr>
            <p:cNvPr id="1986" name="Google Shape;1986;g305cce1fc62_1_39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g305cce1fc62_1_39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g305cce1fc62_1_39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5">
    <p:spTree>
      <p:nvGrpSpPr>
        <p:cNvPr id="1989" name="Shape 1989"/>
        <p:cNvGrpSpPr/>
        <p:nvPr/>
      </p:nvGrpSpPr>
      <p:grpSpPr>
        <a:xfrm>
          <a:off x="0" y="0"/>
          <a:ext cx="0" cy="0"/>
          <a:chOff x="0" y="0"/>
          <a:chExt cx="0" cy="0"/>
        </a:xfrm>
      </p:grpSpPr>
      <p:sp>
        <p:nvSpPr>
          <p:cNvPr id="1990" name="Google Shape;1990;g305cce1fc62_1_428"/>
          <p:cNvSpPr txBox="1"/>
          <p:nvPr>
            <p:ph type="title"/>
          </p:nvPr>
        </p:nvSpPr>
        <p:spPr>
          <a:xfrm>
            <a:off x="723750" y="526925"/>
            <a:ext cx="7696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cxnSp>
        <p:nvCxnSpPr>
          <p:cNvPr id="1991" name="Google Shape;1991;g305cce1fc62_1_428"/>
          <p:cNvCxnSpPr/>
          <p:nvPr/>
        </p:nvCxnSpPr>
        <p:spPr>
          <a:xfrm>
            <a:off x="590450" y="4340600"/>
            <a:ext cx="670200" cy="423000"/>
          </a:xfrm>
          <a:prstGeom prst="straightConnector1">
            <a:avLst/>
          </a:prstGeom>
          <a:noFill/>
          <a:ln cap="flat" cmpd="sng" w="9525">
            <a:solidFill>
              <a:schemeClr val="dk1"/>
            </a:solidFill>
            <a:prstDash val="solid"/>
            <a:round/>
            <a:headEnd len="sm" w="sm" type="none"/>
            <a:tailEnd len="sm" w="sm" type="none"/>
          </a:ln>
        </p:spPr>
      </p:cxnSp>
      <p:cxnSp>
        <p:nvCxnSpPr>
          <p:cNvPr id="1992" name="Google Shape;1992;g305cce1fc62_1_428"/>
          <p:cNvCxnSpPr/>
          <p:nvPr/>
        </p:nvCxnSpPr>
        <p:spPr>
          <a:xfrm flipH="1" rot="10800000">
            <a:off x="0" y="4332550"/>
            <a:ext cx="590700" cy="663900"/>
          </a:xfrm>
          <a:prstGeom prst="straightConnector1">
            <a:avLst/>
          </a:prstGeom>
          <a:noFill/>
          <a:ln cap="flat" cmpd="sng" w="9525">
            <a:solidFill>
              <a:schemeClr val="dk1"/>
            </a:solidFill>
            <a:prstDash val="solid"/>
            <a:round/>
            <a:headEnd len="sm" w="sm" type="none"/>
            <a:tailEnd len="sm" w="sm" type="none"/>
          </a:ln>
        </p:spPr>
      </p:cxnSp>
      <p:grpSp>
        <p:nvGrpSpPr>
          <p:cNvPr id="1993" name="Google Shape;1993;g305cce1fc62_1_428"/>
          <p:cNvGrpSpPr/>
          <p:nvPr/>
        </p:nvGrpSpPr>
        <p:grpSpPr>
          <a:xfrm flipH="1">
            <a:off x="431725" y="4183775"/>
            <a:ext cx="292025" cy="292575"/>
            <a:chOff x="7353050" y="316275"/>
            <a:chExt cx="292025" cy="292575"/>
          </a:xfrm>
        </p:grpSpPr>
        <p:sp>
          <p:nvSpPr>
            <p:cNvPr id="1994" name="Google Shape;1994;g305cce1fc62_1_42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g305cce1fc62_1_42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g305cce1fc62_1_42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g305cce1fc62_1_42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98" name="Google Shape;1998;g305cce1fc62_1_428"/>
          <p:cNvGrpSpPr/>
          <p:nvPr/>
        </p:nvGrpSpPr>
        <p:grpSpPr>
          <a:xfrm>
            <a:off x="1075789" y="4604675"/>
            <a:ext cx="293111" cy="293388"/>
            <a:chOff x="3164039" y="430875"/>
            <a:chExt cx="293111" cy="293388"/>
          </a:xfrm>
        </p:grpSpPr>
        <p:sp>
          <p:nvSpPr>
            <p:cNvPr id="1999" name="Google Shape;1999;g305cce1fc62_1_428"/>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g305cce1fc62_1_428"/>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g305cce1fc62_1_428"/>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g305cce1fc62_1_428"/>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g305cce1fc62_1_428"/>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g305cce1fc62_1_428"/>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005" name="Google Shape;2005;g305cce1fc62_1_428"/>
          <p:cNvCxnSpPr/>
          <p:nvPr/>
        </p:nvCxnSpPr>
        <p:spPr>
          <a:xfrm rot="10800000">
            <a:off x="7196975" y="295100"/>
            <a:ext cx="1157100" cy="542700"/>
          </a:xfrm>
          <a:prstGeom prst="straightConnector1">
            <a:avLst/>
          </a:prstGeom>
          <a:noFill/>
          <a:ln cap="flat" cmpd="sng" w="9525">
            <a:solidFill>
              <a:schemeClr val="dk2"/>
            </a:solidFill>
            <a:prstDash val="solid"/>
            <a:round/>
            <a:headEnd len="sm" w="sm" type="none"/>
            <a:tailEnd len="sm" w="sm" type="none"/>
          </a:ln>
        </p:spPr>
      </p:cxnSp>
      <p:cxnSp>
        <p:nvCxnSpPr>
          <p:cNvPr id="2006" name="Google Shape;2006;g305cce1fc62_1_428"/>
          <p:cNvCxnSpPr/>
          <p:nvPr/>
        </p:nvCxnSpPr>
        <p:spPr>
          <a:xfrm flipH="1">
            <a:off x="8354075" y="-6625"/>
            <a:ext cx="791400" cy="836400"/>
          </a:xfrm>
          <a:prstGeom prst="straightConnector1">
            <a:avLst/>
          </a:prstGeom>
          <a:noFill/>
          <a:ln cap="flat" cmpd="sng" w="9525">
            <a:solidFill>
              <a:schemeClr val="dk2"/>
            </a:solidFill>
            <a:prstDash val="solid"/>
            <a:round/>
            <a:headEnd len="sm" w="sm" type="none"/>
            <a:tailEnd len="sm" w="sm" type="none"/>
          </a:ln>
        </p:spPr>
      </p:cxnSp>
      <p:grpSp>
        <p:nvGrpSpPr>
          <p:cNvPr id="2007" name="Google Shape;2007;g305cce1fc62_1_428"/>
          <p:cNvGrpSpPr/>
          <p:nvPr/>
        </p:nvGrpSpPr>
        <p:grpSpPr>
          <a:xfrm>
            <a:off x="8064275" y="526925"/>
            <a:ext cx="581800" cy="582350"/>
            <a:chOff x="8064275" y="887850"/>
            <a:chExt cx="581800" cy="582350"/>
          </a:xfrm>
        </p:grpSpPr>
        <p:sp>
          <p:nvSpPr>
            <p:cNvPr id="2008" name="Google Shape;2008;g305cce1fc62_1_42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g305cce1fc62_1_42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g305cce1fc62_1_42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g305cce1fc62_1_42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2" name="Google Shape;2012;g305cce1fc62_1_42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g305cce1fc62_1_42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4" name="Google Shape;2014;g305cce1fc62_1_428"/>
          <p:cNvGrpSpPr/>
          <p:nvPr/>
        </p:nvGrpSpPr>
        <p:grpSpPr>
          <a:xfrm>
            <a:off x="7033875" y="170875"/>
            <a:ext cx="292025" cy="292575"/>
            <a:chOff x="7353050" y="316275"/>
            <a:chExt cx="292025" cy="292575"/>
          </a:xfrm>
        </p:grpSpPr>
        <p:sp>
          <p:nvSpPr>
            <p:cNvPr id="2015" name="Google Shape;2015;g305cce1fc62_1_42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g305cce1fc62_1_42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g305cce1fc62_1_42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g305cce1fc62_1_42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9" name="Google Shape;2019;g305cce1fc62_1_428"/>
          <p:cNvGrpSpPr/>
          <p:nvPr/>
        </p:nvGrpSpPr>
        <p:grpSpPr>
          <a:xfrm>
            <a:off x="8757950" y="229650"/>
            <a:ext cx="175000" cy="175000"/>
            <a:chOff x="8792300" y="321275"/>
            <a:chExt cx="175000" cy="175000"/>
          </a:xfrm>
        </p:grpSpPr>
        <p:sp>
          <p:nvSpPr>
            <p:cNvPr id="2020" name="Google Shape;2020;g305cce1fc62_1_42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1" name="Google Shape;2021;g305cce1fc62_1_42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g305cce1fc62_1_42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g305cce1fc62_1_42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24" name="Google Shape;2024;g305cce1fc62_1_428"/>
          <p:cNvGrpSpPr/>
          <p:nvPr/>
        </p:nvGrpSpPr>
        <p:grpSpPr>
          <a:xfrm>
            <a:off x="8490050" y="170875"/>
            <a:ext cx="175013" cy="27000"/>
            <a:chOff x="5662375" y="212375"/>
            <a:chExt cx="175013" cy="27000"/>
          </a:xfrm>
        </p:grpSpPr>
        <p:sp>
          <p:nvSpPr>
            <p:cNvPr id="2025" name="Google Shape;2025;g305cce1fc62_1_428"/>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g305cce1fc62_1_428"/>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7" name="Google Shape;2027;g305cce1fc62_1_428"/>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28" name="Google Shape;2028;g305cce1fc62_1_428"/>
          <p:cNvGrpSpPr/>
          <p:nvPr/>
        </p:nvGrpSpPr>
        <p:grpSpPr>
          <a:xfrm>
            <a:off x="7916350" y="1124600"/>
            <a:ext cx="175013" cy="27000"/>
            <a:chOff x="5662375" y="212375"/>
            <a:chExt cx="175013" cy="27000"/>
          </a:xfrm>
        </p:grpSpPr>
        <p:sp>
          <p:nvSpPr>
            <p:cNvPr id="2029" name="Google Shape;2029;g305cce1fc62_1_428"/>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g305cce1fc62_1_428"/>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g305cce1fc62_1_428"/>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of text">
  <p:cSld name="CUSTOM_2">
    <p:spTree>
      <p:nvGrpSpPr>
        <p:cNvPr id="2032" name="Shape 2032"/>
        <p:cNvGrpSpPr/>
        <p:nvPr/>
      </p:nvGrpSpPr>
      <p:grpSpPr>
        <a:xfrm>
          <a:off x="0" y="0"/>
          <a:ext cx="0" cy="0"/>
          <a:chOff x="0" y="0"/>
          <a:chExt cx="0" cy="0"/>
        </a:xfrm>
      </p:grpSpPr>
      <p:sp>
        <p:nvSpPr>
          <p:cNvPr id="2033" name="Google Shape;2033;g305cce1fc62_1_471"/>
          <p:cNvSpPr txBox="1"/>
          <p:nvPr>
            <p:ph type="title"/>
          </p:nvPr>
        </p:nvSpPr>
        <p:spPr>
          <a:xfrm>
            <a:off x="1568775" y="442350"/>
            <a:ext cx="6006300" cy="59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034" name="Google Shape;2034;g305cce1fc62_1_471"/>
          <p:cNvSpPr txBox="1"/>
          <p:nvPr>
            <p:ph idx="1" type="subTitle"/>
          </p:nvPr>
        </p:nvSpPr>
        <p:spPr>
          <a:xfrm>
            <a:off x="1709928" y="1545336"/>
            <a:ext cx="1945200" cy="375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035" name="Google Shape;2035;g305cce1fc62_1_471"/>
          <p:cNvSpPr txBox="1"/>
          <p:nvPr>
            <p:ph idx="2" type="subTitle"/>
          </p:nvPr>
        </p:nvSpPr>
        <p:spPr>
          <a:xfrm>
            <a:off x="1709928" y="1938528"/>
            <a:ext cx="1945200" cy="759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9pPr>
          </a:lstStyle>
          <a:p/>
        </p:txBody>
      </p:sp>
      <p:sp>
        <p:nvSpPr>
          <p:cNvPr id="2036" name="Google Shape;2036;g305cce1fc62_1_471"/>
          <p:cNvSpPr txBox="1"/>
          <p:nvPr>
            <p:ph idx="3" type="subTitle"/>
          </p:nvPr>
        </p:nvSpPr>
        <p:spPr>
          <a:xfrm>
            <a:off x="5468112" y="1545336"/>
            <a:ext cx="1947600" cy="375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037" name="Google Shape;2037;g305cce1fc62_1_471"/>
          <p:cNvSpPr txBox="1"/>
          <p:nvPr>
            <p:ph idx="4" type="subTitle"/>
          </p:nvPr>
        </p:nvSpPr>
        <p:spPr>
          <a:xfrm>
            <a:off x="5468112" y="1938528"/>
            <a:ext cx="1947600" cy="759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9pPr>
          </a:lstStyle>
          <a:p/>
        </p:txBody>
      </p:sp>
      <p:sp>
        <p:nvSpPr>
          <p:cNvPr id="2038" name="Google Shape;2038;g305cce1fc62_1_471"/>
          <p:cNvSpPr txBox="1"/>
          <p:nvPr>
            <p:ph idx="5" type="subTitle"/>
          </p:nvPr>
        </p:nvSpPr>
        <p:spPr>
          <a:xfrm>
            <a:off x="2825496" y="3200400"/>
            <a:ext cx="1945200" cy="375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039" name="Google Shape;2039;g305cce1fc62_1_471"/>
          <p:cNvSpPr txBox="1"/>
          <p:nvPr>
            <p:ph idx="6" type="subTitle"/>
          </p:nvPr>
        </p:nvSpPr>
        <p:spPr>
          <a:xfrm>
            <a:off x="2825496" y="3593592"/>
            <a:ext cx="1945200" cy="759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9pPr>
          </a:lstStyle>
          <a:p/>
        </p:txBody>
      </p:sp>
      <p:sp>
        <p:nvSpPr>
          <p:cNvPr id="2040" name="Google Shape;2040;g305cce1fc62_1_471"/>
          <p:cNvSpPr txBox="1"/>
          <p:nvPr>
            <p:ph idx="7" type="subTitle"/>
          </p:nvPr>
        </p:nvSpPr>
        <p:spPr>
          <a:xfrm>
            <a:off x="6464808" y="3200400"/>
            <a:ext cx="1993500" cy="375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041" name="Google Shape;2041;g305cce1fc62_1_471"/>
          <p:cNvSpPr txBox="1"/>
          <p:nvPr>
            <p:ph idx="8" type="subTitle"/>
          </p:nvPr>
        </p:nvSpPr>
        <p:spPr>
          <a:xfrm>
            <a:off x="6464808" y="3593592"/>
            <a:ext cx="1993500" cy="759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chemeClr val="dk2"/>
                </a:solidFill>
                <a:latin typeface="Barlow Semi Condensed"/>
                <a:ea typeface="Barlow Semi Condensed"/>
                <a:cs typeface="Barlow Semi Condensed"/>
                <a:sym typeface="Barlow Semi Condensed"/>
              </a:defRPr>
            </a:lvl9pPr>
          </a:lstStyle>
          <a:p/>
        </p:txBody>
      </p:sp>
      <p:cxnSp>
        <p:nvCxnSpPr>
          <p:cNvPr id="2042" name="Google Shape;2042;g305cce1fc62_1_471"/>
          <p:cNvCxnSpPr/>
          <p:nvPr/>
        </p:nvCxnSpPr>
        <p:spPr>
          <a:xfrm rot="10800000">
            <a:off x="8109000" y="501275"/>
            <a:ext cx="737700" cy="737700"/>
          </a:xfrm>
          <a:prstGeom prst="straightConnector1">
            <a:avLst/>
          </a:prstGeom>
          <a:noFill/>
          <a:ln cap="flat" cmpd="sng" w="9525">
            <a:solidFill>
              <a:schemeClr val="dk1"/>
            </a:solidFill>
            <a:prstDash val="solid"/>
            <a:round/>
            <a:headEnd len="sm" w="sm" type="none"/>
            <a:tailEnd len="sm" w="sm" type="none"/>
          </a:ln>
        </p:spPr>
      </p:cxnSp>
      <p:cxnSp>
        <p:nvCxnSpPr>
          <p:cNvPr id="2043" name="Google Shape;2043;g305cce1fc62_1_471"/>
          <p:cNvCxnSpPr/>
          <p:nvPr/>
        </p:nvCxnSpPr>
        <p:spPr>
          <a:xfrm>
            <a:off x="582475" y="282188"/>
            <a:ext cx="1212900" cy="422700"/>
          </a:xfrm>
          <a:prstGeom prst="straightConnector1">
            <a:avLst/>
          </a:prstGeom>
          <a:noFill/>
          <a:ln cap="flat" cmpd="sng" w="9525">
            <a:solidFill>
              <a:schemeClr val="dk1"/>
            </a:solidFill>
            <a:prstDash val="solid"/>
            <a:round/>
            <a:headEnd len="sm" w="sm" type="none"/>
            <a:tailEnd len="sm" w="sm" type="none"/>
          </a:ln>
        </p:spPr>
      </p:cxnSp>
      <p:cxnSp>
        <p:nvCxnSpPr>
          <p:cNvPr id="2044" name="Google Shape;2044;g305cce1fc62_1_471"/>
          <p:cNvCxnSpPr/>
          <p:nvPr/>
        </p:nvCxnSpPr>
        <p:spPr>
          <a:xfrm flipH="1" rot="10800000">
            <a:off x="0" y="274188"/>
            <a:ext cx="582600" cy="654300"/>
          </a:xfrm>
          <a:prstGeom prst="straightConnector1">
            <a:avLst/>
          </a:prstGeom>
          <a:noFill/>
          <a:ln cap="flat" cmpd="sng" w="9525">
            <a:solidFill>
              <a:schemeClr val="dk1"/>
            </a:solidFill>
            <a:prstDash val="solid"/>
            <a:round/>
            <a:headEnd len="sm" w="sm" type="none"/>
            <a:tailEnd len="sm" w="sm" type="none"/>
          </a:ln>
        </p:spPr>
      </p:cxnSp>
      <p:grpSp>
        <p:nvGrpSpPr>
          <p:cNvPr id="2045" name="Google Shape;2045;g305cce1fc62_1_471"/>
          <p:cNvGrpSpPr/>
          <p:nvPr/>
        </p:nvGrpSpPr>
        <p:grpSpPr>
          <a:xfrm flipH="1">
            <a:off x="423750" y="125363"/>
            <a:ext cx="292025" cy="292575"/>
            <a:chOff x="7353050" y="316275"/>
            <a:chExt cx="292025" cy="292575"/>
          </a:xfrm>
        </p:grpSpPr>
        <p:sp>
          <p:nvSpPr>
            <p:cNvPr id="2046" name="Google Shape;2046;g305cce1fc62_1_47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7" name="Google Shape;2047;g305cce1fc62_1_47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8" name="Google Shape;2048;g305cce1fc62_1_47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9" name="Google Shape;2049;g305cce1fc62_1_47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0" name="Google Shape;2050;g305cce1fc62_1_471"/>
          <p:cNvGrpSpPr/>
          <p:nvPr/>
        </p:nvGrpSpPr>
        <p:grpSpPr>
          <a:xfrm>
            <a:off x="1638739" y="558163"/>
            <a:ext cx="293111" cy="293388"/>
            <a:chOff x="3164039" y="430875"/>
            <a:chExt cx="293111" cy="293388"/>
          </a:xfrm>
        </p:grpSpPr>
        <p:sp>
          <p:nvSpPr>
            <p:cNvPr id="2051" name="Google Shape;2051;g305cce1fc62_1_47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g305cce1fc62_1_47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3" name="Google Shape;2053;g305cce1fc62_1_47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4" name="Google Shape;2054;g305cce1fc62_1_47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5" name="Google Shape;2055;g305cce1fc62_1_47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6" name="Google Shape;2056;g305cce1fc62_1_47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7" name="Google Shape;2057;g305cce1fc62_1_471"/>
          <p:cNvGrpSpPr/>
          <p:nvPr/>
        </p:nvGrpSpPr>
        <p:grpSpPr>
          <a:xfrm>
            <a:off x="1591750" y="362600"/>
            <a:ext cx="175013" cy="27000"/>
            <a:chOff x="5662375" y="212375"/>
            <a:chExt cx="175013" cy="27000"/>
          </a:xfrm>
        </p:grpSpPr>
        <p:sp>
          <p:nvSpPr>
            <p:cNvPr id="2058" name="Google Shape;2058;g305cce1fc62_1_47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9" name="Google Shape;2059;g305cce1fc62_1_47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g305cce1fc62_1_47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061" name="Google Shape;2061;g305cce1fc62_1_471"/>
          <p:cNvCxnSpPr/>
          <p:nvPr/>
        </p:nvCxnSpPr>
        <p:spPr>
          <a:xfrm flipH="1">
            <a:off x="8151325" y="6875"/>
            <a:ext cx="1002600" cy="494400"/>
          </a:xfrm>
          <a:prstGeom prst="straightConnector1">
            <a:avLst/>
          </a:prstGeom>
          <a:noFill/>
          <a:ln cap="flat" cmpd="sng" w="9525">
            <a:solidFill>
              <a:schemeClr val="dk1"/>
            </a:solidFill>
            <a:prstDash val="solid"/>
            <a:round/>
            <a:headEnd len="sm" w="sm" type="none"/>
            <a:tailEnd len="sm" w="sm" type="none"/>
          </a:ln>
        </p:spPr>
      </p:cxnSp>
      <p:grpSp>
        <p:nvGrpSpPr>
          <p:cNvPr id="2062" name="Google Shape;2062;g305cce1fc62_1_471"/>
          <p:cNvGrpSpPr/>
          <p:nvPr/>
        </p:nvGrpSpPr>
        <p:grpSpPr>
          <a:xfrm>
            <a:off x="7823875" y="202375"/>
            <a:ext cx="581800" cy="582350"/>
            <a:chOff x="8064275" y="887850"/>
            <a:chExt cx="581800" cy="582350"/>
          </a:xfrm>
        </p:grpSpPr>
        <p:sp>
          <p:nvSpPr>
            <p:cNvPr id="2063" name="Google Shape;2063;g305cce1fc62_1_47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4" name="Google Shape;2064;g305cce1fc62_1_47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5" name="Google Shape;2065;g305cce1fc62_1_47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6" name="Google Shape;2066;g305cce1fc62_1_47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7" name="Google Shape;2067;g305cce1fc62_1_47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8" name="Google Shape;2068;g305cce1fc62_1_47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69" name="Google Shape;2069;g305cce1fc62_1_471"/>
          <p:cNvGrpSpPr/>
          <p:nvPr/>
        </p:nvGrpSpPr>
        <p:grpSpPr>
          <a:xfrm flipH="1">
            <a:off x="8698650" y="1117488"/>
            <a:ext cx="292025" cy="292575"/>
            <a:chOff x="7353050" y="316275"/>
            <a:chExt cx="292025" cy="292575"/>
          </a:xfrm>
        </p:grpSpPr>
        <p:sp>
          <p:nvSpPr>
            <p:cNvPr id="2070" name="Google Shape;2070;g305cce1fc62_1_47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1" name="Google Shape;2071;g305cce1fc62_1_47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2" name="Google Shape;2072;g305cce1fc62_1_47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3" name="Google Shape;2073;g305cce1fc62_1_47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74" name="Google Shape;2074;g305cce1fc62_1_471"/>
          <p:cNvGrpSpPr/>
          <p:nvPr/>
        </p:nvGrpSpPr>
        <p:grpSpPr>
          <a:xfrm>
            <a:off x="8678350" y="1581800"/>
            <a:ext cx="175013" cy="27000"/>
            <a:chOff x="5662375" y="212375"/>
            <a:chExt cx="175013" cy="27000"/>
          </a:xfrm>
        </p:grpSpPr>
        <p:sp>
          <p:nvSpPr>
            <p:cNvPr id="2075" name="Google Shape;2075;g305cce1fc62_1_47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g305cce1fc62_1_47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7" name="Google Shape;2077;g305cce1fc62_1_47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numbers">
  <p:cSld name="CUSTOM_11">
    <p:spTree>
      <p:nvGrpSpPr>
        <p:cNvPr id="2078" name="Shape 2078"/>
        <p:cNvGrpSpPr/>
        <p:nvPr/>
      </p:nvGrpSpPr>
      <p:grpSpPr>
        <a:xfrm>
          <a:off x="0" y="0"/>
          <a:ext cx="0" cy="0"/>
          <a:chOff x="0" y="0"/>
          <a:chExt cx="0" cy="0"/>
        </a:xfrm>
      </p:grpSpPr>
      <p:sp>
        <p:nvSpPr>
          <p:cNvPr id="2079" name="Google Shape;2079;g305cce1fc62_1_517"/>
          <p:cNvSpPr txBox="1"/>
          <p:nvPr>
            <p:ph type="title"/>
          </p:nvPr>
        </p:nvSpPr>
        <p:spPr>
          <a:xfrm>
            <a:off x="2825496" y="704088"/>
            <a:ext cx="3483900" cy="5670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accent1"/>
              </a:buClr>
              <a:buSzPts val="3600"/>
              <a:buNone/>
              <a:defRPr sz="3600">
                <a:solidFill>
                  <a:schemeClr val="accent1"/>
                </a:solidFill>
              </a:defRPr>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p:txBody>
      </p:sp>
      <p:sp>
        <p:nvSpPr>
          <p:cNvPr id="2080" name="Google Shape;2080;g305cce1fc62_1_517"/>
          <p:cNvSpPr txBox="1"/>
          <p:nvPr>
            <p:ph idx="1" type="subTitle"/>
          </p:nvPr>
        </p:nvSpPr>
        <p:spPr>
          <a:xfrm>
            <a:off x="2825496" y="1225296"/>
            <a:ext cx="3483900" cy="2742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2081" name="Google Shape;2081;g305cce1fc62_1_517"/>
          <p:cNvSpPr txBox="1"/>
          <p:nvPr>
            <p:ph idx="2" type="title"/>
          </p:nvPr>
        </p:nvSpPr>
        <p:spPr>
          <a:xfrm>
            <a:off x="2825496" y="2185416"/>
            <a:ext cx="3483900" cy="5670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accent1"/>
              </a:buClr>
              <a:buSzPts val="3600"/>
              <a:buNone/>
              <a:defRPr sz="3600">
                <a:solidFill>
                  <a:schemeClr val="accent1"/>
                </a:solidFill>
              </a:defRPr>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p:txBody>
      </p:sp>
      <p:sp>
        <p:nvSpPr>
          <p:cNvPr id="2082" name="Google Shape;2082;g305cce1fc62_1_517"/>
          <p:cNvSpPr txBox="1"/>
          <p:nvPr>
            <p:ph idx="3" type="subTitle"/>
          </p:nvPr>
        </p:nvSpPr>
        <p:spPr>
          <a:xfrm>
            <a:off x="2825496" y="2697480"/>
            <a:ext cx="3483900" cy="2742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2083" name="Google Shape;2083;g305cce1fc62_1_517"/>
          <p:cNvSpPr txBox="1"/>
          <p:nvPr>
            <p:ph idx="4" type="title"/>
          </p:nvPr>
        </p:nvSpPr>
        <p:spPr>
          <a:xfrm>
            <a:off x="2825496" y="3648456"/>
            <a:ext cx="3483900" cy="5670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accent1"/>
              </a:buClr>
              <a:buSzPts val="3600"/>
              <a:buNone/>
              <a:defRPr sz="3600">
                <a:solidFill>
                  <a:schemeClr val="accent1"/>
                </a:solidFill>
              </a:defRPr>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p:txBody>
      </p:sp>
      <p:sp>
        <p:nvSpPr>
          <p:cNvPr id="2084" name="Google Shape;2084;g305cce1fc62_1_517"/>
          <p:cNvSpPr txBox="1"/>
          <p:nvPr>
            <p:ph idx="5" type="subTitle"/>
          </p:nvPr>
        </p:nvSpPr>
        <p:spPr>
          <a:xfrm>
            <a:off x="2834640" y="4169664"/>
            <a:ext cx="3483900" cy="2742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cxnSp>
        <p:nvCxnSpPr>
          <p:cNvPr id="2085" name="Google Shape;2085;g305cce1fc62_1_517"/>
          <p:cNvCxnSpPr/>
          <p:nvPr/>
        </p:nvCxnSpPr>
        <p:spPr>
          <a:xfrm rot="5400000">
            <a:off x="7269708" y="3324550"/>
            <a:ext cx="1133100" cy="306300"/>
          </a:xfrm>
          <a:prstGeom prst="straightConnector1">
            <a:avLst/>
          </a:prstGeom>
          <a:noFill/>
          <a:ln cap="flat" cmpd="sng" w="9525">
            <a:solidFill>
              <a:schemeClr val="dk2"/>
            </a:solidFill>
            <a:prstDash val="solid"/>
            <a:round/>
            <a:headEnd len="sm" w="sm" type="none"/>
            <a:tailEnd len="sm" w="sm" type="none"/>
          </a:ln>
        </p:spPr>
      </p:cxnSp>
      <p:cxnSp>
        <p:nvCxnSpPr>
          <p:cNvPr id="2086" name="Google Shape;2086;g305cce1fc62_1_517"/>
          <p:cNvCxnSpPr/>
          <p:nvPr/>
        </p:nvCxnSpPr>
        <p:spPr>
          <a:xfrm flipH="1" rot="-5400000">
            <a:off x="7181408" y="2082400"/>
            <a:ext cx="1342200" cy="315300"/>
          </a:xfrm>
          <a:prstGeom prst="straightConnector1">
            <a:avLst/>
          </a:prstGeom>
          <a:noFill/>
          <a:ln cap="flat" cmpd="sng" w="9525">
            <a:solidFill>
              <a:schemeClr val="dk2"/>
            </a:solidFill>
            <a:prstDash val="solid"/>
            <a:round/>
            <a:headEnd len="sm" w="sm" type="none"/>
            <a:tailEnd len="sm" w="sm" type="none"/>
          </a:ln>
        </p:spPr>
      </p:cxnSp>
      <p:cxnSp>
        <p:nvCxnSpPr>
          <p:cNvPr id="2087" name="Google Shape;2087;g305cce1fc62_1_517"/>
          <p:cNvCxnSpPr/>
          <p:nvPr/>
        </p:nvCxnSpPr>
        <p:spPr>
          <a:xfrm rot="5400000">
            <a:off x="7232433" y="736375"/>
            <a:ext cx="1332000" cy="392100"/>
          </a:xfrm>
          <a:prstGeom prst="straightConnector1">
            <a:avLst/>
          </a:prstGeom>
          <a:noFill/>
          <a:ln cap="flat" cmpd="sng" w="9525">
            <a:solidFill>
              <a:schemeClr val="dk2"/>
            </a:solidFill>
            <a:prstDash val="solid"/>
            <a:round/>
            <a:headEnd len="sm" w="sm" type="none"/>
            <a:tailEnd len="sm" w="sm" type="none"/>
          </a:ln>
        </p:spPr>
      </p:cxnSp>
      <p:cxnSp>
        <p:nvCxnSpPr>
          <p:cNvPr id="2088" name="Google Shape;2088;g305cce1fc62_1_517"/>
          <p:cNvCxnSpPr/>
          <p:nvPr/>
        </p:nvCxnSpPr>
        <p:spPr>
          <a:xfrm rot="5400000">
            <a:off x="8168433" y="-66600"/>
            <a:ext cx="273900" cy="407100"/>
          </a:xfrm>
          <a:prstGeom prst="straightConnector1">
            <a:avLst/>
          </a:prstGeom>
          <a:noFill/>
          <a:ln cap="flat" cmpd="sng" w="9525">
            <a:solidFill>
              <a:schemeClr val="dk2"/>
            </a:solidFill>
            <a:prstDash val="solid"/>
            <a:round/>
            <a:headEnd len="sm" w="sm" type="none"/>
            <a:tailEnd len="sm" w="sm" type="none"/>
          </a:ln>
        </p:spPr>
      </p:cxnSp>
      <p:grpSp>
        <p:nvGrpSpPr>
          <p:cNvPr id="2089" name="Google Shape;2089;g305cce1fc62_1_517"/>
          <p:cNvGrpSpPr/>
          <p:nvPr/>
        </p:nvGrpSpPr>
        <p:grpSpPr>
          <a:xfrm flipH="1" rot="5400000">
            <a:off x="7407333" y="1284925"/>
            <a:ext cx="581800" cy="582350"/>
            <a:chOff x="8064275" y="887850"/>
            <a:chExt cx="581800" cy="582350"/>
          </a:xfrm>
        </p:grpSpPr>
        <p:sp>
          <p:nvSpPr>
            <p:cNvPr id="2090" name="Google Shape;2090;g305cce1fc62_1_51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g305cce1fc62_1_51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2" name="Google Shape;2092;g305cce1fc62_1_51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3" name="Google Shape;2093;g305cce1fc62_1_51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g305cce1fc62_1_51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g305cce1fc62_1_51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96" name="Google Shape;2096;g305cce1fc62_1_517"/>
          <p:cNvGrpSpPr/>
          <p:nvPr/>
        </p:nvGrpSpPr>
        <p:grpSpPr>
          <a:xfrm flipH="1" rot="5400000">
            <a:off x="7869720" y="2754200"/>
            <a:ext cx="292025" cy="292575"/>
            <a:chOff x="7353050" y="316275"/>
            <a:chExt cx="292025" cy="292575"/>
          </a:xfrm>
        </p:grpSpPr>
        <p:sp>
          <p:nvSpPr>
            <p:cNvPr id="2097" name="Google Shape;2097;g305cce1fc62_1_5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8" name="Google Shape;2098;g305cce1fc62_1_5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9" name="Google Shape;2099;g305cce1fc62_1_5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0" name="Google Shape;2100;g305cce1fc62_1_5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01" name="Google Shape;2101;g305cce1fc62_1_517"/>
          <p:cNvGrpSpPr/>
          <p:nvPr/>
        </p:nvGrpSpPr>
        <p:grpSpPr>
          <a:xfrm flipH="1" rot="5400000">
            <a:off x="8012458" y="178175"/>
            <a:ext cx="175000" cy="175000"/>
            <a:chOff x="8792300" y="321275"/>
            <a:chExt cx="175000" cy="175000"/>
          </a:xfrm>
        </p:grpSpPr>
        <p:sp>
          <p:nvSpPr>
            <p:cNvPr id="2102" name="Google Shape;2102;g305cce1fc62_1_51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3" name="Google Shape;2103;g305cce1fc62_1_51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g305cce1fc62_1_51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5" name="Google Shape;2105;g305cce1fc62_1_51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06" name="Google Shape;2106;g305cce1fc62_1_517"/>
          <p:cNvGrpSpPr/>
          <p:nvPr/>
        </p:nvGrpSpPr>
        <p:grpSpPr>
          <a:xfrm rot="5400000">
            <a:off x="7551683" y="3879926"/>
            <a:ext cx="293111" cy="293388"/>
            <a:chOff x="3164039" y="430875"/>
            <a:chExt cx="293111" cy="293388"/>
          </a:xfrm>
        </p:grpSpPr>
        <p:sp>
          <p:nvSpPr>
            <p:cNvPr id="2107" name="Google Shape;2107;g305cce1fc62_1_51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g305cce1fc62_1_51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9" name="Google Shape;2109;g305cce1fc62_1_51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0" name="Google Shape;2110;g305cce1fc62_1_51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1" name="Google Shape;2111;g305cce1fc62_1_51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2" name="Google Shape;2112;g305cce1fc62_1_51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13" name="Google Shape;2113;g305cce1fc62_1_517"/>
          <p:cNvGrpSpPr/>
          <p:nvPr/>
        </p:nvGrpSpPr>
        <p:grpSpPr>
          <a:xfrm flipH="1" rot="5400000">
            <a:off x="8259052" y="323144"/>
            <a:ext cx="175013" cy="27000"/>
            <a:chOff x="5662375" y="212375"/>
            <a:chExt cx="175013" cy="27000"/>
          </a:xfrm>
        </p:grpSpPr>
        <p:sp>
          <p:nvSpPr>
            <p:cNvPr id="2114" name="Google Shape;2114;g305cce1fc62_1_51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5" name="Google Shape;2115;g305cce1fc62_1_51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6" name="Google Shape;2116;g305cce1fc62_1_51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117" name="Google Shape;2117;g305cce1fc62_1_517"/>
          <p:cNvCxnSpPr/>
          <p:nvPr/>
        </p:nvCxnSpPr>
        <p:spPr>
          <a:xfrm flipH="1" rot="5400000">
            <a:off x="740850" y="2598325"/>
            <a:ext cx="1672500" cy="126000"/>
          </a:xfrm>
          <a:prstGeom prst="straightConnector1">
            <a:avLst/>
          </a:prstGeom>
          <a:noFill/>
          <a:ln cap="flat" cmpd="sng" w="9525">
            <a:solidFill>
              <a:schemeClr val="dk2"/>
            </a:solidFill>
            <a:prstDash val="solid"/>
            <a:round/>
            <a:headEnd len="sm" w="sm" type="none"/>
            <a:tailEnd len="sm" w="sm" type="none"/>
          </a:ln>
        </p:spPr>
      </p:cxnSp>
      <p:cxnSp>
        <p:nvCxnSpPr>
          <p:cNvPr id="2118" name="Google Shape;2118;g305cce1fc62_1_517"/>
          <p:cNvCxnSpPr/>
          <p:nvPr/>
        </p:nvCxnSpPr>
        <p:spPr>
          <a:xfrm rot="-5400000">
            <a:off x="847100" y="3554000"/>
            <a:ext cx="829500" cy="743400"/>
          </a:xfrm>
          <a:prstGeom prst="straightConnector1">
            <a:avLst/>
          </a:prstGeom>
          <a:noFill/>
          <a:ln cap="flat" cmpd="sng" w="9525">
            <a:solidFill>
              <a:schemeClr val="dk2"/>
            </a:solidFill>
            <a:prstDash val="solid"/>
            <a:round/>
            <a:headEnd len="sm" w="sm" type="none"/>
            <a:tailEnd len="sm" w="sm" type="none"/>
          </a:ln>
        </p:spPr>
      </p:cxnSp>
      <p:cxnSp>
        <p:nvCxnSpPr>
          <p:cNvPr id="2119" name="Google Shape;2119;g305cce1fc62_1_517"/>
          <p:cNvCxnSpPr/>
          <p:nvPr/>
        </p:nvCxnSpPr>
        <p:spPr>
          <a:xfrm flipH="1" rot="5400000">
            <a:off x="1105775" y="4151250"/>
            <a:ext cx="796500" cy="1188000"/>
          </a:xfrm>
          <a:prstGeom prst="straightConnector1">
            <a:avLst/>
          </a:prstGeom>
          <a:noFill/>
          <a:ln cap="flat" cmpd="sng" w="9525">
            <a:solidFill>
              <a:schemeClr val="dk2"/>
            </a:solidFill>
            <a:prstDash val="solid"/>
            <a:round/>
            <a:headEnd len="sm" w="sm" type="none"/>
            <a:tailEnd len="sm" w="sm" type="none"/>
          </a:ln>
        </p:spPr>
      </p:cxnSp>
      <p:grpSp>
        <p:nvGrpSpPr>
          <p:cNvPr id="2120" name="Google Shape;2120;g305cce1fc62_1_517"/>
          <p:cNvGrpSpPr/>
          <p:nvPr/>
        </p:nvGrpSpPr>
        <p:grpSpPr>
          <a:xfrm rot="5400000">
            <a:off x="621475" y="4062025"/>
            <a:ext cx="581800" cy="582350"/>
            <a:chOff x="8064275" y="887850"/>
            <a:chExt cx="581800" cy="582350"/>
          </a:xfrm>
        </p:grpSpPr>
        <p:sp>
          <p:nvSpPr>
            <p:cNvPr id="2121" name="Google Shape;2121;g305cce1fc62_1_51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2" name="Google Shape;2122;g305cce1fc62_1_51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3" name="Google Shape;2123;g305cce1fc62_1_51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g305cce1fc62_1_51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5" name="Google Shape;2125;g305cce1fc62_1_51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6" name="Google Shape;2126;g305cce1fc62_1_51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27" name="Google Shape;2127;g305cce1fc62_1_517"/>
          <p:cNvGrpSpPr/>
          <p:nvPr/>
        </p:nvGrpSpPr>
        <p:grpSpPr>
          <a:xfrm rot="5400000">
            <a:off x="1482825" y="3350800"/>
            <a:ext cx="292025" cy="292575"/>
            <a:chOff x="7353050" y="316275"/>
            <a:chExt cx="292025" cy="292575"/>
          </a:xfrm>
        </p:grpSpPr>
        <p:sp>
          <p:nvSpPr>
            <p:cNvPr id="2128" name="Google Shape;2128;g305cce1fc62_1_5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9" name="Google Shape;2129;g305cce1fc62_1_5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g305cce1fc62_1_5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g305cce1fc62_1_5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32" name="Google Shape;2132;g305cce1fc62_1_517"/>
          <p:cNvGrpSpPr/>
          <p:nvPr/>
        </p:nvGrpSpPr>
        <p:grpSpPr>
          <a:xfrm rot="5400000">
            <a:off x="1595125" y="4790325"/>
            <a:ext cx="175000" cy="175000"/>
            <a:chOff x="8792300" y="321275"/>
            <a:chExt cx="175000" cy="175000"/>
          </a:xfrm>
        </p:grpSpPr>
        <p:sp>
          <p:nvSpPr>
            <p:cNvPr id="2133" name="Google Shape;2133;g305cce1fc62_1_51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g305cce1fc62_1_51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g305cce1fc62_1_51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g305cce1fc62_1_51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37" name="Google Shape;2137;g305cce1fc62_1_517"/>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8" name="Google Shape;2138;g305cce1fc62_1_517"/>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9" name="Google Shape;2139;g305cce1fc62_1_517"/>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0" name="Google Shape;2140;g305cce1fc62_1_517"/>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1" name="Google Shape;2141;g305cce1fc62_1_517"/>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2" name="Google Shape;2142;g305cce1fc62_1_517"/>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43" name="Google Shape;2143;g305cce1fc62_1_517"/>
          <p:cNvGrpSpPr/>
          <p:nvPr/>
        </p:nvGrpSpPr>
        <p:grpSpPr>
          <a:xfrm rot="5400000">
            <a:off x="1701119" y="1515381"/>
            <a:ext cx="175013" cy="27000"/>
            <a:chOff x="5662375" y="212375"/>
            <a:chExt cx="175013" cy="27000"/>
          </a:xfrm>
        </p:grpSpPr>
        <p:sp>
          <p:nvSpPr>
            <p:cNvPr id="2144" name="Google Shape;2144;g305cce1fc62_1_51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5" name="Google Shape;2145;g305cce1fc62_1_51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6" name="Google Shape;2146;g305cce1fc62_1_51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7" name="Google Shape;2147;g305cce1fc62_1_517"/>
          <p:cNvGrpSpPr/>
          <p:nvPr/>
        </p:nvGrpSpPr>
        <p:grpSpPr>
          <a:xfrm rot="5400000">
            <a:off x="1819519" y="4562081"/>
            <a:ext cx="175013" cy="27000"/>
            <a:chOff x="5662375" y="212375"/>
            <a:chExt cx="175013" cy="27000"/>
          </a:xfrm>
        </p:grpSpPr>
        <p:sp>
          <p:nvSpPr>
            <p:cNvPr id="2148" name="Google Shape;2148;g305cce1fc62_1_51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9" name="Google Shape;2149;g305cce1fc62_1_51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0" name="Google Shape;2150;g305cce1fc62_1_51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51" name="Google Shape;2151;g305cce1fc62_1_517"/>
          <p:cNvGrpSpPr/>
          <p:nvPr/>
        </p:nvGrpSpPr>
        <p:grpSpPr>
          <a:xfrm rot="5400000">
            <a:off x="408594" y="4140781"/>
            <a:ext cx="175013" cy="27000"/>
            <a:chOff x="5662375" y="212375"/>
            <a:chExt cx="175013" cy="27000"/>
          </a:xfrm>
        </p:grpSpPr>
        <p:sp>
          <p:nvSpPr>
            <p:cNvPr id="2152" name="Google Shape;2152;g305cce1fc62_1_517"/>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3" name="Google Shape;2153;g305cce1fc62_1_517"/>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4" name="Google Shape;2154;g305cce1fc62_1_517"/>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55" name="Shape 2155"/>
        <p:cNvGrpSpPr/>
        <p:nvPr/>
      </p:nvGrpSpPr>
      <p:grpSpPr>
        <a:xfrm>
          <a:off x="0" y="0"/>
          <a:ext cx="0" cy="0"/>
          <a:chOff x="0" y="0"/>
          <a:chExt cx="0" cy="0"/>
        </a:xfrm>
      </p:grpSpPr>
      <p:sp>
        <p:nvSpPr>
          <p:cNvPr id="2156" name="Google Shape;2156;g305cce1fc62_1_594"/>
          <p:cNvSpPr txBox="1"/>
          <p:nvPr>
            <p:ph idx="1" type="subTitle"/>
          </p:nvPr>
        </p:nvSpPr>
        <p:spPr>
          <a:xfrm>
            <a:off x="804672" y="1984248"/>
            <a:ext cx="3291900" cy="1371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chemeClr val="dk2"/>
                </a:solidFill>
                <a:latin typeface="Barlow Semi Condensed"/>
                <a:ea typeface="Barlow Semi Condensed"/>
                <a:cs typeface="Barlow Semi Condensed"/>
                <a:sym typeface="Barlow Semi Condensed"/>
              </a:defRPr>
            </a:lvl9pPr>
          </a:lstStyle>
          <a:p/>
        </p:txBody>
      </p:sp>
      <p:sp>
        <p:nvSpPr>
          <p:cNvPr id="2157" name="Google Shape;2157;g305cce1fc62_1_594"/>
          <p:cNvSpPr txBox="1"/>
          <p:nvPr>
            <p:ph type="title"/>
          </p:nvPr>
        </p:nvSpPr>
        <p:spPr>
          <a:xfrm>
            <a:off x="804672" y="3319272"/>
            <a:ext cx="3291900" cy="4023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2158" name="Google Shape;2158;g305cce1fc62_1_594"/>
          <p:cNvCxnSpPr/>
          <p:nvPr/>
        </p:nvCxnSpPr>
        <p:spPr>
          <a:xfrm>
            <a:off x="1645925" y="523125"/>
            <a:ext cx="1672500" cy="126000"/>
          </a:xfrm>
          <a:prstGeom prst="straightConnector1">
            <a:avLst/>
          </a:prstGeom>
          <a:noFill/>
          <a:ln cap="flat" cmpd="sng" w="9525">
            <a:solidFill>
              <a:schemeClr val="dk1"/>
            </a:solidFill>
            <a:prstDash val="solid"/>
            <a:round/>
            <a:headEnd len="sm" w="sm" type="none"/>
            <a:tailEnd len="sm" w="sm" type="none"/>
          </a:ln>
        </p:spPr>
      </p:cxnSp>
      <p:cxnSp>
        <p:nvCxnSpPr>
          <p:cNvPr id="2159" name="Google Shape;2159;g305cce1fc62_1_594"/>
          <p:cNvCxnSpPr/>
          <p:nvPr/>
        </p:nvCxnSpPr>
        <p:spPr>
          <a:xfrm flipH="1" rot="10800000">
            <a:off x="803050" y="529675"/>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2160" name="Google Shape;2160;g305cce1fc62_1_594"/>
          <p:cNvCxnSpPr/>
          <p:nvPr/>
        </p:nvCxnSpPr>
        <p:spPr>
          <a:xfrm>
            <a:off x="0" y="65200"/>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2161" name="Google Shape;2161;g305cce1fc62_1_594"/>
          <p:cNvGrpSpPr/>
          <p:nvPr/>
        </p:nvGrpSpPr>
        <p:grpSpPr>
          <a:xfrm flipH="1">
            <a:off x="499400" y="959675"/>
            <a:ext cx="581800" cy="582350"/>
            <a:chOff x="8064275" y="887850"/>
            <a:chExt cx="581800" cy="582350"/>
          </a:xfrm>
        </p:grpSpPr>
        <p:sp>
          <p:nvSpPr>
            <p:cNvPr id="2162" name="Google Shape;2162;g305cce1fc62_1_59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3" name="Google Shape;2163;g305cce1fc62_1_59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4" name="Google Shape;2164;g305cce1fc62_1_59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5" name="Google Shape;2165;g305cce1fc62_1_59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6" name="Google Shape;2166;g305cce1fc62_1_59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7" name="Google Shape;2167;g305cce1fc62_1_59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8" name="Google Shape;2168;g305cce1fc62_1_594"/>
          <p:cNvGrpSpPr/>
          <p:nvPr/>
        </p:nvGrpSpPr>
        <p:grpSpPr>
          <a:xfrm flipH="1">
            <a:off x="1500400" y="388100"/>
            <a:ext cx="292025" cy="292575"/>
            <a:chOff x="7353050" y="316275"/>
            <a:chExt cx="292025" cy="292575"/>
          </a:xfrm>
        </p:grpSpPr>
        <p:sp>
          <p:nvSpPr>
            <p:cNvPr id="2169" name="Google Shape;2169;g305cce1fc62_1_59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0" name="Google Shape;2170;g305cce1fc62_1_59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1" name="Google Shape;2171;g305cce1fc62_1_59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2" name="Google Shape;2172;g305cce1fc62_1_59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73" name="Google Shape;2173;g305cce1fc62_1_594"/>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4" name="Google Shape;2174;g305cce1fc62_1_594"/>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5" name="Google Shape;2175;g305cce1fc62_1_594"/>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g305cce1fc62_1_594"/>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g305cce1fc62_1_594"/>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8" name="Google Shape;2178;g305cce1fc62_1_594"/>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79" name="Google Shape;2179;g305cce1fc62_1_594"/>
          <p:cNvGrpSpPr/>
          <p:nvPr/>
        </p:nvGrpSpPr>
        <p:grpSpPr>
          <a:xfrm flipH="1">
            <a:off x="3527112" y="361100"/>
            <a:ext cx="175013" cy="27000"/>
            <a:chOff x="5662375" y="212375"/>
            <a:chExt cx="175013" cy="27000"/>
          </a:xfrm>
        </p:grpSpPr>
        <p:sp>
          <p:nvSpPr>
            <p:cNvPr id="2180" name="Google Shape;2180;g305cce1fc62_1_59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1" name="Google Shape;2181;g305cce1fc62_1_59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2" name="Google Shape;2182;g305cce1fc62_1_59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83" name="Google Shape;2183;g305cce1fc62_1_594"/>
          <p:cNvGrpSpPr/>
          <p:nvPr/>
        </p:nvGrpSpPr>
        <p:grpSpPr>
          <a:xfrm flipH="1">
            <a:off x="480412" y="242700"/>
            <a:ext cx="175013" cy="27000"/>
            <a:chOff x="5662375" y="212375"/>
            <a:chExt cx="175013" cy="27000"/>
          </a:xfrm>
        </p:grpSpPr>
        <p:sp>
          <p:nvSpPr>
            <p:cNvPr id="2184" name="Google Shape;2184;g305cce1fc62_1_59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5" name="Google Shape;2185;g305cce1fc62_1_59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6" name="Google Shape;2186;g305cce1fc62_1_59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87" name="Google Shape;2187;g305cce1fc62_1_594"/>
          <p:cNvGrpSpPr/>
          <p:nvPr/>
        </p:nvGrpSpPr>
        <p:grpSpPr>
          <a:xfrm flipH="1">
            <a:off x="901712" y="1653625"/>
            <a:ext cx="175013" cy="27000"/>
            <a:chOff x="5662375" y="212375"/>
            <a:chExt cx="175013" cy="27000"/>
          </a:xfrm>
        </p:grpSpPr>
        <p:sp>
          <p:nvSpPr>
            <p:cNvPr id="2188" name="Google Shape;2188;g305cce1fc62_1_59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9" name="Google Shape;2189;g305cce1fc62_1_59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0" name="Google Shape;2190;g305cce1fc62_1_59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191" name="Google Shape;2191;g305cce1fc62_1_594"/>
          <p:cNvCxnSpPr/>
          <p:nvPr/>
        </p:nvCxnSpPr>
        <p:spPr>
          <a:xfrm>
            <a:off x="791400" y="4212400"/>
            <a:ext cx="1157100" cy="542700"/>
          </a:xfrm>
          <a:prstGeom prst="straightConnector1">
            <a:avLst/>
          </a:prstGeom>
          <a:noFill/>
          <a:ln cap="flat" cmpd="sng" w="9525">
            <a:solidFill>
              <a:schemeClr val="dk1"/>
            </a:solidFill>
            <a:prstDash val="solid"/>
            <a:round/>
            <a:headEnd len="sm" w="sm" type="none"/>
            <a:tailEnd len="sm" w="sm" type="none"/>
          </a:ln>
        </p:spPr>
      </p:cxnSp>
      <p:cxnSp>
        <p:nvCxnSpPr>
          <p:cNvPr id="2192" name="Google Shape;2192;g305cce1fc62_1_594"/>
          <p:cNvCxnSpPr/>
          <p:nvPr/>
        </p:nvCxnSpPr>
        <p:spPr>
          <a:xfrm flipH="1" rot="10800000">
            <a:off x="0" y="4220425"/>
            <a:ext cx="791400" cy="836400"/>
          </a:xfrm>
          <a:prstGeom prst="straightConnector1">
            <a:avLst/>
          </a:prstGeom>
          <a:noFill/>
          <a:ln cap="flat" cmpd="sng" w="9525">
            <a:solidFill>
              <a:schemeClr val="dk1"/>
            </a:solidFill>
            <a:prstDash val="solid"/>
            <a:round/>
            <a:headEnd len="sm" w="sm" type="none"/>
            <a:tailEnd len="sm" w="sm" type="none"/>
          </a:ln>
        </p:spPr>
      </p:cxnSp>
      <p:grpSp>
        <p:nvGrpSpPr>
          <p:cNvPr id="2193" name="Google Shape;2193;g305cce1fc62_1_594"/>
          <p:cNvGrpSpPr/>
          <p:nvPr/>
        </p:nvGrpSpPr>
        <p:grpSpPr>
          <a:xfrm rot="10800000">
            <a:off x="499400" y="3940925"/>
            <a:ext cx="581800" cy="582350"/>
            <a:chOff x="8064275" y="887850"/>
            <a:chExt cx="581800" cy="582350"/>
          </a:xfrm>
        </p:grpSpPr>
        <p:sp>
          <p:nvSpPr>
            <p:cNvPr id="2194" name="Google Shape;2194;g305cce1fc62_1_59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5" name="Google Shape;2195;g305cce1fc62_1_59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6" name="Google Shape;2196;g305cce1fc62_1_59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7" name="Google Shape;2197;g305cce1fc62_1_59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8" name="Google Shape;2198;g305cce1fc62_1_59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9" name="Google Shape;2199;g305cce1fc62_1_59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0" name="Google Shape;2200;g305cce1fc62_1_594"/>
          <p:cNvGrpSpPr/>
          <p:nvPr/>
        </p:nvGrpSpPr>
        <p:grpSpPr>
          <a:xfrm rot="10800000">
            <a:off x="1819575" y="4586750"/>
            <a:ext cx="292025" cy="292575"/>
            <a:chOff x="7353050" y="316275"/>
            <a:chExt cx="292025" cy="292575"/>
          </a:xfrm>
        </p:grpSpPr>
        <p:sp>
          <p:nvSpPr>
            <p:cNvPr id="2201" name="Google Shape;2201;g305cce1fc62_1_59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2" name="Google Shape;2202;g305cce1fc62_1_59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3" name="Google Shape;2203;g305cce1fc62_1_59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4" name="Google Shape;2204;g305cce1fc62_1_59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5" name="Google Shape;2205;g305cce1fc62_1_594"/>
          <p:cNvGrpSpPr/>
          <p:nvPr/>
        </p:nvGrpSpPr>
        <p:grpSpPr>
          <a:xfrm rot="10800000">
            <a:off x="212525" y="4645550"/>
            <a:ext cx="175000" cy="175000"/>
            <a:chOff x="8792300" y="321275"/>
            <a:chExt cx="175000" cy="175000"/>
          </a:xfrm>
        </p:grpSpPr>
        <p:sp>
          <p:nvSpPr>
            <p:cNvPr id="2206" name="Google Shape;2206;g305cce1fc62_1_59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7" name="Google Shape;2207;g305cce1fc62_1_59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8" name="Google Shape;2208;g305cce1fc62_1_59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9" name="Google Shape;2209;g305cce1fc62_1_59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0" name="Google Shape;2210;g305cce1fc62_1_594"/>
          <p:cNvGrpSpPr/>
          <p:nvPr/>
        </p:nvGrpSpPr>
        <p:grpSpPr>
          <a:xfrm rot="10800000">
            <a:off x="480412" y="4852325"/>
            <a:ext cx="175013" cy="27000"/>
            <a:chOff x="5662375" y="212375"/>
            <a:chExt cx="175013" cy="27000"/>
          </a:xfrm>
        </p:grpSpPr>
        <p:sp>
          <p:nvSpPr>
            <p:cNvPr id="2211" name="Google Shape;2211;g305cce1fc62_1_59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2" name="Google Shape;2212;g305cce1fc62_1_59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3" name="Google Shape;2213;g305cce1fc62_1_59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4" name="Google Shape;2214;g305cce1fc62_1_594"/>
          <p:cNvGrpSpPr/>
          <p:nvPr/>
        </p:nvGrpSpPr>
        <p:grpSpPr>
          <a:xfrm rot="10800000">
            <a:off x="1054112" y="3898600"/>
            <a:ext cx="175013" cy="27000"/>
            <a:chOff x="5662375" y="212375"/>
            <a:chExt cx="175013" cy="27000"/>
          </a:xfrm>
        </p:grpSpPr>
        <p:sp>
          <p:nvSpPr>
            <p:cNvPr id="2215" name="Google Shape;2215;g305cce1fc62_1_59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6" name="Google Shape;2216;g305cce1fc62_1_59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7" name="Google Shape;2217;g305cce1fc62_1_59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18" name="Shape 2218"/>
        <p:cNvGrpSpPr/>
        <p:nvPr/>
      </p:nvGrpSpPr>
      <p:grpSpPr>
        <a:xfrm>
          <a:off x="0" y="0"/>
          <a:ext cx="0" cy="0"/>
          <a:chOff x="0" y="0"/>
          <a:chExt cx="0" cy="0"/>
        </a:xfrm>
      </p:grpSpPr>
      <p:grpSp>
        <p:nvGrpSpPr>
          <p:cNvPr id="2219" name="Google Shape;2219;g305cce1fc62_1_657"/>
          <p:cNvGrpSpPr/>
          <p:nvPr/>
        </p:nvGrpSpPr>
        <p:grpSpPr>
          <a:xfrm>
            <a:off x="1349626" y="598417"/>
            <a:ext cx="6453730" cy="3631136"/>
            <a:chOff x="365750" y="1285025"/>
            <a:chExt cx="6934275" cy="3315500"/>
          </a:xfrm>
        </p:grpSpPr>
        <p:sp>
          <p:nvSpPr>
            <p:cNvPr id="2220" name="Google Shape;2220;g305cce1fc62_1_657"/>
            <p:cNvSpPr/>
            <p:nvPr/>
          </p:nvSpPr>
          <p:spPr>
            <a:xfrm>
              <a:off x="365750" y="1285025"/>
              <a:ext cx="6934275" cy="3315500"/>
            </a:xfrm>
            <a:custGeom>
              <a:rect b="b" l="l" r="r" t="t"/>
              <a:pathLst>
                <a:path extrusionOk="0" h="132620" w="277371">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1" name="Google Shape;2221;g305cce1fc62_1_657"/>
            <p:cNvSpPr/>
            <p:nvPr/>
          </p:nvSpPr>
          <p:spPr>
            <a:xfrm>
              <a:off x="417100" y="1285575"/>
              <a:ext cx="6842700" cy="3314500"/>
            </a:xfrm>
            <a:custGeom>
              <a:rect b="b" l="l" r="r" t="t"/>
              <a:pathLst>
                <a:path extrusionOk="0" h="132580" w="273708">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22" name="Google Shape;2222;g305cce1fc62_1_657"/>
          <p:cNvSpPr txBox="1"/>
          <p:nvPr>
            <p:ph type="title"/>
          </p:nvPr>
        </p:nvSpPr>
        <p:spPr>
          <a:xfrm>
            <a:off x="2624328" y="1620753"/>
            <a:ext cx="3904500" cy="190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3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2223" name="Google Shape;2223;g305cce1fc62_1_657"/>
          <p:cNvGrpSpPr/>
          <p:nvPr/>
        </p:nvGrpSpPr>
        <p:grpSpPr>
          <a:xfrm>
            <a:off x="-6867" y="-6625"/>
            <a:ext cx="9152342" cy="5102050"/>
            <a:chOff x="-6867" y="-6625"/>
            <a:chExt cx="9152342" cy="5102050"/>
          </a:xfrm>
        </p:grpSpPr>
        <p:cxnSp>
          <p:nvCxnSpPr>
            <p:cNvPr id="2224" name="Google Shape;2224;g305cce1fc62_1_657"/>
            <p:cNvCxnSpPr/>
            <p:nvPr/>
          </p:nvCxnSpPr>
          <p:spPr>
            <a:xfrm>
              <a:off x="2904283" y="4513075"/>
              <a:ext cx="1133100" cy="306300"/>
            </a:xfrm>
            <a:prstGeom prst="straightConnector1">
              <a:avLst/>
            </a:prstGeom>
            <a:noFill/>
            <a:ln cap="flat" cmpd="sng" w="9525">
              <a:solidFill>
                <a:schemeClr val="dk1"/>
              </a:solidFill>
              <a:prstDash val="solid"/>
              <a:round/>
              <a:headEnd len="sm" w="sm" type="none"/>
              <a:tailEnd len="sm" w="sm" type="none"/>
            </a:ln>
          </p:spPr>
        </p:cxnSp>
        <p:cxnSp>
          <p:nvCxnSpPr>
            <p:cNvPr id="2225" name="Google Shape;2225;g305cce1fc62_1_657"/>
            <p:cNvCxnSpPr/>
            <p:nvPr/>
          </p:nvCxnSpPr>
          <p:spPr>
            <a:xfrm flipH="1" rot="10800000">
              <a:off x="1562083" y="4492325"/>
              <a:ext cx="1342200" cy="315300"/>
            </a:xfrm>
            <a:prstGeom prst="straightConnector1">
              <a:avLst/>
            </a:prstGeom>
            <a:noFill/>
            <a:ln cap="flat" cmpd="sng" w="9525">
              <a:solidFill>
                <a:schemeClr val="dk1"/>
              </a:solidFill>
              <a:prstDash val="solid"/>
              <a:round/>
              <a:headEnd len="sm" w="sm" type="none"/>
              <a:tailEnd len="sm" w="sm" type="none"/>
            </a:ln>
          </p:spPr>
        </p:cxnSp>
        <p:cxnSp>
          <p:nvCxnSpPr>
            <p:cNvPr id="2226" name="Google Shape;2226;g305cce1fc62_1_657"/>
            <p:cNvCxnSpPr/>
            <p:nvPr/>
          </p:nvCxnSpPr>
          <p:spPr>
            <a:xfrm>
              <a:off x="259558" y="4408000"/>
              <a:ext cx="1332000" cy="392100"/>
            </a:xfrm>
            <a:prstGeom prst="straightConnector1">
              <a:avLst/>
            </a:prstGeom>
            <a:noFill/>
            <a:ln cap="flat" cmpd="sng" w="9525">
              <a:solidFill>
                <a:schemeClr val="dk1"/>
              </a:solidFill>
              <a:prstDash val="solid"/>
              <a:round/>
              <a:headEnd len="sm" w="sm" type="none"/>
              <a:tailEnd len="sm" w="sm" type="none"/>
            </a:ln>
          </p:spPr>
        </p:cxnSp>
        <p:cxnSp>
          <p:nvCxnSpPr>
            <p:cNvPr id="2227" name="Google Shape;2227;g305cce1fc62_1_657"/>
            <p:cNvCxnSpPr/>
            <p:nvPr/>
          </p:nvCxnSpPr>
          <p:spPr>
            <a:xfrm>
              <a:off x="-6867" y="3993550"/>
              <a:ext cx="273900" cy="407100"/>
            </a:xfrm>
            <a:prstGeom prst="straightConnector1">
              <a:avLst/>
            </a:prstGeom>
            <a:noFill/>
            <a:ln cap="flat" cmpd="sng" w="9525">
              <a:solidFill>
                <a:schemeClr val="dk1"/>
              </a:solidFill>
              <a:prstDash val="solid"/>
              <a:round/>
              <a:headEnd len="sm" w="sm" type="none"/>
              <a:tailEnd len="sm" w="sm" type="none"/>
            </a:ln>
          </p:spPr>
        </p:cxnSp>
        <p:grpSp>
          <p:nvGrpSpPr>
            <p:cNvPr id="2228" name="Google Shape;2228;g305cce1fc62_1_657"/>
            <p:cNvGrpSpPr/>
            <p:nvPr/>
          </p:nvGrpSpPr>
          <p:grpSpPr>
            <a:xfrm flipH="1">
              <a:off x="1278333" y="4513075"/>
              <a:ext cx="581800" cy="582350"/>
              <a:chOff x="8064275" y="887850"/>
              <a:chExt cx="581800" cy="582350"/>
            </a:xfrm>
          </p:grpSpPr>
          <p:sp>
            <p:nvSpPr>
              <p:cNvPr id="2229" name="Google Shape;2229;g305cce1fc62_1_65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0" name="Google Shape;2230;g305cce1fc62_1_65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1" name="Google Shape;2231;g305cce1fc62_1_65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2" name="Google Shape;2232;g305cce1fc62_1_65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3" name="Google Shape;2233;g305cce1fc62_1_65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4" name="Google Shape;2234;g305cce1fc62_1_65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5" name="Google Shape;2235;g305cce1fc62_1_657"/>
            <p:cNvGrpSpPr/>
            <p:nvPr/>
          </p:nvGrpSpPr>
          <p:grpSpPr>
            <a:xfrm flipH="1">
              <a:off x="2747608" y="4340463"/>
              <a:ext cx="292025" cy="292575"/>
              <a:chOff x="7353050" y="316275"/>
              <a:chExt cx="292025" cy="292575"/>
            </a:xfrm>
          </p:grpSpPr>
          <p:sp>
            <p:nvSpPr>
              <p:cNvPr id="2236" name="Google Shape;2236;g305cce1fc62_1_65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7" name="Google Shape;2237;g305cce1fc62_1_65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8" name="Google Shape;2238;g305cce1fc62_1_65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9" name="Google Shape;2239;g305cce1fc62_1_65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40" name="Google Shape;2240;g305cce1fc62_1_657"/>
            <p:cNvGrpSpPr/>
            <p:nvPr/>
          </p:nvGrpSpPr>
          <p:grpSpPr>
            <a:xfrm flipH="1">
              <a:off x="171308" y="4315025"/>
              <a:ext cx="175000" cy="175000"/>
              <a:chOff x="8792300" y="321275"/>
              <a:chExt cx="175000" cy="175000"/>
            </a:xfrm>
          </p:grpSpPr>
          <p:sp>
            <p:nvSpPr>
              <p:cNvPr id="2241" name="Google Shape;2241;g305cce1fc62_1_65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2" name="Google Shape;2242;g305cce1fc62_1_65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3" name="Google Shape;2243;g305cce1fc62_1_65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4" name="Google Shape;2244;g305cce1fc62_1_65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45" name="Google Shape;2245;g305cce1fc62_1_657"/>
            <p:cNvGrpSpPr/>
            <p:nvPr/>
          </p:nvGrpSpPr>
          <p:grpSpPr>
            <a:xfrm>
              <a:off x="3873197" y="4657550"/>
              <a:ext cx="293111" cy="293388"/>
              <a:chOff x="3164039" y="430875"/>
              <a:chExt cx="293111" cy="293388"/>
            </a:xfrm>
          </p:grpSpPr>
          <p:sp>
            <p:nvSpPr>
              <p:cNvPr id="2246" name="Google Shape;2246;g305cce1fc62_1_65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7" name="Google Shape;2247;g305cce1fc62_1_65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8" name="Google Shape;2248;g305cce1fc62_1_65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9" name="Google Shape;2249;g305cce1fc62_1_65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0" name="Google Shape;2250;g305cce1fc62_1_65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1" name="Google Shape;2251;g305cce1fc62_1_65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2" name="Google Shape;2252;g305cce1fc62_1_657"/>
            <p:cNvGrpSpPr/>
            <p:nvPr/>
          </p:nvGrpSpPr>
          <p:grpSpPr>
            <a:xfrm flipH="1">
              <a:off x="242270" y="4142425"/>
              <a:ext cx="175013" cy="27000"/>
              <a:chOff x="5662375" y="212375"/>
              <a:chExt cx="175013" cy="27000"/>
            </a:xfrm>
          </p:grpSpPr>
          <p:sp>
            <p:nvSpPr>
              <p:cNvPr id="2253" name="Google Shape;2253;g305cce1fc62_1_65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4" name="Google Shape;2254;g305cce1fc62_1_65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5" name="Google Shape;2255;g305cce1fc62_1_65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256" name="Google Shape;2256;g305cce1fc62_1_657"/>
            <p:cNvCxnSpPr/>
            <p:nvPr/>
          </p:nvCxnSpPr>
          <p:spPr>
            <a:xfrm rot="10800000">
              <a:off x="5995050" y="226600"/>
              <a:ext cx="1504500" cy="224700"/>
            </a:xfrm>
            <a:prstGeom prst="straightConnector1">
              <a:avLst/>
            </a:prstGeom>
            <a:noFill/>
            <a:ln cap="flat" cmpd="sng" w="9525">
              <a:solidFill>
                <a:schemeClr val="dk1"/>
              </a:solidFill>
              <a:prstDash val="solid"/>
              <a:round/>
              <a:headEnd len="sm" w="sm" type="none"/>
              <a:tailEnd len="sm" w="sm" type="none"/>
            </a:ln>
          </p:spPr>
        </p:cxnSp>
        <p:cxnSp>
          <p:nvCxnSpPr>
            <p:cNvPr id="2257" name="Google Shape;2257;g305cce1fc62_1_657"/>
            <p:cNvCxnSpPr/>
            <p:nvPr/>
          </p:nvCxnSpPr>
          <p:spPr>
            <a:xfrm rot="10800000">
              <a:off x="7512925" y="457850"/>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2258" name="Google Shape;2258;g305cce1fc62_1_657"/>
            <p:cNvCxnSpPr/>
            <p:nvPr/>
          </p:nvCxnSpPr>
          <p:spPr>
            <a:xfrm flipH="1">
              <a:off x="8348975" y="-6625"/>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2259" name="Google Shape;2259;g305cce1fc62_1_657"/>
            <p:cNvGrpSpPr/>
            <p:nvPr/>
          </p:nvGrpSpPr>
          <p:grpSpPr>
            <a:xfrm>
              <a:off x="8064275" y="1040250"/>
              <a:ext cx="581800" cy="582350"/>
              <a:chOff x="8064275" y="887850"/>
              <a:chExt cx="581800" cy="582350"/>
            </a:xfrm>
          </p:grpSpPr>
          <p:sp>
            <p:nvSpPr>
              <p:cNvPr id="2260" name="Google Shape;2260;g305cce1fc62_1_65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1" name="Google Shape;2261;g305cce1fc62_1_65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2" name="Google Shape;2262;g305cce1fc62_1_65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3" name="Google Shape;2263;g305cce1fc62_1_65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4" name="Google Shape;2264;g305cce1fc62_1_65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5" name="Google Shape;2265;g305cce1fc62_1_65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66" name="Google Shape;2266;g305cce1fc62_1_657"/>
            <p:cNvGrpSpPr/>
            <p:nvPr/>
          </p:nvGrpSpPr>
          <p:grpSpPr>
            <a:xfrm>
              <a:off x="7353050" y="316275"/>
              <a:ext cx="292025" cy="292575"/>
              <a:chOff x="7353050" y="316275"/>
              <a:chExt cx="292025" cy="292575"/>
            </a:xfrm>
          </p:grpSpPr>
          <p:sp>
            <p:nvSpPr>
              <p:cNvPr id="2267" name="Google Shape;2267;g305cce1fc62_1_65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8" name="Google Shape;2268;g305cce1fc62_1_65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9" name="Google Shape;2269;g305cce1fc62_1_65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0" name="Google Shape;2270;g305cce1fc62_1_65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71" name="Google Shape;2271;g305cce1fc62_1_657"/>
            <p:cNvGrpSpPr/>
            <p:nvPr/>
          </p:nvGrpSpPr>
          <p:grpSpPr>
            <a:xfrm>
              <a:off x="8792300" y="321275"/>
              <a:ext cx="175000" cy="175000"/>
              <a:chOff x="8792300" y="321275"/>
              <a:chExt cx="175000" cy="175000"/>
            </a:xfrm>
          </p:grpSpPr>
          <p:sp>
            <p:nvSpPr>
              <p:cNvPr id="2272" name="Google Shape;2272;g305cce1fc62_1_65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3" name="Google Shape;2273;g305cce1fc62_1_65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4" name="Google Shape;2274;g305cce1fc62_1_65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5" name="Google Shape;2275;g305cce1fc62_1_65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76" name="Google Shape;2276;g305cce1fc62_1_657"/>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7" name="Google Shape;2277;g305cce1fc62_1_657"/>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8" name="Google Shape;2278;g305cce1fc62_1_657"/>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9" name="Google Shape;2279;g305cce1fc62_1_657"/>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0" name="Google Shape;2280;g305cce1fc62_1_657"/>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1" name="Google Shape;2281;g305cce1fc62_1_657"/>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82" name="Google Shape;2282;g305cce1fc62_1_657"/>
            <p:cNvGrpSpPr/>
            <p:nvPr/>
          </p:nvGrpSpPr>
          <p:grpSpPr>
            <a:xfrm>
              <a:off x="8490050" y="170875"/>
              <a:ext cx="175013" cy="27000"/>
              <a:chOff x="5662375" y="212375"/>
              <a:chExt cx="175013" cy="27000"/>
            </a:xfrm>
          </p:grpSpPr>
          <p:sp>
            <p:nvSpPr>
              <p:cNvPr id="2283" name="Google Shape;2283;g305cce1fc62_1_65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4" name="Google Shape;2284;g305cce1fc62_1_65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5" name="Google Shape;2285;g305cce1fc62_1_65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6" name="Google Shape;2286;g305cce1fc62_1_657"/>
            <p:cNvGrpSpPr/>
            <p:nvPr/>
          </p:nvGrpSpPr>
          <p:grpSpPr>
            <a:xfrm>
              <a:off x="8678350" y="1658000"/>
              <a:ext cx="175013" cy="27000"/>
              <a:chOff x="5662375" y="212375"/>
              <a:chExt cx="175013" cy="27000"/>
            </a:xfrm>
          </p:grpSpPr>
          <p:sp>
            <p:nvSpPr>
              <p:cNvPr id="2287" name="Google Shape;2287;g305cce1fc62_1_65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8" name="Google Shape;2288;g305cce1fc62_1_65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9" name="Google Shape;2289;g305cce1fc62_1_65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22">
    <p:spTree>
      <p:nvGrpSpPr>
        <p:cNvPr id="2290" name="Shape 2290"/>
        <p:cNvGrpSpPr/>
        <p:nvPr/>
      </p:nvGrpSpPr>
      <p:grpSpPr>
        <a:xfrm>
          <a:off x="0" y="0"/>
          <a:ext cx="0" cy="0"/>
          <a:chOff x="0" y="0"/>
          <a:chExt cx="0" cy="0"/>
        </a:xfrm>
      </p:grpSpPr>
      <p:grpSp>
        <p:nvGrpSpPr>
          <p:cNvPr id="2291" name="Google Shape;2291;g305cce1fc62_1_729"/>
          <p:cNvGrpSpPr/>
          <p:nvPr/>
        </p:nvGrpSpPr>
        <p:grpSpPr>
          <a:xfrm>
            <a:off x="1349626" y="598417"/>
            <a:ext cx="6453730" cy="3631136"/>
            <a:chOff x="365750" y="1285025"/>
            <a:chExt cx="6934275" cy="3315500"/>
          </a:xfrm>
        </p:grpSpPr>
        <p:sp>
          <p:nvSpPr>
            <p:cNvPr id="2292" name="Google Shape;2292;g305cce1fc62_1_729"/>
            <p:cNvSpPr/>
            <p:nvPr/>
          </p:nvSpPr>
          <p:spPr>
            <a:xfrm>
              <a:off x="365750" y="1285025"/>
              <a:ext cx="6934275" cy="3315500"/>
            </a:xfrm>
            <a:custGeom>
              <a:rect b="b" l="l" r="r" t="t"/>
              <a:pathLst>
                <a:path extrusionOk="0" h="132620" w="277371">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3" name="Google Shape;2293;g305cce1fc62_1_729"/>
            <p:cNvSpPr/>
            <p:nvPr/>
          </p:nvSpPr>
          <p:spPr>
            <a:xfrm>
              <a:off x="417100" y="1285575"/>
              <a:ext cx="6842700" cy="3314500"/>
            </a:xfrm>
            <a:custGeom>
              <a:rect b="b" l="l" r="r" t="t"/>
              <a:pathLst>
                <a:path extrusionOk="0" h="132580" w="273708">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94" name="Google Shape;2294;g305cce1fc62_1_729"/>
          <p:cNvSpPr txBox="1"/>
          <p:nvPr>
            <p:ph type="title"/>
          </p:nvPr>
        </p:nvSpPr>
        <p:spPr>
          <a:xfrm>
            <a:off x="2624328" y="1018528"/>
            <a:ext cx="3904500" cy="190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2295" name="Google Shape;2295;g305cce1fc62_1_729"/>
          <p:cNvGrpSpPr/>
          <p:nvPr/>
        </p:nvGrpSpPr>
        <p:grpSpPr>
          <a:xfrm>
            <a:off x="-6867" y="-6625"/>
            <a:ext cx="9152342" cy="5102050"/>
            <a:chOff x="-6867" y="-6625"/>
            <a:chExt cx="9152342" cy="5102050"/>
          </a:xfrm>
        </p:grpSpPr>
        <p:cxnSp>
          <p:nvCxnSpPr>
            <p:cNvPr id="2296" name="Google Shape;2296;g305cce1fc62_1_729"/>
            <p:cNvCxnSpPr/>
            <p:nvPr/>
          </p:nvCxnSpPr>
          <p:spPr>
            <a:xfrm>
              <a:off x="2904283" y="4513075"/>
              <a:ext cx="1133100" cy="306300"/>
            </a:xfrm>
            <a:prstGeom prst="straightConnector1">
              <a:avLst/>
            </a:prstGeom>
            <a:noFill/>
            <a:ln cap="flat" cmpd="sng" w="9525">
              <a:solidFill>
                <a:srgbClr val="595959"/>
              </a:solidFill>
              <a:prstDash val="solid"/>
              <a:round/>
              <a:headEnd len="sm" w="sm" type="none"/>
              <a:tailEnd len="sm" w="sm" type="none"/>
            </a:ln>
          </p:spPr>
        </p:cxnSp>
        <p:cxnSp>
          <p:nvCxnSpPr>
            <p:cNvPr id="2297" name="Google Shape;2297;g305cce1fc62_1_729"/>
            <p:cNvCxnSpPr/>
            <p:nvPr/>
          </p:nvCxnSpPr>
          <p:spPr>
            <a:xfrm flipH="1" rot="10800000">
              <a:off x="1562083" y="4492325"/>
              <a:ext cx="1342200" cy="315300"/>
            </a:xfrm>
            <a:prstGeom prst="straightConnector1">
              <a:avLst/>
            </a:prstGeom>
            <a:noFill/>
            <a:ln cap="flat" cmpd="sng" w="9525">
              <a:solidFill>
                <a:srgbClr val="595959"/>
              </a:solidFill>
              <a:prstDash val="solid"/>
              <a:round/>
              <a:headEnd len="sm" w="sm" type="none"/>
              <a:tailEnd len="sm" w="sm" type="none"/>
            </a:ln>
          </p:spPr>
        </p:cxnSp>
        <p:cxnSp>
          <p:nvCxnSpPr>
            <p:cNvPr id="2298" name="Google Shape;2298;g305cce1fc62_1_729"/>
            <p:cNvCxnSpPr/>
            <p:nvPr/>
          </p:nvCxnSpPr>
          <p:spPr>
            <a:xfrm>
              <a:off x="259558" y="4408000"/>
              <a:ext cx="1332000" cy="392100"/>
            </a:xfrm>
            <a:prstGeom prst="straightConnector1">
              <a:avLst/>
            </a:prstGeom>
            <a:noFill/>
            <a:ln cap="flat" cmpd="sng" w="9525">
              <a:solidFill>
                <a:srgbClr val="595959"/>
              </a:solidFill>
              <a:prstDash val="solid"/>
              <a:round/>
              <a:headEnd len="sm" w="sm" type="none"/>
              <a:tailEnd len="sm" w="sm" type="none"/>
            </a:ln>
          </p:spPr>
        </p:cxnSp>
        <p:cxnSp>
          <p:nvCxnSpPr>
            <p:cNvPr id="2299" name="Google Shape;2299;g305cce1fc62_1_729"/>
            <p:cNvCxnSpPr/>
            <p:nvPr/>
          </p:nvCxnSpPr>
          <p:spPr>
            <a:xfrm>
              <a:off x="-6867" y="3993550"/>
              <a:ext cx="273900" cy="407100"/>
            </a:xfrm>
            <a:prstGeom prst="straightConnector1">
              <a:avLst/>
            </a:prstGeom>
            <a:noFill/>
            <a:ln cap="flat" cmpd="sng" w="9525">
              <a:solidFill>
                <a:srgbClr val="595959"/>
              </a:solidFill>
              <a:prstDash val="solid"/>
              <a:round/>
              <a:headEnd len="sm" w="sm" type="none"/>
              <a:tailEnd len="sm" w="sm" type="none"/>
            </a:ln>
          </p:spPr>
        </p:cxnSp>
        <p:grpSp>
          <p:nvGrpSpPr>
            <p:cNvPr id="2300" name="Google Shape;2300;g305cce1fc62_1_729"/>
            <p:cNvGrpSpPr/>
            <p:nvPr/>
          </p:nvGrpSpPr>
          <p:grpSpPr>
            <a:xfrm flipH="1">
              <a:off x="1278333" y="4513075"/>
              <a:ext cx="581800" cy="582350"/>
              <a:chOff x="8064275" y="887850"/>
              <a:chExt cx="581800" cy="582350"/>
            </a:xfrm>
          </p:grpSpPr>
          <p:sp>
            <p:nvSpPr>
              <p:cNvPr id="2301" name="Google Shape;2301;g305cce1fc62_1_72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2" name="Google Shape;2302;g305cce1fc62_1_72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3" name="Google Shape;2303;g305cce1fc62_1_72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4" name="Google Shape;2304;g305cce1fc62_1_72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5" name="Google Shape;2305;g305cce1fc62_1_72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6" name="Google Shape;2306;g305cce1fc62_1_72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07" name="Google Shape;2307;g305cce1fc62_1_729"/>
            <p:cNvGrpSpPr/>
            <p:nvPr/>
          </p:nvGrpSpPr>
          <p:grpSpPr>
            <a:xfrm flipH="1">
              <a:off x="2747608" y="4340463"/>
              <a:ext cx="292025" cy="292575"/>
              <a:chOff x="7353050" y="316275"/>
              <a:chExt cx="292025" cy="292575"/>
            </a:xfrm>
          </p:grpSpPr>
          <p:sp>
            <p:nvSpPr>
              <p:cNvPr id="2308" name="Google Shape;2308;g305cce1fc62_1_7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9" name="Google Shape;2309;g305cce1fc62_1_7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0" name="Google Shape;2310;g305cce1fc62_1_7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1" name="Google Shape;2311;g305cce1fc62_1_7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12" name="Google Shape;2312;g305cce1fc62_1_729"/>
            <p:cNvGrpSpPr/>
            <p:nvPr/>
          </p:nvGrpSpPr>
          <p:grpSpPr>
            <a:xfrm flipH="1">
              <a:off x="171308" y="4315025"/>
              <a:ext cx="175000" cy="175000"/>
              <a:chOff x="8792300" y="321275"/>
              <a:chExt cx="175000" cy="175000"/>
            </a:xfrm>
          </p:grpSpPr>
          <p:sp>
            <p:nvSpPr>
              <p:cNvPr id="2313" name="Google Shape;2313;g305cce1fc62_1_72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4" name="Google Shape;2314;g305cce1fc62_1_72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5" name="Google Shape;2315;g305cce1fc62_1_72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6" name="Google Shape;2316;g305cce1fc62_1_72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17" name="Google Shape;2317;g305cce1fc62_1_729"/>
            <p:cNvGrpSpPr/>
            <p:nvPr/>
          </p:nvGrpSpPr>
          <p:grpSpPr>
            <a:xfrm>
              <a:off x="3873197" y="4657550"/>
              <a:ext cx="293111" cy="293388"/>
              <a:chOff x="3164039" y="430875"/>
              <a:chExt cx="293111" cy="293388"/>
            </a:xfrm>
          </p:grpSpPr>
          <p:sp>
            <p:nvSpPr>
              <p:cNvPr id="2318" name="Google Shape;2318;g305cce1fc62_1_72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9" name="Google Shape;2319;g305cce1fc62_1_72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0" name="Google Shape;2320;g305cce1fc62_1_72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1" name="Google Shape;2321;g305cce1fc62_1_72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2" name="Google Shape;2322;g305cce1fc62_1_72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3" name="Google Shape;2323;g305cce1fc62_1_72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24" name="Google Shape;2324;g305cce1fc62_1_729"/>
            <p:cNvGrpSpPr/>
            <p:nvPr/>
          </p:nvGrpSpPr>
          <p:grpSpPr>
            <a:xfrm flipH="1">
              <a:off x="242270" y="4142425"/>
              <a:ext cx="175013" cy="27000"/>
              <a:chOff x="5662375" y="212375"/>
              <a:chExt cx="175013" cy="27000"/>
            </a:xfrm>
          </p:grpSpPr>
          <p:sp>
            <p:nvSpPr>
              <p:cNvPr id="2325" name="Google Shape;2325;g305cce1fc62_1_729"/>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6" name="Google Shape;2326;g305cce1fc62_1_729"/>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7" name="Google Shape;2327;g305cce1fc62_1_729"/>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328" name="Google Shape;2328;g305cce1fc62_1_729"/>
            <p:cNvCxnSpPr/>
            <p:nvPr/>
          </p:nvCxnSpPr>
          <p:spPr>
            <a:xfrm rot="10800000">
              <a:off x="5995050" y="226600"/>
              <a:ext cx="1504500" cy="224700"/>
            </a:xfrm>
            <a:prstGeom prst="straightConnector1">
              <a:avLst/>
            </a:prstGeom>
            <a:noFill/>
            <a:ln cap="flat" cmpd="sng" w="9525">
              <a:solidFill>
                <a:srgbClr val="595959"/>
              </a:solidFill>
              <a:prstDash val="solid"/>
              <a:round/>
              <a:headEnd len="sm" w="sm" type="none"/>
              <a:tailEnd len="sm" w="sm" type="none"/>
            </a:ln>
          </p:spPr>
        </p:cxnSp>
        <p:cxnSp>
          <p:nvCxnSpPr>
            <p:cNvPr id="2329" name="Google Shape;2329;g305cce1fc62_1_729"/>
            <p:cNvCxnSpPr/>
            <p:nvPr/>
          </p:nvCxnSpPr>
          <p:spPr>
            <a:xfrm rot="10800000">
              <a:off x="7512925" y="457850"/>
              <a:ext cx="829500" cy="743400"/>
            </a:xfrm>
            <a:prstGeom prst="straightConnector1">
              <a:avLst/>
            </a:prstGeom>
            <a:noFill/>
            <a:ln cap="flat" cmpd="sng" w="9525">
              <a:solidFill>
                <a:srgbClr val="595959"/>
              </a:solidFill>
              <a:prstDash val="solid"/>
              <a:round/>
              <a:headEnd len="sm" w="sm" type="none"/>
              <a:tailEnd len="sm" w="sm" type="none"/>
            </a:ln>
          </p:spPr>
        </p:cxnSp>
        <p:cxnSp>
          <p:nvCxnSpPr>
            <p:cNvPr id="2330" name="Google Shape;2330;g305cce1fc62_1_729"/>
            <p:cNvCxnSpPr/>
            <p:nvPr/>
          </p:nvCxnSpPr>
          <p:spPr>
            <a:xfrm flipH="1">
              <a:off x="8348975" y="-6625"/>
              <a:ext cx="796500" cy="1188000"/>
            </a:xfrm>
            <a:prstGeom prst="straightConnector1">
              <a:avLst/>
            </a:prstGeom>
            <a:noFill/>
            <a:ln cap="flat" cmpd="sng" w="9525">
              <a:solidFill>
                <a:srgbClr val="595959"/>
              </a:solidFill>
              <a:prstDash val="solid"/>
              <a:round/>
              <a:headEnd len="sm" w="sm" type="none"/>
              <a:tailEnd len="sm" w="sm" type="none"/>
            </a:ln>
          </p:spPr>
        </p:cxnSp>
        <p:grpSp>
          <p:nvGrpSpPr>
            <p:cNvPr id="2331" name="Google Shape;2331;g305cce1fc62_1_729"/>
            <p:cNvGrpSpPr/>
            <p:nvPr/>
          </p:nvGrpSpPr>
          <p:grpSpPr>
            <a:xfrm>
              <a:off x="8064275" y="1040250"/>
              <a:ext cx="581800" cy="582350"/>
              <a:chOff x="8064275" y="887850"/>
              <a:chExt cx="581800" cy="582350"/>
            </a:xfrm>
          </p:grpSpPr>
          <p:sp>
            <p:nvSpPr>
              <p:cNvPr id="2332" name="Google Shape;2332;g305cce1fc62_1_72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3" name="Google Shape;2333;g305cce1fc62_1_72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4" name="Google Shape;2334;g305cce1fc62_1_72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5" name="Google Shape;2335;g305cce1fc62_1_72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6" name="Google Shape;2336;g305cce1fc62_1_72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7" name="Google Shape;2337;g305cce1fc62_1_72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38" name="Google Shape;2338;g305cce1fc62_1_729"/>
            <p:cNvGrpSpPr/>
            <p:nvPr/>
          </p:nvGrpSpPr>
          <p:grpSpPr>
            <a:xfrm>
              <a:off x="7353050" y="316275"/>
              <a:ext cx="292025" cy="292575"/>
              <a:chOff x="7353050" y="316275"/>
              <a:chExt cx="292025" cy="292575"/>
            </a:xfrm>
          </p:grpSpPr>
          <p:sp>
            <p:nvSpPr>
              <p:cNvPr id="2339" name="Google Shape;2339;g305cce1fc62_1_7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0" name="Google Shape;2340;g305cce1fc62_1_7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1" name="Google Shape;2341;g305cce1fc62_1_7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2" name="Google Shape;2342;g305cce1fc62_1_7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3" name="Google Shape;2343;g305cce1fc62_1_729"/>
            <p:cNvGrpSpPr/>
            <p:nvPr/>
          </p:nvGrpSpPr>
          <p:grpSpPr>
            <a:xfrm>
              <a:off x="8792300" y="321275"/>
              <a:ext cx="175000" cy="175000"/>
              <a:chOff x="8792300" y="321275"/>
              <a:chExt cx="175000" cy="175000"/>
            </a:xfrm>
          </p:grpSpPr>
          <p:sp>
            <p:nvSpPr>
              <p:cNvPr id="2344" name="Google Shape;2344;g305cce1fc62_1_72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5" name="Google Shape;2345;g305cce1fc62_1_72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6" name="Google Shape;2346;g305cce1fc62_1_72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7" name="Google Shape;2347;g305cce1fc62_1_72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48" name="Google Shape;2348;g305cce1fc62_1_729"/>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9" name="Google Shape;2349;g305cce1fc62_1_729"/>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0" name="Google Shape;2350;g305cce1fc62_1_729"/>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1" name="Google Shape;2351;g305cce1fc62_1_729"/>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2" name="Google Shape;2352;g305cce1fc62_1_729"/>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3" name="Google Shape;2353;g305cce1fc62_1_729"/>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54" name="Google Shape;2354;g305cce1fc62_1_729"/>
            <p:cNvGrpSpPr/>
            <p:nvPr/>
          </p:nvGrpSpPr>
          <p:grpSpPr>
            <a:xfrm>
              <a:off x="8490050" y="170875"/>
              <a:ext cx="175013" cy="27000"/>
              <a:chOff x="5662375" y="212375"/>
              <a:chExt cx="175013" cy="27000"/>
            </a:xfrm>
          </p:grpSpPr>
          <p:sp>
            <p:nvSpPr>
              <p:cNvPr id="2355" name="Google Shape;2355;g305cce1fc62_1_72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g305cce1fc62_1_72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7" name="Google Shape;2357;g305cce1fc62_1_72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58" name="Google Shape;2358;g305cce1fc62_1_729"/>
            <p:cNvGrpSpPr/>
            <p:nvPr/>
          </p:nvGrpSpPr>
          <p:grpSpPr>
            <a:xfrm>
              <a:off x="8678350" y="1658000"/>
              <a:ext cx="175013" cy="27000"/>
              <a:chOff x="5662375" y="212375"/>
              <a:chExt cx="175013" cy="27000"/>
            </a:xfrm>
          </p:grpSpPr>
          <p:sp>
            <p:nvSpPr>
              <p:cNvPr id="2359" name="Google Shape;2359;g305cce1fc62_1_72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0" name="Google Shape;2360;g305cce1fc62_1_72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1" name="Google Shape;2361;g305cce1fc62_1_72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362" name="Google Shape;2362;g305cce1fc62_1_729"/>
          <p:cNvSpPr txBox="1"/>
          <p:nvPr>
            <p:ph idx="1" type="subTitle"/>
          </p:nvPr>
        </p:nvSpPr>
        <p:spPr>
          <a:xfrm>
            <a:off x="3639300" y="2596896"/>
            <a:ext cx="18654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of text">
  <p:cSld name="CUSTOM_8">
    <p:spTree>
      <p:nvGrpSpPr>
        <p:cNvPr id="2363" name="Shape 2363"/>
        <p:cNvGrpSpPr/>
        <p:nvPr/>
      </p:nvGrpSpPr>
      <p:grpSpPr>
        <a:xfrm>
          <a:off x="0" y="0"/>
          <a:ext cx="0" cy="0"/>
          <a:chOff x="0" y="0"/>
          <a:chExt cx="0" cy="0"/>
        </a:xfrm>
      </p:grpSpPr>
      <p:sp>
        <p:nvSpPr>
          <p:cNvPr id="2364" name="Google Shape;2364;g305cce1fc62_1_802"/>
          <p:cNvSpPr txBox="1"/>
          <p:nvPr>
            <p:ph type="title"/>
          </p:nvPr>
        </p:nvSpPr>
        <p:spPr>
          <a:xfrm>
            <a:off x="3090672" y="338328"/>
            <a:ext cx="2962800" cy="576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365" name="Google Shape;2365;g305cce1fc62_1_802"/>
          <p:cNvSpPr txBox="1"/>
          <p:nvPr>
            <p:ph idx="1" type="subTitle"/>
          </p:nvPr>
        </p:nvSpPr>
        <p:spPr>
          <a:xfrm>
            <a:off x="1522425" y="1588336"/>
            <a:ext cx="17649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366" name="Google Shape;2366;g305cce1fc62_1_802"/>
          <p:cNvSpPr txBox="1"/>
          <p:nvPr>
            <p:ph idx="2" type="subTitle"/>
          </p:nvPr>
        </p:nvSpPr>
        <p:spPr>
          <a:xfrm>
            <a:off x="1522425" y="1928169"/>
            <a:ext cx="17649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2367" name="Google Shape;2367;g305cce1fc62_1_802"/>
          <p:cNvSpPr txBox="1"/>
          <p:nvPr>
            <p:ph idx="3" type="subTitle"/>
          </p:nvPr>
        </p:nvSpPr>
        <p:spPr>
          <a:xfrm>
            <a:off x="3689552" y="1588336"/>
            <a:ext cx="17649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368" name="Google Shape;2368;g305cce1fc62_1_802"/>
          <p:cNvSpPr txBox="1"/>
          <p:nvPr>
            <p:ph idx="4" type="subTitle"/>
          </p:nvPr>
        </p:nvSpPr>
        <p:spPr>
          <a:xfrm>
            <a:off x="3689552" y="1928169"/>
            <a:ext cx="17649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Barlow Semi Condensed"/>
                <a:ea typeface="Barlow Semi Condensed"/>
                <a:cs typeface="Barlow Semi Condensed"/>
                <a:sym typeface="Barlow Semi Condensed"/>
              </a:defRPr>
            </a:lvl9pPr>
          </a:lstStyle>
          <a:p/>
        </p:txBody>
      </p:sp>
      <p:sp>
        <p:nvSpPr>
          <p:cNvPr id="2369" name="Google Shape;2369;g305cce1fc62_1_802"/>
          <p:cNvSpPr txBox="1"/>
          <p:nvPr>
            <p:ph idx="5" type="subTitle"/>
          </p:nvPr>
        </p:nvSpPr>
        <p:spPr>
          <a:xfrm>
            <a:off x="5856675" y="1588336"/>
            <a:ext cx="17649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370" name="Google Shape;2370;g305cce1fc62_1_802"/>
          <p:cNvSpPr txBox="1"/>
          <p:nvPr>
            <p:ph idx="6" type="subTitle"/>
          </p:nvPr>
        </p:nvSpPr>
        <p:spPr>
          <a:xfrm>
            <a:off x="5856675" y="1928169"/>
            <a:ext cx="17649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2371" name="Google Shape;2371;g305cce1fc62_1_802"/>
          <p:cNvSpPr txBox="1"/>
          <p:nvPr>
            <p:ph idx="7" type="subTitle"/>
          </p:nvPr>
        </p:nvSpPr>
        <p:spPr>
          <a:xfrm>
            <a:off x="1522425" y="3215958"/>
            <a:ext cx="17649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372" name="Google Shape;2372;g305cce1fc62_1_802"/>
          <p:cNvSpPr txBox="1"/>
          <p:nvPr>
            <p:ph idx="8" type="subTitle"/>
          </p:nvPr>
        </p:nvSpPr>
        <p:spPr>
          <a:xfrm>
            <a:off x="1522425" y="3556017"/>
            <a:ext cx="1764900" cy="610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2373" name="Google Shape;2373;g305cce1fc62_1_802"/>
          <p:cNvSpPr txBox="1"/>
          <p:nvPr>
            <p:ph idx="9" type="subTitle"/>
          </p:nvPr>
        </p:nvSpPr>
        <p:spPr>
          <a:xfrm>
            <a:off x="3597450" y="3215961"/>
            <a:ext cx="19491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374" name="Google Shape;2374;g305cce1fc62_1_802"/>
          <p:cNvSpPr txBox="1"/>
          <p:nvPr>
            <p:ph idx="13" type="subTitle"/>
          </p:nvPr>
        </p:nvSpPr>
        <p:spPr>
          <a:xfrm>
            <a:off x="3597500" y="3556017"/>
            <a:ext cx="1949100" cy="610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2375" name="Google Shape;2375;g305cce1fc62_1_802"/>
          <p:cNvSpPr txBox="1"/>
          <p:nvPr>
            <p:ph idx="14" type="subTitle"/>
          </p:nvPr>
        </p:nvSpPr>
        <p:spPr>
          <a:xfrm>
            <a:off x="5856675" y="3215958"/>
            <a:ext cx="1764900" cy="457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376" name="Google Shape;2376;g305cce1fc62_1_802"/>
          <p:cNvSpPr txBox="1"/>
          <p:nvPr>
            <p:ph idx="15" type="subTitle"/>
          </p:nvPr>
        </p:nvSpPr>
        <p:spPr>
          <a:xfrm>
            <a:off x="5856675" y="3556017"/>
            <a:ext cx="1764900" cy="610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chemeClr val="dk2"/>
                </a:solidFill>
                <a:latin typeface="Barlow Semi Condensed"/>
                <a:ea typeface="Barlow Semi Condensed"/>
                <a:cs typeface="Barlow Semi Condensed"/>
                <a:sym typeface="Barlow Semi Condensed"/>
              </a:defRPr>
            </a:lvl9pPr>
          </a:lstStyle>
          <a:p/>
        </p:txBody>
      </p:sp>
      <p:cxnSp>
        <p:nvCxnSpPr>
          <p:cNvPr id="2377" name="Google Shape;2377;g305cce1fc62_1_802"/>
          <p:cNvCxnSpPr/>
          <p:nvPr/>
        </p:nvCxnSpPr>
        <p:spPr>
          <a:xfrm>
            <a:off x="2904283" y="4513075"/>
            <a:ext cx="1133100" cy="306300"/>
          </a:xfrm>
          <a:prstGeom prst="straightConnector1">
            <a:avLst/>
          </a:prstGeom>
          <a:noFill/>
          <a:ln cap="flat" cmpd="sng" w="9525">
            <a:solidFill>
              <a:schemeClr val="dk1"/>
            </a:solidFill>
            <a:prstDash val="solid"/>
            <a:round/>
            <a:headEnd len="sm" w="sm" type="none"/>
            <a:tailEnd len="sm" w="sm" type="none"/>
          </a:ln>
        </p:spPr>
      </p:cxnSp>
      <p:cxnSp>
        <p:nvCxnSpPr>
          <p:cNvPr id="2378" name="Google Shape;2378;g305cce1fc62_1_802"/>
          <p:cNvCxnSpPr/>
          <p:nvPr/>
        </p:nvCxnSpPr>
        <p:spPr>
          <a:xfrm flipH="1" rot="10800000">
            <a:off x="1562083" y="4492325"/>
            <a:ext cx="1342200" cy="315300"/>
          </a:xfrm>
          <a:prstGeom prst="straightConnector1">
            <a:avLst/>
          </a:prstGeom>
          <a:noFill/>
          <a:ln cap="flat" cmpd="sng" w="9525">
            <a:solidFill>
              <a:schemeClr val="dk1"/>
            </a:solidFill>
            <a:prstDash val="solid"/>
            <a:round/>
            <a:headEnd len="sm" w="sm" type="none"/>
            <a:tailEnd len="sm" w="sm" type="none"/>
          </a:ln>
        </p:spPr>
      </p:cxnSp>
      <p:cxnSp>
        <p:nvCxnSpPr>
          <p:cNvPr id="2379" name="Google Shape;2379;g305cce1fc62_1_802"/>
          <p:cNvCxnSpPr/>
          <p:nvPr/>
        </p:nvCxnSpPr>
        <p:spPr>
          <a:xfrm>
            <a:off x="259558" y="4408000"/>
            <a:ext cx="1332000" cy="392100"/>
          </a:xfrm>
          <a:prstGeom prst="straightConnector1">
            <a:avLst/>
          </a:prstGeom>
          <a:noFill/>
          <a:ln cap="flat" cmpd="sng" w="9525">
            <a:solidFill>
              <a:schemeClr val="dk1"/>
            </a:solidFill>
            <a:prstDash val="solid"/>
            <a:round/>
            <a:headEnd len="sm" w="sm" type="none"/>
            <a:tailEnd len="sm" w="sm" type="none"/>
          </a:ln>
        </p:spPr>
      </p:cxnSp>
      <p:cxnSp>
        <p:nvCxnSpPr>
          <p:cNvPr id="2380" name="Google Shape;2380;g305cce1fc62_1_802"/>
          <p:cNvCxnSpPr/>
          <p:nvPr/>
        </p:nvCxnSpPr>
        <p:spPr>
          <a:xfrm>
            <a:off x="-6867" y="3993550"/>
            <a:ext cx="273900" cy="407100"/>
          </a:xfrm>
          <a:prstGeom prst="straightConnector1">
            <a:avLst/>
          </a:prstGeom>
          <a:noFill/>
          <a:ln cap="flat" cmpd="sng" w="9525">
            <a:solidFill>
              <a:schemeClr val="dk1"/>
            </a:solidFill>
            <a:prstDash val="solid"/>
            <a:round/>
            <a:headEnd len="sm" w="sm" type="none"/>
            <a:tailEnd len="sm" w="sm" type="none"/>
          </a:ln>
        </p:spPr>
      </p:cxnSp>
      <p:grpSp>
        <p:nvGrpSpPr>
          <p:cNvPr id="2381" name="Google Shape;2381;g305cce1fc62_1_802"/>
          <p:cNvGrpSpPr/>
          <p:nvPr/>
        </p:nvGrpSpPr>
        <p:grpSpPr>
          <a:xfrm flipH="1">
            <a:off x="1278333" y="4513075"/>
            <a:ext cx="581800" cy="582350"/>
            <a:chOff x="8064275" y="887850"/>
            <a:chExt cx="581800" cy="582350"/>
          </a:xfrm>
        </p:grpSpPr>
        <p:sp>
          <p:nvSpPr>
            <p:cNvPr id="2382" name="Google Shape;2382;g305cce1fc62_1_80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3" name="Google Shape;2383;g305cce1fc62_1_80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4" name="Google Shape;2384;g305cce1fc62_1_80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5" name="Google Shape;2385;g305cce1fc62_1_80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6" name="Google Shape;2386;g305cce1fc62_1_80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7" name="Google Shape;2387;g305cce1fc62_1_80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88" name="Google Shape;2388;g305cce1fc62_1_802"/>
          <p:cNvGrpSpPr/>
          <p:nvPr/>
        </p:nvGrpSpPr>
        <p:grpSpPr>
          <a:xfrm flipH="1">
            <a:off x="2747608" y="4340463"/>
            <a:ext cx="292025" cy="292575"/>
            <a:chOff x="7353050" y="316275"/>
            <a:chExt cx="292025" cy="292575"/>
          </a:xfrm>
        </p:grpSpPr>
        <p:sp>
          <p:nvSpPr>
            <p:cNvPr id="2389" name="Google Shape;2389;g305cce1fc62_1_80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0" name="Google Shape;2390;g305cce1fc62_1_80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1" name="Google Shape;2391;g305cce1fc62_1_80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2" name="Google Shape;2392;g305cce1fc62_1_80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93" name="Google Shape;2393;g305cce1fc62_1_802"/>
          <p:cNvGrpSpPr/>
          <p:nvPr/>
        </p:nvGrpSpPr>
        <p:grpSpPr>
          <a:xfrm flipH="1">
            <a:off x="171308" y="4315025"/>
            <a:ext cx="175000" cy="175000"/>
            <a:chOff x="8792300" y="321275"/>
            <a:chExt cx="175000" cy="175000"/>
          </a:xfrm>
        </p:grpSpPr>
        <p:sp>
          <p:nvSpPr>
            <p:cNvPr id="2394" name="Google Shape;2394;g305cce1fc62_1_80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5" name="Google Shape;2395;g305cce1fc62_1_80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6" name="Google Shape;2396;g305cce1fc62_1_80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7" name="Google Shape;2397;g305cce1fc62_1_80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98" name="Google Shape;2398;g305cce1fc62_1_802"/>
          <p:cNvGrpSpPr/>
          <p:nvPr/>
        </p:nvGrpSpPr>
        <p:grpSpPr>
          <a:xfrm>
            <a:off x="3873197" y="4657550"/>
            <a:ext cx="293111" cy="293388"/>
            <a:chOff x="3164039" y="430875"/>
            <a:chExt cx="293111" cy="293388"/>
          </a:xfrm>
        </p:grpSpPr>
        <p:sp>
          <p:nvSpPr>
            <p:cNvPr id="2399" name="Google Shape;2399;g305cce1fc62_1_802"/>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0" name="Google Shape;2400;g305cce1fc62_1_802"/>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1" name="Google Shape;2401;g305cce1fc62_1_802"/>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2" name="Google Shape;2402;g305cce1fc62_1_802"/>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3" name="Google Shape;2403;g305cce1fc62_1_802"/>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4" name="Google Shape;2404;g305cce1fc62_1_802"/>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5" name="Google Shape;2405;g305cce1fc62_1_802"/>
          <p:cNvGrpSpPr/>
          <p:nvPr/>
        </p:nvGrpSpPr>
        <p:grpSpPr>
          <a:xfrm flipH="1">
            <a:off x="242270" y="4142425"/>
            <a:ext cx="175013" cy="27000"/>
            <a:chOff x="5662375" y="212375"/>
            <a:chExt cx="175013" cy="27000"/>
          </a:xfrm>
        </p:grpSpPr>
        <p:sp>
          <p:nvSpPr>
            <p:cNvPr id="2406" name="Google Shape;2406;g305cce1fc62_1_80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7" name="Google Shape;2407;g305cce1fc62_1_80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8" name="Google Shape;2408;g305cce1fc62_1_80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409" name="Google Shape;2409;g305cce1fc62_1_802"/>
          <p:cNvCxnSpPr/>
          <p:nvPr/>
        </p:nvCxnSpPr>
        <p:spPr>
          <a:xfrm rot="10800000">
            <a:off x="5995050" y="226600"/>
            <a:ext cx="1504500" cy="224700"/>
          </a:xfrm>
          <a:prstGeom prst="straightConnector1">
            <a:avLst/>
          </a:prstGeom>
          <a:noFill/>
          <a:ln cap="flat" cmpd="sng" w="9525">
            <a:solidFill>
              <a:schemeClr val="dk1"/>
            </a:solidFill>
            <a:prstDash val="solid"/>
            <a:round/>
            <a:headEnd len="sm" w="sm" type="none"/>
            <a:tailEnd len="sm" w="sm" type="none"/>
          </a:ln>
        </p:spPr>
      </p:cxnSp>
      <p:cxnSp>
        <p:nvCxnSpPr>
          <p:cNvPr id="2410" name="Google Shape;2410;g305cce1fc62_1_802"/>
          <p:cNvCxnSpPr/>
          <p:nvPr/>
        </p:nvCxnSpPr>
        <p:spPr>
          <a:xfrm rot="10800000">
            <a:off x="7512925" y="457850"/>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2411" name="Google Shape;2411;g305cce1fc62_1_802"/>
          <p:cNvCxnSpPr/>
          <p:nvPr/>
        </p:nvCxnSpPr>
        <p:spPr>
          <a:xfrm flipH="1">
            <a:off x="8348975" y="-6625"/>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2412" name="Google Shape;2412;g305cce1fc62_1_802"/>
          <p:cNvGrpSpPr/>
          <p:nvPr/>
        </p:nvGrpSpPr>
        <p:grpSpPr>
          <a:xfrm>
            <a:off x="8064275" y="1040250"/>
            <a:ext cx="581800" cy="582350"/>
            <a:chOff x="8064275" y="887850"/>
            <a:chExt cx="581800" cy="582350"/>
          </a:xfrm>
        </p:grpSpPr>
        <p:sp>
          <p:nvSpPr>
            <p:cNvPr id="2413" name="Google Shape;2413;g305cce1fc62_1_80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4" name="Google Shape;2414;g305cce1fc62_1_80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5" name="Google Shape;2415;g305cce1fc62_1_80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6" name="Google Shape;2416;g305cce1fc62_1_80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7" name="Google Shape;2417;g305cce1fc62_1_80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8" name="Google Shape;2418;g305cce1fc62_1_80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19" name="Google Shape;2419;g305cce1fc62_1_802"/>
          <p:cNvGrpSpPr/>
          <p:nvPr/>
        </p:nvGrpSpPr>
        <p:grpSpPr>
          <a:xfrm>
            <a:off x="7353050" y="316275"/>
            <a:ext cx="292025" cy="292575"/>
            <a:chOff x="7353050" y="316275"/>
            <a:chExt cx="292025" cy="292575"/>
          </a:xfrm>
        </p:grpSpPr>
        <p:sp>
          <p:nvSpPr>
            <p:cNvPr id="2420" name="Google Shape;2420;g305cce1fc62_1_80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1" name="Google Shape;2421;g305cce1fc62_1_80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2" name="Google Shape;2422;g305cce1fc62_1_80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3" name="Google Shape;2423;g305cce1fc62_1_80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4" name="Google Shape;2424;g305cce1fc62_1_802"/>
          <p:cNvGrpSpPr/>
          <p:nvPr/>
        </p:nvGrpSpPr>
        <p:grpSpPr>
          <a:xfrm>
            <a:off x="8792300" y="321275"/>
            <a:ext cx="175000" cy="175000"/>
            <a:chOff x="8792300" y="321275"/>
            <a:chExt cx="175000" cy="175000"/>
          </a:xfrm>
        </p:grpSpPr>
        <p:sp>
          <p:nvSpPr>
            <p:cNvPr id="2425" name="Google Shape;2425;g305cce1fc62_1_80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6" name="Google Shape;2426;g305cce1fc62_1_80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7" name="Google Shape;2427;g305cce1fc62_1_80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8" name="Google Shape;2428;g305cce1fc62_1_80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29" name="Google Shape;2429;g305cce1fc62_1_802"/>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0" name="Google Shape;2430;g305cce1fc62_1_802"/>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1" name="Google Shape;2431;g305cce1fc62_1_802"/>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2" name="Google Shape;2432;g305cce1fc62_1_802"/>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3" name="Google Shape;2433;g305cce1fc62_1_802"/>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4" name="Google Shape;2434;g305cce1fc62_1_802"/>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35" name="Google Shape;2435;g305cce1fc62_1_802"/>
          <p:cNvGrpSpPr/>
          <p:nvPr/>
        </p:nvGrpSpPr>
        <p:grpSpPr>
          <a:xfrm>
            <a:off x="8490050" y="170875"/>
            <a:ext cx="175013" cy="27000"/>
            <a:chOff x="5662375" y="212375"/>
            <a:chExt cx="175013" cy="27000"/>
          </a:xfrm>
        </p:grpSpPr>
        <p:sp>
          <p:nvSpPr>
            <p:cNvPr id="2436" name="Google Shape;2436;g305cce1fc62_1_80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7" name="Google Shape;2437;g305cce1fc62_1_80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8" name="Google Shape;2438;g305cce1fc62_1_80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9" name="Google Shape;2439;g305cce1fc62_1_802"/>
          <p:cNvGrpSpPr/>
          <p:nvPr/>
        </p:nvGrpSpPr>
        <p:grpSpPr>
          <a:xfrm>
            <a:off x="8678350" y="1658000"/>
            <a:ext cx="175013" cy="27000"/>
            <a:chOff x="5662375" y="212375"/>
            <a:chExt cx="175013" cy="27000"/>
          </a:xfrm>
        </p:grpSpPr>
        <p:sp>
          <p:nvSpPr>
            <p:cNvPr id="2440" name="Google Shape;2440;g305cce1fc62_1_80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1" name="Google Shape;2441;g305cce1fc62_1_80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2" name="Google Shape;2442;g305cce1fc62_1_80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3">
  <p:cSld name="CUSTOM_13">
    <p:spTree>
      <p:nvGrpSpPr>
        <p:cNvPr id="2443" name="Shape 2443"/>
        <p:cNvGrpSpPr/>
        <p:nvPr/>
      </p:nvGrpSpPr>
      <p:grpSpPr>
        <a:xfrm>
          <a:off x="0" y="0"/>
          <a:ext cx="0" cy="0"/>
          <a:chOff x="0" y="0"/>
          <a:chExt cx="0" cy="0"/>
        </a:xfrm>
      </p:grpSpPr>
      <p:sp>
        <p:nvSpPr>
          <p:cNvPr id="2444" name="Google Shape;2444;g305cce1fc62_1_882"/>
          <p:cNvSpPr txBox="1"/>
          <p:nvPr>
            <p:ph type="title"/>
          </p:nvPr>
        </p:nvSpPr>
        <p:spPr>
          <a:xfrm>
            <a:off x="2962656" y="338328"/>
            <a:ext cx="3218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2445" name="Google Shape;2445;g305cce1fc62_1_882"/>
          <p:cNvGrpSpPr/>
          <p:nvPr/>
        </p:nvGrpSpPr>
        <p:grpSpPr>
          <a:xfrm>
            <a:off x="261711" y="-1158"/>
            <a:ext cx="8550327" cy="3981600"/>
            <a:chOff x="261711" y="-1158"/>
            <a:chExt cx="8550327" cy="3981600"/>
          </a:xfrm>
        </p:grpSpPr>
        <p:cxnSp>
          <p:nvCxnSpPr>
            <p:cNvPr id="2446" name="Google Shape;2446;g305cce1fc62_1_882"/>
            <p:cNvCxnSpPr/>
            <p:nvPr/>
          </p:nvCxnSpPr>
          <p:spPr>
            <a:xfrm>
              <a:off x="515925" y="-1158"/>
              <a:ext cx="0" cy="3981600"/>
            </a:xfrm>
            <a:prstGeom prst="straightConnector1">
              <a:avLst/>
            </a:prstGeom>
            <a:noFill/>
            <a:ln cap="flat" cmpd="sng" w="9525">
              <a:solidFill>
                <a:schemeClr val="dk2"/>
              </a:solidFill>
              <a:prstDash val="solid"/>
              <a:round/>
              <a:headEnd len="sm" w="sm" type="none"/>
              <a:tailEnd len="sm" w="sm" type="none"/>
            </a:ln>
          </p:spPr>
        </p:cxnSp>
        <p:cxnSp>
          <p:nvCxnSpPr>
            <p:cNvPr id="2447" name="Google Shape;2447;g305cce1fc62_1_882"/>
            <p:cNvCxnSpPr/>
            <p:nvPr/>
          </p:nvCxnSpPr>
          <p:spPr>
            <a:xfrm>
              <a:off x="8666025" y="-1158"/>
              <a:ext cx="0" cy="1902000"/>
            </a:xfrm>
            <a:prstGeom prst="straightConnector1">
              <a:avLst/>
            </a:prstGeom>
            <a:noFill/>
            <a:ln cap="flat" cmpd="sng" w="9525">
              <a:solidFill>
                <a:schemeClr val="dk2"/>
              </a:solidFill>
              <a:prstDash val="solid"/>
              <a:round/>
              <a:headEnd len="sm" w="sm" type="none"/>
              <a:tailEnd len="sm" w="sm" type="none"/>
            </a:ln>
          </p:spPr>
        </p:cxnSp>
        <p:grpSp>
          <p:nvGrpSpPr>
            <p:cNvPr id="2448" name="Google Shape;2448;g305cce1fc62_1_882"/>
            <p:cNvGrpSpPr/>
            <p:nvPr/>
          </p:nvGrpSpPr>
          <p:grpSpPr>
            <a:xfrm rot="10800000">
              <a:off x="343275" y="3300779"/>
              <a:ext cx="344736" cy="345385"/>
              <a:chOff x="7353050" y="316275"/>
              <a:chExt cx="292025" cy="292575"/>
            </a:xfrm>
          </p:grpSpPr>
          <p:sp>
            <p:nvSpPr>
              <p:cNvPr id="2449" name="Google Shape;2449;g305cce1fc62_1_88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0" name="Google Shape;2450;g305cce1fc62_1_88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1" name="Google Shape;2451;g305cce1fc62_1_88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2" name="Google Shape;2452;g305cce1fc62_1_88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3" name="Google Shape;2453;g305cce1fc62_1_882"/>
            <p:cNvGrpSpPr/>
            <p:nvPr/>
          </p:nvGrpSpPr>
          <p:grpSpPr>
            <a:xfrm rot="10800000">
              <a:off x="8520013" y="714742"/>
              <a:ext cx="292025" cy="292575"/>
              <a:chOff x="7353050" y="316275"/>
              <a:chExt cx="292025" cy="292575"/>
            </a:xfrm>
          </p:grpSpPr>
          <p:sp>
            <p:nvSpPr>
              <p:cNvPr id="2454" name="Google Shape;2454;g305cce1fc62_1_88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5" name="Google Shape;2455;g305cce1fc62_1_88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6" name="Google Shape;2456;g305cce1fc62_1_88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7" name="Google Shape;2457;g305cce1fc62_1_88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8" name="Google Shape;2458;g305cce1fc62_1_882"/>
            <p:cNvGrpSpPr/>
            <p:nvPr/>
          </p:nvGrpSpPr>
          <p:grpSpPr>
            <a:xfrm rot="10800000">
              <a:off x="261711" y="465077"/>
              <a:ext cx="507562" cy="507984"/>
              <a:chOff x="8064275" y="887850"/>
              <a:chExt cx="581800" cy="582350"/>
            </a:xfrm>
          </p:grpSpPr>
          <p:sp>
            <p:nvSpPr>
              <p:cNvPr id="2459" name="Google Shape;2459;g305cce1fc62_1_88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0" name="Google Shape;2460;g305cce1fc62_1_88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1" name="Google Shape;2461;g305cce1fc62_1_88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2" name="Google Shape;2462;g305cce1fc62_1_88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3" name="Google Shape;2463;g305cce1fc62_1_88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4" name="Google Shape;2464;g305cce1fc62_1_88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65" name="Google Shape;2465;g305cce1fc62_1_882"/>
          <p:cNvSpPr txBox="1"/>
          <p:nvPr>
            <p:ph idx="1" type="subTitle"/>
          </p:nvPr>
        </p:nvSpPr>
        <p:spPr>
          <a:xfrm>
            <a:off x="1408175" y="1035279"/>
            <a:ext cx="2184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466" name="Google Shape;2466;g305cce1fc62_1_882"/>
          <p:cNvSpPr txBox="1"/>
          <p:nvPr>
            <p:ph idx="2" type="subTitle"/>
          </p:nvPr>
        </p:nvSpPr>
        <p:spPr>
          <a:xfrm>
            <a:off x="1408175" y="1336956"/>
            <a:ext cx="2184000" cy="610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2467" name="Google Shape;2467;g305cce1fc62_1_882"/>
          <p:cNvSpPr txBox="1"/>
          <p:nvPr>
            <p:ph idx="3" type="subTitle"/>
          </p:nvPr>
        </p:nvSpPr>
        <p:spPr>
          <a:xfrm>
            <a:off x="1408175" y="2309476"/>
            <a:ext cx="2184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468" name="Google Shape;2468;g305cce1fc62_1_882"/>
          <p:cNvSpPr txBox="1"/>
          <p:nvPr>
            <p:ph idx="4" type="subTitle"/>
          </p:nvPr>
        </p:nvSpPr>
        <p:spPr>
          <a:xfrm>
            <a:off x="1408175" y="2609979"/>
            <a:ext cx="2184000" cy="610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2469" name="Google Shape;2469;g305cce1fc62_1_882"/>
          <p:cNvSpPr txBox="1"/>
          <p:nvPr>
            <p:ph idx="5" type="subTitle"/>
          </p:nvPr>
        </p:nvSpPr>
        <p:spPr>
          <a:xfrm>
            <a:off x="1408175" y="3587645"/>
            <a:ext cx="2184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470" name="Google Shape;2470;g305cce1fc62_1_882"/>
          <p:cNvSpPr txBox="1"/>
          <p:nvPr>
            <p:ph idx="6" type="subTitle"/>
          </p:nvPr>
        </p:nvSpPr>
        <p:spPr>
          <a:xfrm>
            <a:off x="1408175" y="3889317"/>
            <a:ext cx="2184000" cy="610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4">
  <p:cSld name="CUSTOM_14">
    <p:spTree>
      <p:nvGrpSpPr>
        <p:cNvPr id="2471" name="Shape 2471"/>
        <p:cNvGrpSpPr/>
        <p:nvPr/>
      </p:nvGrpSpPr>
      <p:grpSpPr>
        <a:xfrm>
          <a:off x="0" y="0"/>
          <a:ext cx="0" cy="0"/>
          <a:chOff x="0" y="0"/>
          <a:chExt cx="0" cy="0"/>
        </a:xfrm>
      </p:grpSpPr>
      <p:cxnSp>
        <p:nvCxnSpPr>
          <p:cNvPr id="2472" name="Google Shape;2472;g305cce1fc62_1_910"/>
          <p:cNvCxnSpPr/>
          <p:nvPr/>
        </p:nvCxnSpPr>
        <p:spPr>
          <a:xfrm>
            <a:off x="590450" y="4340600"/>
            <a:ext cx="670200" cy="423000"/>
          </a:xfrm>
          <a:prstGeom prst="straightConnector1">
            <a:avLst/>
          </a:prstGeom>
          <a:noFill/>
          <a:ln cap="flat" cmpd="sng" w="9525">
            <a:solidFill>
              <a:schemeClr val="dk2"/>
            </a:solidFill>
            <a:prstDash val="solid"/>
            <a:round/>
            <a:headEnd len="sm" w="sm" type="none"/>
            <a:tailEnd len="sm" w="sm" type="none"/>
          </a:ln>
        </p:spPr>
      </p:cxnSp>
      <p:sp>
        <p:nvSpPr>
          <p:cNvPr id="2473" name="Google Shape;2473;g305cce1fc62_1_910"/>
          <p:cNvSpPr txBox="1"/>
          <p:nvPr>
            <p:ph type="title"/>
          </p:nvPr>
        </p:nvSpPr>
        <p:spPr>
          <a:xfrm>
            <a:off x="2208175" y="342775"/>
            <a:ext cx="4727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2474" name="Google Shape;2474;g305cce1fc62_1_910"/>
          <p:cNvCxnSpPr/>
          <p:nvPr/>
        </p:nvCxnSpPr>
        <p:spPr>
          <a:xfrm flipH="1" rot="10800000">
            <a:off x="0" y="4332550"/>
            <a:ext cx="590700" cy="663900"/>
          </a:xfrm>
          <a:prstGeom prst="straightConnector1">
            <a:avLst/>
          </a:prstGeom>
          <a:noFill/>
          <a:ln cap="flat" cmpd="sng" w="9525">
            <a:solidFill>
              <a:schemeClr val="dk2"/>
            </a:solidFill>
            <a:prstDash val="solid"/>
            <a:round/>
            <a:headEnd len="sm" w="sm" type="none"/>
            <a:tailEnd len="sm" w="sm" type="none"/>
          </a:ln>
        </p:spPr>
      </p:cxnSp>
      <p:grpSp>
        <p:nvGrpSpPr>
          <p:cNvPr id="2475" name="Google Shape;2475;g305cce1fc62_1_910"/>
          <p:cNvGrpSpPr/>
          <p:nvPr/>
        </p:nvGrpSpPr>
        <p:grpSpPr>
          <a:xfrm flipH="1">
            <a:off x="431725" y="4183775"/>
            <a:ext cx="292025" cy="292575"/>
            <a:chOff x="7353050" y="316275"/>
            <a:chExt cx="292025" cy="292575"/>
          </a:xfrm>
        </p:grpSpPr>
        <p:sp>
          <p:nvSpPr>
            <p:cNvPr id="2476" name="Google Shape;2476;g305cce1fc62_1_91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7" name="Google Shape;2477;g305cce1fc62_1_91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8" name="Google Shape;2478;g305cce1fc62_1_91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9" name="Google Shape;2479;g305cce1fc62_1_91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80" name="Google Shape;2480;g305cce1fc62_1_910"/>
          <p:cNvGrpSpPr/>
          <p:nvPr/>
        </p:nvGrpSpPr>
        <p:grpSpPr>
          <a:xfrm>
            <a:off x="1075789" y="4604675"/>
            <a:ext cx="293111" cy="293388"/>
            <a:chOff x="3164039" y="430875"/>
            <a:chExt cx="293111" cy="293388"/>
          </a:xfrm>
        </p:grpSpPr>
        <p:sp>
          <p:nvSpPr>
            <p:cNvPr id="2481" name="Google Shape;2481;g305cce1fc62_1_91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2" name="Google Shape;2482;g305cce1fc62_1_91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3" name="Google Shape;2483;g305cce1fc62_1_91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4" name="Google Shape;2484;g305cce1fc62_1_91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5" name="Google Shape;2485;g305cce1fc62_1_91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6" name="Google Shape;2486;g305cce1fc62_1_91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487" name="Google Shape;2487;g305cce1fc62_1_910"/>
          <p:cNvCxnSpPr/>
          <p:nvPr/>
        </p:nvCxnSpPr>
        <p:spPr>
          <a:xfrm rot="10800000">
            <a:off x="7196975" y="295100"/>
            <a:ext cx="1157100" cy="542700"/>
          </a:xfrm>
          <a:prstGeom prst="straightConnector1">
            <a:avLst/>
          </a:prstGeom>
          <a:noFill/>
          <a:ln cap="flat" cmpd="sng" w="9525">
            <a:solidFill>
              <a:schemeClr val="dk2"/>
            </a:solidFill>
            <a:prstDash val="solid"/>
            <a:round/>
            <a:headEnd len="sm" w="sm" type="none"/>
            <a:tailEnd len="sm" w="sm" type="none"/>
          </a:ln>
        </p:spPr>
      </p:cxnSp>
      <p:cxnSp>
        <p:nvCxnSpPr>
          <p:cNvPr id="2488" name="Google Shape;2488;g305cce1fc62_1_910"/>
          <p:cNvCxnSpPr/>
          <p:nvPr/>
        </p:nvCxnSpPr>
        <p:spPr>
          <a:xfrm flipH="1">
            <a:off x="8354075" y="-6625"/>
            <a:ext cx="791400" cy="836400"/>
          </a:xfrm>
          <a:prstGeom prst="straightConnector1">
            <a:avLst/>
          </a:prstGeom>
          <a:noFill/>
          <a:ln cap="flat" cmpd="sng" w="9525">
            <a:solidFill>
              <a:schemeClr val="dk2"/>
            </a:solidFill>
            <a:prstDash val="solid"/>
            <a:round/>
            <a:headEnd len="sm" w="sm" type="none"/>
            <a:tailEnd len="sm" w="sm" type="none"/>
          </a:ln>
        </p:spPr>
      </p:cxnSp>
      <p:grpSp>
        <p:nvGrpSpPr>
          <p:cNvPr id="2489" name="Google Shape;2489;g305cce1fc62_1_910"/>
          <p:cNvGrpSpPr/>
          <p:nvPr/>
        </p:nvGrpSpPr>
        <p:grpSpPr>
          <a:xfrm>
            <a:off x="8064275" y="526925"/>
            <a:ext cx="581800" cy="582350"/>
            <a:chOff x="8064275" y="887850"/>
            <a:chExt cx="581800" cy="582350"/>
          </a:xfrm>
        </p:grpSpPr>
        <p:sp>
          <p:nvSpPr>
            <p:cNvPr id="2490" name="Google Shape;2490;g305cce1fc62_1_91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1" name="Google Shape;2491;g305cce1fc62_1_91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2" name="Google Shape;2492;g305cce1fc62_1_91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3" name="Google Shape;2493;g305cce1fc62_1_91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4" name="Google Shape;2494;g305cce1fc62_1_91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5" name="Google Shape;2495;g305cce1fc62_1_91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96" name="Google Shape;2496;g305cce1fc62_1_910"/>
          <p:cNvGrpSpPr/>
          <p:nvPr/>
        </p:nvGrpSpPr>
        <p:grpSpPr>
          <a:xfrm>
            <a:off x="7033875" y="170875"/>
            <a:ext cx="292025" cy="292575"/>
            <a:chOff x="7353050" y="316275"/>
            <a:chExt cx="292025" cy="292575"/>
          </a:xfrm>
        </p:grpSpPr>
        <p:sp>
          <p:nvSpPr>
            <p:cNvPr id="2497" name="Google Shape;2497;g305cce1fc62_1_91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8" name="Google Shape;2498;g305cce1fc62_1_91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9" name="Google Shape;2499;g305cce1fc62_1_91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0" name="Google Shape;2500;g305cce1fc62_1_91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01" name="Google Shape;2501;g305cce1fc62_1_910"/>
          <p:cNvGrpSpPr/>
          <p:nvPr/>
        </p:nvGrpSpPr>
        <p:grpSpPr>
          <a:xfrm>
            <a:off x="8757950" y="229650"/>
            <a:ext cx="175000" cy="175000"/>
            <a:chOff x="8792300" y="321275"/>
            <a:chExt cx="175000" cy="175000"/>
          </a:xfrm>
        </p:grpSpPr>
        <p:sp>
          <p:nvSpPr>
            <p:cNvPr id="2502" name="Google Shape;2502;g305cce1fc62_1_91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3" name="Google Shape;2503;g305cce1fc62_1_91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4" name="Google Shape;2504;g305cce1fc62_1_91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5" name="Google Shape;2505;g305cce1fc62_1_91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06" name="Google Shape;2506;g305cce1fc62_1_910"/>
          <p:cNvGrpSpPr/>
          <p:nvPr/>
        </p:nvGrpSpPr>
        <p:grpSpPr>
          <a:xfrm>
            <a:off x="8490050" y="170875"/>
            <a:ext cx="175013" cy="27000"/>
            <a:chOff x="5662375" y="212375"/>
            <a:chExt cx="175013" cy="27000"/>
          </a:xfrm>
        </p:grpSpPr>
        <p:sp>
          <p:nvSpPr>
            <p:cNvPr id="2507" name="Google Shape;2507;g305cce1fc62_1_91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8" name="Google Shape;2508;g305cce1fc62_1_91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9" name="Google Shape;2509;g305cce1fc62_1_91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10" name="Google Shape;2510;g305cce1fc62_1_910"/>
          <p:cNvGrpSpPr/>
          <p:nvPr/>
        </p:nvGrpSpPr>
        <p:grpSpPr>
          <a:xfrm>
            <a:off x="7916350" y="1124600"/>
            <a:ext cx="175013" cy="27000"/>
            <a:chOff x="5662375" y="212375"/>
            <a:chExt cx="175013" cy="27000"/>
          </a:xfrm>
        </p:grpSpPr>
        <p:sp>
          <p:nvSpPr>
            <p:cNvPr id="2511" name="Google Shape;2511;g305cce1fc62_1_91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2" name="Google Shape;2512;g305cce1fc62_1_91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3" name="Google Shape;2513;g305cce1fc62_1_91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14" name="Google Shape;2514;g305cce1fc62_1_910"/>
          <p:cNvSpPr txBox="1"/>
          <p:nvPr>
            <p:ph idx="1" type="subTitle"/>
          </p:nvPr>
        </p:nvSpPr>
        <p:spPr>
          <a:xfrm>
            <a:off x="5641848" y="2743200"/>
            <a:ext cx="1865400" cy="4023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515" name="Google Shape;2515;g305cce1fc62_1_910"/>
          <p:cNvSpPr txBox="1"/>
          <p:nvPr>
            <p:ph idx="2" type="subTitle"/>
          </p:nvPr>
        </p:nvSpPr>
        <p:spPr>
          <a:xfrm>
            <a:off x="3639312" y="1636776"/>
            <a:ext cx="1865400" cy="4023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516" name="Google Shape;2516;g305cce1fc62_1_910"/>
          <p:cNvSpPr txBox="1"/>
          <p:nvPr>
            <p:ph idx="3" type="subTitle"/>
          </p:nvPr>
        </p:nvSpPr>
        <p:spPr>
          <a:xfrm>
            <a:off x="1636776" y="2249424"/>
            <a:ext cx="1865400" cy="4023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1pPr>
            <a:lvl2pPr lvl="1"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3pPr>
            <a:lvl4pPr lvl="3"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4pPr>
            <a:lvl5pPr lvl="4"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5pPr>
            <a:lvl6pPr lvl="5"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6pPr>
            <a:lvl7pPr lvl="6"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7pPr>
            <a:lvl8pPr lvl="7"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8pPr>
            <a:lvl9pPr lvl="8" marR="0" rtl="0" algn="ctr">
              <a:lnSpc>
                <a:spcPct val="100000"/>
              </a:lnSpc>
              <a:spcBef>
                <a:spcPts val="0"/>
              </a:spcBef>
              <a:spcAft>
                <a:spcPts val="0"/>
              </a:spcAft>
              <a:buClr>
                <a:srgbClr val="000000"/>
              </a:buClr>
              <a:buSzPts val="1800"/>
              <a:buFont typeface="Arial"/>
              <a:buNone/>
              <a:defRPr b="0" i="0" sz="1800" u="none" cap="none" strike="noStrike">
                <a:solidFill>
                  <a:schemeClr val="accent1"/>
                </a:solidFill>
                <a:latin typeface="Barlow Semi Condensed Medium"/>
                <a:ea typeface="Barlow Semi Condensed Medium"/>
                <a:cs typeface="Barlow Semi Condensed Medium"/>
                <a:sym typeface="Barlow Semi Condensed Medium"/>
              </a:defRPr>
            </a:lvl9pPr>
          </a:lstStyle>
          <a:p/>
        </p:txBody>
      </p:sp>
      <p:sp>
        <p:nvSpPr>
          <p:cNvPr id="2517" name="Google Shape;2517;g305cce1fc62_1_910"/>
          <p:cNvSpPr txBox="1"/>
          <p:nvPr>
            <p:ph idx="4" type="subTitle"/>
          </p:nvPr>
        </p:nvSpPr>
        <p:spPr>
          <a:xfrm>
            <a:off x="5641848" y="3081528"/>
            <a:ext cx="18654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2518" name="Google Shape;2518;g305cce1fc62_1_910"/>
          <p:cNvSpPr txBox="1"/>
          <p:nvPr>
            <p:ph idx="5" type="subTitle"/>
          </p:nvPr>
        </p:nvSpPr>
        <p:spPr>
          <a:xfrm>
            <a:off x="3639312" y="1975104"/>
            <a:ext cx="18654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
        <p:nvSpPr>
          <p:cNvPr id="2519" name="Google Shape;2519;g305cce1fc62_1_910"/>
          <p:cNvSpPr txBox="1"/>
          <p:nvPr>
            <p:ph idx="6" type="subTitle"/>
          </p:nvPr>
        </p:nvSpPr>
        <p:spPr>
          <a:xfrm>
            <a:off x="1636776" y="2596896"/>
            <a:ext cx="1865400" cy="6126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20" name="Shape 2520"/>
        <p:cNvGrpSpPr/>
        <p:nvPr/>
      </p:nvGrpSpPr>
      <p:grpSpPr>
        <a:xfrm>
          <a:off x="0" y="0"/>
          <a:ext cx="0" cy="0"/>
          <a:chOff x="0" y="0"/>
          <a:chExt cx="0" cy="0"/>
        </a:xfrm>
      </p:grpSpPr>
      <p:grpSp>
        <p:nvGrpSpPr>
          <p:cNvPr id="2521" name="Google Shape;2521;g305cce1fc62_1_959"/>
          <p:cNvGrpSpPr/>
          <p:nvPr/>
        </p:nvGrpSpPr>
        <p:grpSpPr>
          <a:xfrm rot="10800000">
            <a:off x="1954823" y="1124844"/>
            <a:ext cx="5234354" cy="3069144"/>
            <a:chOff x="1098425" y="237675"/>
            <a:chExt cx="5358675" cy="5174750"/>
          </a:xfrm>
        </p:grpSpPr>
        <p:sp>
          <p:nvSpPr>
            <p:cNvPr id="2522" name="Google Shape;2522;g305cce1fc62_1_959"/>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3" name="Google Shape;2523;g305cce1fc62_1_959"/>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4" name="Google Shape;2524;g305cce1fc62_1_959"/>
            <p:cNvSpPr/>
            <p:nvPr/>
          </p:nvSpPr>
          <p:spPr>
            <a:xfrm>
              <a:off x="1119425" y="238125"/>
              <a:ext cx="5331675" cy="5174300"/>
            </a:xfrm>
            <a:custGeom>
              <a:rect b="b" l="l" r="r" t="t"/>
              <a:pathLst>
                <a:path extrusionOk="0" h="206972" w="213267">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25" name="Google Shape;2525;g305cce1fc62_1_959"/>
          <p:cNvSpPr txBox="1"/>
          <p:nvPr>
            <p:ph idx="1" type="subTitle"/>
          </p:nvPr>
        </p:nvSpPr>
        <p:spPr>
          <a:xfrm>
            <a:off x="3227832" y="2816352"/>
            <a:ext cx="2679300" cy="6585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cxnSp>
        <p:nvCxnSpPr>
          <p:cNvPr id="2526" name="Google Shape;2526;g305cce1fc62_1_959"/>
          <p:cNvCxnSpPr/>
          <p:nvPr/>
        </p:nvCxnSpPr>
        <p:spPr>
          <a:xfrm rot="5400000">
            <a:off x="7269708" y="3324550"/>
            <a:ext cx="1133100" cy="306300"/>
          </a:xfrm>
          <a:prstGeom prst="straightConnector1">
            <a:avLst/>
          </a:prstGeom>
          <a:noFill/>
          <a:ln cap="flat" cmpd="sng" w="9525">
            <a:solidFill>
              <a:schemeClr val="dk1"/>
            </a:solidFill>
            <a:prstDash val="solid"/>
            <a:round/>
            <a:headEnd len="sm" w="sm" type="none"/>
            <a:tailEnd len="sm" w="sm" type="none"/>
          </a:ln>
        </p:spPr>
      </p:cxnSp>
      <p:cxnSp>
        <p:nvCxnSpPr>
          <p:cNvPr id="2527" name="Google Shape;2527;g305cce1fc62_1_959"/>
          <p:cNvCxnSpPr/>
          <p:nvPr/>
        </p:nvCxnSpPr>
        <p:spPr>
          <a:xfrm flipH="1" rot="-5400000">
            <a:off x="7181408" y="2082400"/>
            <a:ext cx="1342200" cy="315300"/>
          </a:xfrm>
          <a:prstGeom prst="straightConnector1">
            <a:avLst/>
          </a:prstGeom>
          <a:noFill/>
          <a:ln cap="flat" cmpd="sng" w="9525">
            <a:solidFill>
              <a:schemeClr val="dk1"/>
            </a:solidFill>
            <a:prstDash val="solid"/>
            <a:round/>
            <a:headEnd len="sm" w="sm" type="none"/>
            <a:tailEnd len="sm" w="sm" type="none"/>
          </a:ln>
        </p:spPr>
      </p:cxnSp>
      <p:cxnSp>
        <p:nvCxnSpPr>
          <p:cNvPr id="2528" name="Google Shape;2528;g305cce1fc62_1_959"/>
          <p:cNvCxnSpPr/>
          <p:nvPr/>
        </p:nvCxnSpPr>
        <p:spPr>
          <a:xfrm rot="5400000">
            <a:off x="7232433" y="736375"/>
            <a:ext cx="1332000" cy="392100"/>
          </a:xfrm>
          <a:prstGeom prst="straightConnector1">
            <a:avLst/>
          </a:prstGeom>
          <a:noFill/>
          <a:ln cap="flat" cmpd="sng" w="9525">
            <a:solidFill>
              <a:schemeClr val="dk1"/>
            </a:solidFill>
            <a:prstDash val="solid"/>
            <a:round/>
            <a:headEnd len="sm" w="sm" type="none"/>
            <a:tailEnd len="sm" w="sm" type="none"/>
          </a:ln>
        </p:spPr>
      </p:cxnSp>
      <p:cxnSp>
        <p:nvCxnSpPr>
          <p:cNvPr id="2529" name="Google Shape;2529;g305cce1fc62_1_959"/>
          <p:cNvCxnSpPr/>
          <p:nvPr/>
        </p:nvCxnSpPr>
        <p:spPr>
          <a:xfrm rot="5400000">
            <a:off x="8168433" y="-66600"/>
            <a:ext cx="273900" cy="407100"/>
          </a:xfrm>
          <a:prstGeom prst="straightConnector1">
            <a:avLst/>
          </a:prstGeom>
          <a:noFill/>
          <a:ln cap="flat" cmpd="sng" w="9525">
            <a:solidFill>
              <a:schemeClr val="dk1"/>
            </a:solidFill>
            <a:prstDash val="solid"/>
            <a:round/>
            <a:headEnd len="sm" w="sm" type="none"/>
            <a:tailEnd len="sm" w="sm" type="none"/>
          </a:ln>
        </p:spPr>
      </p:cxnSp>
      <p:grpSp>
        <p:nvGrpSpPr>
          <p:cNvPr id="2530" name="Google Shape;2530;g305cce1fc62_1_959"/>
          <p:cNvGrpSpPr/>
          <p:nvPr/>
        </p:nvGrpSpPr>
        <p:grpSpPr>
          <a:xfrm flipH="1" rot="5400000">
            <a:off x="7407333" y="1284925"/>
            <a:ext cx="581800" cy="582350"/>
            <a:chOff x="8064275" y="887850"/>
            <a:chExt cx="581800" cy="582350"/>
          </a:xfrm>
        </p:grpSpPr>
        <p:sp>
          <p:nvSpPr>
            <p:cNvPr id="2531" name="Google Shape;2531;g305cce1fc62_1_95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2" name="Google Shape;2532;g305cce1fc62_1_95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3" name="Google Shape;2533;g305cce1fc62_1_95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4" name="Google Shape;2534;g305cce1fc62_1_95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5" name="Google Shape;2535;g305cce1fc62_1_95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6" name="Google Shape;2536;g305cce1fc62_1_95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37" name="Google Shape;2537;g305cce1fc62_1_959"/>
          <p:cNvGrpSpPr/>
          <p:nvPr/>
        </p:nvGrpSpPr>
        <p:grpSpPr>
          <a:xfrm flipH="1" rot="5400000">
            <a:off x="7869720" y="2754200"/>
            <a:ext cx="292025" cy="292575"/>
            <a:chOff x="7353050" y="316275"/>
            <a:chExt cx="292025" cy="292575"/>
          </a:xfrm>
        </p:grpSpPr>
        <p:sp>
          <p:nvSpPr>
            <p:cNvPr id="2538" name="Google Shape;2538;g305cce1fc62_1_95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9" name="Google Shape;2539;g305cce1fc62_1_95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0" name="Google Shape;2540;g305cce1fc62_1_95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1" name="Google Shape;2541;g305cce1fc62_1_95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42" name="Google Shape;2542;g305cce1fc62_1_959"/>
          <p:cNvGrpSpPr/>
          <p:nvPr/>
        </p:nvGrpSpPr>
        <p:grpSpPr>
          <a:xfrm flipH="1" rot="5400000">
            <a:off x="8012458" y="178175"/>
            <a:ext cx="175000" cy="175000"/>
            <a:chOff x="8792300" y="321275"/>
            <a:chExt cx="175000" cy="175000"/>
          </a:xfrm>
        </p:grpSpPr>
        <p:sp>
          <p:nvSpPr>
            <p:cNvPr id="2543" name="Google Shape;2543;g305cce1fc62_1_95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4" name="Google Shape;2544;g305cce1fc62_1_95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5" name="Google Shape;2545;g305cce1fc62_1_95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6" name="Google Shape;2546;g305cce1fc62_1_95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47" name="Google Shape;2547;g305cce1fc62_1_959"/>
          <p:cNvGrpSpPr/>
          <p:nvPr/>
        </p:nvGrpSpPr>
        <p:grpSpPr>
          <a:xfrm rot="5400000">
            <a:off x="7551683" y="3879926"/>
            <a:ext cx="293111" cy="293388"/>
            <a:chOff x="3164039" y="430875"/>
            <a:chExt cx="293111" cy="293388"/>
          </a:xfrm>
        </p:grpSpPr>
        <p:sp>
          <p:nvSpPr>
            <p:cNvPr id="2548" name="Google Shape;2548;g305cce1fc62_1_95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9" name="Google Shape;2549;g305cce1fc62_1_95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0" name="Google Shape;2550;g305cce1fc62_1_95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1" name="Google Shape;2551;g305cce1fc62_1_95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2" name="Google Shape;2552;g305cce1fc62_1_95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3" name="Google Shape;2553;g305cce1fc62_1_95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54" name="Google Shape;2554;g305cce1fc62_1_959"/>
          <p:cNvGrpSpPr/>
          <p:nvPr/>
        </p:nvGrpSpPr>
        <p:grpSpPr>
          <a:xfrm flipH="1" rot="5400000">
            <a:off x="8259052" y="323144"/>
            <a:ext cx="175013" cy="27000"/>
            <a:chOff x="5662375" y="212375"/>
            <a:chExt cx="175013" cy="27000"/>
          </a:xfrm>
        </p:grpSpPr>
        <p:sp>
          <p:nvSpPr>
            <p:cNvPr id="2555" name="Google Shape;2555;g305cce1fc62_1_95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6" name="Google Shape;2556;g305cce1fc62_1_95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7" name="Google Shape;2557;g305cce1fc62_1_95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558" name="Google Shape;2558;g305cce1fc62_1_959"/>
          <p:cNvCxnSpPr/>
          <p:nvPr/>
        </p:nvCxnSpPr>
        <p:spPr>
          <a:xfrm flipH="1" rot="5400000">
            <a:off x="740850" y="2598325"/>
            <a:ext cx="1672500" cy="126000"/>
          </a:xfrm>
          <a:prstGeom prst="straightConnector1">
            <a:avLst/>
          </a:prstGeom>
          <a:noFill/>
          <a:ln cap="flat" cmpd="sng" w="9525">
            <a:solidFill>
              <a:schemeClr val="dk1"/>
            </a:solidFill>
            <a:prstDash val="solid"/>
            <a:round/>
            <a:headEnd len="sm" w="sm" type="none"/>
            <a:tailEnd len="sm" w="sm" type="none"/>
          </a:ln>
        </p:spPr>
      </p:cxnSp>
      <p:cxnSp>
        <p:nvCxnSpPr>
          <p:cNvPr id="2559" name="Google Shape;2559;g305cce1fc62_1_959"/>
          <p:cNvCxnSpPr/>
          <p:nvPr/>
        </p:nvCxnSpPr>
        <p:spPr>
          <a:xfrm rot="-5400000">
            <a:off x="847100" y="3554000"/>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2560" name="Google Shape;2560;g305cce1fc62_1_959"/>
          <p:cNvCxnSpPr/>
          <p:nvPr/>
        </p:nvCxnSpPr>
        <p:spPr>
          <a:xfrm flipH="1" rot="5400000">
            <a:off x="1105775" y="4151250"/>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2561" name="Google Shape;2561;g305cce1fc62_1_959"/>
          <p:cNvGrpSpPr/>
          <p:nvPr/>
        </p:nvGrpSpPr>
        <p:grpSpPr>
          <a:xfrm rot="5400000">
            <a:off x="621475" y="4062025"/>
            <a:ext cx="581800" cy="582350"/>
            <a:chOff x="8064275" y="887850"/>
            <a:chExt cx="581800" cy="582350"/>
          </a:xfrm>
        </p:grpSpPr>
        <p:sp>
          <p:nvSpPr>
            <p:cNvPr id="2562" name="Google Shape;2562;g305cce1fc62_1_95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3" name="Google Shape;2563;g305cce1fc62_1_95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4" name="Google Shape;2564;g305cce1fc62_1_95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5" name="Google Shape;2565;g305cce1fc62_1_95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6" name="Google Shape;2566;g305cce1fc62_1_95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7" name="Google Shape;2567;g305cce1fc62_1_95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8" name="Google Shape;2568;g305cce1fc62_1_959"/>
          <p:cNvGrpSpPr/>
          <p:nvPr/>
        </p:nvGrpSpPr>
        <p:grpSpPr>
          <a:xfrm rot="5400000">
            <a:off x="1482825" y="3350800"/>
            <a:ext cx="292025" cy="292575"/>
            <a:chOff x="7353050" y="316275"/>
            <a:chExt cx="292025" cy="292575"/>
          </a:xfrm>
        </p:grpSpPr>
        <p:sp>
          <p:nvSpPr>
            <p:cNvPr id="2569" name="Google Shape;2569;g305cce1fc62_1_95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0" name="Google Shape;2570;g305cce1fc62_1_95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1" name="Google Shape;2571;g305cce1fc62_1_95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2" name="Google Shape;2572;g305cce1fc62_1_95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73" name="Google Shape;2573;g305cce1fc62_1_959"/>
          <p:cNvGrpSpPr/>
          <p:nvPr/>
        </p:nvGrpSpPr>
        <p:grpSpPr>
          <a:xfrm rot="5400000">
            <a:off x="1595125" y="4790325"/>
            <a:ext cx="175000" cy="175000"/>
            <a:chOff x="8792300" y="321275"/>
            <a:chExt cx="175000" cy="175000"/>
          </a:xfrm>
        </p:grpSpPr>
        <p:sp>
          <p:nvSpPr>
            <p:cNvPr id="2574" name="Google Shape;2574;g305cce1fc62_1_95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5" name="Google Shape;2575;g305cce1fc62_1_95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6" name="Google Shape;2576;g305cce1fc62_1_95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7" name="Google Shape;2577;g305cce1fc62_1_95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78" name="Google Shape;2578;g305cce1fc62_1_959"/>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9" name="Google Shape;2579;g305cce1fc62_1_959"/>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0" name="Google Shape;2580;g305cce1fc62_1_959"/>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1" name="Google Shape;2581;g305cce1fc62_1_959"/>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2" name="Google Shape;2582;g305cce1fc62_1_959"/>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3" name="Google Shape;2583;g305cce1fc62_1_959"/>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84" name="Google Shape;2584;g305cce1fc62_1_959"/>
          <p:cNvGrpSpPr/>
          <p:nvPr/>
        </p:nvGrpSpPr>
        <p:grpSpPr>
          <a:xfrm rot="5400000">
            <a:off x="1701119" y="1515381"/>
            <a:ext cx="175013" cy="27000"/>
            <a:chOff x="5662375" y="212375"/>
            <a:chExt cx="175013" cy="27000"/>
          </a:xfrm>
        </p:grpSpPr>
        <p:sp>
          <p:nvSpPr>
            <p:cNvPr id="2585" name="Google Shape;2585;g305cce1fc62_1_95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6" name="Google Shape;2586;g305cce1fc62_1_95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7" name="Google Shape;2587;g305cce1fc62_1_95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88" name="Google Shape;2588;g305cce1fc62_1_959"/>
          <p:cNvGrpSpPr/>
          <p:nvPr/>
        </p:nvGrpSpPr>
        <p:grpSpPr>
          <a:xfrm rot="5400000">
            <a:off x="1819519" y="4562081"/>
            <a:ext cx="175013" cy="27000"/>
            <a:chOff x="5662375" y="212375"/>
            <a:chExt cx="175013" cy="27000"/>
          </a:xfrm>
        </p:grpSpPr>
        <p:sp>
          <p:nvSpPr>
            <p:cNvPr id="2589" name="Google Shape;2589;g305cce1fc62_1_95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0" name="Google Shape;2590;g305cce1fc62_1_95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1" name="Google Shape;2591;g305cce1fc62_1_95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92" name="Google Shape;2592;g305cce1fc62_1_959"/>
          <p:cNvGrpSpPr/>
          <p:nvPr/>
        </p:nvGrpSpPr>
        <p:grpSpPr>
          <a:xfrm rot="5400000">
            <a:off x="408594" y="4140781"/>
            <a:ext cx="175013" cy="27000"/>
            <a:chOff x="5662375" y="212375"/>
            <a:chExt cx="175013" cy="27000"/>
          </a:xfrm>
        </p:grpSpPr>
        <p:sp>
          <p:nvSpPr>
            <p:cNvPr id="2593" name="Google Shape;2593;g305cce1fc62_1_95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4" name="Google Shape;2594;g305cce1fc62_1_95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5" name="Google Shape;2595;g305cce1fc62_1_95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96" name="Google Shape;2596;g305cce1fc62_1_959"/>
          <p:cNvSpPr txBox="1"/>
          <p:nvPr>
            <p:ph hasCustomPrompt="1" type="title"/>
          </p:nvPr>
        </p:nvSpPr>
        <p:spPr>
          <a:xfrm>
            <a:off x="2624328" y="2057400"/>
            <a:ext cx="3904500" cy="786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97" name="Shape 2597"/>
        <p:cNvGrpSpPr/>
        <p:nvPr/>
      </p:nvGrpSpPr>
      <p:grpSpPr>
        <a:xfrm>
          <a:off x="0" y="0"/>
          <a:ext cx="0" cy="0"/>
          <a:chOff x="0" y="0"/>
          <a:chExt cx="0" cy="0"/>
        </a:xfrm>
      </p:grpSpPr>
      <p:sp>
        <p:nvSpPr>
          <p:cNvPr id="2598" name="Google Shape;2598;g305cce1fc62_1_1036"/>
          <p:cNvSpPr txBox="1"/>
          <p:nvPr>
            <p:ph idx="1" type="body"/>
          </p:nvPr>
        </p:nvSpPr>
        <p:spPr>
          <a:xfrm>
            <a:off x="1122050" y="1947672"/>
            <a:ext cx="2788800" cy="13626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chemeClr val="dk2"/>
              </a:buClr>
              <a:buSzPts val="1600"/>
              <a:buFont typeface="Barlow Semi Condensed"/>
              <a:buNone/>
              <a:defRPr b="0" i="0" sz="1600" u="none" cap="none" strike="noStrike">
                <a:solidFill>
                  <a:schemeClr val="dk2"/>
                </a:solidFill>
                <a:latin typeface="Barlow Semi Condensed"/>
                <a:ea typeface="Barlow Semi Condensed"/>
                <a:cs typeface="Barlow Semi Condensed"/>
                <a:sym typeface="Barlow Semi Condensed"/>
              </a:defRPr>
            </a:lvl1pPr>
          </a:lstStyle>
          <a:p/>
        </p:txBody>
      </p:sp>
      <p:sp>
        <p:nvSpPr>
          <p:cNvPr id="2599" name="Google Shape;2599;g305cce1fc62_1_1036"/>
          <p:cNvSpPr txBox="1"/>
          <p:nvPr>
            <p:ph type="title"/>
          </p:nvPr>
        </p:nvSpPr>
        <p:spPr>
          <a:xfrm>
            <a:off x="2100600" y="347472"/>
            <a:ext cx="4947000" cy="585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cxnSp>
        <p:nvCxnSpPr>
          <p:cNvPr id="2600" name="Google Shape;2600;g305cce1fc62_1_1036"/>
          <p:cNvCxnSpPr/>
          <p:nvPr/>
        </p:nvCxnSpPr>
        <p:spPr>
          <a:xfrm>
            <a:off x="590450" y="4340600"/>
            <a:ext cx="1212900" cy="422700"/>
          </a:xfrm>
          <a:prstGeom prst="straightConnector1">
            <a:avLst/>
          </a:prstGeom>
          <a:noFill/>
          <a:ln cap="flat" cmpd="sng" w="9525">
            <a:solidFill>
              <a:schemeClr val="dk1"/>
            </a:solidFill>
            <a:prstDash val="solid"/>
            <a:round/>
            <a:headEnd len="sm" w="sm" type="none"/>
            <a:tailEnd len="sm" w="sm" type="none"/>
          </a:ln>
        </p:spPr>
      </p:cxnSp>
      <p:cxnSp>
        <p:nvCxnSpPr>
          <p:cNvPr id="2601" name="Google Shape;2601;g305cce1fc62_1_1036"/>
          <p:cNvCxnSpPr/>
          <p:nvPr/>
        </p:nvCxnSpPr>
        <p:spPr>
          <a:xfrm flipH="1" rot="10800000">
            <a:off x="7975" y="4332600"/>
            <a:ext cx="582600" cy="654300"/>
          </a:xfrm>
          <a:prstGeom prst="straightConnector1">
            <a:avLst/>
          </a:prstGeom>
          <a:noFill/>
          <a:ln cap="flat" cmpd="sng" w="9525">
            <a:solidFill>
              <a:schemeClr val="dk1"/>
            </a:solidFill>
            <a:prstDash val="solid"/>
            <a:round/>
            <a:headEnd len="sm" w="sm" type="none"/>
            <a:tailEnd len="sm" w="sm" type="none"/>
          </a:ln>
        </p:spPr>
      </p:cxnSp>
      <p:grpSp>
        <p:nvGrpSpPr>
          <p:cNvPr id="2602" name="Google Shape;2602;g305cce1fc62_1_1036"/>
          <p:cNvGrpSpPr/>
          <p:nvPr/>
        </p:nvGrpSpPr>
        <p:grpSpPr>
          <a:xfrm flipH="1">
            <a:off x="431725" y="4183775"/>
            <a:ext cx="292025" cy="292575"/>
            <a:chOff x="7353050" y="316275"/>
            <a:chExt cx="292025" cy="292575"/>
          </a:xfrm>
        </p:grpSpPr>
        <p:sp>
          <p:nvSpPr>
            <p:cNvPr id="2603" name="Google Shape;2603;g305cce1fc62_1_103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4" name="Google Shape;2604;g305cce1fc62_1_103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5" name="Google Shape;2605;g305cce1fc62_1_103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6" name="Google Shape;2606;g305cce1fc62_1_103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07" name="Google Shape;2607;g305cce1fc62_1_1036"/>
          <p:cNvGrpSpPr/>
          <p:nvPr/>
        </p:nvGrpSpPr>
        <p:grpSpPr>
          <a:xfrm>
            <a:off x="1646714" y="4616575"/>
            <a:ext cx="293111" cy="293388"/>
            <a:chOff x="3164039" y="430875"/>
            <a:chExt cx="293111" cy="293388"/>
          </a:xfrm>
        </p:grpSpPr>
        <p:sp>
          <p:nvSpPr>
            <p:cNvPr id="2608" name="Google Shape;2608;g305cce1fc62_1_1036"/>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9" name="Google Shape;2609;g305cce1fc62_1_1036"/>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0" name="Google Shape;2610;g305cce1fc62_1_1036"/>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1" name="Google Shape;2611;g305cce1fc62_1_1036"/>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2" name="Google Shape;2612;g305cce1fc62_1_1036"/>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3" name="Google Shape;2613;g305cce1fc62_1_1036"/>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614" name="Google Shape;2614;g305cce1fc62_1_1036"/>
          <p:cNvCxnSpPr/>
          <p:nvPr/>
        </p:nvCxnSpPr>
        <p:spPr>
          <a:xfrm rot="10800000">
            <a:off x="7196975" y="295100"/>
            <a:ext cx="1157100" cy="542700"/>
          </a:xfrm>
          <a:prstGeom prst="straightConnector1">
            <a:avLst/>
          </a:prstGeom>
          <a:noFill/>
          <a:ln cap="flat" cmpd="sng" w="9525">
            <a:solidFill>
              <a:schemeClr val="dk1"/>
            </a:solidFill>
            <a:prstDash val="solid"/>
            <a:round/>
            <a:headEnd len="sm" w="sm" type="none"/>
            <a:tailEnd len="sm" w="sm" type="none"/>
          </a:ln>
        </p:spPr>
      </p:cxnSp>
      <p:cxnSp>
        <p:nvCxnSpPr>
          <p:cNvPr id="2615" name="Google Shape;2615;g305cce1fc62_1_1036"/>
          <p:cNvCxnSpPr/>
          <p:nvPr/>
        </p:nvCxnSpPr>
        <p:spPr>
          <a:xfrm flipH="1">
            <a:off x="8354075" y="-6625"/>
            <a:ext cx="791400" cy="836400"/>
          </a:xfrm>
          <a:prstGeom prst="straightConnector1">
            <a:avLst/>
          </a:prstGeom>
          <a:noFill/>
          <a:ln cap="flat" cmpd="sng" w="9525">
            <a:solidFill>
              <a:schemeClr val="dk1"/>
            </a:solidFill>
            <a:prstDash val="solid"/>
            <a:round/>
            <a:headEnd len="sm" w="sm" type="none"/>
            <a:tailEnd len="sm" w="sm" type="none"/>
          </a:ln>
        </p:spPr>
      </p:cxnSp>
      <p:grpSp>
        <p:nvGrpSpPr>
          <p:cNvPr id="2616" name="Google Shape;2616;g305cce1fc62_1_1036"/>
          <p:cNvGrpSpPr/>
          <p:nvPr/>
        </p:nvGrpSpPr>
        <p:grpSpPr>
          <a:xfrm>
            <a:off x="8064275" y="526925"/>
            <a:ext cx="581800" cy="582350"/>
            <a:chOff x="8064275" y="887850"/>
            <a:chExt cx="581800" cy="582350"/>
          </a:xfrm>
        </p:grpSpPr>
        <p:sp>
          <p:nvSpPr>
            <p:cNvPr id="2617" name="Google Shape;2617;g305cce1fc62_1_103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8" name="Google Shape;2618;g305cce1fc62_1_103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9" name="Google Shape;2619;g305cce1fc62_1_103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0" name="Google Shape;2620;g305cce1fc62_1_103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1" name="Google Shape;2621;g305cce1fc62_1_103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2" name="Google Shape;2622;g305cce1fc62_1_103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23" name="Google Shape;2623;g305cce1fc62_1_1036"/>
          <p:cNvGrpSpPr/>
          <p:nvPr/>
        </p:nvGrpSpPr>
        <p:grpSpPr>
          <a:xfrm>
            <a:off x="7033875" y="170875"/>
            <a:ext cx="292025" cy="292575"/>
            <a:chOff x="7353050" y="316275"/>
            <a:chExt cx="292025" cy="292575"/>
          </a:xfrm>
        </p:grpSpPr>
        <p:sp>
          <p:nvSpPr>
            <p:cNvPr id="2624" name="Google Shape;2624;g305cce1fc62_1_103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5" name="Google Shape;2625;g305cce1fc62_1_103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6" name="Google Shape;2626;g305cce1fc62_1_103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7" name="Google Shape;2627;g305cce1fc62_1_103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28" name="Google Shape;2628;g305cce1fc62_1_1036"/>
          <p:cNvGrpSpPr/>
          <p:nvPr/>
        </p:nvGrpSpPr>
        <p:grpSpPr>
          <a:xfrm>
            <a:off x="8757950" y="229650"/>
            <a:ext cx="175000" cy="175000"/>
            <a:chOff x="8792300" y="321275"/>
            <a:chExt cx="175000" cy="175000"/>
          </a:xfrm>
        </p:grpSpPr>
        <p:sp>
          <p:nvSpPr>
            <p:cNvPr id="2629" name="Google Shape;2629;g305cce1fc62_1_103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0" name="Google Shape;2630;g305cce1fc62_1_103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1" name="Google Shape;2631;g305cce1fc62_1_103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2" name="Google Shape;2632;g305cce1fc62_1_103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33" name="Google Shape;2633;g305cce1fc62_1_1036"/>
          <p:cNvGrpSpPr/>
          <p:nvPr/>
        </p:nvGrpSpPr>
        <p:grpSpPr>
          <a:xfrm>
            <a:off x="8490050" y="170875"/>
            <a:ext cx="175013" cy="27000"/>
            <a:chOff x="5662375" y="212375"/>
            <a:chExt cx="175013" cy="27000"/>
          </a:xfrm>
        </p:grpSpPr>
        <p:sp>
          <p:nvSpPr>
            <p:cNvPr id="2634" name="Google Shape;2634;g305cce1fc62_1_103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5" name="Google Shape;2635;g305cce1fc62_1_103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6" name="Google Shape;2636;g305cce1fc62_1_103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37" name="Google Shape;2637;g305cce1fc62_1_1036"/>
          <p:cNvGrpSpPr/>
          <p:nvPr/>
        </p:nvGrpSpPr>
        <p:grpSpPr>
          <a:xfrm>
            <a:off x="7916350" y="1124600"/>
            <a:ext cx="175013" cy="27000"/>
            <a:chOff x="5662375" y="212375"/>
            <a:chExt cx="175013" cy="27000"/>
          </a:xfrm>
        </p:grpSpPr>
        <p:sp>
          <p:nvSpPr>
            <p:cNvPr id="2638" name="Google Shape;2638;g305cce1fc62_1_103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9" name="Google Shape;2639;g305cce1fc62_1_103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0" name="Google Shape;2640;g305cce1fc62_1_103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_10">
    <p:spTree>
      <p:nvGrpSpPr>
        <p:cNvPr id="2641" name="Shape 2641"/>
        <p:cNvGrpSpPr/>
        <p:nvPr/>
      </p:nvGrpSpPr>
      <p:grpSpPr>
        <a:xfrm>
          <a:off x="0" y="0"/>
          <a:ext cx="0" cy="0"/>
          <a:chOff x="0" y="0"/>
          <a:chExt cx="0" cy="0"/>
        </a:xfrm>
      </p:grpSpPr>
      <p:sp>
        <p:nvSpPr>
          <p:cNvPr id="2642" name="Google Shape;2642;g305cce1fc62_1_1080"/>
          <p:cNvSpPr txBox="1"/>
          <p:nvPr>
            <p:ph type="title"/>
          </p:nvPr>
        </p:nvSpPr>
        <p:spPr>
          <a:xfrm>
            <a:off x="1271016" y="338328"/>
            <a:ext cx="6611100" cy="54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643" name="Google Shape;2643;g305cce1fc62_1_1080"/>
          <p:cNvSpPr txBox="1"/>
          <p:nvPr>
            <p:ph idx="1" type="subTitle"/>
          </p:nvPr>
        </p:nvSpPr>
        <p:spPr>
          <a:xfrm>
            <a:off x="4690875" y="1491351"/>
            <a:ext cx="3557100" cy="2656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600"/>
              <a:buFont typeface="Arial"/>
              <a:buNone/>
              <a:defRPr b="0" i="0" sz="1600" u="none" cap="none" strike="noStrike">
                <a:solidFill>
                  <a:schemeClr val="dk2"/>
                </a:solidFill>
                <a:latin typeface="Barlow Semi Condensed"/>
                <a:ea typeface="Barlow Semi Condensed"/>
                <a:cs typeface="Barlow Semi Condensed"/>
                <a:sym typeface="Barlow Semi Condensed"/>
              </a:defRPr>
            </a:lvl9pPr>
          </a:lstStyle>
          <a:p/>
        </p:txBody>
      </p:sp>
      <p:cxnSp>
        <p:nvCxnSpPr>
          <p:cNvPr id="2644" name="Google Shape;2644;g305cce1fc62_1_1080"/>
          <p:cNvCxnSpPr/>
          <p:nvPr/>
        </p:nvCxnSpPr>
        <p:spPr>
          <a:xfrm rot="10800000">
            <a:off x="8109000" y="501275"/>
            <a:ext cx="737700" cy="737700"/>
          </a:xfrm>
          <a:prstGeom prst="straightConnector1">
            <a:avLst/>
          </a:prstGeom>
          <a:noFill/>
          <a:ln cap="flat" cmpd="sng" w="9525">
            <a:solidFill>
              <a:schemeClr val="dk1"/>
            </a:solidFill>
            <a:prstDash val="solid"/>
            <a:round/>
            <a:headEnd len="sm" w="sm" type="none"/>
            <a:tailEnd len="sm" w="sm" type="none"/>
          </a:ln>
        </p:spPr>
      </p:cxnSp>
      <p:cxnSp>
        <p:nvCxnSpPr>
          <p:cNvPr id="2645" name="Google Shape;2645;g305cce1fc62_1_1080"/>
          <p:cNvCxnSpPr/>
          <p:nvPr/>
        </p:nvCxnSpPr>
        <p:spPr>
          <a:xfrm>
            <a:off x="582475" y="282188"/>
            <a:ext cx="1212900" cy="422700"/>
          </a:xfrm>
          <a:prstGeom prst="straightConnector1">
            <a:avLst/>
          </a:prstGeom>
          <a:noFill/>
          <a:ln cap="flat" cmpd="sng" w="9525">
            <a:solidFill>
              <a:schemeClr val="dk1"/>
            </a:solidFill>
            <a:prstDash val="solid"/>
            <a:round/>
            <a:headEnd len="sm" w="sm" type="none"/>
            <a:tailEnd len="sm" w="sm" type="none"/>
          </a:ln>
        </p:spPr>
      </p:cxnSp>
      <p:cxnSp>
        <p:nvCxnSpPr>
          <p:cNvPr id="2646" name="Google Shape;2646;g305cce1fc62_1_1080"/>
          <p:cNvCxnSpPr/>
          <p:nvPr/>
        </p:nvCxnSpPr>
        <p:spPr>
          <a:xfrm flipH="1" rot="10800000">
            <a:off x="0" y="274188"/>
            <a:ext cx="582600" cy="654300"/>
          </a:xfrm>
          <a:prstGeom prst="straightConnector1">
            <a:avLst/>
          </a:prstGeom>
          <a:noFill/>
          <a:ln cap="flat" cmpd="sng" w="9525">
            <a:solidFill>
              <a:schemeClr val="dk1"/>
            </a:solidFill>
            <a:prstDash val="solid"/>
            <a:round/>
            <a:headEnd len="sm" w="sm" type="none"/>
            <a:tailEnd len="sm" w="sm" type="none"/>
          </a:ln>
        </p:spPr>
      </p:cxnSp>
      <p:grpSp>
        <p:nvGrpSpPr>
          <p:cNvPr id="2647" name="Google Shape;2647;g305cce1fc62_1_1080"/>
          <p:cNvGrpSpPr/>
          <p:nvPr/>
        </p:nvGrpSpPr>
        <p:grpSpPr>
          <a:xfrm flipH="1">
            <a:off x="423750" y="125363"/>
            <a:ext cx="292025" cy="292575"/>
            <a:chOff x="7353050" y="316275"/>
            <a:chExt cx="292025" cy="292575"/>
          </a:xfrm>
        </p:grpSpPr>
        <p:sp>
          <p:nvSpPr>
            <p:cNvPr id="2648" name="Google Shape;2648;g305cce1fc62_1_108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9" name="Google Shape;2649;g305cce1fc62_1_108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0" name="Google Shape;2650;g305cce1fc62_1_108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1" name="Google Shape;2651;g305cce1fc62_1_108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52" name="Google Shape;2652;g305cce1fc62_1_1080"/>
          <p:cNvGrpSpPr/>
          <p:nvPr/>
        </p:nvGrpSpPr>
        <p:grpSpPr>
          <a:xfrm>
            <a:off x="1638739" y="558163"/>
            <a:ext cx="293111" cy="293388"/>
            <a:chOff x="3164039" y="430875"/>
            <a:chExt cx="293111" cy="293388"/>
          </a:xfrm>
        </p:grpSpPr>
        <p:sp>
          <p:nvSpPr>
            <p:cNvPr id="2653" name="Google Shape;2653;g305cce1fc62_1_108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4" name="Google Shape;2654;g305cce1fc62_1_108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5" name="Google Shape;2655;g305cce1fc62_1_108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6" name="Google Shape;2656;g305cce1fc62_1_108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7" name="Google Shape;2657;g305cce1fc62_1_108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8" name="Google Shape;2658;g305cce1fc62_1_108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59" name="Google Shape;2659;g305cce1fc62_1_1080"/>
          <p:cNvGrpSpPr/>
          <p:nvPr/>
        </p:nvGrpSpPr>
        <p:grpSpPr>
          <a:xfrm>
            <a:off x="1591750" y="362600"/>
            <a:ext cx="175013" cy="27000"/>
            <a:chOff x="5662375" y="212375"/>
            <a:chExt cx="175013" cy="27000"/>
          </a:xfrm>
        </p:grpSpPr>
        <p:sp>
          <p:nvSpPr>
            <p:cNvPr id="2660" name="Google Shape;2660;g305cce1fc62_1_108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1" name="Google Shape;2661;g305cce1fc62_1_108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2" name="Google Shape;2662;g305cce1fc62_1_108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663" name="Google Shape;2663;g305cce1fc62_1_1080"/>
          <p:cNvCxnSpPr/>
          <p:nvPr/>
        </p:nvCxnSpPr>
        <p:spPr>
          <a:xfrm flipH="1">
            <a:off x="8151325" y="6875"/>
            <a:ext cx="1002600" cy="494400"/>
          </a:xfrm>
          <a:prstGeom prst="straightConnector1">
            <a:avLst/>
          </a:prstGeom>
          <a:noFill/>
          <a:ln cap="flat" cmpd="sng" w="9525">
            <a:solidFill>
              <a:schemeClr val="dk1"/>
            </a:solidFill>
            <a:prstDash val="solid"/>
            <a:round/>
            <a:headEnd len="sm" w="sm" type="none"/>
            <a:tailEnd len="sm" w="sm" type="none"/>
          </a:ln>
        </p:spPr>
      </p:cxnSp>
      <p:grpSp>
        <p:nvGrpSpPr>
          <p:cNvPr id="2664" name="Google Shape;2664;g305cce1fc62_1_1080"/>
          <p:cNvGrpSpPr/>
          <p:nvPr/>
        </p:nvGrpSpPr>
        <p:grpSpPr>
          <a:xfrm>
            <a:off x="7823875" y="202375"/>
            <a:ext cx="581800" cy="582350"/>
            <a:chOff x="8064275" y="887850"/>
            <a:chExt cx="581800" cy="582350"/>
          </a:xfrm>
        </p:grpSpPr>
        <p:sp>
          <p:nvSpPr>
            <p:cNvPr id="2665" name="Google Shape;2665;g305cce1fc62_1_108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6" name="Google Shape;2666;g305cce1fc62_1_108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7" name="Google Shape;2667;g305cce1fc62_1_108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8" name="Google Shape;2668;g305cce1fc62_1_108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9" name="Google Shape;2669;g305cce1fc62_1_108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0" name="Google Shape;2670;g305cce1fc62_1_108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71" name="Google Shape;2671;g305cce1fc62_1_1080"/>
          <p:cNvGrpSpPr/>
          <p:nvPr/>
        </p:nvGrpSpPr>
        <p:grpSpPr>
          <a:xfrm flipH="1">
            <a:off x="8698650" y="1117488"/>
            <a:ext cx="292025" cy="292575"/>
            <a:chOff x="7353050" y="316275"/>
            <a:chExt cx="292025" cy="292575"/>
          </a:xfrm>
        </p:grpSpPr>
        <p:sp>
          <p:nvSpPr>
            <p:cNvPr id="2672" name="Google Shape;2672;g305cce1fc62_1_108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3" name="Google Shape;2673;g305cce1fc62_1_108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4" name="Google Shape;2674;g305cce1fc62_1_108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5" name="Google Shape;2675;g305cce1fc62_1_108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76" name="Google Shape;2676;g305cce1fc62_1_1080"/>
          <p:cNvGrpSpPr/>
          <p:nvPr/>
        </p:nvGrpSpPr>
        <p:grpSpPr>
          <a:xfrm>
            <a:off x="8678350" y="1581800"/>
            <a:ext cx="175013" cy="27000"/>
            <a:chOff x="5662375" y="212375"/>
            <a:chExt cx="175013" cy="27000"/>
          </a:xfrm>
        </p:grpSpPr>
        <p:sp>
          <p:nvSpPr>
            <p:cNvPr id="2677" name="Google Shape;2677;g305cce1fc62_1_108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8" name="Google Shape;2678;g305cce1fc62_1_108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9" name="Google Shape;2679;g305cce1fc62_1_108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680" name="Google Shape;2680;g305cce1fc62_1_1080"/>
          <p:cNvCxnSpPr/>
          <p:nvPr/>
        </p:nvCxnSpPr>
        <p:spPr>
          <a:xfrm flipH="1">
            <a:off x="5101704" y="4513075"/>
            <a:ext cx="1133100" cy="306300"/>
          </a:xfrm>
          <a:prstGeom prst="straightConnector1">
            <a:avLst/>
          </a:prstGeom>
          <a:noFill/>
          <a:ln cap="flat" cmpd="sng" w="9525">
            <a:solidFill>
              <a:schemeClr val="dk2"/>
            </a:solidFill>
            <a:prstDash val="solid"/>
            <a:round/>
            <a:headEnd len="sm" w="sm" type="none"/>
            <a:tailEnd len="sm" w="sm" type="none"/>
          </a:ln>
        </p:spPr>
      </p:cxnSp>
      <p:cxnSp>
        <p:nvCxnSpPr>
          <p:cNvPr id="2681" name="Google Shape;2681;g305cce1fc62_1_1080"/>
          <p:cNvCxnSpPr/>
          <p:nvPr/>
        </p:nvCxnSpPr>
        <p:spPr>
          <a:xfrm rot="10800000">
            <a:off x="6234804" y="4492325"/>
            <a:ext cx="1342200" cy="315300"/>
          </a:xfrm>
          <a:prstGeom prst="straightConnector1">
            <a:avLst/>
          </a:prstGeom>
          <a:noFill/>
          <a:ln cap="flat" cmpd="sng" w="9525">
            <a:solidFill>
              <a:schemeClr val="dk2"/>
            </a:solidFill>
            <a:prstDash val="solid"/>
            <a:round/>
            <a:headEnd len="sm" w="sm" type="none"/>
            <a:tailEnd len="sm" w="sm" type="none"/>
          </a:ln>
        </p:spPr>
      </p:cxnSp>
      <p:cxnSp>
        <p:nvCxnSpPr>
          <p:cNvPr id="2682" name="Google Shape;2682;g305cce1fc62_1_1080"/>
          <p:cNvCxnSpPr/>
          <p:nvPr/>
        </p:nvCxnSpPr>
        <p:spPr>
          <a:xfrm flipH="1">
            <a:off x="7547529" y="4408000"/>
            <a:ext cx="1332000" cy="392100"/>
          </a:xfrm>
          <a:prstGeom prst="straightConnector1">
            <a:avLst/>
          </a:prstGeom>
          <a:noFill/>
          <a:ln cap="flat" cmpd="sng" w="9525">
            <a:solidFill>
              <a:schemeClr val="dk2"/>
            </a:solidFill>
            <a:prstDash val="solid"/>
            <a:round/>
            <a:headEnd len="sm" w="sm" type="none"/>
            <a:tailEnd len="sm" w="sm" type="none"/>
          </a:ln>
        </p:spPr>
      </p:cxnSp>
      <p:cxnSp>
        <p:nvCxnSpPr>
          <p:cNvPr id="2683" name="Google Shape;2683;g305cce1fc62_1_1080"/>
          <p:cNvCxnSpPr/>
          <p:nvPr/>
        </p:nvCxnSpPr>
        <p:spPr>
          <a:xfrm flipH="1">
            <a:off x="8872054" y="3993550"/>
            <a:ext cx="273900" cy="407100"/>
          </a:xfrm>
          <a:prstGeom prst="straightConnector1">
            <a:avLst/>
          </a:prstGeom>
          <a:noFill/>
          <a:ln cap="flat" cmpd="sng" w="9525">
            <a:solidFill>
              <a:schemeClr val="dk2"/>
            </a:solidFill>
            <a:prstDash val="solid"/>
            <a:round/>
            <a:headEnd len="sm" w="sm" type="none"/>
            <a:tailEnd len="sm" w="sm" type="none"/>
          </a:ln>
        </p:spPr>
      </p:cxnSp>
      <p:grpSp>
        <p:nvGrpSpPr>
          <p:cNvPr id="2684" name="Google Shape;2684;g305cce1fc62_1_1080"/>
          <p:cNvGrpSpPr/>
          <p:nvPr/>
        </p:nvGrpSpPr>
        <p:grpSpPr>
          <a:xfrm>
            <a:off x="7278954" y="4513075"/>
            <a:ext cx="581800" cy="582350"/>
            <a:chOff x="8064275" y="887850"/>
            <a:chExt cx="581800" cy="582350"/>
          </a:xfrm>
        </p:grpSpPr>
        <p:sp>
          <p:nvSpPr>
            <p:cNvPr id="2685" name="Google Shape;2685;g305cce1fc62_1_108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6" name="Google Shape;2686;g305cce1fc62_1_108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7" name="Google Shape;2687;g305cce1fc62_1_108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8" name="Google Shape;2688;g305cce1fc62_1_108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9" name="Google Shape;2689;g305cce1fc62_1_108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0" name="Google Shape;2690;g305cce1fc62_1_108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91" name="Google Shape;2691;g305cce1fc62_1_1080"/>
          <p:cNvGrpSpPr/>
          <p:nvPr/>
        </p:nvGrpSpPr>
        <p:grpSpPr>
          <a:xfrm>
            <a:off x="6099454" y="4340463"/>
            <a:ext cx="292025" cy="292575"/>
            <a:chOff x="7353050" y="316275"/>
            <a:chExt cx="292025" cy="292575"/>
          </a:xfrm>
        </p:grpSpPr>
        <p:sp>
          <p:nvSpPr>
            <p:cNvPr id="2692" name="Google Shape;2692;g305cce1fc62_1_108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3" name="Google Shape;2693;g305cce1fc62_1_108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4" name="Google Shape;2694;g305cce1fc62_1_108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5" name="Google Shape;2695;g305cce1fc62_1_108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96" name="Google Shape;2696;g305cce1fc62_1_1080"/>
          <p:cNvGrpSpPr/>
          <p:nvPr/>
        </p:nvGrpSpPr>
        <p:grpSpPr>
          <a:xfrm>
            <a:off x="8792779" y="4315025"/>
            <a:ext cx="175000" cy="175000"/>
            <a:chOff x="8792300" y="321275"/>
            <a:chExt cx="175000" cy="175000"/>
          </a:xfrm>
        </p:grpSpPr>
        <p:sp>
          <p:nvSpPr>
            <p:cNvPr id="2697" name="Google Shape;2697;g305cce1fc62_1_108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8" name="Google Shape;2698;g305cce1fc62_1_108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9" name="Google Shape;2699;g305cce1fc62_1_108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0" name="Google Shape;2700;g305cce1fc62_1_108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01" name="Google Shape;2701;g305cce1fc62_1_1080"/>
          <p:cNvGrpSpPr/>
          <p:nvPr/>
        </p:nvGrpSpPr>
        <p:grpSpPr>
          <a:xfrm flipH="1">
            <a:off x="4972779" y="4657550"/>
            <a:ext cx="293111" cy="293388"/>
            <a:chOff x="3164039" y="430875"/>
            <a:chExt cx="293111" cy="293388"/>
          </a:xfrm>
        </p:grpSpPr>
        <p:sp>
          <p:nvSpPr>
            <p:cNvPr id="2702" name="Google Shape;2702;g305cce1fc62_1_108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3" name="Google Shape;2703;g305cce1fc62_1_108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4" name="Google Shape;2704;g305cce1fc62_1_108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5" name="Google Shape;2705;g305cce1fc62_1_108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6" name="Google Shape;2706;g305cce1fc62_1_108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7" name="Google Shape;2707;g305cce1fc62_1_108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08" name="Google Shape;2708;g305cce1fc62_1_1080"/>
          <p:cNvGrpSpPr/>
          <p:nvPr/>
        </p:nvGrpSpPr>
        <p:grpSpPr>
          <a:xfrm>
            <a:off x="8721804" y="4142425"/>
            <a:ext cx="175013" cy="27000"/>
            <a:chOff x="5662375" y="212375"/>
            <a:chExt cx="175013" cy="27000"/>
          </a:xfrm>
        </p:grpSpPr>
        <p:sp>
          <p:nvSpPr>
            <p:cNvPr id="2709" name="Google Shape;2709;g305cce1fc62_1_108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0" name="Google Shape;2710;g305cce1fc62_1_108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1" name="Google Shape;2711;g305cce1fc62_1_108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6">
    <p:spTree>
      <p:nvGrpSpPr>
        <p:cNvPr id="2712" name="Shape 2712"/>
        <p:cNvGrpSpPr/>
        <p:nvPr/>
      </p:nvGrpSpPr>
      <p:grpSpPr>
        <a:xfrm>
          <a:off x="0" y="0"/>
          <a:ext cx="0" cy="0"/>
          <a:chOff x="0" y="0"/>
          <a:chExt cx="0" cy="0"/>
        </a:xfrm>
      </p:grpSpPr>
      <p:cxnSp>
        <p:nvCxnSpPr>
          <p:cNvPr id="2713" name="Google Shape;2713;g305cce1fc62_1_1151"/>
          <p:cNvCxnSpPr/>
          <p:nvPr/>
        </p:nvCxnSpPr>
        <p:spPr>
          <a:xfrm>
            <a:off x="1645925" y="523125"/>
            <a:ext cx="1672500" cy="126000"/>
          </a:xfrm>
          <a:prstGeom prst="straightConnector1">
            <a:avLst/>
          </a:prstGeom>
          <a:noFill/>
          <a:ln cap="flat" cmpd="sng" w="9525">
            <a:solidFill>
              <a:schemeClr val="dk2"/>
            </a:solidFill>
            <a:prstDash val="solid"/>
            <a:round/>
            <a:headEnd len="sm" w="sm" type="none"/>
            <a:tailEnd len="sm" w="sm" type="none"/>
          </a:ln>
        </p:spPr>
      </p:cxnSp>
      <p:cxnSp>
        <p:nvCxnSpPr>
          <p:cNvPr id="2714" name="Google Shape;2714;g305cce1fc62_1_1151"/>
          <p:cNvCxnSpPr/>
          <p:nvPr/>
        </p:nvCxnSpPr>
        <p:spPr>
          <a:xfrm flipH="1" rot="10800000">
            <a:off x="803050" y="529675"/>
            <a:ext cx="829500" cy="743400"/>
          </a:xfrm>
          <a:prstGeom prst="straightConnector1">
            <a:avLst/>
          </a:prstGeom>
          <a:noFill/>
          <a:ln cap="flat" cmpd="sng" w="9525">
            <a:solidFill>
              <a:schemeClr val="dk2"/>
            </a:solidFill>
            <a:prstDash val="solid"/>
            <a:round/>
            <a:headEnd len="sm" w="sm" type="none"/>
            <a:tailEnd len="sm" w="sm" type="none"/>
          </a:ln>
        </p:spPr>
      </p:cxnSp>
      <p:cxnSp>
        <p:nvCxnSpPr>
          <p:cNvPr id="2715" name="Google Shape;2715;g305cce1fc62_1_1151"/>
          <p:cNvCxnSpPr/>
          <p:nvPr/>
        </p:nvCxnSpPr>
        <p:spPr>
          <a:xfrm>
            <a:off x="0" y="65200"/>
            <a:ext cx="796500" cy="1188000"/>
          </a:xfrm>
          <a:prstGeom prst="straightConnector1">
            <a:avLst/>
          </a:prstGeom>
          <a:noFill/>
          <a:ln cap="flat" cmpd="sng" w="9525">
            <a:solidFill>
              <a:schemeClr val="dk2"/>
            </a:solidFill>
            <a:prstDash val="solid"/>
            <a:round/>
            <a:headEnd len="sm" w="sm" type="none"/>
            <a:tailEnd len="sm" w="sm" type="none"/>
          </a:ln>
        </p:spPr>
      </p:cxnSp>
      <p:grpSp>
        <p:nvGrpSpPr>
          <p:cNvPr id="2716" name="Google Shape;2716;g305cce1fc62_1_1151"/>
          <p:cNvGrpSpPr/>
          <p:nvPr/>
        </p:nvGrpSpPr>
        <p:grpSpPr>
          <a:xfrm flipH="1">
            <a:off x="499400" y="959675"/>
            <a:ext cx="581800" cy="582350"/>
            <a:chOff x="8064275" y="887850"/>
            <a:chExt cx="581800" cy="582350"/>
          </a:xfrm>
        </p:grpSpPr>
        <p:sp>
          <p:nvSpPr>
            <p:cNvPr id="2717" name="Google Shape;2717;g305cce1fc62_1_115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8" name="Google Shape;2718;g305cce1fc62_1_115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9" name="Google Shape;2719;g305cce1fc62_1_115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0" name="Google Shape;2720;g305cce1fc62_1_115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1" name="Google Shape;2721;g305cce1fc62_1_115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2" name="Google Shape;2722;g305cce1fc62_1_115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23" name="Google Shape;2723;g305cce1fc62_1_1151"/>
          <p:cNvGrpSpPr/>
          <p:nvPr/>
        </p:nvGrpSpPr>
        <p:grpSpPr>
          <a:xfrm flipH="1">
            <a:off x="1500400" y="388100"/>
            <a:ext cx="292025" cy="292575"/>
            <a:chOff x="7353050" y="316275"/>
            <a:chExt cx="292025" cy="292575"/>
          </a:xfrm>
        </p:grpSpPr>
        <p:sp>
          <p:nvSpPr>
            <p:cNvPr id="2724" name="Google Shape;2724;g305cce1fc62_1_115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5" name="Google Shape;2725;g305cce1fc62_1_115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6" name="Google Shape;2726;g305cce1fc62_1_115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7" name="Google Shape;2727;g305cce1fc62_1_115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28" name="Google Shape;2728;g305cce1fc62_1_1151"/>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9" name="Google Shape;2729;g305cce1fc62_1_1151"/>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0" name="Google Shape;2730;g305cce1fc62_1_1151"/>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1" name="Google Shape;2731;g305cce1fc62_1_1151"/>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2" name="Google Shape;2732;g305cce1fc62_1_1151"/>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3" name="Google Shape;2733;g305cce1fc62_1_1151"/>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34" name="Google Shape;2734;g305cce1fc62_1_1151"/>
          <p:cNvGrpSpPr/>
          <p:nvPr/>
        </p:nvGrpSpPr>
        <p:grpSpPr>
          <a:xfrm flipH="1">
            <a:off x="3527112" y="361100"/>
            <a:ext cx="175013" cy="27000"/>
            <a:chOff x="5662375" y="212375"/>
            <a:chExt cx="175013" cy="27000"/>
          </a:xfrm>
        </p:grpSpPr>
        <p:sp>
          <p:nvSpPr>
            <p:cNvPr id="2735" name="Google Shape;2735;g305cce1fc62_1_115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6" name="Google Shape;2736;g305cce1fc62_1_115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7" name="Google Shape;2737;g305cce1fc62_1_115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38" name="Google Shape;2738;g305cce1fc62_1_1151"/>
          <p:cNvGrpSpPr/>
          <p:nvPr/>
        </p:nvGrpSpPr>
        <p:grpSpPr>
          <a:xfrm flipH="1">
            <a:off x="480412" y="242700"/>
            <a:ext cx="175013" cy="27000"/>
            <a:chOff x="5662375" y="212375"/>
            <a:chExt cx="175013" cy="27000"/>
          </a:xfrm>
        </p:grpSpPr>
        <p:sp>
          <p:nvSpPr>
            <p:cNvPr id="2739" name="Google Shape;2739;g305cce1fc62_1_115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0" name="Google Shape;2740;g305cce1fc62_1_115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1" name="Google Shape;2741;g305cce1fc62_1_115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42" name="Google Shape;2742;g305cce1fc62_1_1151"/>
          <p:cNvGrpSpPr/>
          <p:nvPr/>
        </p:nvGrpSpPr>
        <p:grpSpPr>
          <a:xfrm flipH="1">
            <a:off x="901712" y="1653625"/>
            <a:ext cx="175013" cy="27000"/>
            <a:chOff x="5662375" y="212375"/>
            <a:chExt cx="175013" cy="27000"/>
          </a:xfrm>
        </p:grpSpPr>
        <p:sp>
          <p:nvSpPr>
            <p:cNvPr id="2743" name="Google Shape;2743;g305cce1fc62_1_115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4" name="Google Shape;2744;g305cce1fc62_1_115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5" name="Google Shape;2745;g305cce1fc62_1_115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746" name="Google Shape;2746;g305cce1fc62_1_1151"/>
          <p:cNvCxnSpPr/>
          <p:nvPr/>
        </p:nvCxnSpPr>
        <p:spPr>
          <a:xfrm>
            <a:off x="791400" y="4212400"/>
            <a:ext cx="1157100" cy="542700"/>
          </a:xfrm>
          <a:prstGeom prst="straightConnector1">
            <a:avLst/>
          </a:prstGeom>
          <a:noFill/>
          <a:ln cap="flat" cmpd="sng" w="9525">
            <a:solidFill>
              <a:schemeClr val="dk2"/>
            </a:solidFill>
            <a:prstDash val="solid"/>
            <a:round/>
            <a:headEnd len="sm" w="sm" type="none"/>
            <a:tailEnd len="sm" w="sm" type="none"/>
          </a:ln>
        </p:spPr>
      </p:cxnSp>
      <p:cxnSp>
        <p:nvCxnSpPr>
          <p:cNvPr id="2747" name="Google Shape;2747;g305cce1fc62_1_1151"/>
          <p:cNvCxnSpPr/>
          <p:nvPr/>
        </p:nvCxnSpPr>
        <p:spPr>
          <a:xfrm flipH="1" rot="10800000">
            <a:off x="0" y="4220425"/>
            <a:ext cx="791400" cy="836400"/>
          </a:xfrm>
          <a:prstGeom prst="straightConnector1">
            <a:avLst/>
          </a:prstGeom>
          <a:noFill/>
          <a:ln cap="flat" cmpd="sng" w="9525">
            <a:solidFill>
              <a:schemeClr val="dk2"/>
            </a:solidFill>
            <a:prstDash val="solid"/>
            <a:round/>
            <a:headEnd len="sm" w="sm" type="none"/>
            <a:tailEnd len="sm" w="sm" type="none"/>
          </a:ln>
        </p:spPr>
      </p:cxnSp>
      <p:grpSp>
        <p:nvGrpSpPr>
          <p:cNvPr id="2748" name="Google Shape;2748;g305cce1fc62_1_1151"/>
          <p:cNvGrpSpPr/>
          <p:nvPr/>
        </p:nvGrpSpPr>
        <p:grpSpPr>
          <a:xfrm rot="10800000">
            <a:off x="499400" y="3940925"/>
            <a:ext cx="581800" cy="582350"/>
            <a:chOff x="8064275" y="887850"/>
            <a:chExt cx="581800" cy="582350"/>
          </a:xfrm>
        </p:grpSpPr>
        <p:sp>
          <p:nvSpPr>
            <p:cNvPr id="2749" name="Google Shape;2749;g305cce1fc62_1_115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0" name="Google Shape;2750;g305cce1fc62_1_115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1" name="Google Shape;2751;g305cce1fc62_1_115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2" name="Google Shape;2752;g305cce1fc62_1_115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3" name="Google Shape;2753;g305cce1fc62_1_115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4" name="Google Shape;2754;g305cce1fc62_1_115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55" name="Google Shape;2755;g305cce1fc62_1_1151"/>
          <p:cNvGrpSpPr/>
          <p:nvPr/>
        </p:nvGrpSpPr>
        <p:grpSpPr>
          <a:xfrm rot="10800000">
            <a:off x="1819575" y="4586750"/>
            <a:ext cx="292025" cy="292575"/>
            <a:chOff x="7353050" y="316275"/>
            <a:chExt cx="292025" cy="292575"/>
          </a:xfrm>
        </p:grpSpPr>
        <p:sp>
          <p:nvSpPr>
            <p:cNvPr id="2756" name="Google Shape;2756;g305cce1fc62_1_115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7" name="Google Shape;2757;g305cce1fc62_1_115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8" name="Google Shape;2758;g305cce1fc62_1_115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9" name="Google Shape;2759;g305cce1fc62_1_115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60" name="Google Shape;2760;g305cce1fc62_1_1151"/>
          <p:cNvGrpSpPr/>
          <p:nvPr/>
        </p:nvGrpSpPr>
        <p:grpSpPr>
          <a:xfrm rot="10800000">
            <a:off x="212525" y="4645550"/>
            <a:ext cx="175000" cy="175000"/>
            <a:chOff x="8792300" y="321275"/>
            <a:chExt cx="175000" cy="175000"/>
          </a:xfrm>
        </p:grpSpPr>
        <p:sp>
          <p:nvSpPr>
            <p:cNvPr id="2761" name="Google Shape;2761;g305cce1fc62_1_115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2" name="Google Shape;2762;g305cce1fc62_1_115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3" name="Google Shape;2763;g305cce1fc62_1_115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4" name="Google Shape;2764;g305cce1fc62_1_115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65" name="Google Shape;2765;g305cce1fc62_1_1151"/>
          <p:cNvGrpSpPr/>
          <p:nvPr/>
        </p:nvGrpSpPr>
        <p:grpSpPr>
          <a:xfrm rot="10800000">
            <a:off x="480412" y="4852325"/>
            <a:ext cx="175013" cy="27000"/>
            <a:chOff x="5662375" y="212375"/>
            <a:chExt cx="175013" cy="27000"/>
          </a:xfrm>
        </p:grpSpPr>
        <p:sp>
          <p:nvSpPr>
            <p:cNvPr id="2766" name="Google Shape;2766;g305cce1fc62_1_115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7" name="Google Shape;2767;g305cce1fc62_1_115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8" name="Google Shape;2768;g305cce1fc62_1_115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69" name="Google Shape;2769;g305cce1fc62_1_1151"/>
          <p:cNvGrpSpPr/>
          <p:nvPr/>
        </p:nvGrpSpPr>
        <p:grpSpPr>
          <a:xfrm rot="10800000">
            <a:off x="1054112" y="3898600"/>
            <a:ext cx="175013" cy="27000"/>
            <a:chOff x="5662375" y="212375"/>
            <a:chExt cx="175013" cy="27000"/>
          </a:xfrm>
        </p:grpSpPr>
        <p:sp>
          <p:nvSpPr>
            <p:cNvPr id="2770" name="Google Shape;2770;g305cce1fc62_1_115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1" name="Google Shape;2771;g305cce1fc62_1_115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2" name="Google Shape;2772;g305cce1fc62_1_115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73" name="Google Shape;2773;g305cce1fc62_1_1151"/>
          <p:cNvSpPr txBox="1"/>
          <p:nvPr>
            <p:ph type="title"/>
          </p:nvPr>
        </p:nvSpPr>
        <p:spPr>
          <a:xfrm>
            <a:off x="896100" y="1984450"/>
            <a:ext cx="3457200" cy="1292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9">
    <p:spTree>
      <p:nvGrpSpPr>
        <p:cNvPr id="2774" name="Shape 2774"/>
        <p:cNvGrpSpPr/>
        <p:nvPr/>
      </p:nvGrpSpPr>
      <p:grpSpPr>
        <a:xfrm>
          <a:off x="0" y="0"/>
          <a:ext cx="0" cy="0"/>
          <a:chOff x="0" y="0"/>
          <a:chExt cx="0" cy="0"/>
        </a:xfrm>
      </p:grpSpPr>
      <p:sp>
        <p:nvSpPr>
          <p:cNvPr id="2775" name="Google Shape;2775;g305cce1fc62_1_1213"/>
          <p:cNvSpPr txBox="1"/>
          <p:nvPr>
            <p:ph type="title"/>
          </p:nvPr>
        </p:nvSpPr>
        <p:spPr>
          <a:xfrm>
            <a:off x="2105425" y="384048"/>
            <a:ext cx="4937700" cy="107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4800"/>
            </a:lvl1pPr>
            <a:lvl2pPr lvl="1" algn="l">
              <a:lnSpc>
                <a:spcPct val="100000"/>
              </a:lnSpc>
              <a:spcBef>
                <a:spcPts val="0"/>
              </a:spcBef>
              <a:spcAft>
                <a:spcPts val="0"/>
              </a:spcAft>
              <a:buSzPts val="2800"/>
              <a:buNone/>
              <a:defRPr sz="4800"/>
            </a:lvl2pPr>
            <a:lvl3pPr lvl="2" algn="l">
              <a:lnSpc>
                <a:spcPct val="100000"/>
              </a:lnSpc>
              <a:spcBef>
                <a:spcPts val="0"/>
              </a:spcBef>
              <a:spcAft>
                <a:spcPts val="0"/>
              </a:spcAft>
              <a:buSzPts val="2800"/>
              <a:buNone/>
              <a:defRPr sz="4800"/>
            </a:lvl3pPr>
            <a:lvl4pPr lvl="3" algn="l">
              <a:lnSpc>
                <a:spcPct val="100000"/>
              </a:lnSpc>
              <a:spcBef>
                <a:spcPts val="0"/>
              </a:spcBef>
              <a:spcAft>
                <a:spcPts val="0"/>
              </a:spcAft>
              <a:buSzPts val="2800"/>
              <a:buNone/>
              <a:defRPr sz="4800"/>
            </a:lvl4pPr>
            <a:lvl5pPr lvl="4" algn="l">
              <a:lnSpc>
                <a:spcPct val="100000"/>
              </a:lnSpc>
              <a:spcBef>
                <a:spcPts val="0"/>
              </a:spcBef>
              <a:spcAft>
                <a:spcPts val="0"/>
              </a:spcAft>
              <a:buSzPts val="2800"/>
              <a:buNone/>
              <a:defRPr sz="4800"/>
            </a:lvl5pPr>
            <a:lvl6pPr lvl="5" algn="l">
              <a:lnSpc>
                <a:spcPct val="100000"/>
              </a:lnSpc>
              <a:spcBef>
                <a:spcPts val="0"/>
              </a:spcBef>
              <a:spcAft>
                <a:spcPts val="0"/>
              </a:spcAft>
              <a:buSzPts val="2800"/>
              <a:buNone/>
              <a:defRPr sz="4800"/>
            </a:lvl6pPr>
            <a:lvl7pPr lvl="6" algn="l">
              <a:lnSpc>
                <a:spcPct val="100000"/>
              </a:lnSpc>
              <a:spcBef>
                <a:spcPts val="0"/>
              </a:spcBef>
              <a:spcAft>
                <a:spcPts val="0"/>
              </a:spcAft>
              <a:buSzPts val="2800"/>
              <a:buNone/>
              <a:defRPr sz="4800"/>
            </a:lvl7pPr>
            <a:lvl8pPr lvl="7" algn="l">
              <a:lnSpc>
                <a:spcPct val="100000"/>
              </a:lnSpc>
              <a:spcBef>
                <a:spcPts val="0"/>
              </a:spcBef>
              <a:spcAft>
                <a:spcPts val="0"/>
              </a:spcAft>
              <a:buSzPts val="2800"/>
              <a:buNone/>
              <a:defRPr sz="4800"/>
            </a:lvl8pPr>
            <a:lvl9pPr lvl="8" algn="l">
              <a:lnSpc>
                <a:spcPct val="100000"/>
              </a:lnSpc>
              <a:spcBef>
                <a:spcPts val="0"/>
              </a:spcBef>
              <a:spcAft>
                <a:spcPts val="0"/>
              </a:spcAft>
              <a:buSzPts val="2800"/>
              <a:buNone/>
              <a:defRPr sz="4800"/>
            </a:lvl9pPr>
          </a:lstStyle>
          <a:p/>
        </p:txBody>
      </p:sp>
      <p:sp>
        <p:nvSpPr>
          <p:cNvPr id="2776" name="Google Shape;2776;g305cce1fc62_1_1213"/>
          <p:cNvSpPr txBox="1"/>
          <p:nvPr>
            <p:ph idx="1" type="subTitle"/>
          </p:nvPr>
        </p:nvSpPr>
        <p:spPr>
          <a:xfrm>
            <a:off x="3017520" y="1709928"/>
            <a:ext cx="3099900" cy="14355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Barlow Semi Condensed"/>
                <a:ea typeface="Barlow Semi Condensed"/>
                <a:cs typeface="Barlow Semi Condensed"/>
                <a:sym typeface="Barlow Semi Condensed"/>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arlow Semi Condensed"/>
                <a:ea typeface="Barlow Semi Condensed"/>
                <a:cs typeface="Barlow Semi Condensed"/>
                <a:sym typeface="Barlow Semi Condensed"/>
              </a:defRPr>
            </a:lvl9pPr>
          </a:lstStyle>
          <a:p/>
        </p:txBody>
      </p:sp>
      <p:sp>
        <p:nvSpPr>
          <p:cNvPr id="2777" name="Google Shape;2777;g305cce1fc62_1_1213"/>
          <p:cNvSpPr txBox="1"/>
          <p:nvPr/>
        </p:nvSpPr>
        <p:spPr>
          <a:xfrm>
            <a:off x="2489375" y="3664200"/>
            <a:ext cx="4161600" cy="762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0" i="0" lang="en" sz="1100" u="none" cap="none" strike="noStrike">
                <a:solidFill>
                  <a:schemeClr val="accent1"/>
                </a:solidFill>
                <a:latin typeface="Barlow Semi Condensed Medium"/>
                <a:ea typeface="Barlow Semi Condensed Medium"/>
                <a:cs typeface="Barlow Semi Condensed Medium"/>
                <a:sym typeface="Barlow Semi Condensed Medium"/>
              </a:rPr>
              <a:t>CREDITS:</a:t>
            </a:r>
            <a:r>
              <a:rPr b="0" i="0" lang="en" sz="1100" u="none" cap="none" strike="noStrike">
                <a:solidFill>
                  <a:schemeClr val="dk2"/>
                </a:solidFill>
                <a:latin typeface="Barlow Semi Condensed"/>
                <a:ea typeface="Barlow Semi Condensed"/>
                <a:cs typeface="Barlow Semi Condensed"/>
                <a:sym typeface="Barlow Semi Condensed"/>
              </a:rPr>
              <a:t> This presentation template was created by </a:t>
            </a:r>
            <a:r>
              <a:rPr b="0" i="0" lang="en" sz="1100" u="none" cap="none" strike="noStrike">
                <a:solidFill>
                  <a:schemeClr val="hlink"/>
                </a:solidFill>
                <a:uFill>
                  <a:noFill/>
                </a:uFill>
                <a:latin typeface="Barlow Semi Condensed Medium"/>
                <a:ea typeface="Barlow Semi Condensed Medium"/>
                <a:cs typeface="Barlow Semi Condensed Medium"/>
                <a:sym typeface="Barlow Semi Condensed Medium"/>
                <a:hlinkClick r:id="rId2"/>
              </a:rPr>
              <a:t>Slidesgo</a:t>
            </a:r>
            <a:r>
              <a:rPr b="0" i="0" lang="en" sz="1100" u="none" cap="none" strike="noStrike">
                <a:solidFill>
                  <a:schemeClr val="dk2"/>
                </a:solidFill>
                <a:latin typeface="Barlow Semi Condensed"/>
                <a:ea typeface="Barlow Semi Condensed"/>
                <a:cs typeface="Barlow Semi Condensed"/>
                <a:sym typeface="Barlow Semi Condensed"/>
              </a:rPr>
              <a:t>, including icons by </a:t>
            </a:r>
            <a:r>
              <a:rPr b="0" i="0" lang="en" sz="1100" u="none" cap="none" strike="noStrike">
                <a:solidFill>
                  <a:schemeClr val="hlink"/>
                </a:solidFill>
                <a:uFill>
                  <a:noFill/>
                </a:uFill>
                <a:latin typeface="Barlow Semi Condensed Medium"/>
                <a:ea typeface="Barlow Semi Condensed Medium"/>
                <a:cs typeface="Barlow Semi Condensed Medium"/>
                <a:sym typeface="Barlow Semi Condensed Medium"/>
                <a:hlinkClick r:id="rId3"/>
              </a:rPr>
              <a:t>Flaticon</a:t>
            </a:r>
            <a:r>
              <a:rPr b="0" i="0" lang="en" sz="1100" u="none" cap="none" strike="noStrike">
                <a:solidFill>
                  <a:schemeClr val="dk2"/>
                </a:solidFill>
                <a:latin typeface="Barlow Semi Condensed"/>
                <a:ea typeface="Barlow Semi Condensed"/>
                <a:cs typeface="Barlow Semi Condensed"/>
                <a:sym typeface="Barlow Semi Condensed"/>
              </a:rPr>
              <a:t>, infographics &amp; images by </a:t>
            </a:r>
            <a:r>
              <a:rPr b="0" i="0" lang="en" sz="1100" u="none" cap="none" strike="noStrike">
                <a:solidFill>
                  <a:schemeClr val="hlink"/>
                </a:solidFill>
                <a:uFill>
                  <a:noFill/>
                </a:uFill>
                <a:latin typeface="Barlow Semi Condensed Medium"/>
                <a:ea typeface="Barlow Semi Condensed Medium"/>
                <a:cs typeface="Barlow Semi Condensed Medium"/>
                <a:sym typeface="Barlow Semi Condensed Medium"/>
                <a:hlinkClick r:id="rId4"/>
              </a:rPr>
              <a:t>Freepik</a:t>
            </a:r>
            <a:r>
              <a:rPr b="0" i="0" lang="en" sz="1100" u="none" cap="none" strike="noStrike">
                <a:solidFill>
                  <a:schemeClr val="dk2"/>
                </a:solidFill>
                <a:latin typeface="Barlow Semi Condensed"/>
                <a:ea typeface="Barlow Semi Condensed"/>
                <a:cs typeface="Barlow Semi Condensed"/>
                <a:sym typeface="Barlow Semi Condensed"/>
              </a:rPr>
              <a:t> and illustrations by </a:t>
            </a:r>
            <a:r>
              <a:rPr b="0" i="0" lang="en" sz="1100" u="none" cap="none" strike="noStrike">
                <a:solidFill>
                  <a:schemeClr val="hlink"/>
                </a:solidFill>
                <a:uFill>
                  <a:noFill/>
                </a:uFill>
                <a:latin typeface="Barlow Semi Condensed Medium"/>
                <a:ea typeface="Barlow Semi Condensed Medium"/>
                <a:cs typeface="Barlow Semi Condensed Medium"/>
                <a:sym typeface="Barlow Semi Condensed Medium"/>
                <a:hlinkClick r:id="rId5"/>
              </a:rPr>
              <a:t>Stories</a:t>
            </a:r>
            <a:endParaRPr b="0" i="0" sz="1400" u="none" cap="none" strike="noStrike">
              <a:solidFill>
                <a:schemeClr val="dk2"/>
              </a:solidFill>
              <a:latin typeface="Barlow Semi Condensed Medium"/>
              <a:ea typeface="Barlow Semi Condensed Medium"/>
              <a:cs typeface="Barlow Semi Condensed Medium"/>
              <a:sym typeface="Barlow Semi Condensed Medium"/>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Barlow Semi Condensed"/>
              <a:ea typeface="Barlow Semi Condensed"/>
              <a:cs typeface="Barlow Semi Condensed"/>
              <a:sym typeface="Barlow Semi Condensed"/>
            </a:endParaRPr>
          </a:p>
        </p:txBody>
      </p:sp>
      <p:cxnSp>
        <p:nvCxnSpPr>
          <p:cNvPr id="2778" name="Google Shape;2778;g305cce1fc62_1_1213"/>
          <p:cNvCxnSpPr/>
          <p:nvPr/>
        </p:nvCxnSpPr>
        <p:spPr>
          <a:xfrm rot="5400000">
            <a:off x="7269708" y="3324550"/>
            <a:ext cx="1133100" cy="306300"/>
          </a:xfrm>
          <a:prstGeom prst="straightConnector1">
            <a:avLst/>
          </a:prstGeom>
          <a:noFill/>
          <a:ln cap="flat" cmpd="sng" w="9525">
            <a:solidFill>
              <a:schemeClr val="dk2"/>
            </a:solidFill>
            <a:prstDash val="solid"/>
            <a:round/>
            <a:headEnd len="sm" w="sm" type="none"/>
            <a:tailEnd len="sm" w="sm" type="none"/>
          </a:ln>
        </p:spPr>
      </p:cxnSp>
      <p:cxnSp>
        <p:nvCxnSpPr>
          <p:cNvPr id="2779" name="Google Shape;2779;g305cce1fc62_1_1213"/>
          <p:cNvCxnSpPr/>
          <p:nvPr/>
        </p:nvCxnSpPr>
        <p:spPr>
          <a:xfrm flipH="1" rot="-5400000">
            <a:off x="7181408" y="2082400"/>
            <a:ext cx="1342200" cy="315300"/>
          </a:xfrm>
          <a:prstGeom prst="straightConnector1">
            <a:avLst/>
          </a:prstGeom>
          <a:noFill/>
          <a:ln cap="flat" cmpd="sng" w="9525">
            <a:solidFill>
              <a:schemeClr val="dk2"/>
            </a:solidFill>
            <a:prstDash val="solid"/>
            <a:round/>
            <a:headEnd len="sm" w="sm" type="none"/>
            <a:tailEnd len="sm" w="sm" type="none"/>
          </a:ln>
        </p:spPr>
      </p:cxnSp>
      <p:cxnSp>
        <p:nvCxnSpPr>
          <p:cNvPr id="2780" name="Google Shape;2780;g305cce1fc62_1_1213"/>
          <p:cNvCxnSpPr/>
          <p:nvPr/>
        </p:nvCxnSpPr>
        <p:spPr>
          <a:xfrm rot="5400000">
            <a:off x="7232433" y="736375"/>
            <a:ext cx="1332000" cy="392100"/>
          </a:xfrm>
          <a:prstGeom prst="straightConnector1">
            <a:avLst/>
          </a:prstGeom>
          <a:noFill/>
          <a:ln cap="flat" cmpd="sng" w="9525">
            <a:solidFill>
              <a:schemeClr val="dk2"/>
            </a:solidFill>
            <a:prstDash val="solid"/>
            <a:round/>
            <a:headEnd len="sm" w="sm" type="none"/>
            <a:tailEnd len="sm" w="sm" type="none"/>
          </a:ln>
        </p:spPr>
      </p:cxnSp>
      <p:cxnSp>
        <p:nvCxnSpPr>
          <p:cNvPr id="2781" name="Google Shape;2781;g305cce1fc62_1_1213"/>
          <p:cNvCxnSpPr/>
          <p:nvPr/>
        </p:nvCxnSpPr>
        <p:spPr>
          <a:xfrm rot="5400000">
            <a:off x="8168433" y="-66600"/>
            <a:ext cx="273900" cy="407100"/>
          </a:xfrm>
          <a:prstGeom prst="straightConnector1">
            <a:avLst/>
          </a:prstGeom>
          <a:noFill/>
          <a:ln cap="flat" cmpd="sng" w="9525">
            <a:solidFill>
              <a:schemeClr val="dk2"/>
            </a:solidFill>
            <a:prstDash val="solid"/>
            <a:round/>
            <a:headEnd len="sm" w="sm" type="none"/>
            <a:tailEnd len="sm" w="sm" type="none"/>
          </a:ln>
        </p:spPr>
      </p:cxnSp>
      <p:grpSp>
        <p:nvGrpSpPr>
          <p:cNvPr id="2782" name="Google Shape;2782;g305cce1fc62_1_1213"/>
          <p:cNvGrpSpPr/>
          <p:nvPr/>
        </p:nvGrpSpPr>
        <p:grpSpPr>
          <a:xfrm flipH="1" rot="5400000">
            <a:off x="7407333" y="1284925"/>
            <a:ext cx="581800" cy="582350"/>
            <a:chOff x="8064275" y="887850"/>
            <a:chExt cx="581800" cy="582350"/>
          </a:xfrm>
        </p:grpSpPr>
        <p:sp>
          <p:nvSpPr>
            <p:cNvPr id="2783" name="Google Shape;2783;g305cce1fc62_1_121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4" name="Google Shape;2784;g305cce1fc62_1_121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5" name="Google Shape;2785;g305cce1fc62_1_121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6" name="Google Shape;2786;g305cce1fc62_1_121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7" name="Google Shape;2787;g305cce1fc62_1_121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8" name="Google Shape;2788;g305cce1fc62_1_121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89" name="Google Shape;2789;g305cce1fc62_1_1213"/>
          <p:cNvGrpSpPr/>
          <p:nvPr/>
        </p:nvGrpSpPr>
        <p:grpSpPr>
          <a:xfrm flipH="1" rot="5400000">
            <a:off x="7869720" y="2754200"/>
            <a:ext cx="292025" cy="292575"/>
            <a:chOff x="7353050" y="316275"/>
            <a:chExt cx="292025" cy="292575"/>
          </a:xfrm>
        </p:grpSpPr>
        <p:sp>
          <p:nvSpPr>
            <p:cNvPr id="2790" name="Google Shape;2790;g305cce1fc62_1_121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1" name="Google Shape;2791;g305cce1fc62_1_121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2" name="Google Shape;2792;g305cce1fc62_1_121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3" name="Google Shape;2793;g305cce1fc62_1_121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94" name="Google Shape;2794;g305cce1fc62_1_1213"/>
          <p:cNvGrpSpPr/>
          <p:nvPr/>
        </p:nvGrpSpPr>
        <p:grpSpPr>
          <a:xfrm flipH="1" rot="5400000">
            <a:off x="8012458" y="178175"/>
            <a:ext cx="175000" cy="175000"/>
            <a:chOff x="8792300" y="321275"/>
            <a:chExt cx="175000" cy="175000"/>
          </a:xfrm>
        </p:grpSpPr>
        <p:sp>
          <p:nvSpPr>
            <p:cNvPr id="2795" name="Google Shape;2795;g305cce1fc62_1_121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6" name="Google Shape;2796;g305cce1fc62_1_121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7" name="Google Shape;2797;g305cce1fc62_1_121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8" name="Google Shape;2798;g305cce1fc62_1_121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99" name="Google Shape;2799;g305cce1fc62_1_1213"/>
          <p:cNvGrpSpPr/>
          <p:nvPr/>
        </p:nvGrpSpPr>
        <p:grpSpPr>
          <a:xfrm rot="5400000">
            <a:off x="7551683" y="3879926"/>
            <a:ext cx="293111" cy="293388"/>
            <a:chOff x="3164039" y="430875"/>
            <a:chExt cx="293111" cy="293388"/>
          </a:xfrm>
        </p:grpSpPr>
        <p:sp>
          <p:nvSpPr>
            <p:cNvPr id="2800" name="Google Shape;2800;g305cce1fc62_1_1213"/>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1" name="Google Shape;2801;g305cce1fc62_1_1213"/>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2" name="Google Shape;2802;g305cce1fc62_1_1213"/>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3" name="Google Shape;2803;g305cce1fc62_1_1213"/>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4" name="Google Shape;2804;g305cce1fc62_1_1213"/>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5" name="Google Shape;2805;g305cce1fc62_1_1213"/>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06" name="Google Shape;2806;g305cce1fc62_1_1213"/>
          <p:cNvGrpSpPr/>
          <p:nvPr/>
        </p:nvGrpSpPr>
        <p:grpSpPr>
          <a:xfrm flipH="1" rot="5400000">
            <a:off x="8259052" y="323144"/>
            <a:ext cx="175013" cy="27000"/>
            <a:chOff x="5662375" y="212375"/>
            <a:chExt cx="175013" cy="27000"/>
          </a:xfrm>
        </p:grpSpPr>
        <p:sp>
          <p:nvSpPr>
            <p:cNvPr id="2807" name="Google Shape;2807;g305cce1fc62_1_121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8" name="Google Shape;2808;g305cce1fc62_1_121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9" name="Google Shape;2809;g305cce1fc62_1_121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810" name="Google Shape;2810;g305cce1fc62_1_1213"/>
          <p:cNvCxnSpPr/>
          <p:nvPr/>
        </p:nvCxnSpPr>
        <p:spPr>
          <a:xfrm flipH="1" rot="5400000">
            <a:off x="740850" y="2598325"/>
            <a:ext cx="1672500" cy="126000"/>
          </a:xfrm>
          <a:prstGeom prst="straightConnector1">
            <a:avLst/>
          </a:prstGeom>
          <a:noFill/>
          <a:ln cap="flat" cmpd="sng" w="9525">
            <a:solidFill>
              <a:schemeClr val="dk2"/>
            </a:solidFill>
            <a:prstDash val="solid"/>
            <a:round/>
            <a:headEnd len="sm" w="sm" type="none"/>
            <a:tailEnd len="sm" w="sm" type="none"/>
          </a:ln>
        </p:spPr>
      </p:cxnSp>
      <p:cxnSp>
        <p:nvCxnSpPr>
          <p:cNvPr id="2811" name="Google Shape;2811;g305cce1fc62_1_1213"/>
          <p:cNvCxnSpPr/>
          <p:nvPr/>
        </p:nvCxnSpPr>
        <p:spPr>
          <a:xfrm rot="-5400000">
            <a:off x="847100" y="3554000"/>
            <a:ext cx="829500" cy="743400"/>
          </a:xfrm>
          <a:prstGeom prst="straightConnector1">
            <a:avLst/>
          </a:prstGeom>
          <a:noFill/>
          <a:ln cap="flat" cmpd="sng" w="9525">
            <a:solidFill>
              <a:schemeClr val="dk2"/>
            </a:solidFill>
            <a:prstDash val="solid"/>
            <a:round/>
            <a:headEnd len="sm" w="sm" type="none"/>
            <a:tailEnd len="sm" w="sm" type="none"/>
          </a:ln>
        </p:spPr>
      </p:cxnSp>
      <p:cxnSp>
        <p:nvCxnSpPr>
          <p:cNvPr id="2812" name="Google Shape;2812;g305cce1fc62_1_1213"/>
          <p:cNvCxnSpPr/>
          <p:nvPr/>
        </p:nvCxnSpPr>
        <p:spPr>
          <a:xfrm flipH="1" rot="5400000">
            <a:off x="1105775" y="4151250"/>
            <a:ext cx="796500" cy="1188000"/>
          </a:xfrm>
          <a:prstGeom prst="straightConnector1">
            <a:avLst/>
          </a:prstGeom>
          <a:noFill/>
          <a:ln cap="flat" cmpd="sng" w="9525">
            <a:solidFill>
              <a:schemeClr val="dk2"/>
            </a:solidFill>
            <a:prstDash val="solid"/>
            <a:round/>
            <a:headEnd len="sm" w="sm" type="none"/>
            <a:tailEnd len="sm" w="sm" type="none"/>
          </a:ln>
        </p:spPr>
      </p:cxnSp>
      <p:grpSp>
        <p:nvGrpSpPr>
          <p:cNvPr id="2813" name="Google Shape;2813;g305cce1fc62_1_1213"/>
          <p:cNvGrpSpPr/>
          <p:nvPr/>
        </p:nvGrpSpPr>
        <p:grpSpPr>
          <a:xfrm rot="5400000">
            <a:off x="621475" y="4062025"/>
            <a:ext cx="581800" cy="582350"/>
            <a:chOff x="8064275" y="887850"/>
            <a:chExt cx="581800" cy="582350"/>
          </a:xfrm>
        </p:grpSpPr>
        <p:sp>
          <p:nvSpPr>
            <p:cNvPr id="2814" name="Google Shape;2814;g305cce1fc62_1_121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5" name="Google Shape;2815;g305cce1fc62_1_121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6" name="Google Shape;2816;g305cce1fc62_1_121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7" name="Google Shape;2817;g305cce1fc62_1_121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8" name="Google Shape;2818;g305cce1fc62_1_121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9" name="Google Shape;2819;g305cce1fc62_1_121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20" name="Google Shape;2820;g305cce1fc62_1_1213"/>
          <p:cNvGrpSpPr/>
          <p:nvPr/>
        </p:nvGrpSpPr>
        <p:grpSpPr>
          <a:xfrm rot="5400000">
            <a:off x="1482825" y="3350800"/>
            <a:ext cx="292025" cy="292575"/>
            <a:chOff x="7353050" y="316275"/>
            <a:chExt cx="292025" cy="292575"/>
          </a:xfrm>
        </p:grpSpPr>
        <p:sp>
          <p:nvSpPr>
            <p:cNvPr id="2821" name="Google Shape;2821;g305cce1fc62_1_121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2" name="Google Shape;2822;g305cce1fc62_1_121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3" name="Google Shape;2823;g305cce1fc62_1_121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4" name="Google Shape;2824;g305cce1fc62_1_121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25" name="Google Shape;2825;g305cce1fc62_1_1213"/>
          <p:cNvGrpSpPr/>
          <p:nvPr/>
        </p:nvGrpSpPr>
        <p:grpSpPr>
          <a:xfrm rot="5400000">
            <a:off x="1595125" y="4790325"/>
            <a:ext cx="175000" cy="175000"/>
            <a:chOff x="8792300" y="321275"/>
            <a:chExt cx="175000" cy="175000"/>
          </a:xfrm>
        </p:grpSpPr>
        <p:sp>
          <p:nvSpPr>
            <p:cNvPr id="2826" name="Google Shape;2826;g305cce1fc62_1_121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7" name="Google Shape;2827;g305cce1fc62_1_121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8" name="Google Shape;2828;g305cce1fc62_1_121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9" name="Google Shape;2829;g305cce1fc62_1_121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30" name="Google Shape;2830;g305cce1fc62_1_1213"/>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1" name="Google Shape;2831;g305cce1fc62_1_1213"/>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2" name="Google Shape;2832;g305cce1fc62_1_1213"/>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3" name="Google Shape;2833;g305cce1fc62_1_1213"/>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4" name="Google Shape;2834;g305cce1fc62_1_1213"/>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5" name="Google Shape;2835;g305cce1fc62_1_1213"/>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36" name="Google Shape;2836;g305cce1fc62_1_1213"/>
          <p:cNvGrpSpPr/>
          <p:nvPr/>
        </p:nvGrpSpPr>
        <p:grpSpPr>
          <a:xfrm rot="5400000">
            <a:off x="1701119" y="1515381"/>
            <a:ext cx="175013" cy="27000"/>
            <a:chOff x="5662375" y="212375"/>
            <a:chExt cx="175013" cy="27000"/>
          </a:xfrm>
        </p:grpSpPr>
        <p:sp>
          <p:nvSpPr>
            <p:cNvPr id="2837" name="Google Shape;2837;g305cce1fc62_1_121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8" name="Google Shape;2838;g305cce1fc62_1_121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9" name="Google Shape;2839;g305cce1fc62_1_121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40" name="Google Shape;2840;g305cce1fc62_1_1213"/>
          <p:cNvGrpSpPr/>
          <p:nvPr/>
        </p:nvGrpSpPr>
        <p:grpSpPr>
          <a:xfrm rot="5400000">
            <a:off x="1819519" y="4562081"/>
            <a:ext cx="175013" cy="27000"/>
            <a:chOff x="5662375" y="212375"/>
            <a:chExt cx="175013" cy="27000"/>
          </a:xfrm>
        </p:grpSpPr>
        <p:sp>
          <p:nvSpPr>
            <p:cNvPr id="2841" name="Google Shape;2841;g305cce1fc62_1_121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2" name="Google Shape;2842;g305cce1fc62_1_121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3" name="Google Shape;2843;g305cce1fc62_1_121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44" name="Google Shape;2844;g305cce1fc62_1_1213"/>
          <p:cNvGrpSpPr/>
          <p:nvPr/>
        </p:nvGrpSpPr>
        <p:grpSpPr>
          <a:xfrm rot="5400000">
            <a:off x="408594" y="4140781"/>
            <a:ext cx="175013" cy="27000"/>
            <a:chOff x="5662375" y="212375"/>
            <a:chExt cx="175013" cy="27000"/>
          </a:xfrm>
        </p:grpSpPr>
        <p:sp>
          <p:nvSpPr>
            <p:cNvPr id="2845" name="Google Shape;2845;g305cce1fc62_1_1213"/>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6" name="Google Shape;2846;g305cce1fc62_1_1213"/>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7" name="Google Shape;2847;g305cce1fc62_1_1213"/>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3">
    <p:spTree>
      <p:nvGrpSpPr>
        <p:cNvPr id="2848" name="Shape 2848"/>
        <p:cNvGrpSpPr/>
        <p:nvPr/>
      </p:nvGrpSpPr>
      <p:grpSpPr>
        <a:xfrm>
          <a:off x="0" y="0"/>
          <a:ext cx="0" cy="0"/>
          <a:chOff x="0" y="0"/>
          <a:chExt cx="0" cy="0"/>
        </a:xfrm>
      </p:grpSpPr>
      <p:sp>
        <p:nvSpPr>
          <p:cNvPr id="2849" name="Google Shape;2849;g305cce1fc62_1_1287"/>
          <p:cNvSpPr txBox="1"/>
          <p:nvPr>
            <p:ph idx="1" type="body"/>
          </p:nvPr>
        </p:nvSpPr>
        <p:spPr>
          <a:xfrm>
            <a:off x="1881350" y="1246850"/>
            <a:ext cx="2133300" cy="3524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accent1"/>
              </a:buClr>
              <a:buSzPts val="1400"/>
              <a:buFont typeface="Arial"/>
              <a:buChar char="●"/>
              <a:defRPr b="0" i="0" sz="1200" u="none" cap="none" strike="noStrike">
                <a:solidFill>
                  <a:schemeClr val="dk2"/>
                </a:solidFill>
                <a:latin typeface="Barlow Semi Condensed"/>
                <a:ea typeface="Barlow Semi Condensed"/>
                <a:cs typeface="Barlow Semi Condensed"/>
                <a:sym typeface="Barlow Semi Condensed"/>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2850" name="Google Shape;2850;g305cce1fc62_1_1287"/>
          <p:cNvSpPr txBox="1"/>
          <p:nvPr>
            <p:ph idx="2" type="body"/>
          </p:nvPr>
        </p:nvSpPr>
        <p:spPr>
          <a:xfrm>
            <a:off x="4220325" y="1246850"/>
            <a:ext cx="3099900" cy="3524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accent1"/>
              </a:buClr>
              <a:buSzPts val="1400"/>
              <a:buFont typeface="Arial"/>
              <a:buChar char="●"/>
              <a:defRPr b="0" i="0" sz="1200" u="none" cap="none" strike="noStrike">
                <a:solidFill>
                  <a:schemeClr val="dk2"/>
                </a:solidFill>
                <a:latin typeface="Barlow Semi Condensed"/>
                <a:ea typeface="Barlow Semi Condensed"/>
                <a:cs typeface="Barlow Semi Condensed"/>
                <a:sym typeface="Barlow Semi Condensed"/>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chemeClr val="dk2"/>
                </a:solidFill>
                <a:latin typeface="Barlow Semi Condensed"/>
                <a:ea typeface="Barlow Semi Condensed"/>
                <a:cs typeface="Barlow Semi Condensed"/>
                <a:sym typeface="Barlow Semi Condensed"/>
              </a:defRPr>
            </a:lvl9pPr>
          </a:lstStyle>
          <a:p/>
        </p:txBody>
      </p:sp>
      <p:sp>
        <p:nvSpPr>
          <p:cNvPr id="2851" name="Google Shape;2851;g305cce1fc62_1_1287"/>
          <p:cNvSpPr txBox="1"/>
          <p:nvPr>
            <p:ph type="title"/>
          </p:nvPr>
        </p:nvSpPr>
        <p:spPr>
          <a:xfrm>
            <a:off x="2532888" y="338328"/>
            <a:ext cx="4087500" cy="576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2852" name="Google Shape;2852;g305cce1fc62_1_1287"/>
          <p:cNvGrpSpPr/>
          <p:nvPr/>
        </p:nvGrpSpPr>
        <p:grpSpPr>
          <a:xfrm>
            <a:off x="432850" y="0"/>
            <a:ext cx="8278300" cy="5165700"/>
            <a:chOff x="432850" y="0"/>
            <a:chExt cx="8278300" cy="5165700"/>
          </a:xfrm>
        </p:grpSpPr>
        <p:cxnSp>
          <p:nvCxnSpPr>
            <p:cNvPr id="2853" name="Google Shape;2853;g305cce1fc62_1_1287"/>
            <p:cNvCxnSpPr/>
            <p:nvPr/>
          </p:nvCxnSpPr>
          <p:spPr>
            <a:xfrm rot="10800000">
              <a:off x="8420275" y="2664300"/>
              <a:ext cx="0" cy="2501400"/>
            </a:xfrm>
            <a:prstGeom prst="straightConnector1">
              <a:avLst/>
            </a:prstGeom>
            <a:noFill/>
            <a:ln cap="flat" cmpd="sng" w="9525">
              <a:solidFill>
                <a:schemeClr val="dk1"/>
              </a:solidFill>
              <a:prstDash val="solid"/>
              <a:round/>
              <a:headEnd len="sm" w="sm" type="none"/>
              <a:tailEnd len="sm" w="sm" type="none"/>
            </a:ln>
          </p:spPr>
        </p:cxnSp>
        <p:grpSp>
          <p:nvGrpSpPr>
            <p:cNvPr id="2854" name="Google Shape;2854;g305cce1fc62_1_1287"/>
            <p:cNvGrpSpPr/>
            <p:nvPr/>
          </p:nvGrpSpPr>
          <p:grpSpPr>
            <a:xfrm>
              <a:off x="8129350" y="4292175"/>
              <a:ext cx="581800" cy="582350"/>
              <a:chOff x="8064275" y="887850"/>
              <a:chExt cx="581800" cy="582350"/>
            </a:xfrm>
          </p:grpSpPr>
          <p:sp>
            <p:nvSpPr>
              <p:cNvPr id="2855" name="Google Shape;2855;g305cce1fc62_1_128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6" name="Google Shape;2856;g305cce1fc62_1_128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7" name="Google Shape;2857;g305cce1fc62_1_128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8" name="Google Shape;2858;g305cce1fc62_1_128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9" name="Google Shape;2859;g305cce1fc62_1_128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0" name="Google Shape;2860;g305cce1fc62_1_128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61" name="Google Shape;2861;g305cce1fc62_1_1287"/>
            <p:cNvGrpSpPr/>
            <p:nvPr/>
          </p:nvGrpSpPr>
          <p:grpSpPr>
            <a:xfrm>
              <a:off x="8274238" y="3720600"/>
              <a:ext cx="292025" cy="292575"/>
              <a:chOff x="7353050" y="316275"/>
              <a:chExt cx="292025" cy="292575"/>
            </a:xfrm>
          </p:grpSpPr>
          <p:sp>
            <p:nvSpPr>
              <p:cNvPr id="2862" name="Google Shape;2862;g305cce1fc62_1_128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3" name="Google Shape;2863;g305cce1fc62_1_128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4" name="Google Shape;2864;g305cce1fc62_1_128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5" name="Google Shape;2865;g305cce1fc62_1_128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66" name="Google Shape;2866;g305cce1fc62_1_1287"/>
            <p:cNvGrpSpPr/>
            <p:nvPr/>
          </p:nvGrpSpPr>
          <p:grpSpPr>
            <a:xfrm>
              <a:off x="8332763" y="3212475"/>
              <a:ext cx="175000" cy="175000"/>
              <a:chOff x="8792300" y="321275"/>
              <a:chExt cx="175000" cy="175000"/>
            </a:xfrm>
          </p:grpSpPr>
          <p:sp>
            <p:nvSpPr>
              <p:cNvPr id="2867" name="Google Shape;2867;g305cce1fc62_1_128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8" name="Google Shape;2868;g305cce1fc62_1_128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9" name="Google Shape;2869;g305cce1fc62_1_128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0" name="Google Shape;2870;g305cce1fc62_1_128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871" name="Google Shape;2871;g305cce1fc62_1_1287"/>
            <p:cNvCxnSpPr/>
            <p:nvPr/>
          </p:nvCxnSpPr>
          <p:spPr>
            <a:xfrm>
              <a:off x="723725" y="613"/>
              <a:ext cx="0" cy="2501400"/>
            </a:xfrm>
            <a:prstGeom prst="straightConnector1">
              <a:avLst/>
            </a:prstGeom>
            <a:noFill/>
            <a:ln cap="flat" cmpd="sng" w="9525">
              <a:solidFill>
                <a:schemeClr val="dk1"/>
              </a:solidFill>
              <a:prstDash val="solid"/>
              <a:round/>
              <a:headEnd len="sm" w="sm" type="none"/>
              <a:tailEnd len="sm" w="sm" type="none"/>
            </a:ln>
          </p:spPr>
        </p:cxnSp>
        <p:grpSp>
          <p:nvGrpSpPr>
            <p:cNvPr id="2872" name="Google Shape;2872;g305cce1fc62_1_1287"/>
            <p:cNvGrpSpPr/>
            <p:nvPr/>
          </p:nvGrpSpPr>
          <p:grpSpPr>
            <a:xfrm rot="10800000">
              <a:off x="432850" y="291788"/>
              <a:ext cx="581800" cy="582350"/>
              <a:chOff x="8064275" y="887850"/>
              <a:chExt cx="581800" cy="582350"/>
            </a:xfrm>
          </p:grpSpPr>
          <p:sp>
            <p:nvSpPr>
              <p:cNvPr id="2873" name="Google Shape;2873;g305cce1fc62_1_128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4" name="Google Shape;2874;g305cce1fc62_1_128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5" name="Google Shape;2875;g305cce1fc62_1_128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6" name="Google Shape;2876;g305cce1fc62_1_128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7" name="Google Shape;2877;g305cce1fc62_1_128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8" name="Google Shape;2878;g305cce1fc62_1_128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79" name="Google Shape;2879;g305cce1fc62_1_1287"/>
            <p:cNvGrpSpPr/>
            <p:nvPr/>
          </p:nvGrpSpPr>
          <p:grpSpPr>
            <a:xfrm rot="10800000">
              <a:off x="577738" y="1153138"/>
              <a:ext cx="292025" cy="292575"/>
              <a:chOff x="7353050" y="316275"/>
              <a:chExt cx="292025" cy="292575"/>
            </a:xfrm>
          </p:grpSpPr>
          <p:sp>
            <p:nvSpPr>
              <p:cNvPr id="2880" name="Google Shape;2880;g305cce1fc62_1_128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1" name="Google Shape;2881;g305cce1fc62_1_128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2" name="Google Shape;2882;g305cce1fc62_1_128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3" name="Google Shape;2883;g305cce1fc62_1_128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84" name="Google Shape;2884;g305cce1fc62_1_1287"/>
            <p:cNvGrpSpPr/>
            <p:nvPr/>
          </p:nvGrpSpPr>
          <p:grpSpPr>
            <a:xfrm rot="10800000">
              <a:off x="636238" y="1778838"/>
              <a:ext cx="175000" cy="175000"/>
              <a:chOff x="8792300" y="321275"/>
              <a:chExt cx="175000" cy="175000"/>
            </a:xfrm>
          </p:grpSpPr>
          <p:sp>
            <p:nvSpPr>
              <p:cNvPr id="2885" name="Google Shape;2885;g305cce1fc62_1_128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6" name="Google Shape;2886;g305cce1fc62_1_128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7" name="Google Shape;2887;g305cce1fc62_1_128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8" name="Google Shape;2888;g305cce1fc62_1_128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89" name="Google Shape;2889;g305cce1fc62_1_1287"/>
            <p:cNvGrpSpPr/>
            <p:nvPr/>
          </p:nvGrpSpPr>
          <p:grpSpPr>
            <a:xfrm>
              <a:off x="432850" y="2003163"/>
              <a:ext cx="175013" cy="27000"/>
              <a:chOff x="5662375" y="212375"/>
              <a:chExt cx="175013" cy="27000"/>
            </a:xfrm>
          </p:grpSpPr>
          <p:sp>
            <p:nvSpPr>
              <p:cNvPr id="2890" name="Google Shape;2890;g305cce1fc62_1_128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1" name="Google Shape;2891;g305cce1fc62_1_128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2" name="Google Shape;2892;g305cce1fc62_1_128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93" name="Google Shape;2893;g305cce1fc62_1_1287"/>
            <p:cNvGrpSpPr/>
            <p:nvPr/>
          </p:nvGrpSpPr>
          <p:grpSpPr>
            <a:xfrm>
              <a:off x="788100" y="208488"/>
              <a:ext cx="175013" cy="27000"/>
              <a:chOff x="5662375" y="212375"/>
              <a:chExt cx="175013" cy="27000"/>
            </a:xfrm>
          </p:grpSpPr>
          <p:sp>
            <p:nvSpPr>
              <p:cNvPr id="2894" name="Google Shape;2894;g305cce1fc62_1_128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5" name="Google Shape;2895;g305cce1fc62_1_128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6" name="Google Shape;2896;g305cce1fc62_1_128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97" name="Google Shape;2897;g305cce1fc62_1_1287"/>
            <p:cNvGrpSpPr/>
            <p:nvPr/>
          </p:nvGrpSpPr>
          <p:grpSpPr>
            <a:xfrm>
              <a:off x="8129350" y="4988725"/>
              <a:ext cx="175013" cy="27000"/>
              <a:chOff x="5662375" y="212375"/>
              <a:chExt cx="175013" cy="27000"/>
            </a:xfrm>
          </p:grpSpPr>
          <p:sp>
            <p:nvSpPr>
              <p:cNvPr id="2898" name="Google Shape;2898;g305cce1fc62_1_128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9" name="Google Shape;2899;g305cce1fc62_1_128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0" name="Google Shape;2900;g305cce1fc62_1_128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01" name="Google Shape;2901;g305cce1fc62_1_1287"/>
            <p:cNvGrpSpPr/>
            <p:nvPr/>
          </p:nvGrpSpPr>
          <p:grpSpPr>
            <a:xfrm>
              <a:off x="8497550" y="3429425"/>
              <a:ext cx="175013" cy="27000"/>
              <a:chOff x="5662375" y="212375"/>
              <a:chExt cx="175013" cy="27000"/>
            </a:xfrm>
          </p:grpSpPr>
          <p:sp>
            <p:nvSpPr>
              <p:cNvPr id="2902" name="Google Shape;2902;g305cce1fc62_1_128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3" name="Google Shape;2903;g305cce1fc62_1_128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4" name="Google Shape;2904;g305cce1fc62_1_128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905" name="Google Shape;2905;g305cce1fc62_1_1287"/>
            <p:cNvCxnSpPr/>
            <p:nvPr/>
          </p:nvCxnSpPr>
          <p:spPr>
            <a:xfrm>
              <a:off x="8407225" y="0"/>
              <a:ext cx="0" cy="2160900"/>
            </a:xfrm>
            <a:prstGeom prst="straightConnector1">
              <a:avLst/>
            </a:prstGeom>
            <a:noFill/>
            <a:ln cap="flat" cmpd="sng" w="9525">
              <a:solidFill>
                <a:schemeClr val="dk1"/>
              </a:solidFill>
              <a:prstDash val="solid"/>
              <a:round/>
              <a:headEnd len="sm" w="sm" type="none"/>
              <a:tailEnd len="sm" w="sm" type="none"/>
            </a:ln>
          </p:spPr>
        </p:cxnSp>
        <p:cxnSp>
          <p:nvCxnSpPr>
            <p:cNvPr id="2906" name="Google Shape;2906;g305cce1fc62_1_1287"/>
            <p:cNvCxnSpPr/>
            <p:nvPr/>
          </p:nvCxnSpPr>
          <p:spPr>
            <a:xfrm>
              <a:off x="718025" y="2985634"/>
              <a:ext cx="0" cy="2160900"/>
            </a:xfrm>
            <a:prstGeom prst="straightConnector1">
              <a:avLst/>
            </a:prstGeom>
            <a:noFill/>
            <a:ln cap="flat" cmpd="sng" w="9525">
              <a:solidFill>
                <a:schemeClr val="dk1"/>
              </a:solidFill>
              <a:prstDash val="solid"/>
              <a:round/>
              <a:headEnd len="sm" w="sm" type="none"/>
              <a:tailEnd len="sm" w="sm" type="none"/>
            </a:ln>
          </p:spPr>
        </p:cxnSp>
        <p:sp>
          <p:nvSpPr>
            <p:cNvPr id="2907" name="Google Shape;2907;g305cce1fc62_1_1287"/>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8" name="Google Shape;2908;g305cce1fc62_1_1287"/>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9" name="Google Shape;2909;g305cce1fc62_1_1287"/>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0" name="Google Shape;2910;g305cce1fc62_1_1287"/>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11" name="Shape 2911"/>
        <p:cNvGrpSpPr/>
        <p:nvPr/>
      </p:nvGrpSpPr>
      <p:grpSpPr>
        <a:xfrm>
          <a:off x="0" y="0"/>
          <a:ext cx="0" cy="0"/>
          <a:chOff x="0" y="0"/>
          <a:chExt cx="0" cy="0"/>
        </a:xfrm>
      </p:grpSpPr>
      <p:sp>
        <p:nvSpPr>
          <p:cNvPr id="2912" name="Google Shape;2912;g305cce1fc62_1_1350"/>
          <p:cNvSpPr txBox="1"/>
          <p:nvPr>
            <p:ph type="title"/>
          </p:nvPr>
        </p:nvSpPr>
        <p:spPr>
          <a:xfrm>
            <a:off x="896112" y="2039112"/>
            <a:ext cx="3566100" cy="136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913" name="Google Shape;2913;g305cce1fc62_1_1350"/>
          <p:cNvSpPr txBox="1"/>
          <p:nvPr>
            <p:ph idx="1" type="body"/>
          </p:nvPr>
        </p:nvSpPr>
        <p:spPr>
          <a:xfrm>
            <a:off x="4899150" y="821850"/>
            <a:ext cx="3096000" cy="3478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1pPr>
            <a:lvl2pPr indent="-317500" lvl="1" marL="9144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2pPr>
            <a:lvl3pPr indent="-317500" lvl="2" marL="13716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3pPr>
            <a:lvl4pPr indent="-317500" lvl="3" marL="18288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4pPr>
            <a:lvl5pPr indent="-317500" lvl="4" marL="22860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5pPr>
            <a:lvl6pPr indent="-317500" lvl="5" marL="27432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6pPr>
            <a:lvl7pPr indent="-317500" lvl="6" marL="32004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7pPr>
            <a:lvl8pPr indent="-317500" lvl="7" marL="36576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8pPr>
            <a:lvl9pPr indent="-317500" lvl="8" marL="4114800" marR="0" rtl="0" algn="l">
              <a:lnSpc>
                <a:spcPct val="100000"/>
              </a:lnSpc>
              <a:spcBef>
                <a:spcPts val="0"/>
              </a:spcBef>
              <a:spcAft>
                <a:spcPts val="0"/>
              </a:spcAft>
              <a:buClr>
                <a:schemeClr val="accent5"/>
              </a:buClr>
              <a:buSzPts val="1400"/>
              <a:buFont typeface="Barlow Semi Condensed"/>
              <a:buChar char="■"/>
              <a:defRPr b="0" i="0" sz="1400" u="none" cap="none" strike="noStrike">
                <a:solidFill>
                  <a:schemeClr val="accent5"/>
                </a:solidFill>
                <a:latin typeface="Barlow Semi Condensed"/>
                <a:ea typeface="Barlow Semi Condensed"/>
                <a:cs typeface="Barlow Semi Condensed"/>
                <a:sym typeface="Barlow Semi Condensed"/>
              </a:defRPr>
            </a:lvl9pPr>
          </a:lstStyle>
          <a:p/>
        </p:txBody>
      </p:sp>
      <p:cxnSp>
        <p:nvCxnSpPr>
          <p:cNvPr id="2914" name="Google Shape;2914;g305cce1fc62_1_1350"/>
          <p:cNvCxnSpPr/>
          <p:nvPr/>
        </p:nvCxnSpPr>
        <p:spPr>
          <a:xfrm>
            <a:off x="1645925" y="523125"/>
            <a:ext cx="1672500" cy="126000"/>
          </a:xfrm>
          <a:prstGeom prst="straightConnector1">
            <a:avLst/>
          </a:prstGeom>
          <a:noFill/>
          <a:ln cap="flat" cmpd="sng" w="9525">
            <a:solidFill>
              <a:schemeClr val="dk1"/>
            </a:solidFill>
            <a:prstDash val="solid"/>
            <a:round/>
            <a:headEnd len="sm" w="sm" type="none"/>
            <a:tailEnd len="sm" w="sm" type="none"/>
          </a:ln>
        </p:spPr>
      </p:cxnSp>
      <p:cxnSp>
        <p:nvCxnSpPr>
          <p:cNvPr id="2915" name="Google Shape;2915;g305cce1fc62_1_1350"/>
          <p:cNvCxnSpPr/>
          <p:nvPr/>
        </p:nvCxnSpPr>
        <p:spPr>
          <a:xfrm flipH="1" rot="10800000">
            <a:off x="803050" y="529675"/>
            <a:ext cx="829500" cy="743400"/>
          </a:xfrm>
          <a:prstGeom prst="straightConnector1">
            <a:avLst/>
          </a:prstGeom>
          <a:noFill/>
          <a:ln cap="flat" cmpd="sng" w="9525">
            <a:solidFill>
              <a:schemeClr val="dk1"/>
            </a:solidFill>
            <a:prstDash val="solid"/>
            <a:round/>
            <a:headEnd len="sm" w="sm" type="none"/>
            <a:tailEnd len="sm" w="sm" type="none"/>
          </a:ln>
        </p:spPr>
      </p:cxnSp>
      <p:cxnSp>
        <p:nvCxnSpPr>
          <p:cNvPr id="2916" name="Google Shape;2916;g305cce1fc62_1_1350"/>
          <p:cNvCxnSpPr/>
          <p:nvPr/>
        </p:nvCxnSpPr>
        <p:spPr>
          <a:xfrm>
            <a:off x="0" y="65200"/>
            <a:ext cx="796500" cy="1188000"/>
          </a:xfrm>
          <a:prstGeom prst="straightConnector1">
            <a:avLst/>
          </a:prstGeom>
          <a:noFill/>
          <a:ln cap="flat" cmpd="sng" w="9525">
            <a:solidFill>
              <a:schemeClr val="dk1"/>
            </a:solidFill>
            <a:prstDash val="solid"/>
            <a:round/>
            <a:headEnd len="sm" w="sm" type="none"/>
            <a:tailEnd len="sm" w="sm" type="none"/>
          </a:ln>
        </p:spPr>
      </p:cxnSp>
      <p:grpSp>
        <p:nvGrpSpPr>
          <p:cNvPr id="2917" name="Google Shape;2917;g305cce1fc62_1_1350"/>
          <p:cNvGrpSpPr/>
          <p:nvPr/>
        </p:nvGrpSpPr>
        <p:grpSpPr>
          <a:xfrm flipH="1">
            <a:off x="499400" y="959675"/>
            <a:ext cx="581800" cy="582350"/>
            <a:chOff x="8064275" y="887850"/>
            <a:chExt cx="581800" cy="582350"/>
          </a:xfrm>
        </p:grpSpPr>
        <p:sp>
          <p:nvSpPr>
            <p:cNvPr id="2918" name="Google Shape;2918;g305cce1fc62_1_135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9" name="Google Shape;2919;g305cce1fc62_1_135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0" name="Google Shape;2920;g305cce1fc62_1_135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1" name="Google Shape;2921;g305cce1fc62_1_135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2" name="Google Shape;2922;g305cce1fc62_1_135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3" name="Google Shape;2923;g305cce1fc62_1_135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24" name="Google Shape;2924;g305cce1fc62_1_1350"/>
          <p:cNvGrpSpPr/>
          <p:nvPr/>
        </p:nvGrpSpPr>
        <p:grpSpPr>
          <a:xfrm flipH="1">
            <a:off x="1500400" y="388100"/>
            <a:ext cx="292025" cy="292575"/>
            <a:chOff x="7353050" y="316275"/>
            <a:chExt cx="292025" cy="292575"/>
          </a:xfrm>
        </p:grpSpPr>
        <p:sp>
          <p:nvSpPr>
            <p:cNvPr id="2925" name="Google Shape;2925;g305cce1fc62_1_135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6" name="Google Shape;2926;g305cce1fc62_1_135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7" name="Google Shape;2927;g305cce1fc62_1_135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8" name="Google Shape;2928;g305cce1fc62_1_135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29" name="Google Shape;2929;g305cce1fc62_1_1350"/>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0" name="Google Shape;2930;g305cce1fc62_1_1350"/>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1" name="Google Shape;2931;g305cce1fc62_1_1350"/>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2" name="Google Shape;2932;g305cce1fc62_1_1350"/>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3" name="Google Shape;2933;g305cce1fc62_1_1350"/>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4" name="Google Shape;2934;g305cce1fc62_1_1350"/>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35" name="Google Shape;2935;g305cce1fc62_1_1350"/>
          <p:cNvGrpSpPr/>
          <p:nvPr/>
        </p:nvGrpSpPr>
        <p:grpSpPr>
          <a:xfrm flipH="1">
            <a:off x="3527112" y="361100"/>
            <a:ext cx="175013" cy="27000"/>
            <a:chOff x="5662375" y="212375"/>
            <a:chExt cx="175013" cy="27000"/>
          </a:xfrm>
        </p:grpSpPr>
        <p:sp>
          <p:nvSpPr>
            <p:cNvPr id="2936" name="Google Shape;2936;g305cce1fc62_1_135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7" name="Google Shape;2937;g305cce1fc62_1_135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8" name="Google Shape;2938;g305cce1fc62_1_135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39" name="Google Shape;2939;g305cce1fc62_1_1350"/>
          <p:cNvGrpSpPr/>
          <p:nvPr/>
        </p:nvGrpSpPr>
        <p:grpSpPr>
          <a:xfrm flipH="1">
            <a:off x="480412" y="242700"/>
            <a:ext cx="175013" cy="27000"/>
            <a:chOff x="5662375" y="212375"/>
            <a:chExt cx="175013" cy="27000"/>
          </a:xfrm>
        </p:grpSpPr>
        <p:sp>
          <p:nvSpPr>
            <p:cNvPr id="2940" name="Google Shape;2940;g305cce1fc62_1_135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1" name="Google Shape;2941;g305cce1fc62_1_135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2" name="Google Shape;2942;g305cce1fc62_1_135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43" name="Google Shape;2943;g305cce1fc62_1_1350"/>
          <p:cNvGrpSpPr/>
          <p:nvPr/>
        </p:nvGrpSpPr>
        <p:grpSpPr>
          <a:xfrm flipH="1">
            <a:off x="901712" y="1653625"/>
            <a:ext cx="175013" cy="27000"/>
            <a:chOff x="5662375" y="212375"/>
            <a:chExt cx="175013" cy="27000"/>
          </a:xfrm>
        </p:grpSpPr>
        <p:sp>
          <p:nvSpPr>
            <p:cNvPr id="2944" name="Google Shape;2944;g305cce1fc62_1_135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5" name="Google Shape;2945;g305cce1fc62_1_135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6" name="Google Shape;2946;g305cce1fc62_1_135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947" name="Google Shape;2947;g305cce1fc62_1_1350"/>
          <p:cNvCxnSpPr/>
          <p:nvPr/>
        </p:nvCxnSpPr>
        <p:spPr>
          <a:xfrm>
            <a:off x="791400" y="4212400"/>
            <a:ext cx="1157100" cy="542700"/>
          </a:xfrm>
          <a:prstGeom prst="straightConnector1">
            <a:avLst/>
          </a:prstGeom>
          <a:noFill/>
          <a:ln cap="flat" cmpd="sng" w="9525">
            <a:solidFill>
              <a:schemeClr val="dk1"/>
            </a:solidFill>
            <a:prstDash val="solid"/>
            <a:round/>
            <a:headEnd len="sm" w="sm" type="none"/>
            <a:tailEnd len="sm" w="sm" type="none"/>
          </a:ln>
        </p:spPr>
      </p:cxnSp>
      <p:cxnSp>
        <p:nvCxnSpPr>
          <p:cNvPr id="2948" name="Google Shape;2948;g305cce1fc62_1_1350"/>
          <p:cNvCxnSpPr/>
          <p:nvPr/>
        </p:nvCxnSpPr>
        <p:spPr>
          <a:xfrm flipH="1" rot="10800000">
            <a:off x="0" y="4220425"/>
            <a:ext cx="791400" cy="836400"/>
          </a:xfrm>
          <a:prstGeom prst="straightConnector1">
            <a:avLst/>
          </a:prstGeom>
          <a:noFill/>
          <a:ln cap="flat" cmpd="sng" w="9525">
            <a:solidFill>
              <a:schemeClr val="dk1"/>
            </a:solidFill>
            <a:prstDash val="solid"/>
            <a:round/>
            <a:headEnd len="sm" w="sm" type="none"/>
            <a:tailEnd len="sm" w="sm" type="none"/>
          </a:ln>
        </p:spPr>
      </p:cxnSp>
      <p:grpSp>
        <p:nvGrpSpPr>
          <p:cNvPr id="2949" name="Google Shape;2949;g305cce1fc62_1_1350"/>
          <p:cNvGrpSpPr/>
          <p:nvPr/>
        </p:nvGrpSpPr>
        <p:grpSpPr>
          <a:xfrm rot="10800000">
            <a:off x="499400" y="3940925"/>
            <a:ext cx="581800" cy="582350"/>
            <a:chOff x="8064275" y="887850"/>
            <a:chExt cx="581800" cy="582350"/>
          </a:xfrm>
        </p:grpSpPr>
        <p:sp>
          <p:nvSpPr>
            <p:cNvPr id="2950" name="Google Shape;2950;g305cce1fc62_1_135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1" name="Google Shape;2951;g305cce1fc62_1_135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2" name="Google Shape;2952;g305cce1fc62_1_135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3" name="Google Shape;2953;g305cce1fc62_1_135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4" name="Google Shape;2954;g305cce1fc62_1_135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5" name="Google Shape;2955;g305cce1fc62_1_135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56" name="Google Shape;2956;g305cce1fc62_1_1350"/>
          <p:cNvGrpSpPr/>
          <p:nvPr/>
        </p:nvGrpSpPr>
        <p:grpSpPr>
          <a:xfrm rot="10800000">
            <a:off x="1819575" y="4586750"/>
            <a:ext cx="292025" cy="292575"/>
            <a:chOff x="7353050" y="316275"/>
            <a:chExt cx="292025" cy="292575"/>
          </a:xfrm>
        </p:grpSpPr>
        <p:sp>
          <p:nvSpPr>
            <p:cNvPr id="2957" name="Google Shape;2957;g305cce1fc62_1_135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8" name="Google Shape;2958;g305cce1fc62_1_135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9" name="Google Shape;2959;g305cce1fc62_1_135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0" name="Google Shape;2960;g305cce1fc62_1_135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61" name="Google Shape;2961;g305cce1fc62_1_1350"/>
          <p:cNvGrpSpPr/>
          <p:nvPr/>
        </p:nvGrpSpPr>
        <p:grpSpPr>
          <a:xfrm rot="10800000">
            <a:off x="212525" y="4645550"/>
            <a:ext cx="175000" cy="175000"/>
            <a:chOff x="8792300" y="321275"/>
            <a:chExt cx="175000" cy="175000"/>
          </a:xfrm>
        </p:grpSpPr>
        <p:sp>
          <p:nvSpPr>
            <p:cNvPr id="2962" name="Google Shape;2962;g305cce1fc62_1_135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3" name="Google Shape;2963;g305cce1fc62_1_135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4" name="Google Shape;2964;g305cce1fc62_1_135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5" name="Google Shape;2965;g305cce1fc62_1_135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66" name="Google Shape;2966;g305cce1fc62_1_1350"/>
          <p:cNvGrpSpPr/>
          <p:nvPr/>
        </p:nvGrpSpPr>
        <p:grpSpPr>
          <a:xfrm rot="10800000">
            <a:off x="480412" y="4852325"/>
            <a:ext cx="175013" cy="27000"/>
            <a:chOff x="5662375" y="212375"/>
            <a:chExt cx="175013" cy="27000"/>
          </a:xfrm>
        </p:grpSpPr>
        <p:sp>
          <p:nvSpPr>
            <p:cNvPr id="2967" name="Google Shape;2967;g305cce1fc62_1_135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8" name="Google Shape;2968;g305cce1fc62_1_135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9" name="Google Shape;2969;g305cce1fc62_1_135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70" name="Google Shape;2970;g305cce1fc62_1_1350"/>
          <p:cNvGrpSpPr/>
          <p:nvPr/>
        </p:nvGrpSpPr>
        <p:grpSpPr>
          <a:xfrm rot="10800000">
            <a:off x="1054112" y="3898600"/>
            <a:ext cx="175013" cy="27000"/>
            <a:chOff x="5662375" y="212375"/>
            <a:chExt cx="175013" cy="27000"/>
          </a:xfrm>
        </p:grpSpPr>
        <p:sp>
          <p:nvSpPr>
            <p:cNvPr id="2971" name="Google Shape;2971;g305cce1fc62_1_135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2" name="Google Shape;2972;g305cce1fc62_1_135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3" name="Google Shape;2973;g305cce1fc62_1_135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8">
    <p:spTree>
      <p:nvGrpSpPr>
        <p:cNvPr id="2974" name="Shape 2974"/>
        <p:cNvGrpSpPr/>
        <p:nvPr/>
      </p:nvGrpSpPr>
      <p:grpSpPr>
        <a:xfrm>
          <a:off x="0" y="0"/>
          <a:ext cx="0" cy="0"/>
          <a:chOff x="0" y="0"/>
          <a:chExt cx="0" cy="0"/>
        </a:xfrm>
      </p:grpSpPr>
      <p:cxnSp>
        <p:nvCxnSpPr>
          <p:cNvPr id="2975" name="Google Shape;2975;g305cce1fc62_1_1413"/>
          <p:cNvCxnSpPr/>
          <p:nvPr/>
        </p:nvCxnSpPr>
        <p:spPr>
          <a:xfrm rot="5400000">
            <a:off x="7269708" y="3324550"/>
            <a:ext cx="1133100" cy="306300"/>
          </a:xfrm>
          <a:prstGeom prst="straightConnector1">
            <a:avLst/>
          </a:prstGeom>
          <a:noFill/>
          <a:ln cap="flat" cmpd="sng" w="9525">
            <a:solidFill>
              <a:srgbClr val="1A2E35"/>
            </a:solidFill>
            <a:prstDash val="solid"/>
            <a:round/>
            <a:headEnd len="sm" w="sm" type="none"/>
            <a:tailEnd len="sm" w="sm" type="none"/>
          </a:ln>
        </p:spPr>
      </p:cxnSp>
      <p:cxnSp>
        <p:nvCxnSpPr>
          <p:cNvPr id="2976" name="Google Shape;2976;g305cce1fc62_1_1413"/>
          <p:cNvCxnSpPr/>
          <p:nvPr/>
        </p:nvCxnSpPr>
        <p:spPr>
          <a:xfrm flipH="1" rot="-5400000">
            <a:off x="7181408" y="2082400"/>
            <a:ext cx="1342200" cy="315300"/>
          </a:xfrm>
          <a:prstGeom prst="straightConnector1">
            <a:avLst/>
          </a:prstGeom>
          <a:noFill/>
          <a:ln cap="flat" cmpd="sng" w="9525">
            <a:solidFill>
              <a:srgbClr val="1A2E35"/>
            </a:solidFill>
            <a:prstDash val="solid"/>
            <a:round/>
            <a:headEnd len="sm" w="sm" type="none"/>
            <a:tailEnd len="sm" w="sm" type="none"/>
          </a:ln>
        </p:spPr>
      </p:cxnSp>
      <p:cxnSp>
        <p:nvCxnSpPr>
          <p:cNvPr id="2977" name="Google Shape;2977;g305cce1fc62_1_1413"/>
          <p:cNvCxnSpPr/>
          <p:nvPr/>
        </p:nvCxnSpPr>
        <p:spPr>
          <a:xfrm rot="5400000">
            <a:off x="7232433" y="736375"/>
            <a:ext cx="1332000" cy="392100"/>
          </a:xfrm>
          <a:prstGeom prst="straightConnector1">
            <a:avLst/>
          </a:prstGeom>
          <a:noFill/>
          <a:ln cap="flat" cmpd="sng" w="9525">
            <a:solidFill>
              <a:srgbClr val="1A2E35"/>
            </a:solidFill>
            <a:prstDash val="solid"/>
            <a:round/>
            <a:headEnd len="sm" w="sm" type="none"/>
            <a:tailEnd len="sm" w="sm" type="none"/>
          </a:ln>
        </p:spPr>
      </p:cxnSp>
      <p:cxnSp>
        <p:nvCxnSpPr>
          <p:cNvPr id="2978" name="Google Shape;2978;g305cce1fc62_1_1413"/>
          <p:cNvCxnSpPr/>
          <p:nvPr/>
        </p:nvCxnSpPr>
        <p:spPr>
          <a:xfrm rot="5400000">
            <a:off x="8168433" y="-66600"/>
            <a:ext cx="273900" cy="407100"/>
          </a:xfrm>
          <a:prstGeom prst="straightConnector1">
            <a:avLst/>
          </a:prstGeom>
          <a:noFill/>
          <a:ln cap="flat" cmpd="sng" w="9525">
            <a:solidFill>
              <a:srgbClr val="1A2E35"/>
            </a:solidFill>
            <a:prstDash val="solid"/>
            <a:round/>
            <a:headEnd len="sm" w="sm" type="none"/>
            <a:tailEnd len="sm" w="sm" type="none"/>
          </a:ln>
        </p:spPr>
      </p:cxnSp>
      <p:grpSp>
        <p:nvGrpSpPr>
          <p:cNvPr id="2979" name="Google Shape;2979;g305cce1fc62_1_1413"/>
          <p:cNvGrpSpPr/>
          <p:nvPr/>
        </p:nvGrpSpPr>
        <p:grpSpPr>
          <a:xfrm flipH="1" rot="5400000">
            <a:off x="7407333" y="1284925"/>
            <a:ext cx="581800" cy="582350"/>
            <a:chOff x="8064275" y="887850"/>
            <a:chExt cx="581800" cy="582350"/>
          </a:xfrm>
        </p:grpSpPr>
        <p:sp>
          <p:nvSpPr>
            <p:cNvPr id="2980" name="Google Shape;2980;g305cce1fc62_1_141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1" name="Google Shape;2981;g305cce1fc62_1_141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2" name="Google Shape;2982;g305cce1fc62_1_141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3" name="Google Shape;2983;g305cce1fc62_1_141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4" name="Google Shape;2984;g305cce1fc62_1_141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5" name="Google Shape;2985;g305cce1fc62_1_141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86" name="Google Shape;2986;g305cce1fc62_1_1413"/>
          <p:cNvGrpSpPr/>
          <p:nvPr/>
        </p:nvGrpSpPr>
        <p:grpSpPr>
          <a:xfrm flipH="1" rot="5400000">
            <a:off x="7869720" y="2754200"/>
            <a:ext cx="292025" cy="292575"/>
            <a:chOff x="7353050" y="316275"/>
            <a:chExt cx="292025" cy="292575"/>
          </a:xfrm>
        </p:grpSpPr>
        <p:sp>
          <p:nvSpPr>
            <p:cNvPr id="2987" name="Google Shape;2987;g305cce1fc62_1_141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8" name="Google Shape;2988;g305cce1fc62_1_141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9" name="Google Shape;2989;g305cce1fc62_1_141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0" name="Google Shape;2990;g305cce1fc62_1_141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91" name="Google Shape;2991;g305cce1fc62_1_1413"/>
          <p:cNvGrpSpPr/>
          <p:nvPr/>
        </p:nvGrpSpPr>
        <p:grpSpPr>
          <a:xfrm flipH="1" rot="5400000">
            <a:off x="8012458" y="178175"/>
            <a:ext cx="175000" cy="175000"/>
            <a:chOff x="8792300" y="321275"/>
            <a:chExt cx="175000" cy="175000"/>
          </a:xfrm>
        </p:grpSpPr>
        <p:sp>
          <p:nvSpPr>
            <p:cNvPr id="2992" name="Google Shape;2992;g305cce1fc62_1_141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3" name="Google Shape;2993;g305cce1fc62_1_141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4" name="Google Shape;2994;g305cce1fc62_1_141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5" name="Google Shape;2995;g305cce1fc62_1_141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96" name="Google Shape;2996;g305cce1fc62_1_1413"/>
          <p:cNvGrpSpPr/>
          <p:nvPr/>
        </p:nvGrpSpPr>
        <p:grpSpPr>
          <a:xfrm rot="5400000">
            <a:off x="7551683" y="3879926"/>
            <a:ext cx="293111" cy="293388"/>
            <a:chOff x="3164039" y="430875"/>
            <a:chExt cx="293111" cy="293388"/>
          </a:xfrm>
        </p:grpSpPr>
        <p:sp>
          <p:nvSpPr>
            <p:cNvPr id="2997" name="Google Shape;2997;g305cce1fc62_1_1413"/>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8" name="Google Shape;2998;g305cce1fc62_1_1413"/>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9" name="Google Shape;2999;g305cce1fc62_1_1413"/>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0" name="Google Shape;3000;g305cce1fc62_1_1413"/>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1" name="Google Shape;3001;g305cce1fc62_1_1413"/>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2" name="Google Shape;3002;g305cce1fc62_1_1413"/>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03" name="Google Shape;3003;g305cce1fc62_1_1413"/>
          <p:cNvGrpSpPr/>
          <p:nvPr/>
        </p:nvGrpSpPr>
        <p:grpSpPr>
          <a:xfrm flipH="1" rot="5400000">
            <a:off x="8259052" y="323144"/>
            <a:ext cx="175013" cy="27000"/>
            <a:chOff x="5662375" y="212375"/>
            <a:chExt cx="175013" cy="27000"/>
          </a:xfrm>
        </p:grpSpPr>
        <p:sp>
          <p:nvSpPr>
            <p:cNvPr id="3004" name="Google Shape;3004;g305cce1fc62_1_1413"/>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5" name="Google Shape;3005;g305cce1fc62_1_1413"/>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6" name="Google Shape;3006;g305cce1fc62_1_1413"/>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007" name="Google Shape;3007;g305cce1fc62_1_1413"/>
          <p:cNvCxnSpPr/>
          <p:nvPr/>
        </p:nvCxnSpPr>
        <p:spPr>
          <a:xfrm flipH="1" rot="5400000">
            <a:off x="740850" y="2598325"/>
            <a:ext cx="1672500" cy="126000"/>
          </a:xfrm>
          <a:prstGeom prst="straightConnector1">
            <a:avLst/>
          </a:prstGeom>
          <a:noFill/>
          <a:ln cap="flat" cmpd="sng" w="9525">
            <a:solidFill>
              <a:srgbClr val="1A2E35"/>
            </a:solidFill>
            <a:prstDash val="solid"/>
            <a:round/>
            <a:headEnd len="sm" w="sm" type="none"/>
            <a:tailEnd len="sm" w="sm" type="none"/>
          </a:ln>
        </p:spPr>
      </p:cxnSp>
      <p:cxnSp>
        <p:nvCxnSpPr>
          <p:cNvPr id="3008" name="Google Shape;3008;g305cce1fc62_1_1413"/>
          <p:cNvCxnSpPr/>
          <p:nvPr/>
        </p:nvCxnSpPr>
        <p:spPr>
          <a:xfrm rot="-5400000">
            <a:off x="847100" y="3554000"/>
            <a:ext cx="829500" cy="743400"/>
          </a:xfrm>
          <a:prstGeom prst="straightConnector1">
            <a:avLst/>
          </a:prstGeom>
          <a:noFill/>
          <a:ln cap="flat" cmpd="sng" w="9525">
            <a:solidFill>
              <a:srgbClr val="1A2E35"/>
            </a:solidFill>
            <a:prstDash val="solid"/>
            <a:round/>
            <a:headEnd len="sm" w="sm" type="none"/>
            <a:tailEnd len="sm" w="sm" type="none"/>
          </a:ln>
        </p:spPr>
      </p:cxnSp>
      <p:cxnSp>
        <p:nvCxnSpPr>
          <p:cNvPr id="3009" name="Google Shape;3009;g305cce1fc62_1_1413"/>
          <p:cNvCxnSpPr/>
          <p:nvPr/>
        </p:nvCxnSpPr>
        <p:spPr>
          <a:xfrm flipH="1" rot="5400000">
            <a:off x="1105775" y="4151250"/>
            <a:ext cx="796500" cy="1188000"/>
          </a:xfrm>
          <a:prstGeom prst="straightConnector1">
            <a:avLst/>
          </a:prstGeom>
          <a:noFill/>
          <a:ln cap="flat" cmpd="sng" w="9525">
            <a:solidFill>
              <a:srgbClr val="1A2E35"/>
            </a:solidFill>
            <a:prstDash val="solid"/>
            <a:round/>
            <a:headEnd len="sm" w="sm" type="none"/>
            <a:tailEnd len="sm" w="sm" type="none"/>
          </a:ln>
        </p:spPr>
      </p:cxnSp>
      <p:grpSp>
        <p:nvGrpSpPr>
          <p:cNvPr id="3010" name="Google Shape;3010;g305cce1fc62_1_1413"/>
          <p:cNvGrpSpPr/>
          <p:nvPr/>
        </p:nvGrpSpPr>
        <p:grpSpPr>
          <a:xfrm rot="5400000">
            <a:off x="621475" y="4062025"/>
            <a:ext cx="581800" cy="582350"/>
            <a:chOff x="8064275" y="887850"/>
            <a:chExt cx="581800" cy="582350"/>
          </a:xfrm>
        </p:grpSpPr>
        <p:sp>
          <p:nvSpPr>
            <p:cNvPr id="3011" name="Google Shape;3011;g305cce1fc62_1_141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2" name="Google Shape;3012;g305cce1fc62_1_141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3" name="Google Shape;3013;g305cce1fc62_1_141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4" name="Google Shape;3014;g305cce1fc62_1_141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5" name="Google Shape;3015;g305cce1fc62_1_141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6" name="Google Shape;3016;g305cce1fc62_1_141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17" name="Google Shape;3017;g305cce1fc62_1_1413"/>
          <p:cNvGrpSpPr/>
          <p:nvPr/>
        </p:nvGrpSpPr>
        <p:grpSpPr>
          <a:xfrm rot="5400000">
            <a:off x="1482825" y="3350800"/>
            <a:ext cx="292025" cy="292575"/>
            <a:chOff x="7353050" y="316275"/>
            <a:chExt cx="292025" cy="292575"/>
          </a:xfrm>
        </p:grpSpPr>
        <p:sp>
          <p:nvSpPr>
            <p:cNvPr id="3018" name="Google Shape;3018;g305cce1fc62_1_141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9" name="Google Shape;3019;g305cce1fc62_1_141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0" name="Google Shape;3020;g305cce1fc62_1_141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1" name="Google Shape;3021;g305cce1fc62_1_141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22" name="Google Shape;3022;g305cce1fc62_1_1413"/>
          <p:cNvGrpSpPr/>
          <p:nvPr/>
        </p:nvGrpSpPr>
        <p:grpSpPr>
          <a:xfrm rot="5400000">
            <a:off x="1595125" y="4790325"/>
            <a:ext cx="175000" cy="175000"/>
            <a:chOff x="8792300" y="321275"/>
            <a:chExt cx="175000" cy="175000"/>
          </a:xfrm>
        </p:grpSpPr>
        <p:sp>
          <p:nvSpPr>
            <p:cNvPr id="3023" name="Google Shape;3023;g305cce1fc62_1_141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4" name="Google Shape;3024;g305cce1fc62_1_141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5" name="Google Shape;3025;g305cce1fc62_1_141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6" name="Google Shape;3026;g305cce1fc62_1_141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27" name="Google Shape;3027;g305cce1fc62_1_1413"/>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8" name="Google Shape;3028;g305cce1fc62_1_1413"/>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9" name="Google Shape;3029;g305cce1fc62_1_1413"/>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0" name="Google Shape;3030;g305cce1fc62_1_1413"/>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1" name="Google Shape;3031;g305cce1fc62_1_1413"/>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2" name="Google Shape;3032;g305cce1fc62_1_1413"/>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33" name="Google Shape;3033;g305cce1fc62_1_1413"/>
          <p:cNvGrpSpPr/>
          <p:nvPr/>
        </p:nvGrpSpPr>
        <p:grpSpPr>
          <a:xfrm rot="5400000">
            <a:off x="1701119" y="1515381"/>
            <a:ext cx="175013" cy="27000"/>
            <a:chOff x="5662375" y="212375"/>
            <a:chExt cx="175013" cy="27000"/>
          </a:xfrm>
        </p:grpSpPr>
        <p:sp>
          <p:nvSpPr>
            <p:cNvPr id="3034" name="Google Shape;3034;g305cce1fc62_1_1413"/>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5" name="Google Shape;3035;g305cce1fc62_1_1413"/>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6" name="Google Shape;3036;g305cce1fc62_1_1413"/>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37" name="Google Shape;3037;g305cce1fc62_1_1413"/>
          <p:cNvGrpSpPr/>
          <p:nvPr/>
        </p:nvGrpSpPr>
        <p:grpSpPr>
          <a:xfrm rot="5400000">
            <a:off x="1819519" y="4562081"/>
            <a:ext cx="175013" cy="27000"/>
            <a:chOff x="5662375" y="212375"/>
            <a:chExt cx="175013" cy="27000"/>
          </a:xfrm>
        </p:grpSpPr>
        <p:sp>
          <p:nvSpPr>
            <p:cNvPr id="3038" name="Google Shape;3038;g305cce1fc62_1_1413"/>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9" name="Google Shape;3039;g305cce1fc62_1_1413"/>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0" name="Google Shape;3040;g305cce1fc62_1_1413"/>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41" name="Google Shape;3041;g305cce1fc62_1_1413"/>
          <p:cNvGrpSpPr/>
          <p:nvPr/>
        </p:nvGrpSpPr>
        <p:grpSpPr>
          <a:xfrm rot="5400000">
            <a:off x="408594" y="4140781"/>
            <a:ext cx="175013" cy="27000"/>
            <a:chOff x="5662375" y="212375"/>
            <a:chExt cx="175013" cy="27000"/>
          </a:xfrm>
        </p:grpSpPr>
        <p:sp>
          <p:nvSpPr>
            <p:cNvPr id="3042" name="Google Shape;3042;g305cce1fc62_1_1413"/>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3" name="Google Shape;3043;g305cce1fc62_1_1413"/>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4" name="Google Shape;3044;g305cce1fc62_1_1413"/>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9">
    <p:spTree>
      <p:nvGrpSpPr>
        <p:cNvPr id="3045" name="Shape 3045"/>
        <p:cNvGrpSpPr/>
        <p:nvPr/>
      </p:nvGrpSpPr>
      <p:grpSpPr>
        <a:xfrm>
          <a:off x="0" y="0"/>
          <a:ext cx="0" cy="0"/>
          <a:chOff x="0" y="0"/>
          <a:chExt cx="0" cy="0"/>
        </a:xfrm>
      </p:grpSpPr>
      <p:grpSp>
        <p:nvGrpSpPr>
          <p:cNvPr id="3046" name="Google Shape;3046;g305cce1fc62_1_1484"/>
          <p:cNvGrpSpPr/>
          <p:nvPr/>
        </p:nvGrpSpPr>
        <p:grpSpPr>
          <a:xfrm>
            <a:off x="261711" y="-1158"/>
            <a:ext cx="8550327" cy="3981600"/>
            <a:chOff x="261711" y="-1158"/>
            <a:chExt cx="8550327" cy="3981600"/>
          </a:xfrm>
        </p:grpSpPr>
        <p:cxnSp>
          <p:nvCxnSpPr>
            <p:cNvPr id="3047" name="Google Shape;3047;g305cce1fc62_1_1484"/>
            <p:cNvCxnSpPr/>
            <p:nvPr/>
          </p:nvCxnSpPr>
          <p:spPr>
            <a:xfrm>
              <a:off x="515925" y="-1158"/>
              <a:ext cx="0" cy="3981600"/>
            </a:xfrm>
            <a:prstGeom prst="straightConnector1">
              <a:avLst/>
            </a:prstGeom>
            <a:noFill/>
            <a:ln cap="flat" cmpd="sng" w="9525">
              <a:solidFill>
                <a:srgbClr val="595959"/>
              </a:solidFill>
              <a:prstDash val="solid"/>
              <a:round/>
              <a:headEnd len="sm" w="sm" type="none"/>
              <a:tailEnd len="sm" w="sm" type="none"/>
            </a:ln>
          </p:spPr>
        </p:cxnSp>
        <p:cxnSp>
          <p:nvCxnSpPr>
            <p:cNvPr id="3048" name="Google Shape;3048;g305cce1fc62_1_1484"/>
            <p:cNvCxnSpPr/>
            <p:nvPr/>
          </p:nvCxnSpPr>
          <p:spPr>
            <a:xfrm>
              <a:off x="8666025" y="-1158"/>
              <a:ext cx="0" cy="1902000"/>
            </a:xfrm>
            <a:prstGeom prst="straightConnector1">
              <a:avLst/>
            </a:prstGeom>
            <a:noFill/>
            <a:ln cap="flat" cmpd="sng" w="9525">
              <a:solidFill>
                <a:srgbClr val="595959"/>
              </a:solidFill>
              <a:prstDash val="solid"/>
              <a:round/>
              <a:headEnd len="sm" w="sm" type="none"/>
              <a:tailEnd len="sm" w="sm" type="none"/>
            </a:ln>
          </p:spPr>
        </p:cxnSp>
        <p:grpSp>
          <p:nvGrpSpPr>
            <p:cNvPr id="3049" name="Google Shape;3049;g305cce1fc62_1_1484"/>
            <p:cNvGrpSpPr/>
            <p:nvPr/>
          </p:nvGrpSpPr>
          <p:grpSpPr>
            <a:xfrm rot="10800000">
              <a:off x="343275" y="3300779"/>
              <a:ext cx="344736" cy="345385"/>
              <a:chOff x="7353050" y="316275"/>
              <a:chExt cx="292025" cy="292575"/>
            </a:xfrm>
          </p:grpSpPr>
          <p:sp>
            <p:nvSpPr>
              <p:cNvPr id="3050" name="Google Shape;3050;g305cce1fc62_1_148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1" name="Google Shape;3051;g305cce1fc62_1_148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2" name="Google Shape;3052;g305cce1fc62_1_148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3" name="Google Shape;3053;g305cce1fc62_1_148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54" name="Google Shape;3054;g305cce1fc62_1_1484"/>
            <p:cNvGrpSpPr/>
            <p:nvPr/>
          </p:nvGrpSpPr>
          <p:grpSpPr>
            <a:xfrm rot="10800000">
              <a:off x="8520013" y="714742"/>
              <a:ext cx="292025" cy="292575"/>
              <a:chOff x="7353050" y="316275"/>
              <a:chExt cx="292025" cy="292575"/>
            </a:xfrm>
          </p:grpSpPr>
          <p:sp>
            <p:nvSpPr>
              <p:cNvPr id="3055" name="Google Shape;3055;g305cce1fc62_1_148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6" name="Google Shape;3056;g305cce1fc62_1_148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7" name="Google Shape;3057;g305cce1fc62_1_148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8" name="Google Shape;3058;g305cce1fc62_1_148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59" name="Google Shape;3059;g305cce1fc62_1_1484"/>
            <p:cNvGrpSpPr/>
            <p:nvPr/>
          </p:nvGrpSpPr>
          <p:grpSpPr>
            <a:xfrm rot="10800000">
              <a:off x="261711" y="465077"/>
              <a:ext cx="507562" cy="507984"/>
              <a:chOff x="8064275" y="887850"/>
              <a:chExt cx="581800" cy="582350"/>
            </a:xfrm>
          </p:grpSpPr>
          <p:sp>
            <p:nvSpPr>
              <p:cNvPr id="3060" name="Google Shape;3060;g305cce1fc62_1_148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1" name="Google Shape;3061;g305cce1fc62_1_148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2" name="Google Shape;3062;g305cce1fc62_1_148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3" name="Google Shape;3063;g305cce1fc62_1_148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4" name="Google Shape;3064;g305cce1fc62_1_148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5" name="Google Shape;3065;g305cce1fc62_1_148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20">
    <p:spTree>
      <p:nvGrpSpPr>
        <p:cNvPr id="3066" name="Shape 3066"/>
        <p:cNvGrpSpPr/>
        <p:nvPr/>
      </p:nvGrpSpPr>
      <p:grpSpPr>
        <a:xfrm>
          <a:off x="0" y="0"/>
          <a:ext cx="0" cy="0"/>
          <a:chOff x="0" y="0"/>
          <a:chExt cx="0" cy="0"/>
        </a:xfrm>
      </p:grpSpPr>
      <p:grpSp>
        <p:nvGrpSpPr>
          <p:cNvPr id="3067" name="Google Shape;3067;g305cce1fc62_1_1505"/>
          <p:cNvGrpSpPr/>
          <p:nvPr/>
        </p:nvGrpSpPr>
        <p:grpSpPr>
          <a:xfrm>
            <a:off x="432850" y="0"/>
            <a:ext cx="8278300" cy="5165700"/>
            <a:chOff x="432850" y="0"/>
            <a:chExt cx="8278300" cy="5165700"/>
          </a:xfrm>
        </p:grpSpPr>
        <p:cxnSp>
          <p:nvCxnSpPr>
            <p:cNvPr id="3068" name="Google Shape;3068;g305cce1fc62_1_1505"/>
            <p:cNvCxnSpPr/>
            <p:nvPr/>
          </p:nvCxnSpPr>
          <p:spPr>
            <a:xfrm rot="10800000">
              <a:off x="8420275" y="2664300"/>
              <a:ext cx="0" cy="2501400"/>
            </a:xfrm>
            <a:prstGeom prst="straightConnector1">
              <a:avLst/>
            </a:prstGeom>
            <a:noFill/>
            <a:ln cap="flat" cmpd="sng" w="9525">
              <a:solidFill>
                <a:srgbClr val="595959"/>
              </a:solidFill>
              <a:prstDash val="solid"/>
              <a:round/>
              <a:headEnd len="sm" w="sm" type="none"/>
              <a:tailEnd len="sm" w="sm" type="none"/>
            </a:ln>
          </p:spPr>
        </p:cxnSp>
        <p:grpSp>
          <p:nvGrpSpPr>
            <p:cNvPr id="3069" name="Google Shape;3069;g305cce1fc62_1_1505"/>
            <p:cNvGrpSpPr/>
            <p:nvPr/>
          </p:nvGrpSpPr>
          <p:grpSpPr>
            <a:xfrm>
              <a:off x="8129350" y="4292175"/>
              <a:ext cx="581800" cy="582350"/>
              <a:chOff x="8064275" y="887850"/>
              <a:chExt cx="581800" cy="582350"/>
            </a:xfrm>
          </p:grpSpPr>
          <p:sp>
            <p:nvSpPr>
              <p:cNvPr id="3070" name="Google Shape;3070;g305cce1fc62_1_150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1" name="Google Shape;3071;g305cce1fc62_1_150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2" name="Google Shape;3072;g305cce1fc62_1_150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3" name="Google Shape;3073;g305cce1fc62_1_150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4" name="Google Shape;3074;g305cce1fc62_1_150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5" name="Google Shape;3075;g305cce1fc62_1_150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76" name="Google Shape;3076;g305cce1fc62_1_1505"/>
            <p:cNvGrpSpPr/>
            <p:nvPr/>
          </p:nvGrpSpPr>
          <p:grpSpPr>
            <a:xfrm>
              <a:off x="8274238" y="3720600"/>
              <a:ext cx="292025" cy="292575"/>
              <a:chOff x="7353050" y="316275"/>
              <a:chExt cx="292025" cy="292575"/>
            </a:xfrm>
          </p:grpSpPr>
          <p:sp>
            <p:nvSpPr>
              <p:cNvPr id="3077" name="Google Shape;3077;g305cce1fc62_1_150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8" name="Google Shape;3078;g305cce1fc62_1_150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9" name="Google Shape;3079;g305cce1fc62_1_150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0" name="Google Shape;3080;g305cce1fc62_1_150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81" name="Google Shape;3081;g305cce1fc62_1_1505"/>
            <p:cNvGrpSpPr/>
            <p:nvPr/>
          </p:nvGrpSpPr>
          <p:grpSpPr>
            <a:xfrm>
              <a:off x="8332763" y="3212475"/>
              <a:ext cx="175000" cy="175000"/>
              <a:chOff x="8792300" y="321275"/>
              <a:chExt cx="175000" cy="175000"/>
            </a:xfrm>
          </p:grpSpPr>
          <p:sp>
            <p:nvSpPr>
              <p:cNvPr id="3082" name="Google Shape;3082;g305cce1fc62_1_150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3" name="Google Shape;3083;g305cce1fc62_1_150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4" name="Google Shape;3084;g305cce1fc62_1_150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5" name="Google Shape;3085;g305cce1fc62_1_150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086" name="Google Shape;3086;g305cce1fc62_1_1505"/>
            <p:cNvCxnSpPr/>
            <p:nvPr/>
          </p:nvCxnSpPr>
          <p:spPr>
            <a:xfrm>
              <a:off x="723725" y="613"/>
              <a:ext cx="0" cy="2501400"/>
            </a:xfrm>
            <a:prstGeom prst="straightConnector1">
              <a:avLst/>
            </a:prstGeom>
            <a:noFill/>
            <a:ln cap="flat" cmpd="sng" w="9525">
              <a:solidFill>
                <a:srgbClr val="595959"/>
              </a:solidFill>
              <a:prstDash val="solid"/>
              <a:round/>
              <a:headEnd len="sm" w="sm" type="none"/>
              <a:tailEnd len="sm" w="sm" type="none"/>
            </a:ln>
          </p:spPr>
        </p:cxnSp>
        <p:grpSp>
          <p:nvGrpSpPr>
            <p:cNvPr id="3087" name="Google Shape;3087;g305cce1fc62_1_1505"/>
            <p:cNvGrpSpPr/>
            <p:nvPr/>
          </p:nvGrpSpPr>
          <p:grpSpPr>
            <a:xfrm rot="10800000">
              <a:off x="432850" y="291788"/>
              <a:ext cx="581800" cy="582350"/>
              <a:chOff x="8064275" y="887850"/>
              <a:chExt cx="581800" cy="582350"/>
            </a:xfrm>
          </p:grpSpPr>
          <p:sp>
            <p:nvSpPr>
              <p:cNvPr id="3088" name="Google Shape;3088;g305cce1fc62_1_150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9" name="Google Shape;3089;g305cce1fc62_1_150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0" name="Google Shape;3090;g305cce1fc62_1_150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1" name="Google Shape;3091;g305cce1fc62_1_150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2" name="Google Shape;3092;g305cce1fc62_1_150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3" name="Google Shape;3093;g305cce1fc62_1_150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94" name="Google Shape;3094;g305cce1fc62_1_1505"/>
            <p:cNvGrpSpPr/>
            <p:nvPr/>
          </p:nvGrpSpPr>
          <p:grpSpPr>
            <a:xfrm rot="10800000">
              <a:off x="577738" y="1153138"/>
              <a:ext cx="292025" cy="292575"/>
              <a:chOff x="7353050" y="316275"/>
              <a:chExt cx="292025" cy="292575"/>
            </a:xfrm>
          </p:grpSpPr>
          <p:sp>
            <p:nvSpPr>
              <p:cNvPr id="3095" name="Google Shape;3095;g305cce1fc62_1_150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6" name="Google Shape;3096;g305cce1fc62_1_150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7" name="Google Shape;3097;g305cce1fc62_1_150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8" name="Google Shape;3098;g305cce1fc62_1_150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99" name="Google Shape;3099;g305cce1fc62_1_1505"/>
            <p:cNvGrpSpPr/>
            <p:nvPr/>
          </p:nvGrpSpPr>
          <p:grpSpPr>
            <a:xfrm rot="10800000">
              <a:off x="636238" y="1778838"/>
              <a:ext cx="175000" cy="175000"/>
              <a:chOff x="8792300" y="321275"/>
              <a:chExt cx="175000" cy="175000"/>
            </a:xfrm>
          </p:grpSpPr>
          <p:sp>
            <p:nvSpPr>
              <p:cNvPr id="3100" name="Google Shape;3100;g305cce1fc62_1_150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1" name="Google Shape;3101;g305cce1fc62_1_150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2" name="Google Shape;3102;g305cce1fc62_1_150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3" name="Google Shape;3103;g305cce1fc62_1_150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04" name="Google Shape;3104;g305cce1fc62_1_1505"/>
            <p:cNvGrpSpPr/>
            <p:nvPr/>
          </p:nvGrpSpPr>
          <p:grpSpPr>
            <a:xfrm>
              <a:off x="432850" y="2003163"/>
              <a:ext cx="175013" cy="27000"/>
              <a:chOff x="5662375" y="212375"/>
              <a:chExt cx="175013" cy="27000"/>
            </a:xfrm>
          </p:grpSpPr>
          <p:sp>
            <p:nvSpPr>
              <p:cNvPr id="3105" name="Google Shape;3105;g305cce1fc62_1_1505"/>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6" name="Google Shape;3106;g305cce1fc62_1_1505"/>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7" name="Google Shape;3107;g305cce1fc62_1_1505"/>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08" name="Google Shape;3108;g305cce1fc62_1_1505"/>
            <p:cNvGrpSpPr/>
            <p:nvPr/>
          </p:nvGrpSpPr>
          <p:grpSpPr>
            <a:xfrm>
              <a:off x="788100" y="208488"/>
              <a:ext cx="175013" cy="27000"/>
              <a:chOff x="5662375" y="212375"/>
              <a:chExt cx="175013" cy="27000"/>
            </a:xfrm>
          </p:grpSpPr>
          <p:sp>
            <p:nvSpPr>
              <p:cNvPr id="3109" name="Google Shape;3109;g305cce1fc62_1_1505"/>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0" name="Google Shape;3110;g305cce1fc62_1_1505"/>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1" name="Google Shape;3111;g305cce1fc62_1_1505"/>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12" name="Google Shape;3112;g305cce1fc62_1_1505"/>
            <p:cNvGrpSpPr/>
            <p:nvPr/>
          </p:nvGrpSpPr>
          <p:grpSpPr>
            <a:xfrm>
              <a:off x="8129350" y="4988725"/>
              <a:ext cx="175013" cy="27000"/>
              <a:chOff x="5662375" y="212375"/>
              <a:chExt cx="175013" cy="27000"/>
            </a:xfrm>
          </p:grpSpPr>
          <p:sp>
            <p:nvSpPr>
              <p:cNvPr id="3113" name="Google Shape;3113;g305cce1fc62_1_1505"/>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4" name="Google Shape;3114;g305cce1fc62_1_1505"/>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5" name="Google Shape;3115;g305cce1fc62_1_1505"/>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16" name="Google Shape;3116;g305cce1fc62_1_1505"/>
            <p:cNvGrpSpPr/>
            <p:nvPr/>
          </p:nvGrpSpPr>
          <p:grpSpPr>
            <a:xfrm>
              <a:off x="8497550" y="3429425"/>
              <a:ext cx="175013" cy="27000"/>
              <a:chOff x="5662375" y="212375"/>
              <a:chExt cx="175013" cy="27000"/>
            </a:xfrm>
          </p:grpSpPr>
          <p:sp>
            <p:nvSpPr>
              <p:cNvPr id="3117" name="Google Shape;3117;g305cce1fc62_1_1505"/>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8" name="Google Shape;3118;g305cce1fc62_1_1505"/>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9" name="Google Shape;3119;g305cce1fc62_1_1505"/>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120" name="Google Shape;3120;g305cce1fc62_1_1505"/>
            <p:cNvCxnSpPr/>
            <p:nvPr/>
          </p:nvCxnSpPr>
          <p:spPr>
            <a:xfrm>
              <a:off x="8407225" y="0"/>
              <a:ext cx="0" cy="2160900"/>
            </a:xfrm>
            <a:prstGeom prst="straightConnector1">
              <a:avLst/>
            </a:prstGeom>
            <a:noFill/>
            <a:ln cap="flat" cmpd="sng" w="9525">
              <a:solidFill>
                <a:srgbClr val="595959"/>
              </a:solidFill>
              <a:prstDash val="solid"/>
              <a:round/>
              <a:headEnd len="sm" w="sm" type="none"/>
              <a:tailEnd len="sm" w="sm" type="none"/>
            </a:ln>
          </p:spPr>
        </p:cxnSp>
        <p:cxnSp>
          <p:nvCxnSpPr>
            <p:cNvPr id="3121" name="Google Shape;3121;g305cce1fc62_1_1505"/>
            <p:cNvCxnSpPr/>
            <p:nvPr/>
          </p:nvCxnSpPr>
          <p:spPr>
            <a:xfrm>
              <a:off x="718025" y="2985634"/>
              <a:ext cx="0" cy="2160900"/>
            </a:xfrm>
            <a:prstGeom prst="straightConnector1">
              <a:avLst/>
            </a:prstGeom>
            <a:noFill/>
            <a:ln cap="flat" cmpd="sng" w="9525">
              <a:solidFill>
                <a:srgbClr val="595959"/>
              </a:solidFill>
              <a:prstDash val="solid"/>
              <a:round/>
              <a:headEnd len="sm" w="sm" type="none"/>
              <a:tailEnd len="sm" w="sm" type="none"/>
            </a:ln>
          </p:spPr>
        </p:cxnSp>
        <p:sp>
          <p:nvSpPr>
            <p:cNvPr id="3122" name="Google Shape;3122;g305cce1fc62_1_1505"/>
            <p:cNvSpPr/>
            <p:nvPr/>
          </p:nvSpPr>
          <p:spPr>
            <a:xfrm>
              <a:off x="671825" y="4587888"/>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3" name="Google Shape;3123;g305cce1fc62_1_1505"/>
            <p:cNvSpPr/>
            <p:nvPr/>
          </p:nvSpPr>
          <p:spPr>
            <a:xfrm>
              <a:off x="671825" y="3940338"/>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4" name="Google Shape;3124;g305cce1fc62_1_1505"/>
            <p:cNvSpPr/>
            <p:nvPr/>
          </p:nvSpPr>
          <p:spPr>
            <a:xfrm>
              <a:off x="8361025" y="1453500"/>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5" name="Google Shape;3125;g305cce1fc62_1_1505"/>
            <p:cNvSpPr/>
            <p:nvPr/>
          </p:nvSpPr>
          <p:spPr>
            <a:xfrm>
              <a:off x="8361025" y="234875"/>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CUSTOM_21">
    <p:spTree>
      <p:nvGrpSpPr>
        <p:cNvPr id="3126" name="Shape 3126"/>
        <p:cNvGrpSpPr/>
        <p:nvPr/>
      </p:nvGrpSpPr>
      <p:grpSpPr>
        <a:xfrm>
          <a:off x="0" y="0"/>
          <a:ext cx="0" cy="0"/>
          <a:chOff x="0" y="0"/>
          <a:chExt cx="0" cy="0"/>
        </a:xfrm>
      </p:grpSpPr>
      <p:grpSp>
        <p:nvGrpSpPr>
          <p:cNvPr id="3127" name="Google Shape;3127;g305cce1fc62_1_1565"/>
          <p:cNvGrpSpPr/>
          <p:nvPr/>
        </p:nvGrpSpPr>
        <p:grpSpPr>
          <a:xfrm>
            <a:off x="-6867" y="-6625"/>
            <a:ext cx="9152342" cy="5102050"/>
            <a:chOff x="-6867" y="-6625"/>
            <a:chExt cx="9152342" cy="5102050"/>
          </a:xfrm>
        </p:grpSpPr>
        <p:cxnSp>
          <p:nvCxnSpPr>
            <p:cNvPr id="3128" name="Google Shape;3128;g305cce1fc62_1_1565"/>
            <p:cNvCxnSpPr/>
            <p:nvPr/>
          </p:nvCxnSpPr>
          <p:spPr>
            <a:xfrm>
              <a:off x="2904283" y="4513075"/>
              <a:ext cx="1133100" cy="306300"/>
            </a:xfrm>
            <a:prstGeom prst="straightConnector1">
              <a:avLst/>
            </a:prstGeom>
            <a:noFill/>
            <a:ln cap="flat" cmpd="sng" w="9525">
              <a:solidFill>
                <a:schemeClr val="dk2"/>
              </a:solidFill>
              <a:prstDash val="solid"/>
              <a:round/>
              <a:headEnd len="sm" w="sm" type="none"/>
              <a:tailEnd len="sm" w="sm" type="none"/>
            </a:ln>
          </p:spPr>
        </p:cxnSp>
        <p:cxnSp>
          <p:nvCxnSpPr>
            <p:cNvPr id="3129" name="Google Shape;3129;g305cce1fc62_1_1565"/>
            <p:cNvCxnSpPr/>
            <p:nvPr/>
          </p:nvCxnSpPr>
          <p:spPr>
            <a:xfrm flipH="1" rot="10800000">
              <a:off x="1562083" y="4492325"/>
              <a:ext cx="1342200" cy="315300"/>
            </a:xfrm>
            <a:prstGeom prst="straightConnector1">
              <a:avLst/>
            </a:prstGeom>
            <a:noFill/>
            <a:ln cap="flat" cmpd="sng" w="9525">
              <a:solidFill>
                <a:schemeClr val="dk2"/>
              </a:solidFill>
              <a:prstDash val="solid"/>
              <a:round/>
              <a:headEnd len="sm" w="sm" type="none"/>
              <a:tailEnd len="sm" w="sm" type="none"/>
            </a:ln>
          </p:spPr>
        </p:cxnSp>
        <p:cxnSp>
          <p:nvCxnSpPr>
            <p:cNvPr id="3130" name="Google Shape;3130;g305cce1fc62_1_1565"/>
            <p:cNvCxnSpPr/>
            <p:nvPr/>
          </p:nvCxnSpPr>
          <p:spPr>
            <a:xfrm>
              <a:off x="259558" y="4408000"/>
              <a:ext cx="1332000" cy="392100"/>
            </a:xfrm>
            <a:prstGeom prst="straightConnector1">
              <a:avLst/>
            </a:prstGeom>
            <a:noFill/>
            <a:ln cap="flat" cmpd="sng" w="9525">
              <a:solidFill>
                <a:schemeClr val="dk2"/>
              </a:solidFill>
              <a:prstDash val="solid"/>
              <a:round/>
              <a:headEnd len="sm" w="sm" type="none"/>
              <a:tailEnd len="sm" w="sm" type="none"/>
            </a:ln>
          </p:spPr>
        </p:cxnSp>
        <p:cxnSp>
          <p:nvCxnSpPr>
            <p:cNvPr id="3131" name="Google Shape;3131;g305cce1fc62_1_1565"/>
            <p:cNvCxnSpPr/>
            <p:nvPr/>
          </p:nvCxnSpPr>
          <p:spPr>
            <a:xfrm>
              <a:off x="-6867" y="3993550"/>
              <a:ext cx="273900" cy="407100"/>
            </a:xfrm>
            <a:prstGeom prst="straightConnector1">
              <a:avLst/>
            </a:prstGeom>
            <a:noFill/>
            <a:ln cap="flat" cmpd="sng" w="9525">
              <a:solidFill>
                <a:schemeClr val="dk2"/>
              </a:solidFill>
              <a:prstDash val="solid"/>
              <a:round/>
              <a:headEnd len="sm" w="sm" type="none"/>
              <a:tailEnd len="sm" w="sm" type="none"/>
            </a:ln>
          </p:spPr>
        </p:cxnSp>
        <p:grpSp>
          <p:nvGrpSpPr>
            <p:cNvPr id="3132" name="Google Shape;3132;g305cce1fc62_1_1565"/>
            <p:cNvGrpSpPr/>
            <p:nvPr/>
          </p:nvGrpSpPr>
          <p:grpSpPr>
            <a:xfrm flipH="1">
              <a:off x="1278333" y="4513075"/>
              <a:ext cx="581800" cy="582350"/>
              <a:chOff x="8064275" y="887850"/>
              <a:chExt cx="581800" cy="582350"/>
            </a:xfrm>
          </p:grpSpPr>
          <p:sp>
            <p:nvSpPr>
              <p:cNvPr id="3133" name="Google Shape;3133;g305cce1fc62_1_156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4" name="Google Shape;3134;g305cce1fc62_1_156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5" name="Google Shape;3135;g305cce1fc62_1_156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6" name="Google Shape;3136;g305cce1fc62_1_156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7" name="Google Shape;3137;g305cce1fc62_1_156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8" name="Google Shape;3138;g305cce1fc62_1_156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39" name="Google Shape;3139;g305cce1fc62_1_1565"/>
            <p:cNvGrpSpPr/>
            <p:nvPr/>
          </p:nvGrpSpPr>
          <p:grpSpPr>
            <a:xfrm flipH="1">
              <a:off x="2747608" y="4340463"/>
              <a:ext cx="292025" cy="292575"/>
              <a:chOff x="7353050" y="316275"/>
              <a:chExt cx="292025" cy="292575"/>
            </a:xfrm>
          </p:grpSpPr>
          <p:sp>
            <p:nvSpPr>
              <p:cNvPr id="3140" name="Google Shape;3140;g305cce1fc62_1_156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1" name="Google Shape;3141;g305cce1fc62_1_156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2" name="Google Shape;3142;g305cce1fc62_1_156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3" name="Google Shape;3143;g305cce1fc62_1_156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44" name="Google Shape;3144;g305cce1fc62_1_1565"/>
            <p:cNvGrpSpPr/>
            <p:nvPr/>
          </p:nvGrpSpPr>
          <p:grpSpPr>
            <a:xfrm flipH="1">
              <a:off x="171308" y="4315025"/>
              <a:ext cx="175000" cy="175000"/>
              <a:chOff x="8792300" y="321275"/>
              <a:chExt cx="175000" cy="175000"/>
            </a:xfrm>
          </p:grpSpPr>
          <p:sp>
            <p:nvSpPr>
              <p:cNvPr id="3145" name="Google Shape;3145;g305cce1fc62_1_156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6" name="Google Shape;3146;g305cce1fc62_1_156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7" name="Google Shape;3147;g305cce1fc62_1_156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8" name="Google Shape;3148;g305cce1fc62_1_156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49" name="Google Shape;3149;g305cce1fc62_1_1565"/>
            <p:cNvGrpSpPr/>
            <p:nvPr/>
          </p:nvGrpSpPr>
          <p:grpSpPr>
            <a:xfrm>
              <a:off x="3873197" y="4657550"/>
              <a:ext cx="293111" cy="293388"/>
              <a:chOff x="3164039" y="430875"/>
              <a:chExt cx="293111" cy="293388"/>
            </a:xfrm>
          </p:grpSpPr>
          <p:sp>
            <p:nvSpPr>
              <p:cNvPr id="3150" name="Google Shape;3150;g305cce1fc62_1_1565"/>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1" name="Google Shape;3151;g305cce1fc62_1_1565"/>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2" name="Google Shape;3152;g305cce1fc62_1_1565"/>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3" name="Google Shape;3153;g305cce1fc62_1_1565"/>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4" name="Google Shape;3154;g305cce1fc62_1_1565"/>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5" name="Google Shape;3155;g305cce1fc62_1_1565"/>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56" name="Google Shape;3156;g305cce1fc62_1_1565"/>
            <p:cNvGrpSpPr/>
            <p:nvPr/>
          </p:nvGrpSpPr>
          <p:grpSpPr>
            <a:xfrm flipH="1">
              <a:off x="242270" y="4142425"/>
              <a:ext cx="175013" cy="27000"/>
              <a:chOff x="5662375" y="212375"/>
              <a:chExt cx="175013" cy="27000"/>
            </a:xfrm>
          </p:grpSpPr>
          <p:sp>
            <p:nvSpPr>
              <p:cNvPr id="3157" name="Google Shape;3157;g305cce1fc62_1_1565"/>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8" name="Google Shape;3158;g305cce1fc62_1_1565"/>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9" name="Google Shape;3159;g305cce1fc62_1_1565"/>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160" name="Google Shape;3160;g305cce1fc62_1_1565"/>
            <p:cNvCxnSpPr/>
            <p:nvPr/>
          </p:nvCxnSpPr>
          <p:spPr>
            <a:xfrm rot="10800000">
              <a:off x="5995050" y="226600"/>
              <a:ext cx="1504500" cy="224700"/>
            </a:xfrm>
            <a:prstGeom prst="straightConnector1">
              <a:avLst/>
            </a:prstGeom>
            <a:noFill/>
            <a:ln cap="flat" cmpd="sng" w="9525">
              <a:solidFill>
                <a:schemeClr val="dk2"/>
              </a:solidFill>
              <a:prstDash val="solid"/>
              <a:round/>
              <a:headEnd len="sm" w="sm" type="none"/>
              <a:tailEnd len="sm" w="sm" type="none"/>
            </a:ln>
          </p:spPr>
        </p:cxnSp>
        <p:cxnSp>
          <p:nvCxnSpPr>
            <p:cNvPr id="3161" name="Google Shape;3161;g305cce1fc62_1_1565"/>
            <p:cNvCxnSpPr/>
            <p:nvPr/>
          </p:nvCxnSpPr>
          <p:spPr>
            <a:xfrm rot="10800000">
              <a:off x="7512925" y="457850"/>
              <a:ext cx="829500" cy="743400"/>
            </a:xfrm>
            <a:prstGeom prst="straightConnector1">
              <a:avLst/>
            </a:prstGeom>
            <a:noFill/>
            <a:ln cap="flat" cmpd="sng" w="9525">
              <a:solidFill>
                <a:schemeClr val="dk2"/>
              </a:solidFill>
              <a:prstDash val="solid"/>
              <a:round/>
              <a:headEnd len="sm" w="sm" type="none"/>
              <a:tailEnd len="sm" w="sm" type="none"/>
            </a:ln>
          </p:spPr>
        </p:cxnSp>
        <p:cxnSp>
          <p:nvCxnSpPr>
            <p:cNvPr id="3162" name="Google Shape;3162;g305cce1fc62_1_1565"/>
            <p:cNvCxnSpPr/>
            <p:nvPr/>
          </p:nvCxnSpPr>
          <p:spPr>
            <a:xfrm flipH="1">
              <a:off x="8348975" y="-6625"/>
              <a:ext cx="796500" cy="1188000"/>
            </a:xfrm>
            <a:prstGeom prst="straightConnector1">
              <a:avLst/>
            </a:prstGeom>
            <a:noFill/>
            <a:ln cap="flat" cmpd="sng" w="9525">
              <a:solidFill>
                <a:schemeClr val="dk2"/>
              </a:solidFill>
              <a:prstDash val="solid"/>
              <a:round/>
              <a:headEnd len="sm" w="sm" type="none"/>
              <a:tailEnd len="sm" w="sm" type="none"/>
            </a:ln>
          </p:spPr>
        </p:cxnSp>
        <p:grpSp>
          <p:nvGrpSpPr>
            <p:cNvPr id="3163" name="Google Shape;3163;g305cce1fc62_1_1565"/>
            <p:cNvGrpSpPr/>
            <p:nvPr/>
          </p:nvGrpSpPr>
          <p:grpSpPr>
            <a:xfrm>
              <a:off x="8064275" y="1040250"/>
              <a:ext cx="581800" cy="582350"/>
              <a:chOff x="8064275" y="887850"/>
              <a:chExt cx="581800" cy="582350"/>
            </a:xfrm>
          </p:grpSpPr>
          <p:sp>
            <p:nvSpPr>
              <p:cNvPr id="3164" name="Google Shape;3164;g305cce1fc62_1_156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5" name="Google Shape;3165;g305cce1fc62_1_156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6" name="Google Shape;3166;g305cce1fc62_1_156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7" name="Google Shape;3167;g305cce1fc62_1_156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8" name="Google Shape;3168;g305cce1fc62_1_156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9" name="Google Shape;3169;g305cce1fc62_1_156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70" name="Google Shape;3170;g305cce1fc62_1_1565"/>
            <p:cNvGrpSpPr/>
            <p:nvPr/>
          </p:nvGrpSpPr>
          <p:grpSpPr>
            <a:xfrm>
              <a:off x="7353050" y="316275"/>
              <a:ext cx="292025" cy="292575"/>
              <a:chOff x="7353050" y="316275"/>
              <a:chExt cx="292025" cy="292575"/>
            </a:xfrm>
          </p:grpSpPr>
          <p:sp>
            <p:nvSpPr>
              <p:cNvPr id="3171" name="Google Shape;3171;g305cce1fc62_1_156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2" name="Google Shape;3172;g305cce1fc62_1_156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3" name="Google Shape;3173;g305cce1fc62_1_156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4" name="Google Shape;3174;g305cce1fc62_1_156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75" name="Google Shape;3175;g305cce1fc62_1_1565"/>
            <p:cNvGrpSpPr/>
            <p:nvPr/>
          </p:nvGrpSpPr>
          <p:grpSpPr>
            <a:xfrm>
              <a:off x="8792300" y="321275"/>
              <a:ext cx="175000" cy="175000"/>
              <a:chOff x="8792300" y="321275"/>
              <a:chExt cx="175000" cy="175000"/>
            </a:xfrm>
          </p:grpSpPr>
          <p:sp>
            <p:nvSpPr>
              <p:cNvPr id="3176" name="Google Shape;3176;g305cce1fc62_1_156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7" name="Google Shape;3177;g305cce1fc62_1_156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8" name="Google Shape;3178;g305cce1fc62_1_156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9" name="Google Shape;3179;g305cce1fc62_1_156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80" name="Google Shape;3180;g305cce1fc62_1_1565"/>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1" name="Google Shape;3181;g305cce1fc62_1_1565"/>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2" name="Google Shape;3182;g305cce1fc62_1_1565"/>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3" name="Google Shape;3183;g305cce1fc62_1_1565"/>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4" name="Google Shape;3184;g305cce1fc62_1_1565"/>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5" name="Google Shape;3185;g305cce1fc62_1_1565"/>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86" name="Google Shape;3186;g305cce1fc62_1_1565"/>
            <p:cNvGrpSpPr/>
            <p:nvPr/>
          </p:nvGrpSpPr>
          <p:grpSpPr>
            <a:xfrm>
              <a:off x="8490050" y="170875"/>
              <a:ext cx="175013" cy="27000"/>
              <a:chOff x="5662375" y="212375"/>
              <a:chExt cx="175013" cy="27000"/>
            </a:xfrm>
          </p:grpSpPr>
          <p:sp>
            <p:nvSpPr>
              <p:cNvPr id="3187" name="Google Shape;3187;g305cce1fc62_1_156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8" name="Google Shape;3188;g305cce1fc62_1_156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9" name="Google Shape;3189;g305cce1fc62_1_1565"/>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90" name="Google Shape;3190;g305cce1fc62_1_1565"/>
            <p:cNvGrpSpPr/>
            <p:nvPr/>
          </p:nvGrpSpPr>
          <p:grpSpPr>
            <a:xfrm>
              <a:off x="8678350" y="1658000"/>
              <a:ext cx="175013" cy="27000"/>
              <a:chOff x="5662375" y="212375"/>
              <a:chExt cx="175013" cy="27000"/>
            </a:xfrm>
          </p:grpSpPr>
          <p:sp>
            <p:nvSpPr>
              <p:cNvPr id="3191" name="Google Shape;3191;g305cce1fc62_1_156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2" name="Google Shape;3192;g305cce1fc62_1_156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3" name="Google Shape;3193;g305cce1fc62_1_156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3.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9.xml"/><Relationship Id="rId22" Type="http://schemas.openxmlformats.org/officeDocument/2006/relationships/slideLayout" Target="../slideLayouts/slideLayout51.xml"/><Relationship Id="rId21" Type="http://schemas.openxmlformats.org/officeDocument/2006/relationships/slideLayout" Target="../slideLayouts/slideLayout50.xml"/><Relationship Id="rId24" Type="http://schemas.openxmlformats.org/officeDocument/2006/relationships/slideLayout" Target="../slideLayouts/slideLayout53.xml"/><Relationship Id="rId23" Type="http://schemas.openxmlformats.org/officeDocument/2006/relationships/slideLayout" Target="../slideLayouts/slideLayout52.xml"/><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9" Type="http://schemas.openxmlformats.org/officeDocument/2006/relationships/slideLayout" Target="../slideLayouts/slideLayout38.xml"/><Relationship Id="rId26" Type="http://schemas.openxmlformats.org/officeDocument/2006/relationships/slideLayout" Target="../slideLayouts/slideLayout55.xml"/><Relationship Id="rId25" Type="http://schemas.openxmlformats.org/officeDocument/2006/relationships/slideLayout" Target="../slideLayouts/slideLayout54.xml"/><Relationship Id="rId28" Type="http://schemas.openxmlformats.org/officeDocument/2006/relationships/slideLayout" Target="../slideLayouts/slideLayout57.xml"/><Relationship Id="rId27" Type="http://schemas.openxmlformats.org/officeDocument/2006/relationships/slideLayout" Target="../slideLayouts/slideLayout56.xml"/><Relationship Id="rId5" Type="http://schemas.openxmlformats.org/officeDocument/2006/relationships/slideLayout" Target="../slideLayouts/slideLayout34.xml"/><Relationship Id="rId6" Type="http://schemas.openxmlformats.org/officeDocument/2006/relationships/slideLayout" Target="../slideLayouts/slideLayout35.xml"/><Relationship Id="rId29" Type="http://schemas.openxmlformats.org/officeDocument/2006/relationships/slideLayout" Target="../slideLayouts/slideLayout58.xml"/><Relationship Id="rId7" Type="http://schemas.openxmlformats.org/officeDocument/2006/relationships/slideLayout" Target="../slideLayouts/slideLayout36.xml"/><Relationship Id="rId8" Type="http://schemas.openxmlformats.org/officeDocument/2006/relationships/slideLayout" Target="../slideLayouts/slideLayout37.xml"/><Relationship Id="rId31" Type="http://schemas.openxmlformats.org/officeDocument/2006/relationships/theme" Target="../theme/theme1.xml"/><Relationship Id="rId30" Type="http://schemas.openxmlformats.org/officeDocument/2006/relationships/slideLayout" Target="../slideLayouts/slideLayout59.xml"/><Relationship Id="rId11" Type="http://schemas.openxmlformats.org/officeDocument/2006/relationships/slideLayout" Target="../slideLayouts/slideLayout40.xml"/><Relationship Id="rId10" Type="http://schemas.openxmlformats.org/officeDocument/2006/relationships/slideLayout" Target="../slideLayouts/slideLayout39.xml"/><Relationship Id="rId13" Type="http://schemas.openxmlformats.org/officeDocument/2006/relationships/slideLayout" Target="../slideLayouts/slideLayout42.xml"/><Relationship Id="rId12" Type="http://schemas.openxmlformats.org/officeDocument/2006/relationships/slideLayout" Target="../slideLayouts/slideLayout41.xml"/><Relationship Id="rId15" Type="http://schemas.openxmlformats.org/officeDocument/2006/relationships/slideLayout" Target="../slideLayouts/slideLayout44.xml"/><Relationship Id="rId14" Type="http://schemas.openxmlformats.org/officeDocument/2006/relationships/slideLayout" Target="../slideLayouts/slideLayout43.xml"/><Relationship Id="rId17" Type="http://schemas.openxmlformats.org/officeDocument/2006/relationships/slideLayout" Target="../slideLayouts/slideLayout46.xml"/><Relationship Id="rId16" Type="http://schemas.openxmlformats.org/officeDocument/2006/relationships/slideLayout" Target="../slideLayouts/slideLayout45.xml"/><Relationship Id="rId19" Type="http://schemas.openxmlformats.org/officeDocument/2006/relationships/slideLayout" Target="../slideLayouts/slideLayout48.xml"/><Relationship Id="rId18"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60"/>
          <p:cNvSpPr txBox="1"/>
          <p:nvPr>
            <p:ph type="title"/>
          </p:nvPr>
        </p:nvSpPr>
        <p:spPr>
          <a:xfrm>
            <a:off x="723750" y="526925"/>
            <a:ext cx="7696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1pPr>
            <a:lvl2pPr lvl="1"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2pPr>
            <a:lvl3pPr lvl="2"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3pPr>
            <a:lvl4pPr lvl="3"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4pPr>
            <a:lvl5pPr lvl="4"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5pPr>
            <a:lvl6pPr lvl="5"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6pPr>
            <a:lvl7pPr lvl="6"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7pPr>
            <a:lvl8pPr lvl="7"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8pPr>
            <a:lvl9pPr lvl="8"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561" name="Shape 1561"/>
        <p:cNvGrpSpPr/>
        <p:nvPr/>
      </p:nvGrpSpPr>
      <p:grpSpPr>
        <a:xfrm>
          <a:off x="0" y="0"/>
          <a:ext cx="0" cy="0"/>
          <a:chOff x="0" y="0"/>
          <a:chExt cx="0" cy="0"/>
        </a:xfrm>
      </p:grpSpPr>
      <p:sp>
        <p:nvSpPr>
          <p:cNvPr id="1562" name="Google Shape;1562;g305cce1fc62_1_0"/>
          <p:cNvSpPr txBox="1"/>
          <p:nvPr>
            <p:ph type="title"/>
          </p:nvPr>
        </p:nvSpPr>
        <p:spPr>
          <a:xfrm>
            <a:off x="723750" y="526925"/>
            <a:ext cx="7696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1pPr>
            <a:lvl2pPr lvl="1"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2pPr>
            <a:lvl3pPr lvl="2"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3pPr>
            <a:lvl4pPr lvl="3"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4pPr>
            <a:lvl5pPr lvl="4"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5pPr>
            <a:lvl6pPr lvl="5"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6pPr>
            <a:lvl7pPr lvl="6"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7pPr>
            <a:lvl8pPr lvl="7"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8pPr>
            <a:lvl9pPr lvl="8" marR="0" rtl="0" algn="l">
              <a:lnSpc>
                <a:spcPct val="100000"/>
              </a:lnSpc>
              <a:spcBef>
                <a:spcPts val="0"/>
              </a:spcBef>
              <a:spcAft>
                <a:spcPts val="0"/>
              </a:spcAft>
              <a:buClr>
                <a:schemeClr val="dk2"/>
              </a:buClr>
              <a:buSzPts val="2800"/>
              <a:buFont typeface="Fjalla One"/>
              <a:buNone/>
              <a:defRPr b="0" i="0" sz="2800" u="none" cap="none" strike="noStrike">
                <a:solidFill>
                  <a:schemeClr val="dk2"/>
                </a:solidFill>
                <a:latin typeface="Fjalla One"/>
                <a:ea typeface="Fjalla One"/>
                <a:cs typeface="Fjalla One"/>
                <a:sym typeface="Fjalla One"/>
              </a:defRPr>
            </a:lvl9pPr>
          </a:lstStyle>
          <a:p/>
        </p:txBody>
      </p:sp>
    </p:spTree>
  </p:cSld>
  <p:clrMap accent1="accent1" accent2="accent2" accent3="accent3" accent4="accent4" accent5="accent5" accent6="accent6" bg1="lt1" bg2="dk2" tx1="dk1" tx2="lt2" folHlink="folHlink" hlink="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 id="2147483708" r:id="rId30"/>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0.png"/><Relationship Id="rId6" Type="http://schemas.openxmlformats.org/officeDocument/2006/relationships/image" Target="../media/image9.png"/><Relationship Id="rId7" Type="http://schemas.openxmlformats.org/officeDocument/2006/relationships/image" Target="../media/image4.png"/><Relationship Id="rId8"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0.gif"/><Relationship Id="rId6" Type="http://schemas.openxmlformats.org/officeDocument/2006/relationships/image" Target="../media/image8.png"/><Relationship Id="rId7" Type="http://schemas.openxmlformats.org/officeDocument/2006/relationships/image" Target="../media/image32.png"/><Relationship Id="rId8"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0.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1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 Id="rId3"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25.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4.xml"/><Relationship Id="rId3" Type="http://schemas.openxmlformats.org/officeDocument/2006/relationships/hyperlink" Target="http://drive.google.com/file/d/16PeaSGuPoQTh3Dl3d6bAp6xhE91OBk6Q/view" TargetMode="External"/><Relationship Id="rId4" Type="http://schemas.openxmlformats.org/officeDocument/2006/relationships/image" Target="../media/image26.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5.xml"/><Relationship Id="rId3" Type="http://schemas.openxmlformats.org/officeDocument/2006/relationships/image" Target="../media/image29.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6.xml"/><Relationship Id="rId3" Type="http://schemas.openxmlformats.org/officeDocument/2006/relationships/hyperlink" Target="http://drive.google.com/file/d/1xWX8rMFlaKOZX6NnQeg20ybkD-mo0YWT/view" TargetMode="External"/><Relationship Id="rId4" Type="http://schemas.openxmlformats.org/officeDocument/2006/relationships/image" Target="../media/image28.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7.xml"/><Relationship Id="rId3" Type="http://schemas.openxmlformats.org/officeDocument/2006/relationships/hyperlink" Target="http://drive.google.com/file/d/1P0n1xcp19tbPCjWYxms2_NvmlTAqZfza/view" TargetMode="External"/><Relationship Id="rId4" Type="http://schemas.openxmlformats.org/officeDocument/2006/relationships/image" Target="../media/image27.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7" name="Shape 3197"/>
        <p:cNvGrpSpPr/>
        <p:nvPr/>
      </p:nvGrpSpPr>
      <p:grpSpPr>
        <a:xfrm>
          <a:off x="0" y="0"/>
          <a:ext cx="0" cy="0"/>
          <a:chOff x="0" y="0"/>
          <a:chExt cx="0" cy="0"/>
        </a:xfrm>
      </p:grpSpPr>
      <p:grpSp>
        <p:nvGrpSpPr>
          <p:cNvPr id="3198" name="Google Shape;3198;p1"/>
          <p:cNvGrpSpPr/>
          <p:nvPr/>
        </p:nvGrpSpPr>
        <p:grpSpPr>
          <a:xfrm>
            <a:off x="303210" y="959719"/>
            <a:ext cx="5343540" cy="4183680"/>
            <a:chOff x="469775" y="238125"/>
            <a:chExt cx="6679425" cy="5229600"/>
          </a:xfrm>
        </p:grpSpPr>
        <p:sp>
          <p:nvSpPr>
            <p:cNvPr id="3199" name="Google Shape;3199;p1"/>
            <p:cNvSpPr/>
            <p:nvPr/>
          </p:nvSpPr>
          <p:spPr>
            <a:xfrm>
              <a:off x="830950" y="238200"/>
              <a:ext cx="6001825" cy="5109175"/>
            </a:xfrm>
            <a:custGeom>
              <a:rect b="b" l="l" r="r" t="t"/>
              <a:pathLst>
                <a:path extrusionOk="0" h="204367" w="240073">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0" name="Google Shape;3200;p1"/>
            <p:cNvSpPr/>
            <p:nvPr/>
          </p:nvSpPr>
          <p:spPr>
            <a:xfrm>
              <a:off x="1009000" y="238125"/>
              <a:ext cx="5764775" cy="5102425"/>
            </a:xfrm>
            <a:custGeom>
              <a:rect b="b" l="l" r="r" t="t"/>
              <a:pathLst>
                <a:path extrusionOk="0" h="204097" w="230591">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1" name="Google Shape;3201;p1"/>
            <p:cNvSpPr/>
            <p:nvPr/>
          </p:nvSpPr>
          <p:spPr>
            <a:xfrm>
              <a:off x="6155150" y="3211050"/>
              <a:ext cx="888225" cy="2247525"/>
            </a:xfrm>
            <a:custGeom>
              <a:rect b="b" l="l" r="r" t="t"/>
              <a:pathLst>
                <a:path extrusionOk="0" h="89901" w="35529">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2" name="Google Shape;3202;p1"/>
            <p:cNvSpPr/>
            <p:nvPr/>
          </p:nvSpPr>
          <p:spPr>
            <a:xfrm>
              <a:off x="2992975" y="2455100"/>
              <a:ext cx="2658575" cy="3012625"/>
            </a:xfrm>
            <a:custGeom>
              <a:rect b="b" l="l" r="r" t="t"/>
              <a:pathLst>
                <a:path extrusionOk="0" h="120505" w="106343">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3" name="Google Shape;3203;p1"/>
            <p:cNvSpPr/>
            <p:nvPr/>
          </p:nvSpPr>
          <p:spPr>
            <a:xfrm>
              <a:off x="2992975" y="2709450"/>
              <a:ext cx="2434725" cy="2758275"/>
            </a:xfrm>
            <a:custGeom>
              <a:rect b="b" l="l" r="r" t="t"/>
              <a:pathLst>
                <a:path extrusionOk="0" h="110331" w="97389">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4" name="Google Shape;3204;p1"/>
            <p:cNvSpPr/>
            <p:nvPr/>
          </p:nvSpPr>
          <p:spPr>
            <a:xfrm>
              <a:off x="5418525" y="2464250"/>
              <a:ext cx="224875" cy="2994325"/>
            </a:xfrm>
            <a:custGeom>
              <a:rect b="b" l="l" r="r" t="t"/>
              <a:pathLst>
                <a:path extrusionOk="0" h="119773" w="8995">
                  <a:moveTo>
                    <a:pt x="8995" y="1"/>
                  </a:moveTo>
                  <a:lnTo>
                    <a:pt x="1" y="10134"/>
                  </a:lnTo>
                  <a:lnTo>
                    <a:pt x="1" y="119772"/>
                  </a:lnTo>
                  <a:lnTo>
                    <a:pt x="8995" y="119772"/>
                  </a:lnTo>
                  <a:lnTo>
                    <a:pt x="899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5" name="Google Shape;3205;p1"/>
            <p:cNvSpPr/>
            <p:nvPr/>
          </p:nvSpPr>
          <p:spPr>
            <a:xfrm>
              <a:off x="5533500" y="4907100"/>
              <a:ext cx="109900" cy="551475"/>
            </a:xfrm>
            <a:custGeom>
              <a:rect b="b" l="l" r="r" t="t"/>
              <a:pathLst>
                <a:path extrusionOk="0" h="22059" w="4396">
                  <a:moveTo>
                    <a:pt x="0" y="1"/>
                  </a:moveTo>
                  <a:lnTo>
                    <a:pt x="0" y="22058"/>
                  </a:lnTo>
                  <a:lnTo>
                    <a:pt x="4396" y="22058"/>
                  </a:lnTo>
                  <a:lnTo>
                    <a:pt x="439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6" name="Google Shape;3206;p1"/>
            <p:cNvSpPr/>
            <p:nvPr/>
          </p:nvSpPr>
          <p:spPr>
            <a:xfrm>
              <a:off x="5525350" y="4898950"/>
              <a:ext cx="126200" cy="568775"/>
            </a:xfrm>
            <a:custGeom>
              <a:rect b="b" l="l" r="r" t="t"/>
              <a:pathLst>
                <a:path extrusionOk="0" h="22751" w="5048">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7" name="Google Shape;3207;p1"/>
            <p:cNvSpPr/>
            <p:nvPr/>
          </p:nvSpPr>
          <p:spPr>
            <a:xfrm>
              <a:off x="5643375" y="4524550"/>
              <a:ext cx="474150" cy="934025"/>
            </a:xfrm>
            <a:custGeom>
              <a:rect b="b" l="l" r="r" t="t"/>
              <a:pathLst>
                <a:path extrusionOk="0" h="37361" w="18966">
                  <a:moveTo>
                    <a:pt x="18965" y="0"/>
                  </a:moveTo>
                  <a:lnTo>
                    <a:pt x="1" y="15303"/>
                  </a:lnTo>
                  <a:lnTo>
                    <a:pt x="1" y="37360"/>
                  </a:lnTo>
                  <a:lnTo>
                    <a:pt x="18965" y="37360"/>
                  </a:lnTo>
                  <a:lnTo>
                    <a:pt x="1896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8" name="Google Shape;3208;p1"/>
            <p:cNvSpPr/>
            <p:nvPr/>
          </p:nvSpPr>
          <p:spPr>
            <a:xfrm>
              <a:off x="5634225" y="4516325"/>
              <a:ext cx="491450" cy="951400"/>
            </a:xfrm>
            <a:custGeom>
              <a:rect b="b" l="l" r="r" t="t"/>
              <a:pathLst>
                <a:path extrusionOk="0" h="38056" w="19658">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9" name="Google Shape;3209;p1"/>
            <p:cNvSpPr/>
            <p:nvPr/>
          </p:nvSpPr>
          <p:spPr>
            <a:xfrm>
              <a:off x="1820900" y="4907100"/>
              <a:ext cx="109900" cy="551475"/>
            </a:xfrm>
            <a:custGeom>
              <a:rect b="b" l="l" r="r" t="t"/>
              <a:pathLst>
                <a:path extrusionOk="0" h="22059" w="4396">
                  <a:moveTo>
                    <a:pt x="1" y="1"/>
                  </a:moveTo>
                  <a:lnTo>
                    <a:pt x="1" y="22058"/>
                  </a:lnTo>
                  <a:lnTo>
                    <a:pt x="4396" y="22058"/>
                  </a:lnTo>
                  <a:lnTo>
                    <a:pt x="439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0" name="Google Shape;3210;p1"/>
            <p:cNvSpPr/>
            <p:nvPr/>
          </p:nvSpPr>
          <p:spPr>
            <a:xfrm>
              <a:off x="1812775" y="4898950"/>
              <a:ext cx="126175" cy="568775"/>
            </a:xfrm>
            <a:custGeom>
              <a:rect b="b" l="l" r="r" t="t"/>
              <a:pathLst>
                <a:path extrusionOk="0" h="22751" w="5047">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1" name="Google Shape;3211;p1"/>
            <p:cNvSpPr/>
            <p:nvPr/>
          </p:nvSpPr>
          <p:spPr>
            <a:xfrm>
              <a:off x="1930800" y="4524550"/>
              <a:ext cx="474125" cy="934025"/>
            </a:xfrm>
            <a:custGeom>
              <a:rect b="b" l="l" r="r" t="t"/>
              <a:pathLst>
                <a:path extrusionOk="0" h="37361" w="18965">
                  <a:moveTo>
                    <a:pt x="18965" y="0"/>
                  </a:moveTo>
                  <a:lnTo>
                    <a:pt x="0" y="15303"/>
                  </a:lnTo>
                  <a:lnTo>
                    <a:pt x="0" y="37360"/>
                  </a:lnTo>
                  <a:lnTo>
                    <a:pt x="18965" y="37360"/>
                  </a:lnTo>
                  <a:lnTo>
                    <a:pt x="189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2" name="Google Shape;3212;p1"/>
            <p:cNvSpPr/>
            <p:nvPr/>
          </p:nvSpPr>
          <p:spPr>
            <a:xfrm>
              <a:off x="1921625" y="4516325"/>
              <a:ext cx="491450" cy="951400"/>
            </a:xfrm>
            <a:custGeom>
              <a:rect b="b" l="l" r="r" t="t"/>
              <a:pathLst>
                <a:path extrusionOk="0" h="38056" w="19658">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3" name="Google Shape;3213;p1"/>
            <p:cNvSpPr/>
            <p:nvPr/>
          </p:nvSpPr>
          <p:spPr>
            <a:xfrm>
              <a:off x="1398675" y="4437050"/>
              <a:ext cx="5067825" cy="567750"/>
            </a:xfrm>
            <a:custGeom>
              <a:rect b="b" l="l" r="r" t="t"/>
              <a:pathLst>
                <a:path extrusionOk="0" h="22710" w="202713">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4" name="Google Shape;3214;p1"/>
            <p:cNvSpPr/>
            <p:nvPr/>
          </p:nvSpPr>
          <p:spPr>
            <a:xfrm>
              <a:off x="1390525" y="4428500"/>
              <a:ext cx="5084125" cy="584450"/>
            </a:xfrm>
            <a:custGeom>
              <a:rect b="b" l="l" r="r" t="t"/>
              <a:pathLst>
                <a:path extrusionOk="0" h="23378" w="203365">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5" name="Google Shape;3215;p1"/>
            <p:cNvSpPr/>
            <p:nvPr/>
          </p:nvSpPr>
          <p:spPr>
            <a:xfrm>
              <a:off x="1400700" y="4437050"/>
              <a:ext cx="5065800" cy="531125"/>
            </a:xfrm>
            <a:custGeom>
              <a:rect b="b" l="l" r="r" t="t"/>
              <a:pathLst>
                <a:path extrusionOk="0" h="21245" w="202632">
                  <a:moveTo>
                    <a:pt x="44157" y="0"/>
                  </a:moveTo>
                  <a:lnTo>
                    <a:pt x="1" y="21244"/>
                  </a:lnTo>
                  <a:lnTo>
                    <a:pt x="174958" y="21244"/>
                  </a:lnTo>
                  <a:lnTo>
                    <a:pt x="20263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6" name="Google Shape;3216;p1"/>
            <p:cNvSpPr/>
            <p:nvPr/>
          </p:nvSpPr>
          <p:spPr>
            <a:xfrm>
              <a:off x="1391550" y="4427900"/>
              <a:ext cx="5084100" cy="549425"/>
            </a:xfrm>
            <a:custGeom>
              <a:rect b="b" l="l" r="r" t="t"/>
              <a:pathLst>
                <a:path extrusionOk="0" h="21977" w="203364">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7" name="Google Shape;3217;p1"/>
            <p:cNvSpPr/>
            <p:nvPr/>
          </p:nvSpPr>
          <p:spPr>
            <a:xfrm>
              <a:off x="5056325" y="4664950"/>
              <a:ext cx="755975" cy="213700"/>
            </a:xfrm>
            <a:custGeom>
              <a:rect b="b" l="l" r="r" t="t"/>
              <a:pathLst>
                <a:path extrusionOk="0" h="8548" w="30239">
                  <a:moveTo>
                    <a:pt x="10704" y="1"/>
                  </a:moveTo>
                  <a:lnTo>
                    <a:pt x="0" y="8547"/>
                  </a:lnTo>
                  <a:lnTo>
                    <a:pt x="18558" y="8547"/>
                  </a:lnTo>
                  <a:lnTo>
                    <a:pt x="3023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8" name="Google Shape;3218;p1"/>
            <p:cNvSpPr/>
            <p:nvPr/>
          </p:nvSpPr>
          <p:spPr>
            <a:xfrm>
              <a:off x="5047175" y="4656825"/>
              <a:ext cx="774275" cy="230975"/>
            </a:xfrm>
            <a:custGeom>
              <a:rect b="b" l="l" r="r" t="t"/>
              <a:pathLst>
                <a:path extrusionOk="0" h="9239" w="30971">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9" name="Google Shape;3219;p1"/>
            <p:cNvSpPr/>
            <p:nvPr/>
          </p:nvSpPr>
          <p:spPr>
            <a:xfrm>
              <a:off x="5774625" y="4437050"/>
              <a:ext cx="691875" cy="567750"/>
            </a:xfrm>
            <a:custGeom>
              <a:rect b="b" l="l" r="r" t="t"/>
              <a:pathLst>
                <a:path extrusionOk="0" h="22710" w="27675">
                  <a:moveTo>
                    <a:pt x="27675" y="0"/>
                  </a:moveTo>
                  <a:lnTo>
                    <a:pt x="1" y="21244"/>
                  </a:lnTo>
                  <a:lnTo>
                    <a:pt x="1" y="22709"/>
                  </a:lnTo>
                  <a:lnTo>
                    <a:pt x="27675" y="1425"/>
                  </a:lnTo>
                  <a:lnTo>
                    <a:pt x="2767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0" name="Google Shape;3220;p1"/>
            <p:cNvSpPr/>
            <p:nvPr/>
          </p:nvSpPr>
          <p:spPr>
            <a:xfrm>
              <a:off x="5766475" y="4428250"/>
              <a:ext cx="708175" cy="584775"/>
            </a:xfrm>
            <a:custGeom>
              <a:rect b="b" l="l" r="r" t="t"/>
              <a:pathLst>
                <a:path extrusionOk="0" h="23391" w="28327">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1" name="Google Shape;3221;p1"/>
            <p:cNvSpPr/>
            <p:nvPr/>
          </p:nvSpPr>
          <p:spPr>
            <a:xfrm>
              <a:off x="5189600" y="4452300"/>
              <a:ext cx="914700" cy="283675"/>
            </a:xfrm>
            <a:custGeom>
              <a:rect b="b" l="l" r="r" t="t"/>
              <a:pathLst>
                <a:path extrusionOk="0" h="11347" w="36588">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2" name="Google Shape;3222;p1"/>
            <p:cNvSpPr/>
            <p:nvPr/>
          </p:nvSpPr>
          <p:spPr>
            <a:xfrm>
              <a:off x="5292375" y="4676900"/>
              <a:ext cx="262500" cy="176300"/>
            </a:xfrm>
            <a:custGeom>
              <a:rect b="b" l="l" r="r" t="t"/>
              <a:pathLst>
                <a:path extrusionOk="0" h="7052" w="1050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3" name="Google Shape;3223;p1"/>
            <p:cNvSpPr/>
            <p:nvPr/>
          </p:nvSpPr>
          <p:spPr>
            <a:xfrm>
              <a:off x="5442950" y="4707275"/>
              <a:ext cx="72250" cy="119475"/>
            </a:xfrm>
            <a:custGeom>
              <a:rect b="b" l="l" r="r" t="t"/>
              <a:pathLst>
                <a:path extrusionOk="0" h="4779" w="289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4" name="Google Shape;3224;p1"/>
            <p:cNvSpPr/>
            <p:nvPr/>
          </p:nvSpPr>
          <p:spPr>
            <a:xfrm>
              <a:off x="3283975" y="4592725"/>
              <a:ext cx="2022650" cy="316425"/>
            </a:xfrm>
            <a:custGeom>
              <a:rect b="b" l="l" r="r" t="t"/>
              <a:pathLst>
                <a:path extrusionOk="0" h="12657" w="80906">
                  <a:moveTo>
                    <a:pt x="15831" y="0"/>
                  </a:moveTo>
                  <a:lnTo>
                    <a:pt x="0" y="12657"/>
                  </a:lnTo>
                  <a:lnTo>
                    <a:pt x="65075" y="12657"/>
                  </a:lnTo>
                  <a:lnTo>
                    <a:pt x="8090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5" name="Google Shape;3225;p1"/>
            <p:cNvSpPr/>
            <p:nvPr/>
          </p:nvSpPr>
          <p:spPr>
            <a:xfrm>
              <a:off x="3274800" y="4584575"/>
              <a:ext cx="2041000" cy="332725"/>
            </a:xfrm>
            <a:custGeom>
              <a:rect b="b" l="l" r="r" t="t"/>
              <a:pathLst>
                <a:path extrusionOk="0" h="13309" w="8164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6" name="Google Shape;3226;p1"/>
            <p:cNvSpPr/>
            <p:nvPr/>
          </p:nvSpPr>
          <p:spPr>
            <a:xfrm>
              <a:off x="4902700" y="4584475"/>
              <a:ext cx="413100" cy="352825"/>
            </a:xfrm>
            <a:custGeom>
              <a:rect b="b" l="l" r="r" t="t"/>
              <a:pathLst>
                <a:path extrusionOk="0" h="14113" w="16524">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7" name="Google Shape;3227;p1"/>
            <p:cNvSpPr/>
            <p:nvPr/>
          </p:nvSpPr>
          <p:spPr>
            <a:xfrm>
              <a:off x="3283975" y="4909125"/>
              <a:ext cx="1626875" cy="19375"/>
            </a:xfrm>
            <a:custGeom>
              <a:rect b="b" l="l" r="r" t="t"/>
              <a:pathLst>
                <a:path extrusionOk="0" h="775" w="65075">
                  <a:moveTo>
                    <a:pt x="0" y="1"/>
                  </a:moveTo>
                  <a:lnTo>
                    <a:pt x="0" y="774"/>
                  </a:lnTo>
                  <a:lnTo>
                    <a:pt x="65075" y="774"/>
                  </a:lnTo>
                  <a:lnTo>
                    <a:pt x="6507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8" name="Google Shape;3228;p1"/>
            <p:cNvSpPr/>
            <p:nvPr/>
          </p:nvSpPr>
          <p:spPr>
            <a:xfrm>
              <a:off x="3274800" y="4899975"/>
              <a:ext cx="1645225" cy="37675"/>
            </a:xfrm>
            <a:custGeom>
              <a:rect b="b" l="l" r="r" t="t"/>
              <a:pathLst>
                <a:path extrusionOk="0" h="1507" w="65809">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9" name="Google Shape;3229;p1"/>
            <p:cNvSpPr/>
            <p:nvPr/>
          </p:nvSpPr>
          <p:spPr>
            <a:xfrm>
              <a:off x="3753000" y="4763650"/>
              <a:ext cx="178075" cy="60050"/>
            </a:xfrm>
            <a:custGeom>
              <a:rect b="b" l="l" r="r" t="t"/>
              <a:pathLst>
                <a:path extrusionOk="0" h="2402" w="7123">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0" name="Google Shape;3230;p1"/>
            <p:cNvSpPr/>
            <p:nvPr/>
          </p:nvSpPr>
          <p:spPr>
            <a:xfrm>
              <a:off x="3860850"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1" name="Google Shape;3231;p1"/>
            <p:cNvSpPr/>
            <p:nvPr/>
          </p:nvSpPr>
          <p:spPr>
            <a:xfrm>
              <a:off x="3645150"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2" name="Google Shape;3232;p1"/>
            <p:cNvSpPr/>
            <p:nvPr/>
          </p:nvSpPr>
          <p:spPr>
            <a:xfrm>
              <a:off x="3698050" y="4721925"/>
              <a:ext cx="178075" cy="59050"/>
            </a:xfrm>
            <a:custGeom>
              <a:rect b="b" l="l" r="r" t="t"/>
              <a:pathLst>
                <a:path extrusionOk="0" h="2362" w="7123">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3" name="Google Shape;3233;p1"/>
            <p:cNvSpPr/>
            <p:nvPr/>
          </p:nvSpPr>
          <p:spPr>
            <a:xfrm>
              <a:off x="3857800"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4" name="Google Shape;3234;p1"/>
            <p:cNvSpPr/>
            <p:nvPr/>
          </p:nvSpPr>
          <p:spPr>
            <a:xfrm>
              <a:off x="3749950" y="4679200"/>
              <a:ext cx="178075" cy="60050"/>
            </a:xfrm>
            <a:custGeom>
              <a:rect b="b" l="l" r="r" t="t"/>
              <a:pathLst>
                <a:path extrusionOk="0" h="2402" w="7123">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5" name="Google Shape;3235;p1"/>
            <p:cNvSpPr/>
            <p:nvPr/>
          </p:nvSpPr>
          <p:spPr>
            <a:xfrm>
              <a:off x="3967675"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6" name="Google Shape;3236;p1"/>
            <p:cNvSpPr/>
            <p:nvPr/>
          </p:nvSpPr>
          <p:spPr>
            <a:xfrm>
              <a:off x="4504875"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7" name="Google Shape;3237;p1"/>
            <p:cNvSpPr/>
            <p:nvPr/>
          </p:nvSpPr>
          <p:spPr>
            <a:xfrm>
              <a:off x="3964625" y="4679200"/>
              <a:ext cx="178075" cy="60050"/>
            </a:xfrm>
            <a:custGeom>
              <a:rect b="b" l="l" r="r" t="t"/>
              <a:pathLst>
                <a:path extrusionOk="0" h="2402" w="7123">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8" name="Google Shape;3238;p1"/>
            <p:cNvSpPr/>
            <p:nvPr/>
          </p:nvSpPr>
          <p:spPr>
            <a:xfrm>
              <a:off x="4075525"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9" name="Google Shape;3239;p1"/>
            <p:cNvSpPr/>
            <p:nvPr/>
          </p:nvSpPr>
          <p:spPr>
            <a:xfrm>
              <a:off x="4719550" y="4763650"/>
              <a:ext cx="178075" cy="60050"/>
            </a:xfrm>
            <a:custGeom>
              <a:rect b="b" l="l" r="r" t="t"/>
              <a:pathLst>
                <a:path extrusionOk="0" h="2402" w="7123">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0" name="Google Shape;3240;p1"/>
            <p:cNvSpPr/>
            <p:nvPr/>
          </p:nvSpPr>
          <p:spPr>
            <a:xfrm>
              <a:off x="4772450" y="4721925"/>
              <a:ext cx="178075" cy="59050"/>
            </a:xfrm>
            <a:custGeom>
              <a:rect b="b" l="l" r="r" t="t"/>
              <a:pathLst>
                <a:path extrusionOk="0" h="2362" w="7123">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1" name="Google Shape;3241;p1"/>
            <p:cNvSpPr/>
            <p:nvPr/>
          </p:nvSpPr>
          <p:spPr>
            <a:xfrm>
              <a:off x="4612725" y="4763650"/>
              <a:ext cx="178075" cy="60050"/>
            </a:xfrm>
            <a:custGeom>
              <a:rect b="b" l="l" r="r" t="t"/>
              <a:pathLst>
                <a:path extrusionOk="0" h="2402" w="7123">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2" name="Google Shape;3242;p1"/>
            <p:cNvSpPr/>
            <p:nvPr/>
          </p:nvSpPr>
          <p:spPr>
            <a:xfrm>
              <a:off x="4398050"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3" name="Google Shape;3243;p1"/>
            <p:cNvSpPr/>
            <p:nvPr/>
          </p:nvSpPr>
          <p:spPr>
            <a:xfrm>
              <a:off x="4182350"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4" name="Google Shape;3244;p1"/>
            <p:cNvSpPr/>
            <p:nvPr/>
          </p:nvSpPr>
          <p:spPr>
            <a:xfrm>
              <a:off x="4290200" y="4763650"/>
              <a:ext cx="178075" cy="60050"/>
            </a:xfrm>
            <a:custGeom>
              <a:rect b="b" l="l" r="r" t="t"/>
              <a:pathLst>
                <a:path extrusionOk="0" h="2402" w="7123">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5" name="Google Shape;3245;p1"/>
            <p:cNvSpPr/>
            <p:nvPr/>
          </p:nvSpPr>
          <p:spPr>
            <a:xfrm>
              <a:off x="4395000"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6" name="Google Shape;3246;p1"/>
            <p:cNvSpPr/>
            <p:nvPr/>
          </p:nvSpPr>
          <p:spPr>
            <a:xfrm>
              <a:off x="4557775"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7" name="Google Shape;3247;p1"/>
            <p:cNvSpPr/>
            <p:nvPr/>
          </p:nvSpPr>
          <p:spPr>
            <a:xfrm>
              <a:off x="4342100" y="4721925"/>
              <a:ext cx="178075" cy="59050"/>
            </a:xfrm>
            <a:custGeom>
              <a:rect b="b" l="l" r="r" t="t"/>
              <a:pathLst>
                <a:path extrusionOk="0" h="2362" w="7123">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8" name="Google Shape;3248;p1"/>
            <p:cNvSpPr/>
            <p:nvPr/>
          </p:nvSpPr>
          <p:spPr>
            <a:xfrm>
              <a:off x="4127400" y="4721925"/>
              <a:ext cx="178075" cy="59050"/>
            </a:xfrm>
            <a:custGeom>
              <a:rect b="b" l="l" r="r" t="t"/>
              <a:pathLst>
                <a:path extrusionOk="0" h="2362" w="7123">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9" name="Google Shape;3249;p1"/>
            <p:cNvSpPr/>
            <p:nvPr/>
          </p:nvSpPr>
          <p:spPr>
            <a:xfrm>
              <a:off x="4449925" y="4721925"/>
              <a:ext cx="178075" cy="59050"/>
            </a:xfrm>
            <a:custGeom>
              <a:rect b="b" l="l" r="r" t="t"/>
              <a:pathLst>
                <a:path extrusionOk="0" h="2362" w="7123">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0" name="Google Shape;3250;p1"/>
            <p:cNvSpPr/>
            <p:nvPr/>
          </p:nvSpPr>
          <p:spPr>
            <a:xfrm>
              <a:off x="4072475" y="4679200"/>
              <a:ext cx="178075" cy="60050"/>
            </a:xfrm>
            <a:custGeom>
              <a:rect b="b" l="l" r="r" t="t"/>
              <a:pathLst>
                <a:path extrusionOk="0" h="2402" w="7123">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1" name="Google Shape;3251;p1"/>
            <p:cNvSpPr/>
            <p:nvPr/>
          </p:nvSpPr>
          <p:spPr>
            <a:xfrm>
              <a:off x="3804900" y="4721925"/>
              <a:ext cx="178050" cy="59050"/>
            </a:xfrm>
            <a:custGeom>
              <a:rect b="b" l="l" r="r" t="t"/>
              <a:pathLst>
                <a:path extrusionOk="0" h="2362" w="712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2" name="Google Shape;3252;p1"/>
            <p:cNvSpPr/>
            <p:nvPr/>
          </p:nvSpPr>
          <p:spPr>
            <a:xfrm>
              <a:off x="4020575"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3" name="Google Shape;3253;p1"/>
            <p:cNvSpPr/>
            <p:nvPr/>
          </p:nvSpPr>
          <p:spPr>
            <a:xfrm>
              <a:off x="3912725" y="4721925"/>
              <a:ext cx="178075" cy="59050"/>
            </a:xfrm>
            <a:custGeom>
              <a:rect b="b" l="l" r="r" t="t"/>
              <a:pathLst>
                <a:path extrusionOk="0" h="2362" w="7123">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4" name="Google Shape;3254;p1"/>
            <p:cNvSpPr/>
            <p:nvPr/>
          </p:nvSpPr>
          <p:spPr>
            <a:xfrm>
              <a:off x="4235250"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5" name="Google Shape;3255;p1"/>
            <p:cNvSpPr/>
            <p:nvPr/>
          </p:nvSpPr>
          <p:spPr>
            <a:xfrm>
              <a:off x="4287150" y="4679200"/>
              <a:ext cx="178075" cy="60050"/>
            </a:xfrm>
            <a:custGeom>
              <a:rect b="b" l="l" r="r" t="t"/>
              <a:pathLst>
                <a:path extrusionOk="0" h="2402" w="7123">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6" name="Google Shape;3256;p1"/>
            <p:cNvSpPr/>
            <p:nvPr/>
          </p:nvSpPr>
          <p:spPr>
            <a:xfrm>
              <a:off x="4824350" y="4679200"/>
              <a:ext cx="178075" cy="60050"/>
            </a:xfrm>
            <a:custGeom>
              <a:rect b="b" l="l" r="r" t="t"/>
              <a:pathLst>
                <a:path extrusionOk="0" h="2402" w="7123">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7" name="Google Shape;3257;p1"/>
            <p:cNvSpPr/>
            <p:nvPr/>
          </p:nvSpPr>
          <p:spPr>
            <a:xfrm>
              <a:off x="4180325"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8" name="Google Shape;3258;p1"/>
            <p:cNvSpPr/>
            <p:nvPr/>
          </p:nvSpPr>
          <p:spPr>
            <a:xfrm>
              <a:off x="4609675" y="4679200"/>
              <a:ext cx="178075" cy="60050"/>
            </a:xfrm>
            <a:custGeom>
              <a:rect b="b" l="l" r="r" t="t"/>
              <a:pathLst>
                <a:path extrusionOk="0" h="2402" w="7123">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9" name="Google Shape;3259;p1"/>
            <p:cNvSpPr/>
            <p:nvPr/>
          </p:nvSpPr>
          <p:spPr>
            <a:xfrm>
              <a:off x="4717525"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0" name="Google Shape;3260;p1"/>
            <p:cNvSpPr/>
            <p:nvPr/>
          </p:nvSpPr>
          <p:spPr>
            <a:xfrm>
              <a:off x="4664625" y="4721925"/>
              <a:ext cx="178075" cy="59050"/>
            </a:xfrm>
            <a:custGeom>
              <a:rect b="b" l="l" r="r" t="t"/>
              <a:pathLst>
                <a:path extrusionOk="0" h="2362" w="7123">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1" name="Google Shape;3261;p1"/>
            <p:cNvSpPr/>
            <p:nvPr/>
          </p:nvSpPr>
          <p:spPr>
            <a:xfrm>
              <a:off x="4501825" y="4679200"/>
              <a:ext cx="178075" cy="60050"/>
            </a:xfrm>
            <a:custGeom>
              <a:rect b="b" l="l" r="r" t="t"/>
              <a:pathLst>
                <a:path extrusionOk="0" h="2402" w="7123">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2" name="Google Shape;3262;p1"/>
            <p:cNvSpPr/>
            <p:nvPr/>
          </p:nvSpPr>
          <p:spPr>
            <a:xfrm>
              <a:off x="4238300" y="4806375"/>
              <a:ext cx="178075" cy="59025"/>
            </a:xfrm>
            <a:custGeom>
              <a:rect b="b" l="l" r="r" t="t"/>
              <a:pathLst>
                <a:path extrusionOk="0" h="2361" w="7123">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3" name="Google Shape;3263;p1"/>
            <p:cNvSpPr/>
            <p:nvPr/>
          </p:nvSpPr>
          <p:spPr>
            <a:xfrm>
              <a:off x="4345150"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4" name="Google Shape;3264;p1"/>
            <p:cNvSpPr/>
            <p:nvPr/>
          </p:nvSpPr>
          <p:spPr>
            <a:xfrm>
              <a:off x="4130475" y="4806375"/>
              <a:ext cx="178075" cy="59025"/>
            </a:xfrm>
            <a:custGeom>
              <a:rect b="b" l="l" r="r" t="t"/>
              <a:pathLst>
                <a:path extrusionOk="0" h="2361" w="7123">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5" name="Google Shape;3265;p1"/>
            <p:cNvSpPr/>
            <p:nvPr/>
          </p:nvSpPr>
          <p:spPr>
            <a:xfrm>
              <a:off x="4453000" y="4806375"/>
              <a:ext cx="178075" cy="59025"/>
            </a:xfrm>
            <a:custGeom>
              <a:rect b="b" l="l" r="r" t="t"/>
              <a:pathLst>
                <a:path extrusionOk="0" h="2361" w="7123">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6" name="Google Shape;3266;p1"/>
            <p:cNvSpPr/>
            <p:nvPr/>
          </p:nvSpPr>
          <p:spPr>
            <a:xfrm>
              <a:off x="40226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7" name="Google Shape;3267;p1"/>
            <p:cNvSpPr/>
            <p:nvPr/>
          </p:nvSpPr>
          <p:spPr>
            <a:xfrm>
              <a:off x="3915800" y="4806375"/>
              <a:ext cx="178050" cy="59025"/>
            </a:xfrm>
            <a:custGeom>
              <a:rect b="b" l="l" r="r" t="t"/>
              <a:pathLst>
                <a:path extrusionOk="0" h="2361" w="7122">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8" name="Google Shape;3268;p1"/>
            <p:cNvSpPr/>
            <p:nvPr/>
          </p:nvSpPr>
          <p:spPr>
            <a:xfrm>
              <a:off x="45598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9" name="Google Shape;3269;p1"/>
            <p:cNvSpPr/>
            <p:nvPr/>
          </p:nvSpPr>
          <p:spPr>
            <a:xfrm>
              <a:off x="3700100" y="4806375"/>
              <a:ext cx="179075" cy="59025"/>
            </a:xfrm>
            <a:custGeom>
              <a:rect b="b" l="l" r="r" t="t"/>
              <a:pathLst>
                <a:path extrusionOk="0" h="2361" w="7163">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0" name="Google Shape;3270;p1"/>
            <p:cNvSpPr/>
            <p:nvPr/>
          </p:nvSpPr>
          <p:spPr>
            <a:xfrm>
              <a:off x="3807950"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1" name="Google Shape;3271;p1"/>
            <p:cNvSpPr/>
            <p:nvPr/>
          </p:nvSpPr>
          <p:spPr>
            <a:xfrm>
              <a:off x="4879300" y="4721925"/>
              <a:ext cx="179075" cy="59050"/>
            </a:xfrm>
            <a:custGeom>
              <a:rect b="b" l="l" r="r" t="t"/>
              <a:pathLst>
                <a:path extrusionOk="0" h="2362" w="7163">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2" name="Google Shape;3272;p1"/>
            <p:cNvSpPr/>
            <p:nvPr/>
          </p:nvSpPr>
          <p:spPr>
            <a:xfrm>
              <a:off x="4984075" y="4637475"/>
              <a:ext cx="178075" cy="59050"/>
            </a:xfrm>
            <a:custGeom>
              <a:rect b="b" l="l" r="r" t="t"/>
              <a:pathLst>
                <a:path extrusionOk="0" h="2362" w="7123">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3" name="Google Shape;3273;p1"/>
            <p:cNvSpPr/>
            <p:nvPr/>
          </p:nvSpPr>
          <p:spPr>
            <a:xfrm>
              <a:off x="4932200" y="4679200"/>
              <a:ext cx="178075" cy="60050"/>
            </a:xfrm>
            <a:custGeom>
              <a:rect b="b" l="l" r="r" t="t"/>
              <a:pathLst>
                <a:path extrusionOk="0" h="2402" w="7123">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4" name="Google Shape;3274;p1"/>
            <p:cNvSpPr/>
            <p:nvPr/>
          </p:nvSpPr>
          <p:spPr>
            <a:xfrm>
              <a:off x="3593275" y="4806375"/>
              <a:ext cx="178075" cy="59025"/>
            </a:xfrm>
            <a:custGeom>
              <a:rect b="b" l="l" r="r" t="t"/>
              <a:pathLst>
                <a:path extrusionOk="0" h="2361" w="7123">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5" name="Google Shape;3275;p1"/>
            <p:cNvSpPr/>
            <p:nvPr/>
          </p:nvSpPr>
          <p:spPr>
            <a:xfrm>
              <a:off x="4667675" y="4806375"/>
              <a:ext cx="178075" cy="59025"/>
            </a:xfrm>
            <a:custGeom>
              <a:rect b="b" l="l" r="r" t="t"/>
              <a:pathLst>
                <a:path extrusionOk="0" h="2361" w="7123">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6" name="Google Shape;3276;p1"/>
            <p:cNvSpPr/>
            <p:nvPr/>
          </p:nvSpPr>
          <p:spPr>
            <a:xfrm>
              <a:off x="4775525" y="4806375"/>
              <a:ext cx="178075" cy="59025"/>
            </a:xfrm>
            <a:custGeom>
              <a:rect b="b" l="l" r="r" t="t"/>
              <a:pathLst>
                <a:path extrusionOk="0" h="2361" w="7123">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7" name="Google Shape;3277;p1"/>
            <p:cNvSpPr/>
            <p:nvPr/>
          </p:nvSpPr>
          <p:spPr>
            <a:xfrm>
              <a:off x="4827400" y="4763650"/>
              <a:ext cx="178075" cy="60050"/>
            </a:xfrm>
            <a:custGeom>
              <a:rect b="b" l="l" r="r" t="t"/>
              <a:pathLst>
                <a:path extrusionOk="0" h="2402" w="7123">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8" name="Google Shape;3278;p1"/>
            <p:cNvSpPr/>
            <p:nvPr/>
          </p:nvSpPr>
          <p:spPr>
            <a:xfrm>
              <a:off x="3590200" y="4721925"/>
              <a:ext cx="178075" cy="59050"/>
            </a:xfrm>
            <a:custGeom>
              <a:rect b="b" l="l" r="r" t="t"/>
              <a:pathLst>
                <a:path extrusionOk="0" h="2362" w="7123">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9" name="Google Shape;3279;p1"/>
            <p:cNvSpPr/>
            <p:nvPr/>
          </p:nvSpPr>
          <p:spPr>
            <a:xfrm>
              <a:off x="4340050"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0" name="Google Shape;3280;p1"/>
            <p:cNvSpPr/>
            <p:nvPr/>
          </p:nvSpPr>
          <p:spPr>
            <a:xfrm>
              <a:off x="4446875" y="4637475"/>
              <a:ext cx="178075" cy="59050"/>
            </a:xfrm>
            <a:custGeom>
              <a:rect b="b" l="l" r="r" t="t"/>
              <a:pathLst>
                <a:path extrusionOk="0" h="2362" w="7123">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1" name="Google Shape;3281;p1"/>
            <p:cNvSpPr/>
            <p:nvPr/>
          </p:nvSpPr>
          <p:spPr>
            <a:xfrm>
              <a:off x="4232200" y="4637475"/>
              <a:ext cx="178075" cy="59050"/>
            </a:xfrm>
            <a:custGeom>
              <a:rect b="b" l="l" r="r" t="t"/>
              <a:pathLst>
                <a:path extrusionOk="0" h="2362" w="7123">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2" name="Google Shape;3282;p1"/>
            <p:cNvSpPr/>
            <p:nvPr/>
          </p:nvSpPr>
          <p:spPr>
            <a:xfrm>
              <a:off x="4554725"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3" name="Google Shape;3283;p1"/>
            <p:cNvSpPr/>
            <p:nvPr/>
          </p:nvSpPr>
          <p:spPr>
            <a:xfrm>
              <a:off x="4769400" y="4637475"/>
              <a:ext cx="178075" cy="59050"/>
            </a:xfrm>
            <a:custGeom>
              <a:rect b="b" l="l" r="r" t="t"/>
              <a:pathLst>
                <a:path extrusionOk="0" h="2362" w="7123">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4" name="Google Shape;3284;p1"/>
            <p:cNvSpPr/>
            <p:nvPr/>
          </p:nvSpPr>
          <p:spPr>
            <a:xfrm>
              <a:off x="4661550" y="4637475"/>
              <a:ext cx="178075" cy="59050"/>
            </a:xfrm>
            <a:custGeom>
              <a:rect b="b" l="l" r="r" t="t"/>
              <a:pathLst>
                <a:path extrusionOk="0" h="2362" w="7123">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5" name="Google Shape;3285;p1"/>
            <p:cNvSpPr/>
            <p:nvPr/>
          </p:nvSpPr>
          <p:spPr>
            <a:xfrm>
              <a:off x="4124350" y="4637475"/>
              <a:ext cx="178075" cy="59050"/>
            </a:xfrm>
            <a:custGeom>
              <a:rect b="b" l="l" r="r" t="t"/>
              <a:pathLst>
                <a:path extrusionOk="0" h="2362" w="7123">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6" name="Google Shape;3286;p1"/>
            <p:cNvSpPr/>
            <p:nvPr/>
          </p:nvSpPr>
          <p:spPr>
            <a:xfrm>
              <a:off x="3538325" y="4763650"/>
              <a:ext cx="178075" cy="60050"/>
            </a:xfrm>
            <a:custGeom>
              <a:rect b="b" l="l" r="r" t="t"/>
              <a:pathLst>
                <a:path extrusionOk="0" h="2402" w="7123">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7" name="Google Shape;3287;p1"/>
            <p:cNvSpPr/>
            <p:nvPr/>
          </p:nvSpPr>
          <p:spPr>
            <a:xfrm>
              <a:off x="3642100" y="4679200"/>
              <a:ext cx="179100" cy="60050"/>
            </a:xfrm>
            <a:custGeom>
              <a:rect b="b" l="l" r="r" t="t"/>
              <a:pathLst>
                <a:path extrusionOk="0" h="2402" w="7164">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8" name="Google Shape;3288;p1"/>
            <p:cNvSpPr/>
            <p:nvPr/>
          </p:nvSpPr>
          <p:spPr>
            <a:xfrm>
              <a:off x="4877250"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9" name="Google Shape;3289;p1"/>
            <p:cNvSpPr/>
            <p:nvPr/>
          </p:nvSpPr>
          <p:spPr>
            <a:xfrm>
              <a:off x="34854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0" name="Google Shape;3290;p1"/>
            <p:cNvSpPr/>
            <p:nvPr/>
          </p:nvSpPr>
          <p:spPr>
            <a:xfrm>
              <a:off x="3695000" y="4637475"/>
              <a:ext cx="178075" cy="59050"/>
            </a:xfrm>
            <a:custGeom>
              <a:rect b="b" l="l" r="r" t="t"/>
              <a:pathLst>
                <a:path extrusionOk="0" h="2362" w="7123">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1" name="Google Shape;3291;p1"/>
            <p:cNvSpPr/>
            <p:nvPr/>
          </p:nvSpPr>
          <p:spPr>
            <a:xfrm>
              <a:off x="3909675" y="4637475"/>
              <a:ext cx="178075" cy="59050"/>
            </a:xfrm>
            <a:custGeom>
              <a:rect b="b" l="l" r="r" t="t"/>
              <a:pathLst>
                <a:path extrusionOk="0" h="2362" w="7123">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2" name="Google Shape;3292;p1"/>
            <p:cNvSpPr/>
            <p:nvPr/>
          </p:nvSpPr>
          <p:spPr>
            <a:xfrm>
              <a:off x="3801825" y="4637475"/>
              <a:ext cx="179100" cy="59050"/>
            </a:xfrm>
            <a:custGeom>
              <a:rect b="b" l="l" r="r" t="t"/>
              <a:pathLst>
                <a:path extrusionOk="0" h="2362" w="7164">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3" name="Google Shape;3293;p1"/>
            <p:cNvSpPr/>
            <p:nvPr/>
          </p:nvSpPr>
          <p:spPr>
            <a:xfrm>
              <a:off x="4017525"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4" name="Google Shape;3294;p1"/>
            <p:cNvSpPr/>
            <p:nvPr/>
          </p:nvSpPr>
          <p:spPr>
            <a:xfrm>
              <a:off x="4791800" y="4478775"/>
              <a:ext cx="657275" cy="73275"/>
            </a:xfrm>
            <a:custGeom>
              <a:rect b="b" l="l" r="r" t="t"/>
              <a:pathLst>
                <a:path extrusionOk="0" h="2931" w="2629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5" name="Google Shape;3295;p1"/>
            <p:cNvSpPr/>
            <p:nvPr/>
          </p:nvSpPr>
          <p:spPr>
            <a:xfrm>
              <a:off x="4786700" y="4470625"/>
              <a:ext cx="667450" cy="89550"/>
            </a:xfrm>
            <a:custGeom>
              <a:rect b="b" l="l" r="r" t="t"/>
              <a:pathLst>
                <a:path extrusionOk="0" h="3582" w="26698">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6" name="Google Shape;3296;p1"/>
            <p:cNvSpPr/>
            <p:nvPr/>
          </p:nvSpPr>
          <p:spPr>
            <a:xfrm>
              <a:off x="5097025" y="4128775"/>
              <a:ext cx="102775" cy="392750"/>
            </a:xfrm>
            <a:custGeom>
              <a:rect b="b" l="l" r="r" t="t"/>
              <a:pathLst>
                <a:path extrusionOk="0" h="15710" w="4111">
                  <a:moveTo>
                    <a:pt x="0" y="0"/>
                  </a:moveTo>
                  <a:lnTo>
                    <a:pt x="0" y="15709"/>
                  </a:lnTo>
                  <a:lnTo>
                    <a:pt x="4111" y="15709"/>
                  </a:lnTo>
                  <a:lnTo>
                    <a:pt x="411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7" name="Google Shape;3297;p1"/>
            <p:cNvSpPr/>
            <p:nvPr/>
          </p:nvSpPr>
          <p:spPr>
            <a:xfrm>
              <a:off x="5088875" y="4119600"/>
              <a:ext cx="120075" cy="410050"/>
            </a:xfrm>
            <a:custGeom>
              <a:rect b="b" l="l" r="r" t="t"/>
              <a:pathLst>
                <a:path extrusionOk="0" h="16402" w="4803">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8" name="Google Shape;3298;p1"/>
            <p:cNvSpPr/>
            <p:nvPr/>
          </p:nvSpPr>
          <p:spPr>
            <a:xfrm>
              <a:off x="5080750" y="4128775"/>
              <a:ext cx="135325" cy="284900"/>
            </a:xfrm>
            <a:custGeom>
              <a:rect b="b" l="l" r="r" t="t"/>
              <a:pathLst>
                <a:path extrusionOk="0" h="11396" w="5413">
                  <a:moveTo>
                    <a:pt x="0" y="0"/>
                  </a:moveTo>
                  <a:lnTo>
                    <a:pt x="0" y="11395"/>
                  </a:lnTo>
                  <a:lnTo>
                    <a:pt x="5413" y="11395"/>
                  </a:lnTo>
                  <a:lnTo>
                    <a:pt x="541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9" name="Google Shape;3299;p1"/>
            <p:cNvSpPr/>
            <p:nvPr/>
          </p:nvSpPr>
          <p:spPr>
            <a:xfrm>
              <a:off x="5072600" y="4119600"/>
              <a:ext cx="152650" cy="302200"/>
            </a:xfrm>
            <a:custGeom>
              <a:rect b="b" l="l" r="r" t="t"/>
              <a:pathLst>
                <a:path extrusionOk="0" h="12088" w="6106">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0" name="Google Shape;3300;p1"/>
            <p:cNvSpPr/>
            <p:nvPr/>
          </p:nvSpPr>
          <p:spPr>
            <a:xfrm>
              <a:off x="4319700" y="2821375"/>
              <a:ext cx="1707275" cy="1335900"/>
            </a:xfrm>
            <a:custGeom>
              <a:rect b="b" l="l" r="r" t="t"/>
              <a:pathLst>
                <a:path extrusionOk="0" h="53436" w="68291">
                  <a:moveTo>
                    <a:pt x="1" y="0"/>
                  </a:moveTo>
                  <a:lnTo>
                    <a:pt x="1" y="53436"/>
                  </a:lnTo>
                  <a:lnTo>
                    <a:pt x="68290" y="53436"/>
                  </a:lnTo>
                  <a:lnTo>
                    <a:pt x="6829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1" name="Google Shape;3301;p1"/>
            <p:cNvSpPr/>
            <p:nvPr/>
          </p:nvSpPr>
          <p:spPr>
            <a:xfrm>
              <a:off x="4310550" y="2813225"/>
              <a:ext cx="1724550" cy="1352200"/>
            </a:xfrm>
            <a:custGeom>
              <a:rect b="b" l="l" r="r" t="t"/>
              <a:pathLst>
                <a:path extrusionOk="0" h="54088" w="68982">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2" name="Google Shape;3302;p1"/>
            <p:cNvSpPr/>
            <p:nvPr/>
          </p:nvSpPr>
          <p:spPr>
            <a:xfrm>
              <a:off x="4410250" y="2892600"/>
              <a:ext cx="1525150" cy="1193450"/>
            </a:xfrm>
            <a:custGeom>
              <a:rect b="b" l="l" r="r" t="t"/>
              <a:pathLst>
                <a:path extrusionOk="0" h="47738" w="61006">
                  <a:moveTo>
                    <a:pt x="1" y="0"/>
                  </a:moveTo>
                  <a:lnTo>
                    <a:pt x="1" y="47738"/>
                  </a:lnTo>
                  <a:lnTo>
                    <a:pt x="61006" y="47738"/>
                  </a:lnTo>
                  <a:lnTo>
                    <a:pt x="6100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3" name="Google Shape;3303;p1"/>
            <p:cNvSpPr/>
            <p:nvPr/>
          </p:nvSpPr>
          <p:spPr>
            <a:xfrm>
              <a:off x="4402125" y="2884450"/>
              <a:ext cx="1541425" cy="1209750"/>
            </a:xfrm>
            <a:custGeom>
              <a:rect b="b" l="l" r="r" t="t"/>
              <a:pathLst>
                <a:path extrusionOk="0" h="48390" w="61657">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4" name="Google Shape;3304;p1"/>
            <p:cNvSpPr/>
            <p:nvPr/>
          </p:nvSpPr>
          <p:spPr>
            <a:xfrm>
              <a:off x="4506925" y="2953625"/>
              <a:ext cx="534150" cy="335775"/>
            </a:xfrm>
            <a:custGeom>
              <a:rect b="b" l="l" r="r" t="t"/>
              <a:pathLst>
                <a:path extrusionOk="0" h="13431" w="21366">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5" name="Google Shape;3305;p1"/>
            <p:cNvSpPr/>
            <p:nvPr/>
          </p:nvSpPr>
          <p:spPr>
            <a:xfrm>
              <a:off x="4506925" y="3313800"/>
              <a:ext cx="534150" cy="334775"/>
            </a:xfrm>
            <a:custGeom>
              <a:rect b="b" l="l" r="r" t="t"/>
              <a:pathLst>
                <a:path extrusionOk="0" h="13391" w="21366">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6" name="Google Shape;3306;p1"/>
            <p:cNvSpPr/>
            <p:nvPr/>
          </p:nvSpPr>
          <p:spPr>
            <a:xfrm>
              <a:off x="4506925" y="3681100"/>
              <a:ext cx="534150" cy="335775"/>
            </a:xfrm>
            <a:custGeom>
              <a:rect b="b" l="l" r="r" t="t"/>
              <a:pathLst>
                <a:path extrusionOk="0" h="13431" w="21366">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7" name="Google Shape;3307;p1"/>
            <p:cNvSpPr/>
            <p:nvPr/>
          </p:nvSpPr>
          <p:spPr>
            <a:xfrm>
              <a:off x="5110250" y="2953625"/>
              <a:ext cx="534175" cy="335775"/>
            </a:xfrm>
            <a:custGeom>
              <a:rect b="b" l="l" r="r" t="t"/>
              <a:pathLst>
                <a:path extrusionOk="0" h="13431" w="21367">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8" name="Google Shape;3308;p1"/>
            <p:cNvSpPr/>
            <p:nvPr/>
          </p:nvSpPr>
          <p:spPr>
            <a:xfrm>
              <a:off x="5110250" y="3321950"/>
              <a:ext cx="534175" cy="335775"/>
            </a:xfrm>
            <a:custGeom>
              <a:rect b="b" l="l" r="r" t="t"/>
              <a:pathLst>
                <a:path extrusionOk="0" h="13431" w="21367">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9" name="Google Shape;3309;p1"/>
            <p:cNvSpPr/>
            <p:nvPr/>
          </p:nvSpPr>
          <p:spPr>
            <a:xfrm>
              <a:off x="3941225" y="2531400"/>
              <a:ext cx="657275" cy="73275"/>
            </a:xfrm>
            <a:custGeom>
              <a:rect b="b" l="l" r="r" t="t"/>
              <a:pathLst>
                <a:path extrusionOk="0" h="2931" w="2629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0" name="Google Shape;3310;p1"/>
            <p:cNvSpPr/>
            <p:nvPr/>
          </p:nvSpPr>
          <p:spPr>
            <a:xfrm>
              <a:off x="3936125" y="2523250"/>
              <a:ext cx="668475" cy="89575"/>
            </a:xfrm>
            <a:custGeom>
              <a:rect b="b" l="l" r="r" t="t"/>
              <a:pathLst>
                <a:path extrusionOk="0" h="3583" w="26739">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1" name="Google Shape;3311;p1"/>
            <p:cNvSpPr/>
            <p:nvPr/>
          </p:nvSpPr>
          <p:spPr>
            <a:xfrm>
              <a:off x="4246450" y="2181400"/>
              <a:ext cx="103800" cy="392750"/>
            </a:xfrm>
            <a:custGeom>
              <a:rect b="b" l="l" r="r" t="t"/>
              <a:pathLst>
                <a:path extrusionOk="0" h="15710" w="4152">
                  <a:moveTo>
                    <a:pt x="1" y="1"/>
                  </a:moveTo>
                  <a:lnTo>
                    <a:pt x="1" y="15710"/>
                  </a:lnTo>
                  <a:lnTo>
                    <a:pt x="4152" y="15710"/>
                  </a:lnTo>
                  <a:lnTo>
                    <a:pt x="4152" y="1"/>
                  </a:lnTo>
                  <a:close/>
                </a:path>
              </a:pathLst>
            </a:cu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2" name="Google Shape;3312;p1"/>
            <p:cNvSpPr/>
            <p:nvPr/>
          </p:nvSpPr>
          <p:spPr>
            <a:xfrm>
              <a:off x="4238300" y="2172250"/>
              <a:ext cx="120100" cy="410050"/>
            </a:xfrm>
            <a:custGeom>
              <a:rect b="b" l="l" r="r" t="t"/>
              <a:pathLst>
                <a:path extrusionOk="0" h="16402" w="4804">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3" name="Google Shape;3313;p1"/>
            <p:cNvSpPr/>
            <p:nvPr/>
          </p:nvSpPr>
          <p:spPr>
            <a:xfrm>
              <a:off x="4230175" y="2181400"/>
              <a:ext cx="136350" cy="284900"/>
            </a:xfrm>
            <a:custGeom>
              <a:rect b="b" l="l" r="r" t="t"/>
              <a:pathLst>
                <a:path extrusionOk="0" h="11396" w="5454">
                  <a:moveTo>
                    <a:pt x="0" y="1"/>
                  </a:moveTo>
                  <a:lnTo>
                    <a:pt x="0" y="11396"/>
                  </a:lnTo>
                  <a:lnTo>
                    <a:pt x="5454" y="11396"/>
                  </a:lnTo>
                  <a:lnTo>
                    <a:pt x="545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4" name="Google Shape;3314;p1"/>
            <p:cNvSpPr/>
            <p:nvPr/>
          </p:nvSpPr>
          <p:spPr>
            <a:xfrm>
              <a:off x="4222025" y="2172250"/>
              <a:ext cx="152650" cy="303225"/>
            </a:xfrm>
            <a:custGeom>
              <a:rect b="b" l="l" r="r" t="t"/>
              <a:pathLst>
                <a:path extrusionOk="0" h="12129" w="6106">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5" name="Google Shape;3315;p1"/>
            <p:cNvSpPr/>
            <p:nvPr/>
          </p:nvSpPr>
          <p:spPr>
            <a:xfrm>
              <a:off x="3469125" y="874000"/>
              <a:ext cx="1707275" cy="1335925"/>
            </a:xfrm>
            <a:custGeom>
              <a:rect b="b" l="l" r="r" t="t"/>
              <a:pathLst>
                <a:path extrusionOk="0" h="53437" w="68291">
                  <a:moveTo>
                    <a:pt x="1" y="1"/>
                  </a:moveTo>
                  <a:lnTo>
                    <a:pt x="1" y="53436"/>
                  </a:lnTo>
                  <a:lnTo>
                    <a:pt x="68291" y="53436"/>
                  </a:lnTo>
                  <a:lnTo>
                    <a:pt x="6829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6" name="Google Shape;3316;p1"/>
            <p:cNvSpPr/>
            <p:nvPr/>
          </p:nvSpPr>
          <p:spPr>
            <a:xfrm>
              <a:off x="3461000" y="865875"/>
              <a:ext cx="1723550" cy="1352175"/>
            </a:xfrm>
            <a:custGeom>
              <a:rect b="b" l="l" r="r" t="t"/>
              <a:pathLst>
                <a:path extrusionOk="0" h="54087" w="68942">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7" name="Google Shape;3317;p1"/>
            <p:cNvSpPr/>
            <p:nvPr/>
          </p:nvSpPr>
          <p:spPr>
            <a:xfrm>
              <a:off x="3560700" y="945225"/>
              <a:ext cx="1524125" cy="1193475"/>
            </a:xfrm>
            <a:custGeom>
              <a:rect b="b" l="l" r="r" t="t"/>
              <a:pathLst>
                <a:path extrusionOk="0" h="47739" w="60965">
                  <a:moveTo>
                    <a:pt x="1" y="1"/>
                  </a:moveTo>
                  <a:lnTo>
                    <a:pt x="1" y="47738"/>
                  </a:lnTo>
                  <a:lnTo>
                    <a:pt x="60965" y="47738"/>
                  </a:lnTo>
                  <a:lnTo>
                    <a:pt x="6096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8" name="Google Shape;3318;p1"/>
            <p:cNvSpPr/>
            <p:nvPr/>
          </p:nvSpPr>
          <p:spPr>
            <a:xfrm>
              <a:off x="3551550" y="937075"/>
              <a:ext cx="1542450" cy="1209750"/>
            </a:xfrm>
            <a:custGeom>
              <a:rect b="b" l="l" r="r" t="t"/>
              <a:pathLst>
                <a:path extrusionOk="0" h="48390" w="61698">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9" name="Google Shape;3319;p1"/>
            <p:cNvSpPr/>
            <p:nvPr/>
          </p:nvSpPr>
          <p:spPr>
            <a:xfrm>
              <a:off x="3671600" y="1070375"/>
              <a:ext cx="637950" cy="293050"/>
            </a:xfrm>
            <a:custGeom>
              <a:rect b="b" l="l" r="r" t="t"/>
              <a:pathLst>
                <a:path extrusionOk="0" h="11722" w="25518">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0" name="Google Shape;3320;p1"/>
            <p:cNvSpPr/>
            <p:nvPr/>
          </p:nvSpPr>
          <p:spPr>
            <a:xfrm>
              <a:off x="3760125" y="1538400"/>
              <a:ext cx="1047975" cy="116000"/>
            </a:xfrm>
            <a:custGeom>
              <a:rect b="b" l="l" r="r" t="t"/>
              <a:pathLst>
                <a:path extrusionOk="0" h="4640" w="41919">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1" name="Google Shape;3321;p1"/>
            <p:cNvSpPr/>
            <p:nvPr/>
          </p:nvSpPr>
          <p:spPr>
            <a:xfrm>
              <a:off x="3760125" y="1639125"/>
              <a:ext cx="1047975" cy="116000"/>
            </a:xfrm>
            <a:custGeom>
              <a:rect b="b" l="l" r="r" t="t"/>
              <a:pathLst>
                <a:path extrusionOk="0" h="4640" w="41919">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2" name="Google Shape;3322;p1"/>
            <p:cNvSpPr/>
            <p:nvPr/>
          </p:nvSpPr>
          <p:spPr>
            <a:xfrm>
              <a:off x="3760125" y="1866000"/>
              <a:ext cx="1047975" cy="115000"/>
            </a:xfrm>
            <a:custGeom>
              <a:rect b="b" l="l" r="r" t="t"/>
              <a:pathLst>
                <a:path extrusionOk="0" h="4600" w="41919">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3" name="Google Shape;3323;p1"/>
            <p:cNvSpPr/>
            <p:nvPr/>
          </p:nvSpPr>
          <p:spPr>
            <a:xfrm>
              <a:off x="3760125" y="1764250"/>
              <a:ext cx="1047975" cy="116025"/>
            </a:xfrm>
            <a:custGeom>
              <a:rect b="b" l="l" r="r" t="t"/>
              <a:pathLst>
                <a:path extrusionOk="0" h="4641" w="41919">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4" name="Google Shape;3324;p1"/>
            <p:cNvSpPr/>
            <p:nvPr/>
          </p:nvSpPr>
          <p:spPr>
            <a:xfrm>
              <a:off x="4825375" y="1479375"/>
              <a:ext cx="96675" cy="97700"/>
            </a:xfrm>
            <a:custGeom>
              <a:rect b="b" l="l" r="r" t="t"/>
              <a:pathLst>
                <a:path extrusionOk="0" h="3908" w="3867">
                  <a:moveTo>
                    <a:pt x="0" y="1"/>
                  </a:moveTo>
                  <a:lnTo>
                    <a:pt x="0" y="3908"/>
                  </a:lnTo>
                  <a:lnTo>
                    <a:pt x="3866" y="3908"/>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5" name="Google Shape;3325;p1"/>
            <p:cNvSpPr/>
            <p:nvPr/>
          </p:nvSpPr>
          <p:spPr>
            <a:xfrm>
              <a:off x="4825375" y="1599425"/>
              <a:ext cx="96675" cy="96700"/>
            </a:xfrm>
            <a:custGeom>
              <a:rect b="b" l="l" r="r" t="t"/>
              <a:pathLst>
                <a:path extrusionOk="0" h="3868" w="3867">
                  <a:moveTo>
                    <a:pt x="0" y="1"/>
                  </a:moveTo>
                  <a:lnTo>
                    <a:pt x="0" y="3867"/>
                  </a:lnTo>
                  <a:lnTo>
                    <a:pt x="3866" y="3867"/>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6" name="Google Shape;3326;p1"/>
            <p:cNvSpPr/>
            <p:nvPr/>
          </p:nvSpPr>
          <p:spPr>
            <a:xfrm>
              <a:off x="4825375" y="1804950"/>
              <a:ext cx="96675" cy="96675"/>
            </a:xfrm>
            <a:custGeom>
              <a:rect b="b" l="l" r="r" t="t"/>
              <a:pathLst>
                <a:path extrusionOk="0" h="3867" w="3867">
                  <a:moveTo>
                    <a:pt x="0" y="1"/>
                  </a:moveTo>
                  <a:lnTo>
                    <a:pt x="0" y="3867"/>
                  </a:lnTo>
                  <a:lnTo>
                    <a:pt x="3866" y="3867"/>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7" name="Google Shape;3327;p1"/>
            <p:cNvSpPr/>
            <p:nvPr/>
          </p:nvSpPr>
          <p:spPr>
            <a:xfrm>
              <a:off x="4825375" y="1924000"/>
              <a:ext cx="96675" cy="97700"/>
            </a:xfrm>
            <a:custGeom>
              <a:rect b="b" l="l" r="r" t="t"/>
              <a:pathLst>
                <a:path extrusionOk="0" h="3908" w="3867">
                  <a:moveTo>
                    <a:pt x="0" y="0"/>
                  </a:moveTo>
                  <a:lnTo>
                    <a:pt x="0" y="3907"/>
                  </a:lnTo>
                  <a:lnTo>
                    <a:pt x="3866" y="3907"/>
                  </a:lnTo>
                  <a:lnTo>
                    <a:pt x="3866"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8" name="Google Shape;3328;p1"/>
            <p:cNvSpPr/>
            <p:nvPr/>
          </p:nvSpPr>
          <p:spPr>
            <a:xfrm>
              <a:off x="3644125" y="1479375"/>
              <a:ext cx="96700" cy="97700"/>
            </a:xfrm>
            <a:custGeom>
              <a:rect b="b" l="l" r="r" t="t"/>
              <a:pathLst>
                <a:path extrusionOk="0" h="3908" w="3868">
                  <a:moveTo>
                    <a:pt x="1" y="1"/>
                  </a:moveTo>
                  <a:lnTo>
                    <a:pt x="1" y="3908"/>
                  </a:lnTo>
                  <a:lnTo>
                    <a:pt x="3867" y="3908"/>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9" name="Google Shape;3329;p1"/>
            <p:cNvSpPr/>
            <p:nvPr/>
          </p:nvSpPr>
          <p:spPr>
            <a:xfrm>
              <a:off x="3644125" y="1599425"/>
              <a:ext cx="96700" cy="96700"/>
            </a:xfrm>
            <a:custGeom>
              <a:rect b="b" l="l" r="r" t="t"/>
              <a:pathLst>
                <a:path extrusionOk="0" h="3868" w="3868">
                  <a:moveTo>
                    <a:pt x="1" y="1"/>
                  </a:moveTo>
                  <a:lnTo>
                    <a:pt x="1" y="3867"/>
                  </a:lnTo>
                  <a:lnTo>
                    <a:pt x="3867" y="3867"/>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0" name="Google Shape;3330;p1"/>
            <p:cNvSpPr/>
            <p:nvPr/>
          </p:nvSpPr>
          <p:spPr>
            <a:xfrm>
              <a:off x="3644125" y="1804950"/>
              <a:ext cx="96700" cy="96675"/>
            </a:xfrm>
            <a:custGeom>
              <a:rect b="b" l="l" r="r" t="t"/>
              <a:pathLst>
                <a:path extrusionOk="0" h="3867" w="3868">
                  <a:moveTo>
                    <a:pt x="1" y="1"/>
                  </a:moveTo>
                  <a:lnTo>
                    <a:pt x="1" y="3867"/>
                  </a:lnTo>
                  <a:lnTo>
                    <a:pt x="3867" y="3867"/>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1" name="Google Shape;3331;p1"/>
            <p:cNvSpPr/>
            <p:nvPr/>
          </p:nvSpPr>
          <p:spPr>
            <a:xfrm>
              <a:off x="3644125" y="1924000"/>
              <a:ext cx="96700" cy="97700"/>
            </a:xfrm>
            <a:custGeom>
              <a:rect b="b" l="l" r="r" t="t"/>
              <a:pathLst>
                <a:path extrusionOk="0" h="3908" w="3868">
                  <a:moveTo>
                    <a:pt x="1" y="0"/>
                  </a:moveTo>
                  <a:lnTo>
                    <a:pt x="1" y="3907"/>
                  </a:lnTo>
                  <a:lnTo>
                    <a:pt x="3867" y="3907"/>
                  </a:lnTo>
                  <a:lnTo>
                    <a:pt x="3867"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2" name="Google Shape;3332;p1"/>
            <p:cNvSpPr/>
            <p:nvPr/>
          </p:nvSpPr>
          <p:spPr>
            <a:xfrm>
              <a:off x="4389900" y="1053075"/>
              <a:ext cx="534175" cy="335775"/>
            </a:xfrm>
            <a:custGeom>
              <a:rect b="b" l="l" r="r" t="t"/>
              <a:pathLst>
                <a:path extrusionOk="0" h="13431" w="21367">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3" name="Google Shape;3333;p1"/>
            <p:cNvSpPr/>
            <p:nvPr/>
          </p:nvSpPr>
          <p:spPr>
            <a:xfrm>
              <a:off x="2792550" y="4478775"/>
              <a:ext cx="657275" cy="73275"/>
            </a:xfrm>
            <a:custGeom>
              <a:rect b="b" l="l" r="r" t="t"/>
              <a:pathLst>
                <a:path extrusionOk="0" h="2931" w="2629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4" name="Google Shape;3334;p1"/>
            <p:cNvSpPr/>
            <p:nvPr/>
          </p:nvSpPr>
          <p:spPr>
            <a:xfrm>
              <a:off x="2787450" y="4470625"/>
              <a:ext cx="667475" cy="89550"/>
            </a:xfrm>
            <a:custGeom>
              <a:rect b="b" l="l" r="r" t="t"/>
              <a:pathLst>
                <a:path extrusionOk="0" h="3582" w="26699">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5" name="Google Shape;3335;p1"/>
            <p:cNvSpPr/>
            <p:nvPr/>
          </p:nvSpPr>
          <p:spPr>
            <a:xfrm>
              <a:off x="3097775" y="4128775"/>
              <a:ext cx="102775" cy="392750"/>
            </a:xfrm>
            <a:custGeom>
              <a:rect b="b" l="l" r="r" t="t"/>
              <a:pathLst>
                <a:path extrusionOk="0" h="15710" w="4111">
                  <a:moveTo>
                    <a:pt x="1" y="0"/>
                  </a:moveTo>
                  <a:lnTo>
                    <a:pt x="1" y="15709"/>
                  </a:lnTo>
                  <a:lnTo>
                    <a:pt x="4111" y="15709"/>
                  </a:lnTo>
                  <a:lnTo>
                    <a:pt x="411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6" name="Google Shape;3336;p1"/>
            <p:cNvSpPr/>
            <p:nvPr/>
          </p:nvSpPr>
          <p:spPr>
            <a:xfrm>
              <a:off x="3089625" y="4119600"/>
              <a:ext cx="120100" cy="410050"/>
            </a:xfrm>
            <a:custGeom>
              <a:rect b="b" l="l" r="r" t="t"/>
              <a:pathLst>
                <a:path extrusionOk="0" h="16402" w="4804">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7" name="Google Shape;3337;p1"/>
            <p:cNvSpPr/>
            <p:nvPr/>
          </p:nvSpPr>
          <p:spPr>
            <a:xfrm>
              <a:off x="3081500" y="4128775"/>
              <a:ext cx="135350" cy="284900"/>
            </a:xfrm>
            <a:custGeom>
              <a:rect b="b" l="l" r="r" t="t"/>
              <a:pathLst>
                <a:path extrusionOk="0" h="11396" w="5414">
                  <a:moveTo>
                    <a:pt x="0" y="0"/>
                  </a:moveTo>
                  <a:lnTo>
                    <a:pt x="0" y="11395"/>
                  </a:lnTo>
                  <a:lnTo>
                    <a:pt x="5413" y="11395"/>
                  </a:lnTo>
                  <a:lnTo>
                    <a:pt x="541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8" name="Google Shape;3338;p1"/>
            <p:cNvSpPr/>
            <p:nvPr/>
          </p:nvSpPr>
          <p:spPr>
            <a:xfrm>
              <a:off x="3073350" y="4119600"/>
              <a:ext cx="152650" cy="302200"/>
            </a:xfrm>
            <a:custGeom>
              <a:rect b="b" l="l" r="r" t="t"/>
              <a:pathLst>
                <a:path extrusionOk="0" h="12088" w="6106">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9" name="Google Shape;3339;p1"/>
            <p:cNvSpPr/>
            <p:nvPr/>
          </p:nvSpPr>
          <p:spPr>
            <a:xfrm>
              <a:off x="2320450" y="2821375"/>
              <a:ext cx="1707275" cy="1335900"/>
            </a:xfrm>
            <a:custGeom>
              <a:rect b="b" l="l" r="r" t="t"/>
              <a:pathLst>
                <a:path extrusionOk="0" h="53436" w="68291">
                  <a:moveTo>
                    <a:pt x="1" y="0"/>
                  </a:moveTo>
                  <a:lnTo>
                    <a:pt x="1" y="53436"/>
                  </a:lnTo>
                  <a:lnTo>
                    <a:pt x="68291" y="53436"/>
                  </a:lnTo>
                  <a:lnTo>
                    <a:pt x="6829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0" name="Google Shape;3340;p1"/>
            <p:cNvSpPr/>
            <p:nvPr/>
          </p:nvSpPr>
          <p:spPr>
            <a:xfrm>
              <a:off x="2311300" y="2813225"/>
              <a:ext cx="1724575" cy="1352200"/>
            </a:xfrm>
            <a:custGeom>
              <a:rect b="b" l="l" r="r" t="t"/>
              <a:pathLst>
                <a:path extrusionOk="0" h="54088" w="68983">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1" name="Google Shape;3341;p1"/>
            <p:cNvSpPr/>
            <p:nvPr/>
          </p:nvSpPr>
          <p:spPr>
            <a:xfrm>
              <a:off x="2411025" y="2892600"/>
              <a:ext cx="1525125" cy="1193450"/>
            </a:xfrm>
            <a:custGeom>
              <a:rect b="b" l="l" r="r" t="t"/>
              <a:pathLst>
                <a:path extrusionOk="0" h="47738" w="61005">
                  <a:moveTo>
                    <a:pt x="0" y="0"/>
                  </a:moveTo>
                  <a:lnTo>
                    <a:pt x="0" y="47738"/>
                  </a:lnTo>
                  <a:lnTo>
                    <a:pt x="61005" y="47738"/>
                  </a:lnTo>
                  <a:lnTo>
                    <a:pt x="610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2" name="Google Shape;3342;p1"/>
            <p:cNvSpPr/>
            <p:nvPr/>
          </p:nvSpPr>
          <p:spPr>
            <a:xfrm>
              <a:off x="2402875" y="2884450"/>
              <a:ext cx="1541425" cy="1209750"/>
            </a:xfrm>
            <a:custGeom>
              <a:rect b="b" l="l" r="r" t="t"/>
              <a:pathLst>
                <a:path extrusionOk="0" h="48390" w="61657">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3" name="Google Shape;3343;p1"/>
            <p:cNvSpPr/>
            <p:nvPr/>
          </p:nvSpPr>
          <p:spPr>
            <a:xfrm>
              <a:off x="2700975" y="2953625"/>
              <a:ext cx="534175" cy="335775"/>
            </a:xfrm>
            <a:custGeom>
              <a:rect b="b" l="l" r="r" t="t"/>
              <a:pathLst>
                <a:path extrusionOk="0" h="13431" w="21367">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4" name="Google Shape;3344;p1"/>
            <p:cNvSpPr/>
            <p:nvPr/>
          </p:nvSpPr>
          <p:spPr>
            <a:xfrm>
              <a:off x="2700975" y="3313800"/>
              <a:ext cx="534175" cy="334775"/>
            </a:xfrm>
            <a:custGeom>
              <a:rect b="b" l="l" r="r" t="t"/>
              <a:pathLst>
                <a:path extrusionOk="0" h="13391" w="21367">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5" name="Google Shape;3345;p1"/>
            <p:cNvSpPr/>
            <p:nvPr/>
          </p:nvSpPr>
          <p:spPr>
            <a:xfrm>
              <a:off x="2700975" y="3681100"/>
              <a:ext cx="534175" cy="335775"/>
            </a:xfrm>
            <a:custGeom>
              <a:rect b="b" l="l" r="r" t="t"/>
              <a:pathLst>
                <a:path extrusionOk="0" h="13431" w="21367">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6" name="Google Shape;3346;p1"/>
            <p:cNvSpPr/>
            <p:nvPr/>
          </p:nvSpPr>
          <p:spPr>
            <a:xfrm>
              <a:off x="2692850" y="3672950"/>
              <a:ext cx="551450" cy="352075"/>
            </a:xfrm>
            <a:custGeom>
              <a:rect b="b" l="l" r="r" t="t"/>
              <a:pathLst>
                <a:path extrusionOk="0" h="14083" w="22058">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7" name="Google Shape;3347;p1"/>
            <p:cNvSpPr/>
            <p:nvPr/>
          </p:nvSpPr>
          <p:spPr>
            <a:xfrm>
              <a:off x="3304325" y="2953625"/>
              <a:ext cx="534175" cy="335775"/>
            </a:xfrm>
            <a:custGeom>
              <a:rect b="b" l="l" r="r" t="t"/>
              <a:pathLst>
                <a:path extrusionOk="0" h="13431" w="21367">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8" name="Google Shape;3348;p1"/>
            <p:cNvSpPr/>
            <p:nvPr/>
          </p:nvSpPr>
          <p:spPr>
            <a:xfrm>
              <a:off x="3304325" y="3321950"/>
              <a:ext cx="534175" cy="335775"/>
            </a:xfrm>
            <a:custGeom>
              <a:rect b="b" l="l" r="r" t="t"/>
              <a:pathLst>
                <a:path extrusionOk="0" h="13431" w="21367">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9" name="Google Shape;3349;p1"/>
            <p:cNvSpPr/>
            <p:nvPr/>
          </p:nvSpPr>
          <p:spPr>
            <a:xfrm>
              <a:off x="3173075" y="2324875"/>
              <a:ext cx="135325" cy="249275"/>
            </a:xfrm>
            <a:custGeom>
              <a:rect b="b" l="l" r="r" t="t"/>
              <a:pathLst>
                <a:path extrusionOk="0" h="9971" w="5413">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0" name="Google Shape;3350;p1"/>
            <p:cNvSpPr/>
            <p:nvPr/>
          </p:nvSpPr>
          <p:spPr>
            <a:xfrm>
              <a:off x="2390675" y="1910275"/>
              <a:ext cx="866850" cy="1118675"/>
            </a:xfrm>
            <a:custGeom>
              <a:rect b="b" l="l" r="r" t="t"/>
              <a:pathLst>
                <a:path extrusionOk="0" h="44747" w="34674">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1" name="Google Shape;3351;p1"/>
            <p:cNvSpPr/>
            <p:nvPr/>
          </p:nvSpPr>
          <p:spPr>
            <a:xfrm>
              <a:off x="2431350" y="1943325"/>
              <a:ext cx="633900" cy="998125"/>
            </a:xfrm>
            <a:custGeom>
              <a:rect b="b" l="l" r="r" t="t"/>
              <a:pathLst>
                <a:path extrusionOk="0" h="39925" w="25356">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2" name="Google Shape;3352;p1"/>
            <p:cNvSpPr/>
            <p:nvPr/>
          </p:nvSpPr>
          <p:spPr>
            <a:xfrm>
              <a:off x="2939050" y="2055250"/>
              <a:ext cx="304250" cy="177050"/>
            </a:xfrm>
            <a:custGeom>
              <a:rect b="b" l="l" r="r" t="t"/>
              <a:pathLst>
                <a:path extrusionOk="0" h="7082" w="1217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3" name="Google Shape;3353;p1"/>
            <p:cNvSpPr/>
            <p:nvPr/>
          </p:nvSpPr>
          <p:spPr>
            <a:xfrm>
              <a:off x="2382525" y="1901600"/>
              <a:ext cx="878075" cy="1136150"/>
            </a:xfrm>
            <a:custGeom>
              <a:rect b="b" l="l" r="r" t="t"/>
              <a:pathLst>
                <a:path extrusionOk="0" h="45446" w="35123">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4" name="Google Shape;3354;p1"/>
            <p:cNvSpPr/>
            <p:nvPr/>
          </p:nvSpPr>
          <p:spPr>
            <a:xfrm>
              <a:off x="2417125" y="1742250"/>
              <a:ext cx="1039825" cy="903125"/>
            </a:xfrm>
            <a:custGeom>
              <a:rect b="b" l="l" r="r" t="t"/>
              <a:pathLst>
                <a:path extrusionOk="0" h="36125" w="41593">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5" name="Google Shape;3355;p1"/>
            <p:cNvSpPr/>
            <p:nvPr/>
          </p:nvSpPr>
          <p:spPr>
            <a:xfrm>
              <a:off x="2435425" y="1733725"/>
              <a:ext cx="997100" cy="919800"/>
            </a:xfrm>
            <a:custGeom>
              <a:rect b="b" l="l" r="r" t="t"/>
              <a:pathLst>
                <a:path extrusionOk="0" h="36792" w="39884">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6" name="Google Shape;3356;p1"/>
            <p:cNvSpPr/>
            <p:nvPr/>
          </p:nvSpPr>
          <p:spPr>
            <a:xfrm>
              <a:off x="2586000" y="2406000"/>
              <a:ext cx="59050" cy="52500"/>
            </a:xfrm>
            <a:custGeom>
              <a:rect b="b" l="l" r="r" t="t"/>
              <a:pathLst>
                <a:path extrusionOk="0" h="2100" w="2362">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7" name="Google Shape;3357;p1"/>
            <p:cNvSpPr/>
            <p:nvPr/>
          </p:nvSpPr>
          <p:spPr>
            <a:xfrm>
              <a:off x="2671475" y="1981950"/>
              <a:ext cx="727475" cy="348225"/>
            </a:xfrm>
            <a:custGeom>
              <a:rect b="b" l="l" r="r" t="t"/>
              <a:pathLst>
                <a:path extrusionOk="0" h="13929" w="2909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8" name="Google Shape;3358;p1"/>
            <p:cNvSpPr/>
            <p:nvPr/>
          </p:nvSpPr>
          <p:spPr>
            <a:xfrm>
              <a:off x="2657225" y="2145625"/>
              <a:ext cx="358175" cy="400300"/>
            </a:xfrm>
            <a:custGeom>
              <a:rect b="b" l="l" r="r" t="t"/>
              <a:pathLst>
                <a:path extrusionOk="0" h="16012" w="14327">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9" name="Google Shape;3359;p1"/>
            <p:cNvSpPr/>
            <p:nvPr/>
          </p:nvSpPr>
          <p:spPr>
            <a:xfrm>
              <a:off x="2814925" y="2364375"/>
              <a:ext cx="487375" cy="66325"/>
            </a:xfrm>
            <a:custGeom>
              <a:rect b="b" l="l" r="r" t="t"/>
              <a:pathLst>
                <a:path extrusionOk="0" h="2653" w="19495">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0" name="Google Shape;3360;p1"/>
            <p:cNvSpPr/>
            <p:nvPr/>
          </p:nvSpPr>
          <p:spPr>
            <a:xfrm>
              <a:off x="2735575" y="2281825"/>
              <a:ext cx="160775" cy="314125"/>
            </a:xfrm>
            <a:custGeom>
              <a:rect b="b" l="l" r="r" t="t"/>
              <a:pathLst>
                <a:path extrusionOk="0" h="12565" w="6431">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1" name="Google Shape;3361;p1"/>
            <p:cNvSpPr/>
            <p:nvPr/>
          </p:nvSpPr>
          <p:spPr>
            <a:xfrm>
              <a:off x="2734550" y="2272975"/>
              <a:ext cx="163825" cy="331700"/>
            </a:xfrm>
            <a:custGeom>
              <a:rect b="b" l="l" r="r" t="t"/>
              <a:pathLst>
                <a:path extrusionOk="0" h="13268" w="6553">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2" name="Google Shape;3362;p1"/>
            <p:cNvSpPr/>
            <p:nvPr/>
          </p:nvSpPr>
          <p:spPr>
            <a:xfrm>
              <a:off x="1585875" y="4992575"/>
              <a:ext cx="2500875" cy="466000"/>
            </a:xfrm>
            <a:custGeom>
              <a:rect b="b" l="l" r="r" t="t"/>
              <a:pathLst>
                <a:path extrusionOk="0" h="18640" w="100035">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3" name="Google Shape;3363;p1"/>
            <p:cNvSpPr/>
            <p:nvPr/>
          </p:nvSpPr>
          <p:spPr>
            <a:xfrm>
              <a:off x="1577750" y="4984425"/>
              <a:ext cx="2518150" cy="483300"/>
            </a:xfrm>
            <a:custGeom>
              <a:rect b="b" l="l" r="r" t="t"/>
              <a:pathLst>
                <a:path extrusionOk="0" h="19332" w="100726">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4" name="Google Shape;3364;p1"/>
            <p:cNvSpPr/>
            <p:nvPr/>
          </p:nvSpPr>
          <p:spPr>
            <a:xfrm>
              <a:off x="1598100" y="2881400"/>
              <a:ext cx="1406100" cy="2341600"/>
            </a:xfrm>
            <a:custGeom>
              <a:rect b="b" l="l" r="r" t="t"/>
              <a:pathLst>
                <a:path extrusionOk="0" h="93664" w="5624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5" name="Google Shape;3365;p1"/>
            <p:cNvSpPr/>
            <p:nvPr/>
          </p:nvSpPr>
          <p:spPr>
            <a:xfrm>
              <a:off x="1631675" y="2921075"/>
              <a:ext cx="1264675" cy="2293325"/>
            </a:xfrm>
            <a:custGeom>
              <a:rect b="b" l="l" r="r" t="t"/>
              <a:pathLst>
                <a:path extrusionOk="0" h="91733" w="50587">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6" name="Google Shape;3366;p1"/>
            <p:cNvSpPr/>
            <p:nvPr/>
          </p:nvSpPr>
          <p:spPr>
            <a:xfrm>
              <a:off x="2061025" y="3553925"/>
              <a:ext cx="189250" cy="494225"/>
            </a:xfrm>
            <a:custGeom>
              <a:rect b="b" l="l" r="r" t="t"/>
              <a:pathLst>
                <a:path extrusionOk="0" h="19769" w="757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7" name="Google Shape;3367;p1"/>
            <p:cNvSpPr/>
            <p:nvPr/>
          </p:nvSpPr>
          <p:spPr>
            <a:xfrm>
              <a:off x="2482225" y="4041475"/>
              <a:ext cx="199450" cy="202600"/>
            </a:xfrm>
            <a:custGeom>
              <a:rect b="b" l="l" r="r" t="t"/>
              <a:pathLst>
                <a:path extrusionOk="0" h="8104" w="7978">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8" name="Google Shape;3368;p1"/>
            <p:cNvSpPr/>
            <p:nvPr/>
          </p:nvSpPr>
          <p:spPr>
            <a:xfrm>
              <a:off x="2361150" y="4252250"/>
              <a:ext cx="335775" cy="50525"/>
            </a:xfrm>
            <a:custGeom>
              <a:rect b="b" l="l" r="r" t="t"/>
              <a:pathLst>
                <a:path extrusionOk="0" h="2021" w="1343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9" name="Google Shape;3369;p1"/>
            <p:cNvSpPr/>
            <p:nvPr/>
          </p:nvSpPr>
          <p:spPr>
            <a:xfrm>
              <a:off x="2311300" y="4874800"/>
              <a:ext cx="481275" cy="353625"/>
            </a:xfrm>
            <a:custGeom>
              <a:rect b="b" l="l" r="r" t="t"/>
              <a:pathLst>
                <a:path extrusionOk="0" h="14145" w="19251">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0" name="Google Shape;3370;p1"/>
            <p:cNvSpPr/>
            <p:nvPr/>
          </p:nvSpPr>
          <p:spPr>
            <a:xfrm>
              <a:off x="1614375" y="2872825"/>
              <a:ext cx="1385750" cy="2358850"/>
            </a:xfrm>
            <a:custGeom>
              <a:rect b="b" l="l" r="r" t="t"/>
              <a:pathLst>
                <a:path extrusionOk="0" h="94354" w="5543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1" name="Google Shape;3371;p1"/>
            <p:cNvSpPr/>
            <p:nvPr/>
          </p:nvSpPr>
          <p:spPr>
            <a:xfrm>
              <a:off x="2237025" y="2767550"/>
              <a:ext cx="724450" cy="471000"/>
            </a:xfrm>
            <a:custGeom>
              <a:rect b="b" l="l" r="r" t="t"/>
              <a:pathLst>
                <a:path extrusionOk="0" h="18840" w="28978">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2" name="Google Shape;3372;p1"/>
            <p:cNvSpPr/>
            <p:nvPr/>
          </p:nvSpPr>
          <p:spPr>
            <a:xfrm>
              <a:off x="2237025" y="2767450"/>
              <a:ext cx="532150" cy="315425"/>
            </a:xfrm>
            <a:custGeom>
              <a:rect b="b" l="l" r="r" t="t"/>
              <a:pathLst>
                <a:path extrusionOk="0" h="12617" w="21286">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3" name="Google Shape;3373;p1"/>
            <p:cNvSpPr/>
            <p:nvPr/>
          </p:nvSpPr>
          <p:spPr>
            <a:xfrm>
              <a:off x="2227875" y="2759300"/>
              <a:ext cx="742750" cy="488050"/>
            </a:xfrm>
            <a:custGeom>
              <a:rect b="b" l="l" r="r" t="t"/>
              <a:pathLst>
                <a:path extrusionOk="0" h="19522" w="2971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4" name="Google Shape;3374;p1"/>
            <p:cNvSpPr/>
            <p:nvPr/>
          </p:nvSpPr>
          <p:spPr>
            <a:xfrm>
              <a:off x="3860850" y="4333950"/>
              <a:ext cx="672550" cy="470425"/>
            </a:xfrm>
            <a:custGeom>
              <a:rect b="b" l="l" r="r" t="t"/>
              <a:pathLst>
                <a:path extrusionOk="0" h="18817" w="26902">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5" name="Google Shape;3375;p1"/>
            <p:cNvSpPr/>
            <p:nvPr/>
          </p:nvSpPr>
          <p:spPr>
            <a:xfrm>
              <a:off x="3852700" y="4326150"/>
              <a:ext cx="674575" cy="486350"/>
            </a:xfrm>
            <a:custGeom>
              <a:rect b="b" l="l" r="r" t="t"/>
              <a:pathLst>
                <a:path extrusionOk="0" h="19454" w="26983">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6" name="Google Shape;3376;p1"/>
            <p:cNvSpPr/>
            <p:nvPr/>
          </p:nvSpPr>
          <p:spPr>
            <a:xfrm>
              <a:off x="4208800" y="4389225"/>
              <a:ext cx="212675" cy="101775"/>
            </a:xfrm>
            <a:custGeom>
              <a:rect b="b" l="l" r="r" t="t"/>
              <a:pathLst>
                <a:path extrusionOk="0" h="4071" w="8507">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7" name="Google Shape;3377;p1"/>
            <p:cNvSpPr/>
            <p:nvPr/>
          </p:nvSpPr>
          <p:spPr>
            <a:xfrm>
              <a:off x="4107075" y="4395325"/>
              <a:ext cx="78350" cy="56000"/>
            </a:xfrm>
            <a:custGeom>
              <a:rect b="b" l="l" r="r" t="t"/>
              <a:pathLst>
                <a:path extrusionOk="0" h="2240" w="3134">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8" name="Google Shape;3378;p1"/>
            <p:cNvSpPr/>
            <p:nvPr/>
          </p:nvSpPr>
          <p:spPr>
            <a:xfrm>
              <a:off x="3132375" y="4321475"/>
              <a:ext cx="590625" cy="357750"/>
            </a:xfrm>
            <a:custGeom>
              <a:rect b="b" l="l" r="r" t="t"/>
              <a:pathLst>
                <a:path extrusionOk="0" h="14310" w="23625">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9" name="Google Shape;3379;p1"/>
            <p:cNvSpPr/>
            <p:nvPr/>
          </p:nvSpPr>
          <p:spPr>
            <a:xfrm>
              <a:off x="3136450" y="4312925"/>
              <a:ext cx="579950" cy="374425"/>
            </a:xfrm>
            <a:custGeom>
              <a:rect b="b" l="l" r="r" t="t"/>
              <a:pathLst>
                <a:path extrusionOk="0" h="14977" w="23198">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0" name="Google Shape;3380;p1"/>
            <p:cNvSpPr/>
            <p:nvPr/>
          </p:nvSpPr>
          <p:spPr>
            <a:xfrm>
              <a:off x="3444725" y="4365825"/>
              <a:ext cx="110925" cy="69225"/>
            </a:xfrm>
            <a:custGeom>
              <a:rect b="b" l="l" r="r" t="t"/>
              <a:pathLst>
                <a:path extrusionOk="0" h="2769" w="4437">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1" name="Google Shape;3381;p1"/>
            <p:cNvSpPr/>
            <p:nvPr/>
          </p:nvSpPr>
          <p:spPr>
            <a:xfrm>
              <a:off x="3362300" y="4339625"/>
              <a:ext cx="85500" cy="62600"/>
            </a:xfrm>
            <a:custGeom>
              <a:rect b="b" l="l" r="r" t="t"/>
              <a:pathLst>
                <a:path extrusionOk="0" h="2504" w="342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2" name="Google Shape;3382;p1"/>
            <p:cNvSpPr/>
            <p:nvPr/>
          </p:nvSpPr>
          <p:spPr>
            <a:xfrm>
              <a:off x="2535150" y="3264975"/>
              <a:ext cx="1519025" cy="2054400"/>
            </a:xfrm>
            <a:custGeom>
              <a:rect b="b" l="l" r="r" t="t"/>
              <a:pathLst>
                <a:path extrusionOk="0" h="82176" w="60761">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3" name="Google Shape;3383;p1"/>
            <p:cNvSpPr/>
            <p:nvPr/>
          </p:nvSpPr>
          <p:spPr>
            <a:xfrm>
              <a:off x="2553450" y="3316850"/>
              <a:ext cx="1490550" cy="2002325"/>
            </a:xfrm>
            <a:custGeom>
              <a:rect b="b" l="l" r="r" t="t"/>
              <a:pathLst>
                <a:path extrusionOk="0" h="80093" w="59622">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4" name="Google Shape;3384;p1"/>
            <p:cNvSpPr/>
            <p:nvPr/>
          </p:nvSpPr>
          <p:spPr>
            <a:xfrm>
              <a:off x="2545325" y="3256325"/>
              <a:ext cx="1502750" cy="2072025"/>
            </a:xfrm>
            <a:custGeom>
              <a:rect b="b" l="l" r="r" t="t"/>
              <a:pathLst>
                <a:path extrusionOk="0" h="82881" w="6011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5" name="Google Shape;3385;p1"/>
            <p:cNvSpPr/>
            <p:nvPr/>
          </p:nvSpPr>
          <p:spPr>
            <a:xfrm>
              <a:off x="3802850" y="4638300"/>
              <a:ext cx="175025" cy="233225"/>
            </a:xfrm>
            <a:custGeom>
              <a:rect b="b" l="l" r="r" t="t"/>
              <a:pathLst>
                <a:path extrusionOk="0" h="9329" w="7001">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6" name="Google Shape;3386;p1"/>
            <p:cNvSpPr/>
            <p:nvPr/>
          </p:nvSpPr>
          <p:spPr>
            <a:xfrm>
              <a:off x="975425" y="2808800"/>
              <a:ext cx="1312500" cy="2649775"/>
            </a:xfrm>
            <a:custGeom>
              <a:rect b="b" l="l" r="r" t="t"/>
              <a:pathLst>
                <a:path extrusionOk="0" h="105991" w="5250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7" name="Google Shape;3387;p1"/>
            <p:cNvSpPr/>
            <p:nvPr/>
          </p:nvSpPr>
          <p:spPr>
            <a:xfrm>
              <a:off x="966275" y="2801025"/>
              <a:ext cx="1330800" cy="2666700"/>
            </a:xfrm>
            <a:custGeom>
              <a:rect b="b" l="l" r="r" t="t"/>
              <a:pathLst>
                <a:path extrusionOk="0" h="106668" w="53232">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8" name="Google Shape;3388;p1"/>
            <p:cNvSpPr/>
            <p:nvPr/>
          </p:nvSpPr>
          <p:spPr>
            <a:xfrm>
              <a:off x="474850" y="2774800"/>
              <a:ext cx="1737800" cy="2683775"/>
            </a:xfrm>
            <a:custGeom>
              <a:rect b="b" l="l" r="r" t="t"/>
              <a:pathLst>
                <a:path extrusionOk="0" h="107351" w="69512">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9" name="Google Shape;3389;p1"/>
            <p:cNvSpPr/>
            <p:nvPr/>
          </p:nvSpPr>
          <p:spPr>
            <a:xfrm>
              <a:off x="469775" y="2766425"/>
              <a:ext cx="1751000" cy="2701300"/>
            </a:xfrm>
            <a:custGeom>
              <a:rect b="b" l="l" r="r" t="t"/>
              <a:pathLst>
                <a:path extrusionOk="0" h="108052" w="7004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0" name="Google Shape;3390;p1"/>
            <p:cNvSpPr/>
            <p:nvPr/>
          </p:nvSpPr>
          <p:spPr>
            <a:xfrm>
              <a:off x="1026300" y="5458550"/>
              <a:ext cx="6114750" cy="25"/>
            </a:xfrm>
            <a:custGeom>
              <a:rect b="b" l="l" r="r" t="t"/>
              <a:pathLst>
                <a:path extrusionOk="0" h="1" w="244590">
                  <a:moveTo>
                    <a:pt x="0" y="0"/>
                  </a:moveTo>
                  <a:lnTo>
                    <a:pt x="244590" y="0"/>
                  </a:lnTo>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1" name="Google Shape;3391;p1"/>
            <p:cNvSpPr/>
            <p:nvPr/>
          </p:nvSpPr>
          <p:spPr>
            <a:xfrm>
              <a:off x="1017150" y="5450400"/>
              <a:ext cx="6132050" cy="17325"/>
            </a:xfrm>
            <a:custGeom>
              <a:rect b="b" l="l" r="r" t="t"/>
              <a:pathLst>
                <a:path extrusionOk="0" h="693" w="245282">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92" name="Google Shape;3392;p1"/>
          <p:cNvSpPr txBox="1"/>
          <p:nvPr>
            <p:ph type="ctrTitle"/>
          </p:nvPr>
        </p:nvSpPr>
        <p:spPr>
          <a:xfrm>
            <a:off x="5166510" y="2002536"/>
            <a:ext cx="3346446" cy="17922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SzPts val="5200"/>
              <a:buNone/>
            </a:pPr>
            <a:r>
              <a:rPr lang="en" sz="5000"/>
              <a:t>Movie Data Visualization</a:t>
            </a:r>
            <a:r>
              <a:rPr lang="en" sz="5000">
                <a:solidFill>
                  <a:schemeClr val="dk2"/>
                </a:solidFill>
              </a:rPr>
              <a:t> Platform</a:t>
            </a:r>
            <a:endParaRPr sz="5000">
              <a:solidFill>
                <a:schemeClr val="dk2"/>
              </a:solidFill>
            </a:endParaRPr>
          </a:p>
        </p:txBody>
      </p:sp>
      <p:sp>
        <p:nvSpPr>
          <p:cNvPr id="3393" name="Google Shape;3393;p1"/>
          <p:cNvSpPr txBox="1"/>
          <p:nvPr>
            <p:ph idx="1" type="subTitle"/>
          </p:nvPr>
        </p:nvSpPr>
        <p:spPr>
          <a:xfrm>
            <a:off x="5248656" y="3721608"/>
            <a:ext cx="3264300" cy="8961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dk1"/>
              </a:buClr>
              <a:buSzPts val="1100"/>
              <a:buFont typeface="Arial"/>
              <a:buNone/>
            </a:pPr>
            <a:r>
              <a:rPr b="1" lang="en" sz="2300"/>
              <a:t>MDVP</a:t>
            </a:r>
            <a:r>
              <a:rPr lang="en" sz="2300">
                <a:solidFill>
                  <a:schemeClr val="accent1"/>
                </a:solidFill>
              </a:rPr>
              <a:t> </a:t>
            </a:r>
            <a:r>
              <a:rPr lang="en" sz="2300"/>
              <a:t>Project</a:t>
            </a:r>
            <a:endParaRPr sz="2300">
              <a:solidFill>
                <a:schemeClr val="accent1"/>
              </a:solidFill>
            </a:endParaRPr>
          </a:p>
          <a:p>
            <a:pPr indent="0" lvl="0" marL="0" rtl="0" algn="r">
              <a:lnSpc>
                <a:spcPct val="100000"/>
              </a:lnSpc>
              <a:spcBef>
                <a:spcPts val="0"/>
              </a:spcBef>
              <a:spcAft>
                <a:spcPts val="0"/>
              </a:spcAft>
              <a:buClr>
                <a:schemeClr val="dk1"/>
              </a:buClr>
              <a:buSzPts val="1100"/>
              <a:buFont typeface="Arial"/>
              <a:buNone/>
            </a:pPr>
            <a:r>
              <a:rPr lang="en" sz="2300"/>
              <a:t>Team 3 - </a:t>
            </a:r>
            <a:r>
              <a:rPr b="1" lang="en" sz="2300">
                <a:solidFill>
                  <a:schemeClr val="dk1"/>
                </a:solidFill>
              </a:rPr>
              <a:t>Movie Masters</a:t>
            </a:r>
            <a:endParaRPr b="1" sz="2300">
              <a:solidFill>
                <a:schemeClr val="dk1"/>
              </a:solidFill>
            </a:endParaRPr>
          </a:p>
          <a:p>
            <a:pPr indent="0" lvl="0" marL="0" rtl="0" algn="r">
              <a:lnSpc>
                <a:spcPct val="100000"/>
              </a:lnSpc>
              <a:spcBef>
                <a:spcPts val="0"/>
              </a:spcBef>
              <a:spcAft>
                <a:spcPts val="0"/>
              </a:spcAft>
              <a:buClr>
                <a:schemeClr val="dk1"/>
              </a:buClr>
              <a:buSzPts val="1100"/>
              <a:buFont typeface="Arial"/>
              <a:buNone/>
            </a:pPr>
            <a:r>
              <a:t/>
            </a:r>
            <a:endParaRPr sz="2300">
              <a:solidFill>
                <a:schemeClr val="accent1"/>
              </a:solidFill>
            </a:endParaRPr>
          </a:p>
          <a:p>
            <a:pPr indent="0" lvl="0" marL="0" rtl="0" algn="r">
              <a:lnSpc>
                <a:spcPct val="100000"/>
              </a:lnSpc>
              <a:spcBef>
                <a:spcPts val="0"/>
              </a:spcBef>
              <a:spcAft>
                <a:spcPts val="0"/>
              </a:spcAft>
              <a:buSzPts val="2800"/>
              <a:buNone/>
            </a:pPr>
            <a:r>
              <a:t/>
            </a:r>
            <a:endParaRPr sz="2300">
              <a:solidFill>
                <a:schemeClr val="accent1"/>
              </a:solidFill>
            </a:endParaRPr>
          </a:p>
        </p:txBody>
      </p:sp>
      <p:pic>
        <p:nvPicPr>
          <p:cNvPr id="3394" name="Google Shape;3394;p1"/>
          <p:cNvPicPr preferRelativeResize="0"/>
          <p:nvPr/>
        </p:nvPicPr>
        <p:blipFill rotWithShape="1">
          <a:blip r:embed="rId3">
            <a:alphaModFix/>
          </a:blip>
          <a:srcRect b="0" l="0" r="0" t="0"/>
          <a:stretch/>
        </p:blipFill>
        <p:spPr>
          <a:xfrm>
            <a:off x="-42071" y="-492420"/>
            <a:ext cx="1769681" cy="17696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8" name="Shape 3398"/>
        <p:cNvGrpSpPr/>
        <p:nvPr/>
      </p:nvGrpSpPr>
      <p:grpSpPr>
        <a:xfrm>
          <a:off x="0" y="0"/>
          <a:ext cx="0" cy="0"/>
          <a:chOff x="0" y="0"/>
          <a:chExt cx="0" cy="0"/>
        </a:xfrm>
      </p:grpSpPr>
      <p:grpSp>
        <p:nvGrpSpPr>
          <p:cNvPr id="3399" name="Google Shape;3399;p2"/>
          <p:cNvGrpSpPr/>
          <p:nvPr/>
        </p:nvGrpSpPr>
        <p:grpSpPr>
          <a:xfrm>
            <a:off x="731647" y="1030773"/>
            <a:ext cx="635100" cy="734640"/>
            <a:chOff x="731647" y="573573"/>
            <a:chExt cx="635100" cy="734640"/>
          </a:xfrm>
        </p:grpSpPr>
        <p:grpSp>
          <p:nvGrpSpPr>
            <p:cNvPr id="3400" name="Google Shape;3400;p2"/>
            <p:cNvGrpSpPr/>
            <p:nvPr/>
          </p:nvGrpSpPr>
          <p:grpSpPr>
            <a:xfrm>
              <a:off x="731647" y="573573"/>
              <a:ext cx="635100" cy="635100"/>
              <a:chOff x="917231" y="750460"/>
              <a:chExt cx="635100" cy="635100"/>
            </a:xfrm>
          </p:grpSpPr>
          <p:sp>
            <p:nvSpPr>
              <p:cNvPr id="3401" name="Google Shape;3401;p2"/>
              <p:cNvSpPr/>
              <p:nvPr/>
            </p:nvSpPr>
            <p:spPr>
              <a:xfrm>
                <a:off x="917231" y="750460"/>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2" name="Google Shape;3402;p2"/>
              <p:cNvSpPr/>
              <p:nvPr/>
            </p:nvSpPr>
            <p:spPr>
              <a:xfrm>
                <a:off x="1001943" y="835185"/>
                <a:ext cx="465600" cy="4656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03" name="Google Shape;3403;p2"/>
            <p:cNvGrpSpPr/>
            <p:nvPr/>
          </p:nvGrpSpPr>
          <p:grpSpPr>
            <a:xfrm>
              <a:off x="961679" y="1281213"/>
              <a:ext cx="175013" cy="27000"/>
              <a:chOff x="5662375" y="212375"/>
              <a:chExt cx="175013" cy="27000"/>
            </a:xfrm>
          </p:grpSpPr>
          <p:sp>
            <p:nvSpPr>
              <p:cNvPr id="3404" name="Google Shape;3404;p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05" name="Google Shape;3405;p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06" name="Google Shape;3406;p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grpSp>
        <p:nvGrpSpPr>
          <p:cNvPr id="3407" name="Google Shape;3407;p2"/>
          <p:cNvGrpSpPr/>
          <p:nvPr/>
        </p:nvGrpSpPr>
        <p:grpSpPr>
          <a:xfrm>
            <a:off x="731647" y="2107660"/>
            <a:ext cx="635100" cy="733491"/>
            <a:chOff x="731647" y="1650460"/>
            <a:chExt cx="635100" cy="733491"/>
          </a:xfrm>
        </p:grpSpPr>
        <p:grpSp>
          <p:nvGrpSpPr>
            <p:cNvPr id="3408" name="Google Shape;3408;p2"/>
            <p:cNvGrpSpPr/>
            <p:nvPr/>
          </p:nvGrpSpPr>
          <p:grpSpPr>
            <a:xfrm>
              <a:off x="731647" y="1650460"/>
              <a:ext cx="635100" cy="635100"/>
              <a:chOff x="917231" y="1827973"/>
              <a:chExt cx="635100" cy="635100"/>
            </a:xfrm>
          </p:grpSpPr>
          <p:sp>
            <p:nvSpPr>
              <p:cNvPr id="3409" name="Google Shape;3409;p2"/>
              <p:cNvSpPr/>
              <p:nvPr/>
            </p:nvSpPr>
            <p:spPr>
              <a:xfrm>
                <a:off x="917231" y="1827973"/>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0" name="Google Shape;3410;p2"/>
              <p:cNvSpPr/>
              <p:nvPr/>
            </p:nvSpPr>
            <p:spPr>
              <a:xfrm>
                <a:off x="1001931" y="1912710"/>
                <a:ext cx="465600" cy="465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11" name="Google Shape;3411;p2"/>
            <p:cNvGrpSpPr/>
            <p:nvPr/>
          </p:nvGrpSpPr>
          <p:grpSpPr>
            <a:xfrm>
              <a:off x="961679" y="2356951"/>
              <a:ext cx="175013" cy="27000"/>
              <a:chOff x="5662375" y="212375"/>
              <a:chExt cx="175013" cy="27000"/>
            </a:xfrm>
          </p:grpSpPr>
          <p:sp>
            <p:nvSpPr>
              <p:cNvPr id="3412" name="Google Shape;3412;p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13" name="Google Shape;3413;p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14" name="Google Shape;3414;p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grpSp>
        <p:nvGrpSpPr>
          <p:cNvPr id="3415" name="Google Shape;3415;p2"/>
          <p:cNvGrpSpPr/>
          <p:nvPr/>
        </p:nvGrpSpPr>
        <p:grpSpPr>
          <a:xfrm>
            <a:off x="731647" y="3185477"/>
            <a:ext cx="635100" cy="734983"/>
            <a:chOff x="731647" y="2728277"/>
            <a:chExt cx="635100" cy="734983"/>
          </a:xfrm>
        </p:grpSpPr>
        <p:grpSp>
          <p:nvGrpSpPr>
            <p:cNvPr id="3416" name="Google Shape;3416;p2"/>
            <p:cNvGrpSpPr/>
            <p:nvPr/>
          </p:nvGrpSpPr>
          <p:grpSpPr>
            <a:xfrm>
              <a:off x="731647" y="2728277"/>
              <a:ext cx="635100" cy="635100"/>
              <a:chOff x="917231" y="2905502"/>
              <a:chExt cx="635100" cy="635100"/>
            </a:xfrm>
          </p:grpSpPr>
          <p:sp>
            <p:nvSpPr>
              <p:cNvPr id="3417" name="Google Shape;3417;p2"/>
              <p:cNvSpPr/>
              <p:nvPr/>
            </p:nvSpPr>
            <p:spPr>
              <a:xfrm>
                <a:off x="917231" y="2905502"/>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8" name="Google Shape;3418;p2"/>
              <p:cNvSpPr/>
              <p:nvPr/>
            </p:nvSpPr>
            <p:spPr>
              <a:xfrm>
                <a:off x="1001931" y="2990252"/>
                <a:ext cx="465600" cy="465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19" name="Google Shape;3419;p2"/>
            <p:cNvGrpSpPr/>
            <p:nvPr/>
          </p:nvGrpSpPr>
          <p:grpSpPr>
            <a:xfrm>
              <a:off x="961679" y="3436260"/>
              <a:ext cx="175013" cy="27000"/>
              <a:chOff x="5662375" y="212375"/>
              <a:chExt cx="175013" cy="27000"/>
            </a:xfrm>
          </p:grpSpPr>
          <p:sp>
            <p:nvSpPr>
              <p:cNvPr id="3420" name="Google Shape;3420;p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21" name="Google Shape;3421;p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22" name="Google Shape;3422;p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grpSp>
        <p:nvGrpSpPr>
          <p:cNvPr id="3423" name="Google Shape;3423;p2"/>
          <p:cNvGrpSpPr/>
          <p:nvPr/>
        </p:nvGrpSpPr>
        <p:grpSpPr>
          <a:xfrm>
            <a:off x="731647" y="4263875"/>
            <a:ext cx="635100" cy="734704"/>
            <a:chOff x="731647" y="3806675"/>
            <a:chExt cx="635100" cy="734704"/>
          </a:xfrm>
        </p:grpSpPr>
        <p:grpSp>
          <p:nvGrpSpPr>
            <p:cNvPr id="3424" name="Google Shape;3424;p2"/>
            <p:cNvGrpSpPr/>
            <p:nvPr/>
          </p:nvGrpSpPr>
          <p:grpSpPr>
            <a:xfrm>
              <a:off x="731647" y="3806675"/>
              <a:ext cx="635100" cy="635100"/>
              <a:chOff x="917231" y="3983097"/>
              <a:chExt cx="635100" cy="635100"/>
            </a:xfrm>
          </p:grpSpPr>
          <p:sp>
            <p:nvSpPr>
              <p:cNvPr id="3425" name="Google Shape;3425;p2"/>
              <p:cNvSpPr/>
              <p:nvPr/>
            </p:nvSpPr>
            <p:spPr>
              <a:xfrm>
                <a:off x="917231" y="3983097"/>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6" name="Google Shape;3426;p2"/>
              <p:cNvSpPr/>
              <p:nvPr/>
            </p:nvSpPr>
            <p:spPr>
              <a:xfrm>
                <a:off x="1001931" y="4067797"/>
                <a:ext cx="465600" cy="465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27" name="Google Shape;3427;p2"/>
            <p:cNvGrpSpPr/>
            <p:nvPr/>
          </p:nvGrpSpPr>
          <p:grpSpPr>
            <a:xfrm>
              <a:off x="961679" y="4514379"/>
              <a:ext cx="175013" cy="27000"/>
              <a:chOff x="5662375" y="212375"/>
              <a:chExt cx="175013" cy="27000"/>
            </a:xfrm>
          </p:grpSpPr>
          <p:sp>
            <p:nvSpPr>
              <p:cNvPr id="3428" name="Google Shape;3428;p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29" name="Google Shape;3429;p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30" name="Google Shape;3430;p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sp>
        <p:nvSpPr>
          <p:cNvPr id="3431" name="Google Shape;3431;p2"/>
          <p:cNvSpPr txBox="1"/>
          <p:nvPr>
            <p:ph type="title"/>
          </p:nvPr>
        </p:nvSpPr>
        <p:spPr>
          <a:xfrm>
            <a:off x="3150549" y="188741"/>
            <a:ext cx="2615100" cy="5760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2800"/>
              <a:buNone/>
            </a:pPr>
            <a:r>
              <a:rPr lang="en"/>
              <a:t>Table of Contents</a:t>
            </a:r>
            <a:endParaRPr/>
          </a:p>
        </p:txBody>
      </p:sp>
      <p:sp>
        <p:nvSpPr>
          <p:cNvPr id="3432" name="Google Shape;3432;p2"/>
          <p:cNvSpPr txBox="1"/>
          <p:nvPr>
            <p:ph idx="1" type="subTitle"/>
          </p:nvPr>
        </p:nvSpPr>
        <p:spPr>
          <a:xfrm>
            <a:off x="1694733" y="1183168"/>
            <a:ext cx="2615100" cy="38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200"/>
              <a:t>Introduction</a:t>
            </a:r>
            <a:endParaRPr sz="2200"/>
          </a:p>
        </p:txBody>
      </p:sp>
      <p:sp>
        <p:nvSpPr>
          <p:cNvPr id="3433" name="Google Shape;3433;p2"/>
          <p:cNvSpPr txBox="1"/>
          <p:nvPr>
            <p:ph idx="3" type="subTitle"/>
          </p:nvPr>
        </p:nvSpPr>
        <p:spPr>
          <a:xfrm>
            <a:off x="1694733" y="2262160"/>
            <a:ext cx="2615100" cy="38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200"/>
              <a:t>Design</a:t>
            </a:r>
            <a:endParaRPr sz="2200"/>
          </a:p>
        </p:txBody>
      </p:sp>
      <p:sp>
        <p:nvSpPr>
          <p:cNvPr id="3434" name="Google Shape;3434;p2"/>
          <p:cNvSpPr txBox="1"/>
          <p:nvPr>
            <p:ph idx="5" type="subTitle"/>
          </p:nvPr>
        </p:nvSpPr>
        <p:spPr>
          <a:xfrm>
            <a:off x="1694733" y="3341152"/>
            <a:ext cx="2615100" cy="38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200"/>
              <a:t>Implementation</a:t>
            </a:r>
            <a:endParaRPr sz="2200"/>
          </a:p>
        </p:txBody>
      </p:sp>
      <p:sp>
        <p:nvSpPr>
          <p:cNvPr id="3435" name="Google Shape;3435;p2"/>
          <p:cNvSpPr txBox="1"/>
          <p:nvPr>
            <p:ph idx="7" type="subTitle"/>
          </p:nvPr>
        </p:nvSpPr>
        <p:spPr>
          <a:xfrm>
            <a:off x="1694733" y="4420144"/>
            <a:ext cx="2615100" cy="38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200"/>
              <a:t>Requirement Analysis</a:t>
            </a:r>
            <a:endParaRPr sz="2200"/>
          </a:p>
        </p:txBody>
      </p:sp>
      <p:sp>
        <p:nvSpPr>
          <p:cNvPr id="3436" name="Google Shape;3436;p2"/>
          <p:cNvSpPr txBox="1"/>
          <p:nvPr>
            <p:ph idx="9" type="title"/>
          </p:nvPr>
        </p:nvSpPr>
        <p:spPr>
          <a:xfrm>
            <a:off x="813816" y="1179576"/>
            <a:ext cx="457200" cy="34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01</a:t>
            </a:r>
            <a:endParaRPr/>
          </a:p>
        </p:txBody>
      </p:sp>
      <p:sp>
        <p:nvSpPr>
          <p:cNvPr id="3437" name="Google Shape;3437;p2"/>
          <p:cNvSpPr txBox="1"/>
          <p:nvPr>
            <p:ph idx="13" type="title"/>
          </p:nvPr>
        </p:nvSpPr>
        <p:spPr>
          <a:xfrm>
            <a:off x="813816" y="2258568"/>
            <a:ext cx="457200" cy="34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02</a:t>
            </a:r>
            <a:endParaRPr/>
          </a:p>
        </p:txBody>
      </p:sp>
      <p:sp>
        <p:nvSpPr>
          <p:cNvPr id="3438" name="Google Shape;3438;p2"/>
          <p:cNvSpPr txBox="1"/>
          <p:nvPr>
            <p:ph idx="14" type="title"/>
          </p:nvPr>
        </p:nvSpPr>
        <p:spPr>
          <a:xfrm>
            <a:off x="813816" y="3337560"/>
            <a:ext cx="457200" cy="34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03</a:t>
            </a:r>
            <a:endParaRPr/>
          </a:p>
        </p:txBody>
      </p:sp>
      <p:sp>
        <p:nvSpPr>
          <p:cNvPr id="3439" name="Google Shape;3439;p2"/>
          <p:cNvSpPr txBox="1"/>
          <p:nvPr>
            <p:ph idx="15" type="title"/>
          </p:nvPr>
        </p:nvSpPr>
        <p:spPr>
          <a:xfrm>
            <a:off x="813816" y="4416552"/>
            <a:ext cx="457200" cy="34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04</a:t>
            </a:r>
            <a:endParaRPr/>
          </a:p>
        </p:txBody>
      </p:sp>
      <p:grpSp>
        <p:nvGrpSpPr>
          <p:cNvPr id="3440" name="Google Shape;3440;p2"/>
          <p:cNvGrpSpPr/>
          <p:nvPr/>
        </p:nvGrpSpPr>
        <p:grpSpPr>
          <a:xfrm>
            <a:off x="5038122" y="954573"/>
            <a:ext cx="635100" cy="734640"/>
            <a:chOff x="731647" y="573573"/>
            <a:chExt cx="635100" cy="734640"/>
          </a:xfrm>
        </p:grpSpPr>
        <p:grpSp>
          <p:nvGrpSpPr>
            <p:cNvPr id="3441" name="Google Shape;3441;p2"/>
            <p:cNvGrpSpPr/>
            <p:nvPr/>
          </p:nvGrpSpPr>
          <p:grpSpPr>
            <a:xfrm>
              <a:off x="731647" y="573573"/>
              <a:ext cx="635100" cy="635100"/>
              <a:chOff x="917231" y="750460"/>
              <a:chExt cx="635100" cy="635100"/>
            </a:xfrm>
          </p:grpSpPr>
          <p:sp>
            <p:nvSpPr>
              <p:cNvPr id="3442" name="Google Shape;3442;p2"/>
              <p:cNvSpPr/>
              <p:nvPr/>
            </p:nvSpPr>
            <p:spPr>
              <a:xfrm>
                <a:off x="917231" y="750460"/>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3" name="Google Shape;3443;p2"/>
              <p:cNvSpPr/>
              <p:nvPr/>
            </p:nvSpPr>
            <p:spPr>
              <a:xfrm>
                <a:off x="1001943" y="835185"/>
                <a:ext cx="465600" cy="4656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44" name="Google Shape;3444;p2"/>
            <p:cNvGrpSpPr/>
            <p:nvPr/>
          </p:nvGrpSpPr>
          <p:grpSpPr>
            <a:xfrm>
              <a:off x="961679" y="1281213"/>
              <a:ext cx="175013" cy="27000"/>
              <a:chOff x="5662375" y="212375"/>
              <a:chExt cx="175013" cy="27000"/>
            </a:xfrm>
          </p:grpSpPr>
          <p:sp>
            <p:nvSpPr>
              <p:cNvPr id="3445" name="Google Shape;3445;p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46" name="Google Shape;3446;p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47" name="Google Shape;3447;p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grpSp>
        <p:nvGrpSpPr>
          <p:cNvPr id="3448" name="Google Shape;3448;p2"/>
          <p:cNvGrpSpPr/>
          <p:nvPr/>
        </p:nvGrpSpPr>
        <p:grpSpPr>
          <a:xfrm>
            <a:off x="5038122" y="2031460"/>
            <a:ext cx="635100" cy="733491"/>
            <a:chOff x="731647" y="1650460"/>
            <a:chExt cx="635100" cy="733491"/>
          </a:xfrm>
        </p:grpSpPr>
        <p:grpSp>
          <p:nvGrpSpPr>
            <p:cNvPr id="3449" name="Google Shape;3449;p2"/>
            <p:cNvGrpSpPr/>
            <p:nvPr/>
          </p:nvGrpSpPr>
          <p:grpSpPr>
            <a:xfrm>
              <a:off x="731647" y="1650460"/>
              <a:ext cx="635100" cy="635100"/>
              <a:chOff x="917231" y="1827973"/>
              <a:chExt cx="635100" cy="635100"/>
            </a:xfrm>
          </p:grpSpPr>
          <p:sp>
            <p:nvSpPr>
              <p:cNvPr id="3450" name="Google Shape;3450;p2"/>
              <p:cNvSpPr/>
              <p:nvPr/>
            </p:nvSpPr>
            <p:spPr>
              <a:xfrm>
                <a:off x="917231" y="1827973"/>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1" name="Google Shape;3451;p2"/>
              <p:cNvSpPr/>
              <p:nvPr/>
            </p:nvSpPr>
            <p:spPr>
              <a:xfrm>
                <a:off x="1001931" y="1912710"/>
                <a:ext cx="465600" cy="465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52" name="Google Shape;3452;p2"/>
            <p:cNvGrpSpPr/>
            <p:nvPr/>
          </p:nvGrpSpPr>
          <p:grpSpPr>
            <a:xfrm>
              <a:off x="961679" y="2356951"/>
              <a:ext cx="175013" cy="27000"/>
              <a:chOff x="5662375" y="212375"/>
              <a:chExt cx="175013" cy="27000"/>
            </a:xfrm>
          </p:grpSpPr>
          <p:sp>
            <p:nvSpPr>
              <p:cNvPr id="3453" name="Google Shape;3453;p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54" name="Google Shape;3454;p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55" name="Google Shape;3455;p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grpSp>
        <p:nvGrpSpPr>
          <p:cNvPr id="3456" name="Google Shape;3456;p2"/>
          <p:cNvGrpSpPr/>
          <p:nvPr/>
        </p:nvGrpSpPr>
        <p:grpSpPr>
          <a:xfrm>
            <a:off x="5038122" y="3109277"/>
            <a:ext cx="635100" cy="734983"/>
            <a:chOff x="731647" y="2728277"/>
            <a:chExt cx="635100" cy="734983"/>
          </a:xfrm>
        </p:grpSpPr>
        <p:grpSp>
          <p:nvGrpSpPr>
            <p:cNvPr id="3457" name="Google Shape;3457;p2"/>
            <p:cNvGrpSpPr/>
            <p:nvPr/>
          </p:nvGrpSpPr>
          <p:grpSpPr>
            <a:xfrm>
              <a:off x="731647" y="2728277"/>
              <a:ext cx="635100" cy="635100"/>
              <a:chOff x="917231" y="2905502"/>
              <a:chExt cx="635100" cy="635100"/>
            </a:xfrm>
          </p:grpSpPr>
          <p:sp>
            <p:nvSpPr>
              <p:cNvPr id="3458" name="Google Shape;3458;p2"/>
              <p:cNvSpPr/>
              <p:nvPr/>
            </p:nvSpPr>
            <p:spPr>
              <a:xfrm>
                <a:off x="917231" y="2905502"/>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9" name="Google Shape;3459;p2"/>
              <p:cNvSpPr/>
              <p:nvPr/>
            </p:nvSpPr>
            <p:spPr>
              <a:xfrm>
                <a:off x="1001931" y="2990252"/>
                <a:ext cx="465600" cy="465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0" name="Google Shape;3460;p2"/>
            <p:cNvGrpSpPr/>
            <p:nvPr/>
          </p:nvGrpSpPr>
          <p:grpSpPr>
            <a:xfrm>
              <a:off x="961679" y="3436260"/>
              <a:ext cx="175013" cy="27000"/>
              <a:chOff x="5662375" y="212375"/>
              <a:chExt cx="175013" cy="27000"/>
            </a:xfrm>
          </p:grpSpPr>
          <p:sp>
            <p:nvSpPr>
              <p:cNvPr id="3461" name="Google Shape;3461;p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62" name="Google Shape;3462;p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63" name="Google Shape;3463;p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grpSp>
        <p:nvGrpSpPr>
          <p:cNvPr id="3464" name="Google Shape;3464;p2"/>
          <p:cNvGrpSpPr/>
          <p:nvPr/>
        </p:nvGrpSpPr>
        <p:grpSpPr>
          <a:xfrm>
            <a:off x="5038122" y="4187675"/>
            <a:ext cx="635100" cy="734704"/>
            <a:chOff x="731647" y="3806675"/>
            <a:chExt cx="635100" cy="734704"/>
          </a:xfrm>
        </p:grpSpPr>
        <p:grpSp>
          <p:nvGrpSpPr>
            <p:cNvPr id="3465" name="Google Shape;3465;p2"/>
            <p:cNvGrpSpPr/>
            <p:nvPr/>
          </p:nvGrpSpPr>
          <p:grpSpPr>
            <a:xfrm>
              <a:off x="731647" y="3806675"/>
              <a:ext cx="635100" cy="635100"/>
              <a:chOff x="917231" y="3983097"/>
              <a:chExt cx="635100" cy="635100"/>
            </a:xfrm>
          </p:grpSpPr>
          <p:sp>
            <p:nvSpPr>
              <p:cNvPr id="3466" name="Google Shape;3466;p2"/>
              <p:cNvSpPr/>
              <p:nvPr/>
            </p:nvSpPr>
            <p:spPr>
              <a:xfrm>
                <a:off x="917231" y="3983097"/>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7" name="Google Shape;3467;p2"/>
              <p:cNvSpPr/>
              <p:nvPr/>
            </p:nvSpPr>
            <p:spPr>
              <a:xfrm>
                <a:off x="1001931" y="4067797"/>
                <a:ext cx="465600" cy="465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8" name="Google Shape;3468;p2"/>
            <p:cNvGrpSpPr/>
            <p:nvPr/>
          </p:nvGrpSpPr>
          <p:grpSpPr>
            <a:xfrm>
              <a:off x="961679" y="4514379"/>
              <a:ext cx="175013" cy="27000"/>
              <a:chOff x="5662375" y="212375"/>
              <a:chExt cx="175013" cy="27000"/>
            </a:xfrm>
          </p:grpSpPr>
          <p:sp>
            <p:nvSpPr>
              <p:cNvPr id="3469" name="Google Shape;3469;p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70" name="Google Shape;3470;p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71" name="Google Shape;3471;p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sp>
        <p:nvSpPr>
          <p:cNvPr id="3472" name="Google Shape;3472;p2"/>
          <p:cNvSpPr txBox="1"/>
          <p:nvPr>
            <p:ph idx="1" type="subTitle"/>
          </p:nvPr>
        </p:nvSpPr>
        <p:spPr>
          <a:xfrm>
            <a:off x="6001208" y="1106968"/>
            <a:ext cx="2615100" cy="38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200"/>
              <a:t>Testing</a:t>
            </a:r>
            <a:endParaRPr sz="2200"/>
          </a:p>
        </p:txBody>
      </p:sp>
      <p:sp>
        <p:nvSpPr>
          <p:cNvPr id="3473" name="Google Shape;3473;p2"/>
          <p:cNvSpPr txBox="1"/>
          <p:nvPr>
            <p:ph idx="3" type="subTitle"/>
          </p:nvPr>
        </p:nvSpPr>
        <p:spPr>
          <a:xfrm>
            <a:off x="6001200" y="2010452"/>
            <a:ext cx="2615100" cy="73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200"/>
              <a:t>User Account Features &amp; Security</a:t>
            </a:r>
            <a:endParaRPr sz="2200"/>
          </a:p>
        </p:txBody>
      </p:sp>
      <p:sp>
        <p:nvSpPr>
          <p:cNvPr id="3474" name="Google Shape;3474;p2"/>
          <p:cNvSpPr txBox="1"/>
          <p:nvPr>
            <p:ph idx="5" type="subTitle"/>
          </p:nvPr>
        </p:nvSpPr>
        <p:spPr>
          <a:xfrm>
            <a:off x="6001208" y="3264952"/>
            <a:ext cx="2615100" cy="38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200"/>
              <a:t>Project Management</a:t>
            </a:r>
            <a:endParaRPr sz="2200"/>
          </a:p>
        </p:txBody>
      </p:sp>
      <p:sp>
        <p:nvSpPr>
          <p:cNvPr id="3475" name="Google Shape;3475;p2"/>
          <p:cNvSpPr txBox="1"/>
          <p:nvPr>
            <p:ph idx="7" type="subTitle"/>
          </p:nvPr>
        </p:nvSpPr>
        <p:spPr>
          <a:xfrm>
            <a:off x="6001208" y="4343944"/>
            <a:ext cx="2615100" cy="38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200"/>
              <a:t>Website Live Demo</a:t>
            </a:r>
            <a:endParaRPr sz="2200"/>
          </a:p>
        </p:txBody>
      </p:sp>
      <p:sp>
        <p:nvSpPr>
          <p:cNvPr id="3476" name="Google Shape;3476;p2"/>
          <p:cNvSpPr txBox="1"/>
          <p:nvPr>
            <p:ph idx="9" type="title"/>
          </p:nvPr>
        </p:nvSpPr>
        <p:spPr>
          <a:xfrm>
            <a:off x="5120291" y="1103376"/>
            <a:ext cx="457200" cy="34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05</a:t>
            </a:r>
            <a:endParaRPr/>
          </a:p>
        </p:txBody>
      </p:sp>
      <p:sp>
        <p:nvSpPr>
          <p:cNvPr id="3477" name="Google Shape;3477;p2"/>
          <p:cNvSpPr txBox="1"/>
          <p:nvPr>
            <p:ph idx="13" type="title"/>
          </p:nvPr>
        </p:nvSpPr>
        <p:spPr>
          <a:xfrm>
            <a:off x="5120291" y="2182368"/>
            <a:ext cx="457200" cy="34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06</a:t>
            </a:r>
            <a:endParaRPr/>
          </a:p>
        </p:txBody>
      </p:sp>
      <p:sp>
        <p:nvSpPr>
          <p:cNvPr id="3478" name="Google Shape;3478;p2"/>
          <p:cNvSpPr txBox="1"/>
          <p:nvPr>
            <p:ph idx="14" type="title"/>
          </p:nvPr>
        </p:nvSpPr>
        <p:spPr>
          <a:xfrm>
            <a:off x="5120291" y="3261360"/>
            <a:ext cx="457200" cy="34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07</a:t>
            </a:r>
            <a:endParaRPr/>
          </a:p>
        </p:txBody>
      </p:sp>
      <p:sp>
        <p:nvSpPr>
          <p:cNvPr id="3479" name="Google Shape;3479;p2"/>
          <p:cNvSpPr txBox="1"/>
          <p:nvPr>
            <p:ph idx="15" type="title"/>
          </p:nvPr>
        </p:nvSpPr>
        <p:spPr>
          <a:xfrm>
            <a:off x="5120291" y="4340352"/>
            <a:ext cx="457200" cy="34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08</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3" name="Shape 3483"/>
        <p:cNvGrpSpPr/>
        <p:nvPr/>
      </p:nvGrpSpPr>
      <p:grpSpPr>
        <a:xfrm>
          <a:off x="0" y="0"/>
          <a:ext cx="0" cy="0"/>
          <a:chOff x="0" y="0"/>
          <a:chExt cx="0" cy="0"/>
        </a:xfrm>
      </p:grpSpPr>
      <p:sp>
        <p:nvSpPr>
          <p:cNvPr id="3484" name="Google Shape;3484;p3"/>
          <p:cNvSpPr txBox="1"/>
          <p:nvPr>
            <p:ph type="title"/>
          </p:nvPr>
        </p:nvSpPr>
        <p:spPr>
          <a:xfrm>
            <a:off x="2971800" y="2231136"/>
            <a:ext cx="3200400" cy="80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4700"/>
              <a:t>Introduction</a:t>
            </a:r>
            <a:endParaRPr sz="4700"/>
          </a:p>
        </p:txBody>
      </p:sp>
      <p:sp>
        <p:nvSpPr>
          <p:cNvPr id="3485" name="Google Shape;3485;p3"/>
          <p:cNvSpPr txBox="1"/>
          <p:nvPr>
            <p:ph idx="2" type="title"/>
          </p:nvPr>
        </p:nvSpPr>
        <p:spPr>
          <a:xfrm>
            <a:off x="2971800" y="1161288"/>
            <a:ext cx="2967600" cy="10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t>01</a:t>
            </a:r>
            <a:endParaRPr/>
          </a:p>
        </p:txBody>
      </p:sp>
      <p:sp>
        <p:nvSpPr>
          <p:cNvPr id="3486" name="Google Shape;3486;p3"/>
          <p:cNvSpPr txBox="1"/>
          <p:nvPr>
            <p:ph idx="1" type="subTitle"/>
          </p:nvPr>
        </p:nvSpPr>
        <p:spPr>
          <a:xfrm>
            <a:off x="2973225" y="2999232"/>
            <a:ext cx="3200400" cy="685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t>Planning Phase</a:t>
            </a:r>
            <a:endParaRPr>
              <a:latin typeface="Barlow Semi Condensed"/>
              <a:ea typeface="Barlow Semi Condensed"/>
              <a:cs typeface="Barlow Semi Condensed"/>
              <a:sym typeface="Barlow Semi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0" name="Shape 3490"/>
        <p:cNvGrpSpPr/>
        <p:nvPr/>
      </p:nvGrpSpPr>
      <p:grpSpPr>
        <a:xfrm>
          <a:off x="0" y="0"/>
          <a:ext cx="0" cy="0"/>
          <a:chOff x="0" y="0"/>
          <a:chExt cx="0" cy="0"/>
        </a:xfrm>
      </p:grpSpPr>
      <p:grpSp>
        <p:nvGrpSpPr>
          <p:cNvPr id="3491" name="Google Shape;3491;p4"/>
          <p:cNvGrpSpPr/>
          <p:nvPr/>
        </p:nvGrpSpPr>
        <p:grpSpPr>
          <a:xfrm>
            <a:off x="3732200" y="559263"/>
            <a:ext cx="1679127" cy="1679127"/>
            <a:chOff x="3614228" y="234880"/>
            <a:chExt cx="1915500" cy="1915500"/>
          </a:xfrm>
        </p:grpSpPr>
        <p:sp>
          <p:nvSpPr>
            <p:cNvPr id="3492" name="Google Shape;3492;p4"/>
            <p:cNvSpPr/>
            <p:nvPr/>
          </p:nvSpPr>
          <p:spPr>
            <a:xfrm>
              <a:off x="3614228" y="234880"/>
              <a:ext cx="1915500" cy="1915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3" name="Google Shape;3493;p4"/>
            <p:cNvSpPr/>
            <p:nvPr/>
          </p:nvSpPr>
          <p:spPr>
            <a:xfrm>
              <a:off x="3869711" y="490401"/>
              <a:ext cx="1404000" cy="140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94" name="Google Shape;3494;p4"/>
          <p:cNvSpPr txBox="1"/>
          <p:nvPr/>
        </p:nvSpPr>
        <p:spPr>
          <a:xfrm>
            <a:off x="4039175" y="1473608"/>
            <a:ext cx="106560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i="0" lang="en" sz="1400" u="none" cap="none" strike="noStrike">
                <a:solidFill>
                  <a:srgbClr val="F74A30"/>
                </a:solidFill>
                <a:highlight>
                  <a:srgbClr val="000000"/>
                </a:highlight>
                <a:latin typeface="Abel"/>
                <a:ea typeface="Abel"/>
                <a:cs typeface="Abel"/>
                <a:sym typeface="Abel"/>
              </a:rPr>
              <a:t>MDVP</a:t>
            </a:r>
            <a:endParaRPr b="1" i="0" sz="1400" u="none" cap="none" strike="noStrike">
              <a:solidFill>
                <a:srgbClr val="F74A30"/>
              </a:solidFill>
              <a:highlight>
                <a:srgbClr val="000000"/>
              </a:highlight>
              <a:latin typeface="Abel"/>
              <a:ea typeface="Abel"/>
              <a:cs typeface="Abel"/>
              <a:sym typeface="Abel"/>
            </a:endParaRPr>
          </a:p>
        </p:txBody>
      </p:sp>
      <p:sp>
        <p:nvSpPr>
          <p:cNvPr id="3495" name="Google Shape;3495;p4"/>
          <p:cNvSpPr txBox="1"/>
          <p:nvPr>
            <p:ph type="title"/>
          </p:nvPr>
        </p:nvSpPr>
        <p:spPr>
          <a:xfrm>
            <a:off x="2167128" y="2478024"/>
            <a:ext cx="4809600" cy="576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Our Project</a:t>
            </a:r>
            <a:endParaRPr/>
          </a:p>
        </p:txBody>
      </p:sp>
      <p:sp>
        <p:nvSpPr>
          <p:cNvPr id="3496" name="Google Shape;3496;p4"/>
          <p:cNvSpPr txBox="1"/>
          <p:nvPr>
            <p:ph idx="1" type="subTitle"/>
          </p:nvPr>
        </p:nvSpPr>
        <p:spPr>
          <a:xfrm>
            <a:off x="1801659" y="3054024"/>
            <a:ext cx="5539740" cy="1134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800">
                <a:latin typeface="Calibri"/>
                <a:ea typeface="Calibri"/>
                <a:cs typeface="Calibri"/>
                <a:sym typeface="Calibri"/>
              </a:rPr>
              <a:t>We aim to build a </a:t>
            </a:r>
            <a:r>
              <a:rPr b="1" lang="en" sz="1800">
                <a:solidFill>
                  <a:srgbClr val="F74A30"/>
                </a:solidFill>
                <a:latin typeface="Calibri"/>
                <a:ea typeface="Calibri"/>
                <a:cs typeface="Calibri"/>
                <a:sym typeface="Calibri"/>
              </a:rPr>
              <a:t>web-based</a:t>
            </a:r>
            <a:r>
              <a:rPr lang="en" sz="1800">
                <a:latin typeface="Calibri"/>
                <a:ea typeface="Calibri"/>
                <a:cs typeface="Calibri"/>
                <a:sym typeface="Calibri"/>
              </a:rPr>
              <a:t> platform for analyzing and visualizing </a:t>
            </a:r>
            <a:r>
              <a:rPr b="1" lang="en" sz="1800">
                <a:solidFill>
                  <a:srgbClr val="F74A30"/>
                </a:solidFill>
                <a:latin typeface="Calibri"/>
                <a:ea typeface="Calibri"/>
                <a:cs typeface="Calibri"/>
                <a:sym typeface="Calibri"/>
              </a:rPr>
              <a:t>IMDb</a:t>
            </a:r>
            <a:r>
              <a:rPr lang="en" sz="1800">
                <a:latin typeface="Calibri"/>
                <a:ea typeface="Calibri"/>
                <a:cs typeface="Calibri"/>
                <a:sym typeface="Calibri"/>
              </a:rPr>
              <a:t> movie data, motivated by the need to efficiently process large datasets and make it </a:t>
            </a:r>
            <a:r>
              <a:rPr b="1" lang="en" sz="1800">
                <a:solidFill>
                  <a:srgbClr val="F74A30"/>
                </a:solidFill>
                <a:latin typeface="Calibri"/>
                <a:ea typeface="Calibri"/>
                <a:cs typeface="Calibri"/>
                <a:sym typeface="Calibri"/>
              </a:rPr>
              <a:t>easy to identify </a:t>
            </a:r>
            <a:r>
              <a:rPr lang="en" sz="1800">
                <a:solidFill>
                  <a:schemeClr val="dk2"/>
                </a:solidFill>
                <a:latin typeface="Calibri"/>
                <a:ea typeface="Calibri"/>
                <a:cs typeface="Calibri"/>
                <a:sym typeface="Calibri"/>
              </a:rPr>
              <a:t>trends and insights into the film industry</a:t>
            </a:r>
            <a:r>
              <a:rPr lang="en" sz="1800">
                <a:latin typeface="Calibri"/>
                <a:ea typeface="Calibri"/>
                <a:cs typeface="Calibri"/>
                <a:sym typeface="Calibri"/>
              </a:rPr>
              <a:t>.</a:t>
            </a:r>
            <a:endParaRPr/>
          </a:p>
        </p:txBody>
      </p:sp>
      <p:sp>
        <p:nvSpPr>
          <p:cNvPr id="3497" name="Google Shape;3497;p4"/>
          <p:cNvSpPr/>
          <p:nvPr/>
        </p:nvSpPr>
        <p:spPr>
          <a:xfrm>
            <a:off x="4571529" y="1086112"/>
            <a:ext cx="284411" cy="326210"/>
          </a:xfrm>
          <a:custGeom>
            <a:rect b="b" l="l" r="r" t="t"/>
            <a:pathLst>
              <a:path extrusionOk="0" h="12120" w="10567">
                <a:moveTo>
                  <a:pt x="2177" y="931"/>
                </a:moveTo>
                <a:lnTo>
                  <a:pt x="2177" y="1868"/>
                </a:lnTo>
                <a:lnTo>
                  <a:pt x="930" y="1868"/>
                </a:lnTo>
                <a:lnTo>
                  <a:pt x="930" y="931"/>
                </a:lnTo>
                <a:close/>
                <a:moveTo>
                  <a:pt x="9636" y="931"/>
                </a:moveTo>
                <a:lnTo>
                  <a:pt x="9636" y="1868"/>
                </a:lnTo>
                <a:lnTo>
                  <a:pt x="8388" y="1868"/>
                </a:lnTo>
                <a:lnTo>
                  <a:pt x="8388" y="931"/>
                </a:lnTo>
                <a:close/>
                <a:moveTo>
                  <a:pt x="2177" y="2799"/>
                </a:moveTo>
                <a:lnTo>
                  <a:pt x="2177" y="3729"/>
                </a:lnTo>
                <a:lnTo>
                  <a:pt x="930" y="3729"/>
                </a:lnTo>
                <a:lnTo>
                  <a:pt x="930" y="2799"/>
                </a:lnTo>
                <a:close/>
                <a:moveTo>
                  <a:pt x="9636" y="2799"/>
                </a:moveTo>
                <a:lnTo>
                  <a:pt x="9636" y="3729"/>
                </a:lnTo>
                <a:lnTo>
                  <a:pt x="8388" y="3729"/>
                </a:lnTo>
                <a:lnTo>
                  <a:pt x="8388" y="2799"/>
                </a:lnTo>
                <a:close/>
                <a:moveTo>
                  <a:pt x="2177" y="4661"/>
                </a:moveTo>
                <a:lnTo>
                  <a:pt x="2177" y="5597"/>
                </a:lnTo>
                <a:lnTo>
                  <a:pt x="930" y="5597"/>
                </a:lnTo>
                <a:lnTo>
                  <a:pt x="930" y="4661"/>
                </a:lnTo>
                <a:close/>
                <a:moveTo>
                  <a:pt x="7458" y="931"/>
                </a:moveTo>
                <a:lnTo>
                  <a:pt x="7458" y="5597"/>
                </a:lnTo>
                <a:lnTo>
                  <a:pt x="3109" y="5597"/>
                </a:lnTo>
                <a:lnTo>
                  <a:pt x="3109" y="931"/>
                </a:lnTo>
                <a:close/>
                <a:moveTo>
                  <a:pt x="9636" y="4661"/>
                </a:moveTo>
                <a:lnTo>
                  <a:pt x="9636" y="5597"/>
                </a:lnTo>
                <a:lnTo>
                  <a:pt x="8388" y="5597"/>
                </a:lnTo>
                <a:lnTo>
                  <a:pt x="8388" y="4661"/>
                </a:lnTo>
                <a:close/>
                <a:moveTo>
                  <a:pt x="2177" y="6528"/>
                </a:moveTo>
                <a:lnTo>
                  <a:pt x="2177" y="7458"/>
                </a:lnTo>
                <a:lnTo>
                  <a:pt x="930" y="7458"/>
                </a:lnTo>
                <a:lnTo>
                  <a:pt x="930" y="6528"/>
                </a:lnTo>
                <a:close/>
                <a:moveTo>
                  <a:pt x="9636" y="6528"/>
                </a:moveTo>
                <a:lnTo>
                  <a:pt x="9636" y="7458"/>
                </a:lnTo>
                <a:lnTo>
                  <a:pt x="8388" y="7458"/>
                </a:lnTo>
                <a:lnTo>
                  <a:pt x="8388" y="6528"/>
                </a:lnTo>
                <a:close/>
                <a:moveTo>
                  <a:pt x="2177" y="8390"/>
                </a:moveTo>
                <a:lnTo>
                  <a:pt x="2177" y="9326"/>
                </a:lnTo>
                <a:lnTo>
                  <a:pt x="930" y="9326"/>
                </a:lnTo>
                <a:lnTo>
                  <a:pt x="930" y="8390"/>
                </a:lnTo>
                <a:close/>
                <a:moveTo>
                  <a:pt x="9636" y="8390"/>
                </a:moveTo>
                <a:lnTo>
                  <a:pt x="9636" y="9326"/>
                </a:lnTo>
                <a:lnTo>
                  <a:pt x="8388" y="9326"/>
                </a:lnTo>
                <a:lnTo>
                  <a:pt x="8388" y="8390"/>
                </a:lnTo>
                <a:close/>
                <a:moveTo>
                  <a:pt x="2177" y="10257"/>
                </a:moveTo>
                <a:lnTo>
                  <a:pt x="2177" y="11188"/>
                </a:lnTo>
                <a:lnTo>
                  <a:pt x="930" y="11188"/>
                </a:lnTo>
                <a:lnTo>
                  <a:pt x="930" y="10257"/>
                </a:lnTo>
                <a:close/>
                <a:moveTo>
                  <a:pt x="7458" y="6528"/>
                </a:moveTo>
                <a:lnTo>
                  <a:pt x="7458" y="11188"/>
                </a:lnTo>
                <a:lnTo>
                  <a:pt x="3109" y="11188"/>
                </a:lnTo>
                <a:lnTo>
                  <a:pt x="3109" y="6528"/>
                </a:lnTo>
                <a:close/>
                <a:moveTo>
                  <a:pt x="9636" y="10257"/>
                </a:moveTo>
                <a:lnTo>
                  <a:pt x="9636" y="11188"/>
                </a:lnTo>
                <a:lnTo>
                  <a:pt x="8388" y="11188"/>
                </a:lnTo>
                <a:lnTo>
                  <a:pt x="8388" y="10257"/>
                </a:lnTo>
                <a:close/>
                <a:moveTo>
                  <a:pt x="0" y="0"/>
                </a:moveTo>
                <a:lnTo>
                  <a:pt x="0" y="12119"/>
                </a:lnTo>
                <a:lnTo>
                  <a:pt x="10567" y="12119"/>
                </a:lnTo>
                <a:lnTo>
                  <a:pt x="10567" y="0"/>
                </a:lnTo>
                <a:close/>
              </a:path>
            </a:pathLst>
          </a:custGeom>
          <a:solidFill>
            <a:srgbClr val="EF590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8" name="Google Shape;3498;p4"/>
          <p:cNvSpPr/>
          <p:nvPr/>
        </p:nvSpPr>
        <p:spPr>
          <a:xfrm>
            <a:off x="4196541" y="1116796"/>
            <a:ext cx="301125" cy="217446"/>
          </a:xfrm>
          <a:custGeom>
            <a:rect b="b" l="l" r="r" t="t"/>
            <a:pathLst>
              <a:path extrusionOk="0" h="8079" w="11188">
                <a:moveTo>
                  <a:pt x="5592" y="3729"/>
                </a:moveTo>
                <a:lnTo>
                  <a:pt x="5592" y="4661"/>
                </a:lnTo>
                <a:lnTo>
                  <a:pt x="2793" y="4661"/>
                </a:lnTo>
                <a:lnTo>
                  <a:pt x="2793" y="3729"/>
                </a:lnTo>
                <a:close/>
                <a:moveTo>
                  <a:pt x="931" y="0"/>
                </a:moveTo>
                <a:lnTo>
                  <a:pt x="931" y="930"/>
                </a:lnTo>
                <a:lnTo>
                  <a:pt x="5668" y="930"/>
                </a:lnTo>
                <a:lnTo>
                  <a:pt x="6348" y="1862"/>
                </a:lnTo>
                <a:lnTo>
                  <a:pt x="931" y="1862"/>
                </a:lnTo>
                <a:lnTo>
                  <a:pt x="931" y="3419"/>
                </a:lnTo>
                <a:lnTo>
                  <a:pt x="1" y="3419"/>
                </a:lnTo>
                <a:lnTo>
                  <a:pt x="1" y="5281"/>
                </a:lnTo>
                <a:lnTo>
                  <a:pt x="931" y="5281"/>
                </a:lnTo>
                <a:lnTo>
                  <a:pt x="931" y="8079"/>
                </a:lnTo>
                <a:lnTo>
                  <a:pt x="8700" y="8079"/>
                </a:lnTo>
                <a:lnTo>
                  <a:pt x="8700" y="6523"/>
                </a:lnTo>
                <a:lnTo>
                  <a:pt x="9212" y="6523"/>
                </a:lnTo>
                <a:lnTo>
                  <a:pt x="11188" y="7513"/>
                </a:lnTo>
                <a:lnTo>
                  <a:pt x="11188" y="2428"/>
                </a:lnTo>
                <a:lnTo>
                  <a:pt x="9212" y="3419"/>
                </a:lnTo>
                <a:lnTo>
                  <a:pt x="8700" y="3419"/>
                </a:lnTo>
                <a:lnTo>
                  <a:pt x="8700" y="1862"/>
                </a:lnTo>
                <a:lnTo>
                  <a:pt x="7509" y="1862"/>
                </a:lnTo>
                <a:lnTo>
                  <a:pt x="6142" y="0"/>
                </a:lnTo>
                <a:close/>
              </a:path>
            </a:pathLst>
          </a:custGeom>
          <a:solidFill>
            <a:srgbClr val="EF590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2" name="Shape 3502"/>
        <p:cNvGrpSpPr/>
        <p:nvPr/>
      </p:nvGrpSpPr>
      <p:grpSpPr>
        <a:xfrm>
          <a:off x="0" y="0"/>
          <a:ext cx="0" cy="0"/>
          <a:chOff x="0" y="0"/>
          <a:chExt cx="0" cy="0"/>
        </a:xfrm>
      </p:grpSpPr>
      <p:grpSp>
        <p:nvGrpSpPr>
          <p:cNvPr id="3503" name="Google Shape;3503;g3048a510704_4_0"/>
          <p:cNvGrpSpPr/>
          <p:nvPr/>
        </p:nvGrpSpPr>
        <p:grpSpPr>
          <a:xfrm>
            <a:off x="3382455" y="915475"/>
            <a:ext cx="5183251" cy="3541786"/>
            <a:chOff x="277900" y="420125"/>
            <a:chExt cx="6852526" cy="4682425"/>
          </a:xfrm>
        </p:grpSpPr>
        <p:sp>
          <p:nvSpPr>
            <p:cNvPr id="3504" name="Google Shape;3504;g3048a510704_4_0"/>
            <p:cNvSpPr/>
            <p:nvPr/>
          </p:nvSpPr>
          <p:spPr>
            <a:xfrm>
              <a:off x="277900" y="420125"/>
              <a:ext cx="6852526" cy="4609425"/>
            </a:xfrm>
            <a:custGeom>
              <a:rect b="b" l="l" r="r" t="t"/>
              <a:pathLst>
                <a:path extrusionOk="0" h="184377" w="274101">
                  <a:moveTo>
                    <a:pt x="136337" y="1"/>
                  </a:moveTo>
                  <a:cubicBezTo>
                    <a:pt x="108563" y="1"/>
                    <a:pt x="91709" y="26310"/>
                    <a:pt x="78045" y="41336"/>
                  </a:cubicBezTo>
                  <a:cubicBezTo>
                    <a:pt x="62518" y="58454"/>
                    <a:pt x="45178" y="46845"/>
                    <a:pt x="22479" y="65183"/>
                  </a:cubicBezTo>
                  <a:cubicBezTo>
                    <a:pt x="0" y="83335"/>
                    <a:pt x="19077" y="165447"/>
                    <a:pt x="35677" y="184376"/>
                  </a:cubicBezTo>
                  <a:lnTo>
                    <a:pt x="253434" y="184376"/>
                  </a:lnTo>
                  <a:cubicBezTo>
                    <a:pt x="255208" y="177574"/>
                    <a:pt x="261124" y="154837"/>
                    <a:pt x="265116" y="131804"/>
                  </a:cubicBezTo>
                  <a:cubicBezTo>
                    <a:pt x="269923" y="104298"/>
                    <a:pt x="274100" y="66403"/>
                    <a:pt x="254987" y="50505"/>
                  </a:cubicBezTo>
                  <a:cubicBezTo>
                    <a:pt x="249034" y="45561"/>
                    <a:pt x="242499" y="43992"/>
                    <a:pt x="235926" y="43992"/>
                  </a:cubicBezTo>
                  <a:cubicBezTo>
                    <a:pt x="230211" y="43992"/>
                    <a:pt x="224467" y="45178"/>
                    <a:pt x="219051" y="46365"/>
                  </a:cubicBezTo>
                  <a:cubicBezTo>
                    <a:pt x="213642" y="47537"/>
                    <a:pt x="208543" y="48726"/>
                    <a:pt x="204134" y="48726"/>
                  </a:cubicBezTo>
                  <a:cubicBezTo>
                    <a:pt x="201733" y="48726"/>
                    <a:pt x="199538" y="48373"/>
                    <a:pt x="197608" y="47474"/>
                  </a:cubicBezTo>
                  <a:cubicBezTo>
                    <a:pt x="184447" y="41336"/>
                    <a:pt x="183855" y="10799"/>
                    <a:pt x="148585" y="1630"/>
                  </a:cubicBezTo>
                  <a:cubicBezTo>
                    <a:pt x="144277" y="510"/>
                    <a:pt x="140202" y="1"/>
                    <a:pt x="13633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5" name="Google Shape;3505;g3048a510704_4_0"/>
            <p:cNvSpPr/>
            <p:nvPr/>
          </p:nvSpPr>
          <p:spPr>
            <a:xfrm>
              <a:off x="482160" y="420200"/>
              <a:ext cx="6424602" cy="4609350"/>
            </a:xfrm>
            <a:custGeom>
              <a:rect b="b" l="l" r="r" t="t"/>
              <a:pathLst>
                <a:path extrusionOk="0" h="184374" w="256984">
                  <a:moveTo>
                    <a:pt x="124148" y="0"/>
                  </a:moveTo>
                  <a:cubicBezTo>
                    <a:pt x="96383" y="0"/>
                    <a:pt x="79487" y="26323"/>
                    <a:pt x="65845" y="41333"/>
                  </a:cubicBezTo>
                  <a:cubicBezTo>
                    <a:pt x="50318" y="58451"/>
                    <a:pt x="32978" y="46842"/>
                    <a:pt x="10279" y="65180"/>
                  </a:cubicBezTo>
                  <a:cubicBezTo>
                    <a:pt x="2921" y="71095"/>
                    <a:pt x="38" y="83887"/>
                    <a:pt x="38" y="99082"/>
                  </a:cubicBezTo>
                  <a:cubicBezTo>
                    <a:pt x="1" y="130285"/>
                    <a:pt x="12312" y="171618"/>
                    <a:pt x="23477" y="184373"/>
                  </a:cubicBezTo>
                  <a:lnTo>
                    <a:pt x="241234" y="184373"/>
                  </a:lnTo>
                  <a:cubicBezTo>
                    <a:pt x="243008" y="177571"/>
                    <a:pt x="248924" y="154834"/>
                    <a:pt x="252916" y="131801"/>
                  </a:cubicBezTo>
                  <a:cubicBezTo>
                    <a:pt x="254987" y="119896"/>
                    <a:pt x="256946" y="106032"/>
                    <a:pt x="256983" y="92834"/>
                  </a:cubicBezTo>
                  <a:cubicBezTo>
                    <a:pt x="256983" y="75605"/>
                    <a:pt x="253619" y="59523"/>
                    <a:pt x="242787" y="50502"/>
                  </a:cubicBezTo>
                  <a:cubicBezTo>
                    <a:pt x="236834" y="45548"/>
                    <a:pt x="230290" y="43995"/>
                    <a:pt x="223710" y="43995"/>
                  </a:cubicBezTo>
                  <a:cubicBezTo>
                    <a:pt x="218016" y="43995"/>
                    <a:pt x="212286" y="45178"/>
                    <a:pt x="206851" y="46362"/>
                  </a:cubicBezTo>
                  <a:cubicBezTo>
                    <a:pt x="201453" y="47545"/>
                    <a:pt x="196388" y="48728"/>
                    <a:pt x="191989" y="48728"/>
                  </a:cubicBezTo>
                  <a:cubicBezTo>
                    <a:pt x="189549" y="48728"/>
                    <a:pt x="187331" y="48358"/>
                    <a:pt x="185408" y="47471"/>
                  </a:cubicBezTo>
                  <a:cubicBezTo>
                    <a:pt x="172247" y="41333"/>
                    <a:pt x="171655" y="10796"/>
                    <a:pt x="136385" y="1627"/>
                  </a:cubicBezTo>
                  <a:cubicBezTo>
                    <a:pt x="132097" y="481"/>
                    <a:pt x="127993" y="0"/>
                    <a:pt x="12414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6" name="Google Shape;3506;g3048a510704_4_0"/>
            <p:cNvSpPr/>
            <p:nvPr/>
          </p:nvSpPr>
          <p:spPr>
            <a:xfrm>
              <a:off x="702125" y="5036900"/>
              <a:ext cx="6191675" cy="65650"/>
            </a:xfrm>
            <a:custGeom>
              <a:rect b="b" l="l" r="r" t="t"/>
              <a:pathLst>
                <a:path extrusionOk="0" h="2626" w="247667">
                  <a:moveTo>
                    <a:pt x="1" y="1"/>
                  </a:moveTo>
                  <a:lnTo>
                    <a:pt x="1" y="2626"/>
                  </a:lnTo>
                  <a:lnTo>
                    <a:pt x="247667" y="2626"/>
                  </a:lnTo>
                  <a:lnTo>
                    <a:pt x="24766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7" name="Google Shape;3507;g3048a510704_4_0"/>
            <p:cNvSpPr/>
            <p:nvPr/>
          </p:nvSpPr>
          <p:spPr>
            <a:xfrm>
              <a:off x="665175" y="3566050"/>
              <a:ext cx="125725" cy="97450"/>
            </a:xfrm>
            <a:custGeom>
              <a:rect b="b" l="l" r="r" t="t"/>
              <a:pathLst>
                <a:path extrusionOk="0" h="3898" w="5029">
                  <a:moveTo>
                    <a:pt x="1558" y="0"/>
                  </a:moveTo>
                  <a:cubicBezTo>
                    <a:pt x="1494" y="0"/>
                    <a:pt x="1431" y="5"/>
                    <a:pt x="1368" y="15"/>
                  </a:cubicBezTo>
                  <a:cubicBezTo>
                    <a:pt x="481" y="125"/>
                    <a:pt x="0" y="976"/>
                    <a:pt x="185" y="1789"/>
                  </a:cubicBezTo>
                  <a:cubicBezTo>
                    <a:pt x="407" y="2639"/>
                    <a:pt x="1257" y="3231"/>
                    <a:pt x="1996" y="3564"/>
                  </a:cubicBezTo>
                  <a:cubicBezTo>
                    <a:pt x="2705" y="3872"/>
                    <a:pt x="4312" y="3897"/>
                    <a:pt x="4828" y="3897"/>
                  </a:cubicBezTo>
                  <a:cubicBezTo>
                    <a:pt x="4932" y="3897"/>
                    <a:pt x="4991" y="3896"/>
                    <a:pt x="4991" y="3896"/>
                  </a:cubicBezTo>
                  <a:cubicBezTo>
                    <a:pt x="5028" y="3896"/>
                    <a:pt x="4547" y="2529"/>
                    <a:pt x="4510" y="2418"/>
                  </a:cubicBezTo>
                  <a:cubicBezTo>
                    <a:pt x="4055" y="1507"/>
                    <a:pt x="2705" y="0"/>
                    <a:pt x="15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8" name="Google Shape;3508;g3048a510704_4_0"/>
            <p:cNvSpPr/>
            <p:nvPr/>
          </p:nvSpPr>
          <p:spPr>
            <a:xfrm>
              <a:off x="667950" y="3411900"/>
              <a:ext cx="777325" cy="1632425"/>
            </a:xfrm>
            <a:custGeom>
              <a:rect b="b" l="l" r="r" t="t"/>
              <a:pathLst>
                <a:path extrusionOk="0" h="65297" w="31093">
                  <a:moveTo>
                    <a:pt x="14640" y="31764"/>
                  </a:moveTo>
                  <a:cubicBezTo>
                    <a:pt x="15232" y="32430"/>
                    <a:pt x="16822" y="33206"/>
                    <a:pt x="17043" y="33317"/>
                  </a:cubicBezTo>
                  <a:cubicBezTo>
                    <a:pt x="16822" y="33835"/>
                    <a:pt x="16600" y="34352"/>
                    <a:pt x="16378" y="34833"/>
                  </a:cubicBezTo>
                  <a:cubicBezTo>
                    <a:pt x="15676" y="36533"/>
                    <a:pt x="15010" y="37901"/>
                    <a:pt x="14529" y="38826"/>
                  </a:cubicBezTo>
                  <a:cubicBezTo>
                    <a:pt x="14419" y="39011"/>
                    <a:pt x="14345" y="39195"/>
                    <a:pt x="14234" y="39343"/>
                  </a:cubicBezTo>
                  <a:lnTo>
                    <a:pt x="14160" y="39343"/>
                  </a:lnTo>
                  <a:cubicBezTo>
                    <a:pt x="14160" y="39158"/>
                    <a:pt x="14123" y="38974"/>
                    <a:pt x="14086" y="38752"/>
                  </a:cubicBezTo>
                  <a:cubicBezTo>
                    <a:pt x="13938" y="37680"/>
                    <a:pt x="13716" y="36164"/>
                    <a:pt x="13346" y="34352"/>
                  </a:cubicBezTo>
                  <a:cubicBezTo>
                    <a:pt x="13235" y="33761"/>
                    <a:pt x="13125" y="33169"/>
                    <a:pt x="12977" y="32541"/>
                  </a:cubicBezTo>
                  <a:cubicBezTo>
                    <a:pt x="13125" y="32467"/>
                    <a:pt x="13901" y="32171"/>
                    <a:pt x="14640" y="31764"/>
                  </a:cubicBezTo>
                  <a:close/>
                  <a:moveTo>
                    <a:pt x="6531" y="0"/>
                  </a:moveTo>
                  <a:cubicBezTo>
                    <a:pt x="6326" y="0"/>
                    <a:pt x="6117" y="49"/>
                    <a:pt x="5915" y="154"/>
                  </a:cubicBezTo>
                  <a:cubicBezTo>
                    <a:pt x="4843" y="709"/>
                    <a:pt x="4547" y="2853"/>
                    <a:pt x="4732" y="3925"/>
                  </a:cubicBezTo>
                  <a:cubicBezTo>
                    <a:pt x="4769" y="4036"/>
                    <a:pt x="5176" y="5441"/>
                    <a:pt x="5176" y="5441"/>
                  </a:cubicBezTo>
                  <a:lnTo>
                    <a:pt x="5213" y="5404"/>
                  </a:lnTo>
                  <a:lnTo>
                    <a:pt x="5213" y="5404"/>
                  </a:lnTo>
                  <a:cubicBezTo>
                    <a:pt x="5139" y="5737"/>
                    <a:pt x="5102" y="6107"/>
                    <a:pt x="5065" y="6513"/>
                  </a:cubicBezTo>
                  <a:cubicBezTo>
                    <a:pt x="4991" y="7253"/>
                    <a:pt x="4917" y="8103"/>
                    <a:pt x="4880" y="9027"/>
                  </a:cubicBezTo>
                  <a:cubicBezTo>
                    <a:pt x="4880" y="9952"/>
                    <a:pt x="4880" y="10950"/>
                    <a:pt x="4954" y="11985"/>
                  </a:cubicBezTo>
                  <a:cubicBezTo>
                    <a:pt x="5065" y="13057"/>
                    <a:pt x="5213" y="14166"/>
                    <a:pt x="5509" y="15275"/>
                  </a:cubicBezTo>
                  <a:lnTo>
                    <a:pt x="5509" y="15312"/>
                  </a:lnTo>
                  <a:cubicBezTo>
                    <a:pt x="5324" y="15017"/>
                    <a:pt x="4769" y="14203"/>
                    <a:pt x="4732" y="14129"/>
                  </a:cubicBezTo>
                  <a:cubicBezTo>
                    <a:pt x="4142" y="13446"/>
                    <a:pt x="2744" y="12502"/>
                    <a:pt x="1654" y="12502"/>
                  </a:cubicBezTo>
                  <a:cubicBezTo>
                    <a:pt x="1446" y="12502"/>
                    <a:pt x="1250" y="12536"/>
                    <a:pt x="1072" y="12613"/>
                  </a:cubicBezTo>
                  <a:cubicBezTo>
                    <a:pt x="259" y="12946"/>
                    <a:pt x="0" y="13907"/>
                    <a:pt x="407" y="14647"/>
                  </a:cubicBezTo>
                  <a:cubicBezTo>
                    <a:pt x="850" y="15423"/>
                    <a:pt x="1812" y="15793"/>
                    <a:pt x="2625" y="15904"/>
                  </a:cubicBezTo>
                  <a:cubicBezTo>
                    <a:pt x="2705" y="15914"/>
                    <a:pt x="2794" y="15918"/>
                    <a:pt x="2889" y="15918"/>
                  </a:cubicBezTo>
                  <a:cubicBezTo>
                    <a:pt x="3840" y="15918"/>
                    <a:pt x="5414" y="15457"/>
                    <a:pt x="5583" y="15423"/>
                  </a:cubicBezTo>
                  <a:cubicBezTo>
                    <a:pt x="5878" y="16495"/>
                    <a:pt x="6248" y="17568"/>
                    <a:pt x="6729" y="18603"/>
                  </a:cubicBezTo>
                  <a:cubicBezTo>
                    <a:pt x="6987" y="19231"/>
                    <a:pt x="7246" y="19823"/>
                    <a:pt x="7542" y="20414"/>
                  </a:cubicBezTo>
                  <a:cubicBezTo>
                    <a:pt x="7357" y="20155"/>
                    <a:pt x="7209" y="19934"/>
                    <a:pt x="7209" y="19897"/>
                  </a:cubicBezTo>
                  <a:cubicBezTo>
                    <a:pt x="6584" y="19208"/>
                    <a:pt x="5164" y="18282"/>
                    <a:pt x="4070" y="18282"/>
                  </a:cubicBezTo>
                  <a:cubicBezTo>
                    <a:pt x="3871" y="18282"/>
                    <a:pt x="3683" y="18313"/>
                    <a:pt x="3512" y="18381"/>
                  </a:cubicBezTo>
                  <a:cubicBezTo>
                    <a:pt x="2736" y="18751"/>
                    <a:pt x="2477" y="19712"/>
                    <a:pt x="2884" y="20451"/>
                  </a:cubicBezTo>
                  <a:cubicBezTo>
                    <a:pt x="3290" y="21191"/>
                    <a:pt x="4289" y="21560"/>
                    <a:pt x="5102" y="21671"/>
                  </a:cubicBezTo>
                  <a:cubicBezTo>
                    <a:pt x="5187" y="21683"/>
                    <a:pt x="5282" y="21689"/>
                    <a:pt x="5385" y="21689"/>
                  </a:cubicBezTo>
                  <a:cubicBezTo>
                    <a:pt x="6221" y="21689"/>
                    <a:pt x="7554" y="21326"/>
                    <a:pt x="7949" y="21228"/>
                  </a:cubicBezTo>
                  <a:cubicBezTo>
                    <a:pt x="8060" y="21449"/>
                    <a:pt x="8171" y="21671"/>
                    <a:pt x="8281" y="21930"/>
                  </a:cubicBezTo>
                  <a:cubicBezTo>
                    <a:pt x="8836" y="23002"/>
                    <a:pt x="9391" y="24111"/>
                    <a:pt x="9908" y="25183"/>
                  </a:cubicBezTo>
                  <a:cubicBezTo>
                    <a:pt x="10093" y="25553"/>
                    <a:pt x="10241" y="25960"/>
                    <a:pt x="10426" y="26330"/>
                  </a:cubicBezTo>
                  <a:cubicBezTo>
                    <a:pt x="10241" y="26108"/>
                    <a:pt x="10130" y="25923"/>
                    <a:pt x="10093" y="25886"/>
                  </a:cubicBezTo>
                  <a:cubicBezTo>
                    <a:pt x="9499" y="25198"/>
                    <a:pt x="8084" y="24271"/>
                    <a:pt x="6990" y="24271"/>
                  </a:cubicBezTo>
                  <a:cubicBezTo>
                    <a:pt x="6792" y="24271"/>
                    <a:pt x="6604" y="24302"/>
                    <a:pt x="6433" y="24370"/>
                  </a:cubicBezTo>
                  <a:cubicBezTo>
                    <a:pt x="5620" y="24740"/>
                    <a:pt x="5398" y="25701"/>
                    <a:pt x="5804" y="26404"/>
                  </a:cubicBezTo>
                  <a:cubicBezTo>
                    <a:pt x="6211" y="27180"/>
                    <a:pt x="7209" y="27550"/>
                    <a:pt x="7986" y="27661"/>
                  </a:cubicBezTo>
                  <a:cubicBezTo>
                    <a:pt x="8077" y="27674"/>
                    <a:pt x="8179" y="27680"/>
                    <a:pt x="8289" y="27680"/>
                  </a:cubicBezTo>
                  <a:cubicBezTo>
                    <a:pt x="9106" y="27680"/>
                    <a:pt x="10339" y="27352"/>
                    <a:pt x="10795" y="27254"/>
                  </a:cubicBezTo>
                  <a:cubicBezTo>
                    <a:pt x="10943" y="27624"/>
                    <a:pt x="11091" y="28030"/>
                    <a:pt x="11239" y="28437"/>
                  </a:cubicBezTo>
                  <a:cubicBezTo>
                    <a:pt x="11313" y="28696"/>
                    <a:pt x="11424" y="28955"/>
                    <a:pt x="11498" y="29213"/>
                  </a:cubicBezTo>
                  <a:cubicBezTo>
                    <a:pt x="11572" y="29509"/>
                    <a:pt x="11646" y="29768"/>
                    <a:pt x="11720" y="30027"/>
                  </a:cubicBezTo>
                  <a:cubicBezTo>
                    <a:pt x="11831" y="30544"/>
                    <a:pt x="11978" y="31062"/>
                    <a:pt x="12089" y="31579"/>
                  </a:cubicBezTo>
                  <a:cubicBezTo>
                    <a:pt x="12163" y="31949"/>
                    <a:pt x="12237" y="32282"/>
                    <a:pt x="12274" y="32615"/>
                  </a:cubicBezTo>
                  <a:cubicBezTo>
                    <a:pt x="12126" y="32245"/>
                    <a:pt x="11757" y="31505"/>
                    <a:pt x="11720" y="31432"/>
                  </a:cubicBezTo>
                  <a:cubicBezTo>
                    <a:pt x="11183" y="30593"/>
                    <a:pt x="9793" y="29358"/>
                    <a:pt x="8657" y="29358"/>
                  </a:cubicBezTo>
                  <a:cubicBezTo>
                    <a:pt x="8541" y="29358"/>
                    <a:pt x="8428" y="29371"/>
                    <a:pt x="8318" y="29398"/>
                  </a:cubicBezTo>
                  <a:cubicBezTo>
                    <a:pt x="7468" y="29583"/>
                    <a:pt x="7098" y="30507"/>
                    <a:pt x="7394" y="31284"/>
                  </a:cubicBezTo>
                  <a:cubicBezTo>
                    <a:pt x="7690" y="32097"/>
                    <a:pt x="8614" y="32615"/>
                    <a:pt x="9354" y="32836"/>
                  </a:cubicBezTo>
                  <a:cubicBezTo>
                    <a:pt x="9658" y="32929"/>
                    <a:pt x="10095" y="32960"/>
                    <a:pt x="10542" y="32960"/>
                  </a:cubicBezTo>
                  <a:cubicBezTo>
                    <a:pt x="11345" y="32960"/>
                    <a:pt x="12182" y="32860"/>
                    <a:pt x="12348" y="32836"/>
                  </a:cubicBezTo>
                  <a:cubicBezTo>
                    <a:pt x="12459" y="33391"/>
                    <a:pt x="12570" y="33946"/>
                    <a:pt x="12644" y="34463"/>
                  </a:cubicBezTo>
                  <a:cubicBezTo>
                    <a:pt x="12977" y="36275"/>
                    <a:pt x="13162" y="37791"/>
                    <a:pt x="13272" y="38826"/>
                  </a:cubicBezTo>
                  <a:cubicBezTo>
                    <a:pt x="13309" y="39011"/>
                    <a:pt x="13309" y="39195"/>
                    <a:pt x="13346" y="39343"/>
                  </a:cubicBezTo>
                  <a:lnTo>
                    <a:pt x="9686" y="39343"/>
                  </a:lnTo>
                  <a:lnTo>
                    <a:pt x="11017" y="65297"/>
                  </a:lnTo>
                  <a:lnTo>
                    <a:pt x="17228" y="65297"/>
                  </a:lnTo>
                  <a:lnTo>
                    <a:pt x="18559" y="39343"/>
                  </a:lnTo>
                  <a:lnTo>
                    <a:pt x="15158" y="39343"/>
                  </a:lnTo>
                  <a:lnTo>
                    <a:pt x="15232" y="39195"/>
                  </a:lnTo>
                  <a:cubicBezTo>
                    <a:pt x="15712" y="38234"/>
                    <a:pt x="16341" y="36829"/>
                    <a:pt x="17043" y="35129"/>
                  </a:cubicBezTo>
                  <a:cubicBezTo>
                    <a:pt x="17265" y="34574"/>
                    <a:pt x="17487" y="34019"/>
                    <a:pt x="17746" y="33391"/>
                  </a:cubicBezTo>
                  <a:cubicBezTo>
                    <a:pt x="17924" y="33450"/>
                    <a:pt x="19154" y="33701"/>
                    <a:pt x="20090" y="33701"/>
                  </a:cubicBezTo>
                  <a:cubicBezTo>
                    <a:pt x="20318" y="33701"/>
                    <a:pt x="20529" y="33686"/>
                    <a:pt x="20704" y="33650"/>
                  </a:cubicBezTo>
                  <a:cubicBezTo>
                    <a:pt x="21480" y="33465"/>
                    <a:pt x="22441" y="33021"/>
                    <a:pt x="22774" y="32245"/>
                  </a:cubicBezTo>
                  <a:cubicBezTo>
                    <a:pt x="23144" y="31469"/>
                    <a:pt x="22811" y="30544"/>
                    <a:pt x="21997" y="30248"/>
                  </a:cubicBezTo>
                  <a:cubicBezTo>
                    <a:pt x="21860" y="30204"/>
                    <a:pt x="21713" y="30184"/>
                    <a:pt x="21561" y="30184"/>
                  </a:cubicBezTo>
                  <a:cubicBezTo>
                    <a:pt x="20442" y="30184"/>
                    <a:pt x="19001" y="31279"/>
                    <a:pt x="18448" y="32060"/>
                  </a:cubicBezTo>
                  <a:cubicBezTo>
                    <a:pt x="18411" y="32097"/>
                    <a:pt x="18079" y="32689"/>
                    <a:pt x="17857" y="33095"/>
                  </a:cubicBezTo>
                  <a:cubicBezTo>
                    <a:pt x="17931" y="32836"/>
                    <a:pt x="18042" y="32615"/>
                    <a:pt x="18116" y="32356"/>
                  </a:cubicBezTo>
                  <a:cubicBezTo>
                    <a:pt x="18300" y="31838"/>
                    <a:pt x="18485" y="31358"/>
                    <a:pt x="18670" y="30803"/>
                  </a:cubicBezTo>
                  <a:cubicBezTo>
                    <a:pt x="18744" y="30544"/>
                    <a:pt x="18818" y="30285"/>
                    <a:pt x="18892" y="29990"/>
                  </a:cubicBezTo>
                  <a:cubicBezTo>
                    <a:pt x="18966" y="29731"/>
                    <a:pt x="19040" y="29435"/>
                    <a:pt x="19114" y="29176"/>
                  </a:cubicBezTo>
                  <a:cubicBezTo>
                    <a:pt x="19262" y="28511"/>
                    <a:pt x="19410" y="27845"/>
                    <a:pt x="19520" y="27143"/>
                  </a:cubicBezTo>
                  <a:cubicBezTo>
                    <a:pt x="19949" y="27321"/>
                    <a:pt x="21412" y="27810"/>
                    <a:pt x="22244" y="27810"/>
                  </a:cubicBezTo>
                  <a:cubicBezTo>
                    <a:pt x="22274" y="27810"/>
                    <a:pt x="22302" y="27810"/>
                    <a:pt x="22330" y="27808"/>
                  </a:cubicBezTo>
                  <a:cubicBezTo>
                    <a:pt x="23107" y="27734"/>
                    <a:pt x="24142" y="27439"/>
                    <a:pt x="24585" y="26736"/>
                  </a:cubicBezTo>
                  <a:cubicBezTo>
                    <a:pt x="25066" y="26034"/>
                    <a:pt x="24881" y="25073"/>
                    <a:pt x="24105" y="24666"/>
                  </a:cubicBezTo>
                  <a:cubicBezTo>
                    <a:pt x="23888" y="24554"/>
                    <a:pt x="23637" y="24505"/>
                    <a:pt x="23368" y="24505"/>
                  </a:cubicBezTo>
                  <a:cubicBezTo>
                    <a:pt x="22303" y="24505"/>
                    <a:pt x="20953" y="25266"/>
                    <a:pt x="20334" y="25886"/>
                  </a:cubicBezTo>
                  <a:cubicBezTo>
                    <a:pt x="20297" y="25923"/>
                    <a:pt x="19816" y="26551"/>
                    <a:pt x="19557" y="26884"/>
                  </a:cubicBezTo>
                  <a:cubicBezTo>
                    <a:pt x="19594" y="26477"/>
                    <a:pt x="19668" y="26071"/>
                    <a:pt x="19742" y="25664"/>
                  </a:cubicBezTo>
                  <a:cubicBezTo>
                    <a:pt x="19890" y="24444"/>
                    <a:pt x="20001" y="23224"/>
                    <a:pt x="20112" y="22004"/>
                  </a:cubicBezTo>
                  <a:cubicBezTo>
                    <a:pt x="20149" y="21634"/>
                    <a:pt x="20186" y="21265"/>
                    <a:pt x="20223" y="20895"/>
                  </a:cubicBezTo>
                  <a:cubicBezTo>
                    <a:pt x="20367" y="20967"/>
                    <a:pt x="22121" y="21599"/>
                    <a:pt x="23067" y="21599"/>
                  </a:cubicBezTo>
                  <a:cubicBezTo>
                    <a:pt x="23093" y="21599"/>
                    <a:pt x="23119" y="21598"/>
                    <a:pt x="23144" y="21597"/>
                  </a:cubicBezTo>
                  <a:cubicBezTo>
                    <a:pt x="23920" y="21523"/>
                    <a:pt x="24955" y="21228"/>
                    <a:pt x="25399" y="20525"/>
                  </a:cubicBezTo>
                  <a:cubicBezTo>
                    <a:pt x="25879" y="19823"/>
                    <a:pt x="25695" y="18825"/>
                    <a:pt x="24918" y="18418"/>
                  </a:cubicBezTo>
                  <a:cubicBezTo>
                    <a:pt x="24707" y="18309"/>
                    <a:pt x="24463" y="18261"/>
                    <a:pt x="24201" y="18261"/>
                  </a:cubicBezTo>
                  <a:cubicBezTo>
                    <a:pt x="23133" y="18261"/>
                    <a:pt x="21771" y="19051"/>
                    <a:pt x="21147" y="19675"/>
                  </a:cubicBezTo>
                  <a:cubicBezTo>
                    <a:pt x="21110" y="19712"/>
                    <a:pt x="20408" y="20599"/>
                    <a:pt x="20223" y="20821"/>
                  </a:cubicBezTo>
                  <a:cubicBezTo>
                    <a:pt x="20334" y="20008"/>
                    <a:pt x="20408" y="19194"/>
                    <a:pt x="20556" y="18418"/>
                  </a:cubicBezTo>
                  <a:cubicBezTo>
                    <a:pt x="20704" y="17309"/>
                    <a:pt x="20925" y="16237"/>
                    <a:pt x="21221" y="15201"/>
                  </a:cubicBezTo>
                  <a:cubicBezTo>
                    <a:pt x="21293" y="15237"/>
                    <a:pt x="23120" y="15905"/>
                    <a:pt x="24069" y="15905"/>
                  </a:cubicBezTo>
                  <a:cubicBezTo>
                    <a:pt x="24094" y="15905"/>
                    <a:pt x="24118" y="15905"/>
                    <a:pt x="24142" y="15904"/>
                  </a:cubicBezTo>
                  <a:cubicBezTo>
                    <a:pt x="24955" y="15830"/>
                    <a:pt x="25990" y="15534"/>
                    <a:pt x="26434" y="14832"/>
                  </a:cubicBezTo>
                  <a:cubicBezTo>
                    <a:pt x="26915" y="14129"/>
                    <a:pt x="26730" y="13131"/>
                    <a:pt x="25953" y="12761"/>
                  </a:cubicBezTo>
                  <a:cubicBezTo>
                    <a:pt x="25732" y="12639"/>
                    <a:pt x="25474" y="12586"/>
                    <a:pt x="25198" y="12586"/>
                  </a:cubicBezTo>
                  <a:cubicBezTo>
                    <a:pt x="24136" y="12586"/>
                    <a:pt x="22798" y="13365"/>
                    <a:pt x="22182" y="13981"/>
                  </a:cubicBezTo>
                  <a:cubicBezTo>
                    <a:pt x="22145" y="14018"/>
                    <a:pt x="21369" y="14980"/>
                    <a:pt x="21258" y="15164"/>
                  </a:cubicBezTo>
                  <a:cubicBezTo>
                    <a:pt x="21258" y="15090"/>
                    <a:pt x="21295" y="15017"/>
                    <a:pt x="21295" y="14980"/>
                  </a:cubicBezTo>
                  <a:cubicBezTo>
                    <a:pt x="21628" y="13870"/>
                    <a:pt x="22071" y="12872"/>
                    <a:pt x="22552" y="11948"/>
                  </a:cubicBezTo>
                  <a:cubicBezTo>
                    <a:pt x="22848" y="11393"/>
                    <a:pt x="23144" y="10913"/>
                    <a:pt x="23439" y="10432"/>
                  </a:cubicBezTo>
                  <a:cubicBezTo>
                    <a:pt x="23772" y="10617"/>
                    <a:pt x="25362" y="11356"/>
                    <a:pt x="26212" y="11393"/>
                  </a:cubicBezTo>
                  <a:cubicBezTo>
                    <a:pt x="26274" y="11396"/>
                    <a:pt x="26337" y="11398"/>
                    <a:pt x="26402" y="11398"/>
                  </a:cubicBezTo>
                  <a:cubicBezTo>
                    <a:pt x="27150" y="11398"/>
                    <a:pt x="28068" y="11193"/>
                    <a:pt x="28578" y="10580"/>
                  </a:cubicBezTo>
                  <a:cubicBezTo>
                    <a:pt x="29096" y="9952"/>
                    <a:pt x="29059" y="8953"/>
                    <a:pt x="28319" y="8473"/>
                  </a:cubicBezTo>
                  <a:cubicBezTo>
                    <a:pt x="28057" y="8298"/>
                    <a:pt x="27723" y="8225"/>
                    <a:pt x="27357" y="8225"/>
                  </a:cubicBezTo>
                  <a:cubicBezTo>
                    <a:pt x="26333" y="8225"/>
                    <a:pt x="25064" y="8796"/>
                    <a:pt x="24438" y="9286"/>
                  </a:cubicBezTo>
                  <a:cubicBezTo>
                    <a:pt x="24401" y="9323"/>
                    <a:pt x="23957" y="9730"/>
                    <a:pt x="23661" y="10062"/>
                  </a:cubicBezTo>
                  <a:cubicBezTo>
                    <a:pt x="23809" y="9841"/>
                    <a:pt x="23957" y="9619"/>
                    <a:pt x="24068" y="9397"/>
                  </a:cubicBezTo>
                  <a:cubicBezTo>
                    <a:pt x="24585" y="8658"/>
                    <a:pt x="25103" y="7992"/>
                    <a:pt x="25547" y="7401"/>
                  </a:cubicBezTo>
                  <a:cubicBezTo>
                    <a:pt x="25805" y="7068"/>
                    <a:pt x="26064" y="6772"/>
                    <a:pt x="26286" y="6513"/>
                  </a:cubicBezTo>
                  <a:cubicBezTo>
                    <a:pt x="26730" y="6476"/>
                    <a:pt x="28430" y="6439"/>
                    <a:pt x="29170" y="6070"/>
                  </a:cubicBezTo>
                  <a:cubicBezTo>
                    <a:pt x="29909" y="5737"/>
                    <a:pt x="30760" y="5108"/>
                    <a:pt x="30907" y="4258"/>
                  </a:cubicBezTo>
                  <a:cubicBezTo>
                    <a:pt x="31092" y="3445"/>
                    <a:pt x="30575" y="2594"/>
                    <a:pt x="29724" y="2483"/>
                  </a:cubicBezTo>
                  <a:cubicBezTo>
                    <a:pt x="29685" y="2480"/>
                    <a:pt x="29646" y="2478"/>
                    <a:pt x="29607" y="2478"/>
                  </a:cubicBezTo>
                  <a:cubicBezTo>
                    <a:pt x="28415" y="2478"/>
                    <a:pt x="27085" y="4067"/>
                    <a:pt x="26656" y="4997"/>
                  </a:cubicBezTo>
                  <a:cubicBezTo>
                    <a:pt x="26619" y="5108"/>
                    <a:pt x="26175" y="6513"/>
                    <a:pt x="26175" y="6513"/>
                  </a:cubicBezTo>
                  <a:lnTo>
                    <a:pt x="26212" y="6513"/>
                  </a:lnTo>
                  <a:cubicBezTo>
                    <a:pt x="25990" y="6772"/>
                    <a:pt x="25732" y="7031"/>
                    <a:pt x="25473" y="7364"/>
                  </a:cubicBezTo>
                  <a:cubicBezTo>
                    <a:pt x="25029" y="7918"/>
                    <a:pt x="24511" y="8584"/>
                    <a:pt x="23957" y="9323"/>
                  </a:cubicBezTo>
                  <a:cubicBezTo>
                    <a:pt x="23439" y="10099"/>
                    <a:pt x="22885" y="10913"/>
                    <a:pt x="22404" y="11837"/>
                  </a:cubicBezTo>
                  <a:cubicBezTo>
                    <a:pt x="21887" y="12798"/>
                    <a:pt x="21406" y="13797"/>
                    <a:pt x="21036" y="14906"/>
                  </a:cubicBezTo>
                  <a:lnTo>
                    <a:pt x="21036" y="14943"/>
                  </a:lnTo>
                  <a:cubicBezTo>
                    <a:pt x="21036" y="14573"/>
                    <a:pt x="21036" y="13575"/>
                    <a:pt x="20999" y="13501"/>
                  </a:cubicBezTo>
                  <a:cubicBezTo>
                    <a:pt x="20888" y="12429"/>
                    <a:pt x="19964" y="10432"/>
                    <a:pt x="18781" y="10210"/>
                  </a:cubicBezTo>
                  <a:cubicBezTo>
                    <a:pt x="18701" y="10196"/>
                    <a:pt x="18622" y="10190"/>
                    <a:pt x="18544" y="10190"/>
                  </a:cubicBezTo>
                  <a:cubicBezTo>
                    <a:pt x="17797" y="10190"/>
                    <a:pt x="17184" y="10808"/>
                    <a:pt x="17117" y="11578"/>
                  </a:cubicBezTo>
                  <a:cubicBezTo>
                    <a:pt x="17043" y="12429"/>
                    <a:pt x="17672" y="13279"/>
                    <a:pt x="18263" y="13797"/>
                  </a:cubicBezTo>
                  <a:cubicBezTo>
                    <a:pt x="18966" y="14425"/>
                    <a:pt x="20851" y="15017"/>
                    <a:pt x="20999" y="15054"/>
                  </a:cubicBezTo>
                  <a:cubicBezTo>
                    <a:pt x="20667" y="16089"/>
                    <a:pt x="20408" y="17198"/>
                    <a:pt x="20186" y="18344"/>
                  </a:cubicBezTo>
                  <a:cubicBezTo>
                    <a:pt x="20075" y="19009"/>
                    <a:pt x="20001" y="19638"/>
                    <a:pt x="19890" y="20303"/>
                  </a:cubicBezTo>
                  <a:cubicBezTo>
                    <a:pt x="19890" y="20008"/>
                    <a:pt x="19890" y="19712"/>
                    <a:pt x="19890" y="19675"/>
                  </a:cubicBezTo>
                  <a:cubicBezTo>
                    <a:pt x="19742" y="18603"/>
                    <a:pt x="18855" y="16606"/>
                    <a:pt x="17672" y="16421"/>
                  </a:cubicBezTo>
                  <a:cubicBezTo>
                    <a:pt x="17571" y="16400"/>
                    <a:pt x="17472" y="16390"/>
                    <a:pt x="17377" y="16390"/>
                  </a:cubicBezTo>
                  <a:cubicBezTo>
                    <a:pt x="16633" y="16390"/>
                    <a:pt x="16074" y="16999"/>
                    <a:pt x="16008" y="17752"/>
                  </a:cubicBezTo>
                  <a:cubicBezTo>
                    <a:pt x="15934" y="18603"/>
                    <a:pt x="16563" y="19453"/>
                    <a:pt x="17154" y="20008"/>
                  </a:cubicBezTo>
                  <a:cubicBezTo>
                    <a:pt x="17746" y="20525"/>
                    <a:pt x="19373" y="21080"/>
                    <a:pt x="19779" y="21191"/>
                  </a:cubicBezTo>
                  <a:cubicBezTo>
                    <a:pt x="19742" y="21449"/>
                    <a:pt x="19705" y="21708"/>
                    <a:pt x="19705" y="21967"/>
                  </a:cubicBezTo>
                  <a:cubicBezTo>
                    <a:pt x="19557" y="23187"/>
                    <a:pt x="19410" y="24407"/>
                    <a:pt x="19225" y="25590"/>
                  </a:cubicBezTo>
                  <a:cubicBezTo>
                    <a:pt x="19188" y="25997"/>
                    <a:pt x="19077" y="26404"/>
                    <a:pt x="19003" y="26810"/>
                  </a:cubicBezTo>
                  <a:cubicBezTo>
                    <a:pt x="19003" y="26551"/>
                    <a:pt x="19003" y="26330"/>
                    <a:pt x="19003" y="26293"/>
                  </a:cubicBezTo>
                  <a:cubicBezTo>
                    <a:pt x="18855" y="25220"/>
                    <a:pt x="17968" y="23224"/>
                    <a:pt x="16785" y="23002"/>
                  </a:cubicBezTo>
                  <a:cubicBezTo>
                    <a:pt x="16704" y="22988"/>
                    <a:pt x="16625" y="22982"/>
                    <a:pt x="16547" y="22982"/>
                  </a:cubicBezTo>
                  <a:cubicBezTo>
                    <a:pt x="15800" y="22982"/>
                    <a:pt x="15188" y="23597"/>
                    <a:pt x="15121" y="24333"/>
                  </a:cubicBezTo>
                  <a:cubicBezTo>
                    <a:pt x="15047" y="25183"/>
                    <a:pt x="15676" y="26034"/>
                    <a:pt x="16267" y="26588"/>
                  </a:cubicBezTo>
                  <a:cubicBezTo>
                    <a:pt x="16859" y="27106"/>
                    <a:pt x="18337" y="27624"/>
                    <a:pt x="18818" y="27771"/>
                  </a:cubicBezTo>
                  <a:cubicBezTo>
                    <a:pt x="18744" y="28178"/>
                    <a:pt x="18670" y="28622"/>
                    <a:pt x="18559" y="29028"/>
                  </a:cubicBezTo>
                  <a:cubicBezTo>
                    <a:pt x="18485" y="29287"/>
                    <a:pt x="18411" y="29546"/>
                    <a:pt x="18337" y="29842"/>
                  </a:cubicBezTo>
                  <a:cubicBezTo>
                    <a:pt x="18226" y="30101"/>
                    <a:pt x="18153" y="30359"/>
                    <a:pt x="18079" y="30618"/>
                  </a:cubicBezTo>
                  <a:cubicBezTo>
                    <a:pt x="17894" y="31136"/>
                    <a:pt x="17709" y="31653"/>
                    <a:pt x="17524" y="32134"/>
                  </a:cubicBezTo>
                  <a:cubicBezTo>
                    <a:pt x="17376" y="32467"/>
                    <a:pt x="17265" y="32762"/>
                    <a:pt x="17117" y="33095"/>
                  </a:cubicBezTo>
                  <a:cubicBezTo>
                    <a:pt x="17191" y="32689"/>
                    <a:pt x="17302" y="31875"/>
                    <a:pt x="17302" y="31801"/>
                  </a:cubicBezTo>
                  <a:cubicBezTo>
                    <a:pt x="17302" y="31062"/>
                    <a:pt x="17080" y="29916"/>
                    <a:pt x="16563" y="29102"/>
                  </a:cubicBezTo>
                  <a:cubicBezTo>
                    <a:pt x="16563" y="28991"/>
                    <a:pt x="16563" y="28881"/>
                    <a:pt x="16526" y="28770"/>
                  </a:cubicBezTo>
                  <a:cubicBezTo>
                    <a:pt x="16430" y="28068"/>
                    <a:pt x="15840" y="27505"/>
                    <a:pt x="15134" y="27505"/>
                  </a:cubicBezTo>
                  <a:cubicBezTo>
                    <a:pt x="15021" y="27505"/>
                    <a:pt x="14905" y="27519"/>
                    <a:pt x="14788" y="27550"/>
                  </a:cubicBezTo>
                  <a:cubicBezTo>
                    <a:pt x="13605" y="27882"/>
                    <a:pt x="12866" y="29916"/>
                    <a:pt x="12829" y="30988"/>
                  </a:cubicBezTo>
                  <a:cubicBezTo>
                    <a:pt x="12829" y="31062"/>
                    <a:pt x="12866" y="31764"/>
                    <a:pt x="12903" y="32208"/>
                  </a:cubicBezTo>
                  <a:cubicBezTo>
                    <a:pt x="12829" y="31949"/>
                    <a:pt x="12792" y="31690"/>
                    <a:pt x="12718" y="31432"/>
                  </a:cubicBezTo>
                  <a:cubicBezTo>
                    <a:pt x="12607" y="30914"/>
                    <a:pt x="12459" y="30396"/>
                    <a:pt x="12311" y="29842"/>
                  </a:cubicBezTo>
                  <a:cubicBezTo>
                    <a:pt x="12237" y="29583"/>
                    <a:pt x="12126" y="29324"/>
                    <a:pt x="12052" y="29065"/>
                  </a:cubicBezTo>
                  <a:cubicBezTo>
                    <a:pt x="11978" y="28770"/>
                    <a:pt x="11868" y="28511"/>
                    <a:pt x="11794" y="28252"/>
                  </a:cubicBezTo>
                  <a:cubicBezTo>
                    <a:pt x="11535" y="27587"/>
                    <a:pt x="11276" y="26958"/>
                    <a:pt x="11017" y="26330"/>
                  </a:cubicBezTo>
                  <a:cubicBezTo>
                    <a:pt x="11461" y="26219"/>
                    <a:pt x="13051" y="25812"/>
                    <a:pt x="13716" y="25331"/>
                  </a:cubicBezTo>
                  <a:cubicBezTo>
                    <a:pt x="14345" y="24851"/>
                    <a:pt x="15010" y="24037"/>
                    <a:pt x="15010" y="23187"/>
                  </a:cubicBezTo>
                  <a:cubicBezTo>
                    <a:pt x="15010" y="22378"/>
                    <a:pt x="14408" y="21703"/>
                    <a:pt x="13585" y="21703"/>
                  </a:cubicBezTo>
                  <a:cubicBezTo>
                    <a:pt x="13543" y="21703"/>
                    <a:pt x="13500" y="21705"/>
                    <a:pt x="13457" y="21708"/>
                  </a:cubicBezTo>
                  <a:cubicBezTo>
                    <a:pt x="12274" y="21856"/>
                    <a:pt x="11202" y="23779"/>
                    <a:pt x="11017" y="24814"/>
                  </a:cubicBezTo>
                  <a:cubicBezTo>
                    <a:pt x="10980" y="24888"/>
                    <a:pt x="10906" y="25664"/>
                    <a:pt x="10869" y="26108"/>
                  </a:cubicBezTo>
                  <a:cubicBezTo>
                    <a:pt x="10721" y="25701"/>
                    <a:pt x="10537" y="25331"/>
                    <a:pt x="10352" y="24962"/>
                  </a:cubicBezTo>
                  <a:cubicBezTo>
                    <a:pt x="9834" y="23890"/>
                    <a:pt x="9243" y="22817"/>
                    <a:pt x="8651" y="21708"/>
                  </a:cubicBezTo>
                  <a:cubicBezTo>
                    <a:pt x="8503" y="21376"/>
                    <a:pt x="8318" y="21043"/>
                    <a:pt x="8134" y="20710"/>
                  </a:cubicBezTo>
                  <a:cubicBezTo>
                    <a:pt x="8318" y="20673"/>
                    <a:pt x="10241" y="20229"/>
                    <a:pt x="10943" y="19675"/>
                  </a:cubicBezTo>
                  <a:cubicBezTo>
                    <a:pt x="11572" y="19194"/>
                    <a:pt x="12274" y="18381"/>
                    <a:pt x="12274" y="17531"/>
                  </a:cubicBezTo>
                  <a:cubicBezTo>
                    <a:pt x="12274" y="16772"/>
                    <a:pt x="11663" y="16078"/>
                    <a:pt x="10891" y="16078"/>
                  </a:cubicBezTo>
                  <a:cubicBezTo>
                    <a:pt x="10835" y="16078"/>
                    <a:pt x="10779" y="16081"/>
                    <a:pt x="10721" y="16089"/>
                  </a:cubicBezTo>
                  <a:cubicBezTo>
                    <a:pt x="9501" y="16200"/>
                    <a:pt x="8466" y="18122"/>
                    <a:pt x="8244" y="19194"/>
                  </a:cubicBezTo>
                  <a:cubicBezTo>
                    <a:pt x="8244" y="19268"/>
                    <a:pt x="8134" y="20377"/>
                    <a:pt x="8134" y="20673"/>
                  </a:cubicBezTo>
                  <a:cubicBezTo>
                    <a:pt x="7727" y="19934"/>
                    <a:pt x="7357" y="19194"/>
                    <a:pt x="7024" y="18455"/>
                  </a:cubicBezTo>
                  <a:cubicBezTo>
                    <a:pt x="6581" y="17457"/>
                    <a:pt x="6174" y="16421"/>
                    <a:pt x="5841" y="15423"/>
                  </a:cubicBezTo>
                  <a:cubicBezTo>
                    <a:pt x="5915" y="15386"/>
                    <a:pt x="7912" y="14943"/>
                    <a:pt x="8651" y="14388"/>
                  </a:cubicBezTo>
                  <a:cubicBezTo>
                    <a:pt x="9317" y="13870"/>
                    <a:pt x="9982" y="13094"/>
                    <a:pt x="9982" y="12244"/>
                  </a:cubicBezTo>
                  <a:cubicBezTo>
                    <a:pt x="9982" y="11451"/>
                    <a:pt x="9403" y="10754"/>
                    <a:pt x="8605" y="10754"/>
                  </a:cubicBezTo>
                  <a:cubicBezTo>
                    <a:pt x="8548" y="10754"/>
                    <a:pt x="8489" y="10757"/>
                    <a:pt x="8429" y="10765"/>
                  </a:cubicBezTo>
                  <a:cubicBezTo>
                    <a:pt x="7209" y="10876"/>
                    <a:pt x="6174" y="12798"/>
                    <a:pt x="5952" y="13870"/>
                  </a:cubicBezTo>
                  <a:cubicBezTo>
                    <a:pt x="5952" y="13944"/>
                    <a:pt x="5841" y="15164"/>
                    <a:pt x="5841" y="15386"/>
                  </a:cubicBezTo>
                  <a:cubicBezTo>
                    <a:pt x="5804" y="15312"/>
                    <a:pt x="5804" y="15238"/>
                    <a:pt x="5767" y="15201"/>
                  </a:cubicBezTo>
                  <a:cubicBezTo>
                    <a:pt x="5435" y="14092"/>
                    <a:pt x="5287" y="13020"/>
                    <a:pt x="5176" y="11985"/>
                  </a:cubicBezTo>
                  <a:cubicBezTo>
                    <a:pt x="5102" y="11356"/>
                    <a:pt x="5065" y="10802"/>
                    <a:pt x="5028" y="10210"/>
                  </a:cubicBezTo>
                  <a:cubicBezTo>
                    <a:pt x="5435" y="10173"/>
                    <a:pt x="7172" y="9952"/>
                    <a:pt x="7875" y="9508"/>
                  </a:cubicBezTo>
                  <a:cubicBezTo>
                    <a:pt x="8577" y="9101"/>
                    <a:pt x="9354" y="8362"/>
                    <a:pt x="9427" y="7511"/>
                  </a:cubicBezTo>
                  <a:cubicBezTo>
                    <a:pt x="9501" y="6698"/>
                    <a:pt x="8910" y="5885"/>
                    <a:pt x="8060" y="5885"/>
                  </a:cubicBezTo>
                  <a:cubicBezTo>
                    <a:pt x="6840" y="5885"/>
                    <a:pt x="5583" y="7696"/>
                    <a:pt x="5250" y="8695"/>
                  </a:cubicBezTo>
                  <a:cubicBezTo>
                    <a:pt x="5250" y="8768"/>
                    <a:pt x="5102" y="9360"/>
                    <a:pt x="5028" y="9804"/>
                  </a:cubicBezTo>
                  <a:cubicBezTo>
                    <a:pt x="5028" y="9545"/>
                    <a:pt x="5028" y="9286"/>
                    <a:pt x="5028" y="9027"/>
                  </a:cubicBezTo>
                  <a:cubicBezTo>
                    <a:pt x="5028" y="8103"/>
                    <a:pt x="5102" y="7253"/>
                    <a:pt x="5139" y="6513"/>
                  </a:cubicBezTo>
                  <a:cubicBezTo>
                    <a:pt x="5176" y="6107"/>
                    <a:pt x="5213" y="5737"/>
                    <a:pt x="5250" y="5367"/>
                  </a:cubicBezTo>
                  <a:cubicBezTo>
                    <a:pt x="5620" y="5145"/>
                    <a:pt x="7024" y="4147"/>
                    <a:pt x="7431" y="3445"/>
                  </a:cubicBezTo>
                  <a:cubicBezTo>
                    <a:pt x="7875" y="2742"/>
                    <a:pt x="8207" y="1744"/>
                    <a:pt x="7912" y="968"/>
                  </a:cubicBezTo>
                  <a:cubicBezTo>
                    <a:pt x="7665" y="393"/>
                    <a:pt x="7115" y="0"/>
                    <a:pt x="65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9" name="Google Shape;3509;g3048a510704_4_0"/>
            <p:cNvSpPr/>
            <p:nvPr/>
          </p:nvSpPr>
          <p:spPr>
            <a:xfrm>
              <a:off x="1174425" y="3532200"/>
              <a:ext cx="91525" cy="134975"/>
            </a:xfrm>
            <a:custGeom>
              <a:rect b="b" l="l" r="r" t="t"/>
              <a:pathLst>
                <a:path extrusionOk="0" h="5399" w="3661">
                  <a:moveTo>
                    <a:pt x="1633" y="1"/>
                  </a:moveTo>
                  <a:cubicBezTo>
                    <a:pt x="1052" y="1"/>
                    <a:pt x="518" y="417"/>
                    <a:pt x="297" y="999"/>
                  </a:cubicBezTo>
                  <a:cubicBezTo>
                    <a:pt x="1" y="1812"/>
                    <a:pt x="371" y="2773"/>
                    <a:pt x="814" y="3476"/>
                  </a:cubicBezTo>
                  <a:cubicBezTo>
                    <a:pt x="1332" y="4252"/>
                    <a:pt x="3106" y="5398"/>
                    <a:pt x="3106" y="5398"/>
                  </a:cubicBezTo>
                  <a:cubicBezTo>
                    <a:pt x="3143" y="5398"/>
                    <a:pt x="3513" y="3993"/>
                    <a:pt x="3513" y="3883"/>
                  </a:cubicBezTo>
                  <a:cubicBezTo>
                    <a:pt x="3661" y="2810"/>
                    <a:pt x="3328" y="666"/>
                    <a:pt x="2219" y="149"/>
                  </a:cubicBezTo>
                  <a:cubicBezTo>
                    <a:pt x="2025" y="47"/>
                    <a:pt x="1826" y="1"/>
                    <a:pt x="16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0" name="Google Shape;3510;g3048a510704_4_0"/>
            <p:cNvSpPr/>
            <p:nvPr/>
          </p:nvSpPr>
          <p:spPr>
            <a:xfrm>
              <a:off x="4182000" y="4206925"/>
              <a:ext cx="147900" cy="871025"/>
            </a:xfrm>
            <a:custGeom>
              <a:rect b="b" l="l" r="r" t="t"/>
              <a:pathLst>
                <a:path extrusionOk="0" h="34841" w="5916">
                  <a:moveTo>
                    <a:pt x="2551" y="0"/>
                  </a:moveTo>
                  <a:lnTo>
                    <a:pt x="0" y="555"/>
                  </a:lnTo>
                  <a:lnTo>
                    <a:pt x="4769" y="34346"/>
                  </a:lnTo>
                  <a:cubicBezTo>
                    <a:pt x="4802" y="34635"/>
                    <a:pt x="5057" y="34841"/>
                    <a:pt x="5342" y="34841"/>
                  </a:cubicBezTo>
                  <a:cubicBezTo>
                    <a:pt x="5385" y="34841"/>
                    <a:pt x="5428" y="34836"/>
                    <a:pt x="5472" y="34827"/>
                  </a:cubicBezTo>
                  <a:cubicBezTo>
                    <a:pt x="5731" y="34790"/>
                    <a:pt x="5915" y="34531"/>
                    <a:pt x="5878" y="34235"/>
                  </a:cubicBezTo>
                  <a:lnTo>
                    <a:pt x="25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1" name="Google Shape;3511;g3048a510704_4_0"/>
            <p:cNvSpPr/>
            <p:nvPr/>
          </p:nvSpPr>
          <p:spPr>
            <a:xfrm>
              <a:off x="4173675" y="4199525"/>
              <a:ext cx="163625" cy="886400"/>
            </a:xfrm>
            <a:custGeom>
              <a:rect b="b" l="l" r="r" t="t"/>
              <a:pathLst>
                <a:path extrusionOk="0" h="35456" w="6545">
                  <a:moveTo>
                    <a:pt x="2588" y="703"/>
                  </a:moveTo>
                  <a:lnTo>
                    <a:pt x="5916" y="34568"/>
                  </a:lnTo>
                  <a:cubicBezTo>
                    <a:pt x="5916" y="34716"/>
                    <a:pt x="5842" y="34790"/>
                    <a:pt x="5731" y="34827"/>
                  </a:cubicBezTo>
                  <a:lnTo>
                    <a:pt x="5657" y="34827"/>
                  </a:lnTo>
                  <a:cubicBezTo>
                    <a:pt x="5546" y="34827"/>
                    <a:pt x="5398" y="34753"/>
                    <a:pt x="5398" y="34605"/>
                  </a:cubicBezTo>
                  <a:lnTo>
                    <a:pt x="673" y="1125"/>
                  </a:lnTo>
                  <a:lnTo>
                    <a:pt x="673" y="1125"/>
                  </a:lnTo>
                  <a:lnTo>
                    <a:pt x="2588" y="703"/>
                  </a:lnTo>
                  <a:close/>
                  <a:moveTo>
                    <a:pt x="2810" y="0"/>
                  </a:moveTo>
                  <a:lnTo>
                    <a:pt x="259" y="555"/>
                  </a:lnTo>
                  <a:cubicBezTo>
                    <a:pt x="111" y="592"/>
                    <a:pt x="0" y="740"/>
                    <a:pt x="37" y="925"/>
                  </a:cubicBezTo>
                  <a:lnTo>
                    <a:pt x="4770" y="34716"/>
                  </a:lnTo>
                  <a:cubicBezTo>
                    <a:pt x="4844" y="35160"/>
                    <a:pt x="5213" y="35455"/>
                    <a:pt x="5657" y="35455"/>
                  </a:cubicBezTo>
                  <a:cubicBezTo>
                    <a:pt x="5731" y="35455"/>
                    <a:pt x="5805" y="35455"/>
                    <a:pt x="5842" y="35418"/>
                  </a:cubicBezTo>
                  <a:cubicBezTo>
                    <a:pt x="6248" y="35344"/>
                    <a:pt x="6544" y="34975"/>
                    <a:pt x="6544" y="34568"/>
                  </a:cubicBezTo>
                  <a:lnTo>
                    <a:pt x="6544" y="34494"/>
                  </a:lnTo>
                  <a:lnTo>
                    <a:pt x="3180" y="296"/>
                  </a:lnTo>
                  <a:cubicBezTo>
                    <a:pt x="3180" y="185"/>
                    <a:pt x="3143" y="111"/>
                    <a:pt x="3069" y="74"/>
                  </a:cubicBezTo>
                  <a:cubicBezTo>
                    <a:pt x="2995" y="0"/>
                    <a:pt x="2884" y="0"/>
                    <a:pt x="28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2" name="Google Shape;3512;g3048a510704_4_0"/>
            <p:cNvSpPr/>
            <p:nvPr/>
          </p:nvSpPr>
          <p:spPr>
            <a:xfrm>
              <a:off x="3355700" y="4206925"/>
              <a:ext cx="147900" cy="871025"/>
            </a:xfrm>
            <a:custGeom>
              <a:rect b="b" l="l" r="r" t="t"/>
              <a:pathLst>
                <a:path extrusionOk="0" h="34841" w="5916">
                  <a:moveTo>
                    <a:pt x="3365" y="0"/>
                  </a:moveTo>
                  <a:lnTo>
                    <a:pt x="37" y="34235"/>
                  </a:lnTo>
                  <a:cubicBezTo>
                    <a:pt x="0" y="34531"/>
                    <a:pt x="185" y="34790"/>
                    <a:pt x="481" y="34827"/>
                  </a:cubicBezTo>
                  <a:cubicBezTo>
                    <a:pt x="520" y="34836"/>
                    <a:pt x="559" y="34841"/>
                    <a:pt x="598" y="34841"/>
                  </a:cubicBezTo>
                  <a:cubicBezTo>
                    <a:pt x="859" y="34841"/>
                    <a:pt x="1114" y="34635"/>
                    <a:pt x="1147" y="34346"/>
                  </a:cubicBezTo>
                  <a:lnTo>
                    <a:pt x="5916" y="555"/>
                  </a:lnTo>
                  <a:lnTo>
                    <a:pt x="33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3" name="Google Shape;3513;g3048a510704_4_0"/>
            <p:cNvSpPr/>
            <p:nvPr/>
          </p:nvSpPr>
          <p:spPr>
            <a:xfrm>
              <a:off x="3348300" y="4199525"/>
              <a:ext cx="163625" cy="886400"/>
            </a:xfrm>
            <a:custGeom>
              <a:rect b="b" l="l" r="r" t="t"/>
              <a:pathLst>
                <a:path extrusionOk="0" h="35456" w="6545">
                  <a:moveTo>
                    <a:pt x="3957" y="703"/>
                  </a:moveTo>
                  <a:lnTo>
                    <a:pt x="5872" y="1125"/>
                  </a:lnTo>
                  <a:lnTo>
                    <a:pt x="5872" y="1125"/>
                  </a:lnTo>
                  <a:lnTo>
                    <a:pt x="1147" y="34605"/>
                  </a:lnTo>
                  <a:cubicBezTo>
                    <a:pt x="1147" y="34753"/>
                    <a:pt x="1036" y="34827"/>
                    <a:pt x="888" y="34827"/>
                  </a:cubicBezTo>
                  <a:lnTo>
                    <a:pt x="851" y="34827"/>
                  </a:lnTo>
                  <a:cubicBezTo>
                    <a:pt x="703" y="34790"/>
                    <a:pt x="629" y="34716"/>
                    <a:pt x="629" y="34568"/>
                  </a:cubicBezTo>
                  <a:lnTo>
                    <a:pt x="3957" y="703"/>
                  </a:lnTo>
                  <a:close/>
                  <a:moveTo>
                    <a:pt x="3735" y="0"/>
                  </a:moveTo>
                  <a:cubicBezTo>
                    <a:pt x="3661" y="0"/>
                    <a:pt x="3550" y="0"/>
                    <a:pt x="3513" y="74"/>
                  </a:cubicBezTo>
                  <a:cubicBezTo>
                    <a:pt x="3439" y="111"/>
                    <a:pt x="3365" y="185"/>
                    <a:pt x="3365" y="296"/>
                  </a:cubicBezTo>
                  <a:lnTo>
                    <a:pt x="38" y="34494"/>
                  </a:lnTo>
                  <a:lnTo>
                    <a:pt x="1" y="34568"/>
                  </a:lnTo>
                  <a:cubicBezTo>
                    <a:pt x="1" y="34975"/>
                    <a:pt x="296" y="35344"/>
                    <a:pt x="703" y="35418"/>
                  </a:cubicBezTo>
                  <a:cubicBezTo>
                    <a:pt x="777" y="35455"/>
                    <a:pt x="814" y="35455"/>
                    <a:pt x="888" y="35455"/>
                  </a:cubicBezTo>
                  <a:cubicBezTo>
                    <a:pt x="1332" y="35455"/>
                    <a:pt x="1701" y="35160"/>
                    <a:pt x="1775" y="34716"/>
                  </a:cubicBezTo>
                  <a:lnTo>
                    <a:pt x="6508" y="925"/>
                  </a:lnTo>
                  <a:cubicBezTo>
                    <a:pt x="6544" y="740"/>
                    <a:pt x="6434" y="592"/>
                    <a:pt x="6286" y="555"/>
                  </a:cubicBezTo>
                  <a:lnTo>
                    <a:pt x="37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4" name="Google Shape;3514;g3048a510704_4_0"/>
            <p:cNvSpPr/>
            <p:nvPr/>
          </p:nvSpPr>
          <p:spPr>
            <a:xfrm>
              <a:off x="3415775" y="3231825"/>
              <a:ext cx="889175" cy="1075875"/>
            </a:xfrm>
            <a:custGeom>
              <a:rect b="b" l="l" r="r" t="t"/>
              <a:pathLst>
                <a:path extrusionOk="0" h="43035" w="35567">
                  <a:moveTo>
                    <a:pt x="4178" y="0"/>
                  </a:moveTo>
                  <a:cubicBezTo>
                    <a:pt x="1849" y="0"/>
                    <a:pt x="1" y="1923"/>
                    <a:pt x="111" y="4215"/>
                  </a:cubicBezTo>
                  <a:lnTo>
                    <a:pt x="1738" y="43034"/>
                  </a:lnTo>
                  <a:lnTo>
                    <a:pt x="32387" y="43034"/>
                  </a:lnTo>
                  <a:lnTo>
                    <a:pt x="35381" y="4363"/>
                  </a:lnTo>
                  <a:cubicBezTo>
                    <a:pt x="35566" y="1997"/>
                    <a:pt x="33718" y="0"/>
                    <a:pt x="313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5" name="Google Shape;3515;g3048a510704_4_0"/>
            <p:cNvSpPr/>
            <p:nvPr/>
          </p:nvSpPr>
          <p:spPr>
            <a:xfrm>
              <a:off x="3410225" y="3223500"/>
              <a:ext cx="898425" cy="1091575"/>
            </a:xfrm>
            <a:custGeom>
              <a:rect b="b" l="l" r="r" t="t"/>
              <a:pathLst>
                <a:path extrusionOk="0" h="43663" w="35937">
                  <a:moveTo>
                    <a:pt x="31574" y="629"/>
                  </a:moveTo>
                  <a:cubicBezTo>
                    <a:pt x="32609" y="629"/>
                    <a:pt x="33533" y="1073"/>
                    <a:pt x="34235" y="1738"/>
                  </a:cubicBezTo>
                  <a:cubicBezTo>
                    <a:pt x="34901" y="2440"/>
                    <a:pt x="35308" y="3365"/>
                    <a:pt x="35308" y="4400"/>
                  </a:cubicBezTo>
                  <a:cubicBezTo>
                    <a:pt x="35308" y="4474"/>
                    <a:pt x="35308" y="4585"/>
                    <a:pt x="35308" y="4696"/>
                  </a:cubicBezTo>
                  <a:lnTo>
                    <a:pt x="32313" y="43034"/>
                  </a:lnTo>
                  <a:lnTo>
                    <a:pt x="2244" y="43034"/>
                  </a:lnTo>
                  <a:lnTo>
                    <a:pt x="629" y="4548"/>
                  </a:lnTo>
                  <a:cubicBezTo>
                    <a:pt x="629" y="4511"/>
                    <a:pt x="629" y="4437"/>
                    <a:pt x="629" y="4400"/>
                  </a:cubicBezTo>
                  <a:cubicBezTo>
                    <a:pt x="629" y="3365"/>
                    <a:pt x="1036" y="2404"/>
                    <a:pt x="1738" y="1738"/>
                  </a:cubicBezTo>
                  <a:cubicBezTo>
                    <a:pt x="2404" y="1073"/>
                    <a:pt x="3328" y="629"/>
                    <a:pt x="4400" y="629"/>
                  </a:cubicBezTo>
                  <a:close/>
                  <a:moveTo>
                    <a:pt x="4400" y="0"/>
                  </a:moveTo>
                  <a:cubicBezTo>
                    <a:pt x="1960" y="0"/>
                    <a:pt x="1" y="1997"/>
                    <a:pt x="1" y="4400"/>
                  </a:cubicBezTo>
                  <a:cubicBezTo>
                    <a:pt x="1" y="4437"/>
                    <a:pt x="1" y="4511"/>
                    <a:pt x="1" y="4585"/>
                  </a:cubicBezTo>
                  <a:lnTo>
                    <a:pt x="1627" y="43367"/>
                  </a:lnTo>
                  <a:cubicBezTo>
                    <a:pt x="1664" y="43552"/>
                    <a:pt x="1775" y="43663"/>
                    <a:pt x="1960" y="43663"/>
                  </a:cubicBezTo>
                  <a:lnTo>
                    <a:pt x="32609" y="43663"/>
                  </a:lnTo>
                  <a:cubicBezTo>
                    <a:pt x="32757" y="43663"/>
                    <a:pt x="32905" y="43552"/>
                    <a:pt x="32905" y="43367"/>
                  </a:cubicBezTo>
                  <a:lnTo>
                    <a:pt x="35936" y="4733"/>
                  </a:lnTo>
                  <a:cubicBezTo>
                    <a:pt x="35936" y="4622"/>
                    <a:pt x="35936" y="4511"/>
                    <a:pt x="35936" y="4400"/>
                  </a:cubicBezTo>
                  <a:cubicBezTo>
                    <a:pt x="35936" y="1997"/>
                    <a:pt x="34014" y="0"/>
                    <a:pt x="315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6" name="Google Shape;3516;g3048a510704_4_0"/>
            <p:cNvSpPr/>
            <p:nvPr/>
          </p:nvSpPr>
          <p:spPr>
            <a:xfrm>
              <a:off x="3388050" y="4095075"/>
              <a:ext cx="902100" cy="212625"/>
            </a:xfrm>
            <a:custGeom>
              <a:rect b="b" l="l" r="r" t="t"/>
              <a:pathLst>
                <a:path extrusionOk="0" h="8505" w="36084">
                  <a:moveTo>
                    <a:pt x="0" y="1"/>
                  </a:moveTo>
                  <a:lnTo>
                    <a:pt x="0" y="8504"/>
                  </a:lnTo>
                  <a:lnTo>
                    <a:pt x="36084" y="8504"/>
                  </a:lnTo>
                  <a:lnTo>
                    <a:pt x="3608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7" name="Google Shape;3517;g3048a510704_4_0"/>
            <p:cNvSpPr/>
            <p:nvPr/>
          </p:nvSpPr>
          <p:spPr>
            <a:xfrm>
              <a:off x="3380650" y="4086775"/>
              <a:ext cx="916900" cy="228300"/>
            </a:xfrm>
            <a:custGeom>
              <a:rect b="b" l="l" r="r" t="t"/>
              <a:pathLst>
                <a:path extrusionOk="0" h="9132" w="36676">
                  <a:moveTo>
                    <a:pt x="36047" y="629"/>
                  </a:moveTo>
                  <a:lnTo>
                    <a:pt x="36047" y="8503"/>
                  </a:lnTo>
                  <a:lnTo>
                    <a:pt x="592" y="8503"/>
                  </a:lnTo>
                  <a:lnTo>
                    <a:pt x="592" y="629"/>
                  </a:lnTo>
                  <a:close/>
                  <a:moveTo>
                    <a:pt x="296" y="0"/>
                  </a:moveTo>
                  <a:cubicBezTo>
                    <a:pt x="222" y="0"/>
                    <a:pt x="149" y="37"/>
                    <a:pt x="75" y="111"/>
                  </a:cubicBezTo>
                  <a:cubicBezTo>
                    <a:pt x="1" y="148"/>
                    <a:pt x="1" y="259"/>
                    <a:pt x="1" y="333"/>
                  </a:cubicBezTo>
                  <a:lnTo>
                    <a:pt x="1" y="8836"/>
                  </a:lnTo>
                  <a:cubicBezTo>
                    <a:pt x="1" y="8910"/>
                    <a:pt x="1" y="8984"/>
                    <a:pt x="75" y="9058"/>
                  </a:cubicBezTo>
                  <a:cubicBezTo>
                    <a:pt x="149" y="9095"/>
                    <a:pt x="222" y="9132"/>
                    <a:pt x="296" y="9132"/>
                  </a:cubicBezTo>
                  <a:lnTo>
                    <a:pt x="36380" y="9132"/>
                  </a:lnTo>
                  <a:cubicBezTo>
                    <a:pt x="36454" y="9132"/>
                    <a:pt x="36528" y="9095"/>
                    <a:pt x="36602" y="9058"/>
                  </a:cubicBezTo>
                  <a:cubicBezTo>
                    <a:pt x="36639" y="8984"/>
                    <a:pt x="36675" y="8910"/>
                    <a:pt x="36675" y="8836"/>
                  </a:cubicBezTo>
                  <a:lnTo>
                    <a:pt x="36675" y="333"/>
                  </a:lnTo>
                  <a:cubicBezTo>
                    <a:pt x="36675" y="259"/>
                    <a:pt x="36639" y="148"/>
                    <a:pt x="36602" y="111"/>
                  </a:cubicBezTo>
                  <a:cubicBezTo>
                    <a:pt x="36528" y="37"/>
                    <a:pt x="36454" y="0"/>
                    <a:pt x="363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8" name="Google Shape;3518;g3048a510704_4_0"/>
            <p:cNvSpPr/>
            <p:nvPr/>
          </p:nvSpPr>
          <p:spPr>
            <a:xfrm>
              <a:off x="3342750" y="3850150"/>
              <a:ext cx="116500" cy="457550"/>
            </a:xfrm>
            <a:custGeom>
              <a:rect b="b" l="l" r="r" t="t"/>
              <a:pathLst>
                <a:path extrusionOk="0" h="18302" w="4660">
                  <a:moveTo>
                    <a:pt x="2330" y="1"/>
                  </a:moveTo>
                  <a:cubicBezTo>
                    <a:pt x="1036" y="1"/>
                    <a:pt x="1" y="1036"/>
                    <a:pt x="1" y="2330"/>
                  </a:cubicBezTo>
                  <a:lnTo>
                    <a:pt x="1923" y="18301"/>
                  </a:lnTo>
                  <a:lnTo>
                    <a:pt x="4659" y="18301"/>
                  </a:lnTo>
                  <a:lnTo>
                    <a:pt x="4659" y="2330"/>
                  </a:lnTo>
                  <a:cubicBezTo>
                    <a:pt x="4659" y="1036"/>
                    <a:pt x="3624" y="1"/>
                    <a:pt x="23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9" name="Google Shape;3519;g3048a510704_4_0"/>
            <p:cNvSpPr/>
            <p:nvPr/>
          </p:nvSpPr>
          <p:spPr>
            <a:xfrm>
              <a:off x="3335375" y="3842750"/>
              <a:ext cx="131250" cy="472325"/>
            </a:xfrm>
            <a:custGeom>
              <a:rect b="b" l="l" r="r" t="t"/>
              <a:pathLst>
                <a:path extrusionOk="0" h="18893" w="5250">
                  <a:moveTo>
                    <a:pt x="2625" y="592"/>
                  </a:moveTo>
                  <a:cubicBezTo>
                    <a:pt x="3734" y="592"/>
                    <a:pt x="4621" y="1517"/>
                    <a:pt x="4621" y="2626"/>
                  </a:cubicBezTo>
                  <a:lnTo>
                    <a:pt x="4621" y="18264"/>
                  </a:lnTo>
                  <a:lnTo>
                    <a:pt x="2477" y="18264"/>
                  </a:lnTo>
                  <a:lnTo>
                    <a:pt x="593" y="2598"/>
                  </a:lnTo>
                  <a:lnTo>
                    <a:pt x="593" y="2598"/>
                  </a:lnTo>
                  <a:cubicBezTo>
                    <a:pt x="643" y="1501"/>
                    <a:pt x="1525" y="592"/>
                    <a:pt x="2625" y="592"/>
                  </a:cubicBezTo>
                  <a:close/>
                  <a:moveTo>
                    <a:pt x="2625" y="1"/>
                  </a:moveTo>
                  <a:cubicBezTo>
                    <a:pt x="1183" y="1"/>
                    <a:pt x="0" y="1147"/>
                    <a:pt x="0" y="2626"/>
                  </a:cubicBezTo>
                  <a:lnTo>
                    <a:pt x="0" y="2663"/>
                  </a:lnTo>
                  <a:lnTo>
                    <a:pt x="1923" y="18634"/>
                  </a:lnTo>
                  <a:cubicBezTo>
                    <a:pt x="1923" y="18782"/>
                    <a:pt x="2070" y="18893"/>
                    <a:pt x="2218" y="18893"/>
                  </a:cubicBezTo>
                  <a:lnTo>
                    <a:pt x="4954" y="18893"/>
                  </a:lnTo>
                  <a:cubicBezTo>
                    <a:pt x="5028" y="18893"/>
                    <a:pt x="5102" y="18856"/>
                    <a:pt x="5176" y="18819"/>
                  </a:cubicBezTo>
                  <a:cubicBezTo>
                    <a:pt x="5213" y="18745"/>
                    <a:pt x="5250" y="18671"/>
                    <a:pt x="5250" y="18597"/>
                  </a:cubicBezTo>
                  <a:lnTo>
                    <a:pt x="5250" y="2626"/>
                  </a:lnTo>
                  <a:cubicBezTo>
                    <a:pt x="5250" y="1147"/>
                    <a:pt x="4067" y="1"/>
                    <a:pt x="26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0" name="Google Shape;3520;g3048a510704_4_0"/>
            <p:cNvSpPr/>
            <p:nvPr/>
          </p:nvSpPr>
          <p:spPr>
            <a:xfrm>
              <a:off x="4225425" y="3850150"/>
              <a:ext cx="116500" cy="457550"/>
            </a:xfrm>
            <a:custGeom>
              <a:rect b="b" l="l" r="r" t="t"/>
              <a:pathLst>
                <a:path extrusionOk="0" h="18302" w="4660">
                  <a:moveTo>
                    <a:pt x="2330" y="1"/>
                  </a:moveTo>
                  <a:cubicBezTo>
                    <a:pt x="1036" y="1"/>
                    <a:pt x="1" y="1036"/>
                    <a:pt x="1" y="2330"/>
                  </a:cubicBezTo>
                  <a:lnTo>
                    <a:pt x="1" y="18301"/>
                  </a:lnTo>
                  <a:lnTo>
                    <a:pt x="2737" y="18301"/>
                  </a:lnTo>
                  <a:lnTo>
                    <a:pt x="4659" y="2330"/>
                  </a:lnTo>
                  <a:cubicBezTo>
                    <a:pt x="4659" y="1036"/>
                    <a:pt x="3587" y="1"/>
                    <a:pt x="23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1" name="Google Shape;3521;g3048a510704_4_0"/>
            <p:cNvSpPr/>
            <p:nvPr/>
          </p:nvSpPr>
          <p:spPr>
            <a:xfrm>
              <a:off x="4218050" y="3842750"/>
              <a:ext cx="131250" cy="472325"/>
            </a:xfrm>
            <a:custGeom>
              <a:rect b="b" l="l" r="r" t="t"/>
              <a:pathLst>
                <a:path extrusionOk="0" h="18893" w="5250">
                  <a:moveTo>
                    <a:pt x="2625" y="592"/>
                  </a:moveTo>
                  <a:cubicBezTo>
                    <a:pt x="3723" y="592"/>
                    <a:pt x="4603" y="1497"/>
                    <a:pt x="4621" y="2591"/>
                  </a:cubicBezTo>
                  <a:lnTo>
                    <a:pt x="4621" y="2591"/>
                  </a:lnTo>
                  <a:lnTo>
                    <a:pt x="2736" y="18264"/>
                  </a:lnTo>
                  <a:lnTo>
                    <a:pt x="592" y="18264"/>
                  </a:lnTo>
                  <a:lnTo>
                    <a:pt x="592" y="2626"/>
                  </a:lnTo>
                  <a:cubicBezTo>
                    <a:pt x="592" y="1517"/>
                    <a:pt x="1516" y="592"/>
                    <a:pt x="2625" y="592"/>
                  </a:cubicBezTo>
                  <a:close/>
                  <a:moveTo>
                    <a:pt x="2625" y="1"/>
                  </a:moveTo>
                  <a:cubicBezTo>
                    <a:pt x="1183" y="1"/>
                    <a:pt x="0" y="1147"/>
                    <a:pt x="0" y="2626"/>
                  </a:cubicBezTo>
                  <a:lnTo>
                    <a:pt x="0" y="18597"/>
                  </a:lnTo>
                  <a:cubicBezTo>
                    <a:pt x="0" y="18671"/>
                    <a:pt x="37" y="18745"/>
                    <a:pt x="74" y="18819"/>
                  </a:cubicBezTo>
                  <a:cubicBezTo>
                    <a:pt x="148" y="18856"/>
                    <a:pt x="222" y="18893"/>
                    <a:pt x="296" y="18893"/>
                  </a:cubicBezTo>
                  <a:lnTo>
                    <a:pt x="3032" y="18893"/>
                  </a:lnTo>
                  <a:cubicBezTo>
                    <a:pt x="3179" y="18893"/>
                    <a:pt x="3327" y="18782"/>
                    <a:pt x="3327" y="18634"/>
                  </a:cubicBezTo>
                  <a:lnTo>
                    <a:pt x="5250" y="2663"/>
                  </a:lnTo>
                  <a:lnTo>
                    <a:pt x="5250" y="2626"/>
                  </a:lnTo>
                  <a:cubicBezTo>
                    <a:pt x="5250" y="1147"/>
                    <a:pt x="4067" y="1"/>
                    <a:pt x="26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2" name="Google Shape;3522;g3048a510704_4_0"/>
            <p:cNvSpPr/>
            <p:nvPr/>
          </p:nvSpPr>
          <p:spPr>
            <a:xfrm>
              <a:off x="3548875" y="3556225"/>
              <a:ext cx="574000" cy="329075"/>
            </a:xfrm>
            <a:custGeom>
              <a:rect b="b" l="l" r="r" t="t"/>
              <a:pathLst>
                <a:path extrusionOk="0" h="13163" w="22960">
                  <a:moveTo>
                    <a:pt x="0" y="1"/>
                  </a:moveTo>
                  <a:lnTo>
                    <a:pt x="1294" y="13162"/>
                  </a:lnTo>
                  <a:lnTo>
                    <a:pt x="21665" y="13162"/>
                  </a:lnTo>
                  <a:lnTo>
                    <a:pt x="2295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3" name="Google Shape;3523;g3048a510704_4_0"/>
            <p:cNvSpPr/>
            <p:nvPr/>
          </p:nvSpPr>
          <p:spPr>
            <a:xfrm>
              <a:off x="3541475" y="3548850"/>
              <a:ext cx="588775" cy="343850"/>
            </a:xfrm>
            <a:custGeom>
              <a:rect b="b" l="l" r="r" t="t"/>
              <a:pathLst>
                <a:path extrusionOk="0" h="13754" w="23551">
                  <a:moveTo>
                    <a:pt x="22885" y="592"/>
                  </a:moveTo>
                  <a:lnTo>
                    <a:pt x="21665" y="13125"/>
                  </a:lnTo>
                  <a:lnTo>
                    <a:pt x="1886" y="13125"/>
                  </a:lnTo>
                  <a:lnTo>
                    <a:pt x="626" y="592"/>
                  </a:lnTo>
                  <a:close/>
                  <a:moveTo>
                    <a:pt x="296" y="0"/>
                  </a:moveTo>
                  <a:cubicBezTo>
                    <a:pt x="222" y="0"/>
                    <a:pt x="148" y="37"/>
                    <a:pt x="74" y="74"/>
                  </a:cubicBezTo>
                  <a:cubicBezTo>
                    <a:pt x="1" y="148"/>
                    <a:pt x="1" y="259"/>
                    <a:pt x="1" y="333"/>
                  </a:cubicBezTo>
                  <a:lnTo>
                    <a:pt x="1295" y="13457"/>
                  </a:lnTo>
                  <a:cubicBezTo>
                    <a:pt x="1295" y="13642"/>
                    <a:pt x="1442" y="13753"/>
                    <a:pt x="1590" y="13753"/>
                  </a:cubicBezTo>
                  <a:lnTo>
                    <a:pt x="21961" y="13753"/>
                  </a:lnTo>
                  <a:cubicBezTo>
                    <a:pt x="22109" y="13753"/>
                    <a:pt x="22257" y="13642"/>
                    <a:pt x="22257" y="13457"/>
                  </a:cubicBezTo>
                  <a:lnTo>
                    <a:pt x="23551" y="333"/>
                  </a:lnTo>
                  <a:cubicBezTo>
                    <a:pt x="23551" y="259"/>
                    <a:pt x="23514" y="148"/>
                    <a:pt x="23477" y="74"/>
                  </a:cubicBezTo>
                  <a:cubicBezTo>
                    <a:pt x="23403" y="37"/>
                    <a:pt x="23329" y="0"/>
                    <a:pt x="232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4" name="Google Shape;3524;g3048a510704_4_0"/>
            <p:cNvSpPr/>
            <p:nvPr/>
          </p:nvSpPr>
          <p:spPr>
            <a:xfrm>
              <a:off x="3337225" y="3015525"/>
              <a:ext cx="1061075" cy="603575"/>
            </a:xfrm>
            <a:custGeom>
              <a:rect b="b" l="l" r="r" t="t"/>
              <a:pathLst>
                <a:path extrusionOk="0" h="24143" w="42443">
                  <a:moveTo>
                    <a:pt x="22552" y="1"/>
                  </a:moveTo>
                  <a:lnTo>
                    <a:pt x="16748" y="112"/>
                  </a:lnTo>
                  <a:lnTo>
                    <a:pt x="5878" y="6212"/>
                  </a:lnTo>
                  <a:lnTo>
                    <a:pt x="0" y="24143"/>
                  </a:lnTo>
                  <a:lnTo>
                    <a:pt x="42442" y="24143"/>
                  </a:lnTo>
                  <a:cubicBezTo>
                    <a:pt x="42442" y="24143"/>
                    <a:pt x="35640" y="6693"/>
                    <a:pt x="34309" y="5805"/>
                  </a:cubicBezTo>
                  <a:cubicBezTo>
                    <a:pt x="32978" y="4881"/>
                    <a:pt x="22552" y="1"/>
                    <a:pt x="225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5" name="Google Shape;3525;g3048a510704_4_0"/>
            <p:cNvSpPr/>
            <p:nvPr/>
          </p:nvSpPr>
          <p:spPr>
            <a:xfrm>
              <a:off x="3328900" y="3008150"/>
              <a:ext cx="1076800" cy="619275"/>
            </a:xfrm>
            <a:custGeom>
              <a:rect b="b" l="l" r="r" t="t"/>
              <a:pathLst>
                <a:path extrusionOk="0" h="24771" w="43072">
                  <a:moveTo>
                    <a:pt x="22743" y="594"/>
                  </a:moveTo>
                  <a:cubicBezTo>
                    <a:pt x="22812" y="625"/>
                    <a:pt x="23458" y="914"/>
                    <a:pt x="24401" y="1368"/>
                  </a:cubicBezTo>
                  <a:cubicBezTo>
                    <a:pt x="25880" y="2071"/>
                    <a:pt x="28172" y="3143"/>
                    <a:pt x="30205" y="4141"/>
                  </a:cubicBezTo>
                  <a:cubicBezTo>
                    <a:pt x="31203" y="4622"/>
                    <a:pt x="32165" y="5102"/>
                    <a:pt x="32941" y="5472"/>
                  </a:cubicBezTo>
                  <a:cubicBezTo>
                    <a:pt x="33681" y="5879"/>
                    <a:pt x="34235" y="6174"/>
                    <a:pt x="34457" y="6322"/>
                  </a:cubicBezTo>
                  <a:cubicBezTo>
                    <a:pt x="34494" y="6359"/>
                    <a:pt x="34605" y="6433"/>
                    <a:pt x="34716" y="6618"/>
                  </a:cubicBezTo>
                  <a:cubicBezTo>
                    <a:pt x="35122" y="7246"/>
                    <a:pt x="35862" y="8688"/>
                    <a:pt x="36675" y="10500"/>
                  </a:cubicBezTo>
                  <a:cubicBezTo>
                    <a:pt x="37895" y="13236"/>
                    <a:pt x="39337" y="16748"/>
                    <a:pt x="40483" y="19558"/>
                  </a:cubicBezTo>
                  <a:cubicBezTo>
                    <a:pt x="41075" y="21000"/>
                    <a:pt x="41555" y="22257"/>
                    <a:pt x="41925" y="23144"/>
                  </a:cubicBezTo>
                  <a:cubicBezTo>
                    <a:pt x="42082" y="23563"/>
                    <a:pt x="42215" y="23900"/>
                    <a:pt x="42311" y="24142"/>
                  </a:cubicBezTo>
                  <a:lnTo>
                    <a:pt x="777" y="24142"/>
                  </a:lnTo>
                  <a:lnTo>
                    <a:pt x="6470" y="6692"/>
                  </a:lnTo>
                  <a:lnTo>
                    <a:pt x="17166" y="701"/>
                  </a:lnTo>
                  <a:lnTo>
                    <a:pt x="17166" y="701"/>
                  </a:lnTo>
                  <a:lnTo>
                    <a:pt x="22743" y="594"/>
                  </a:lnTo>
                  <a:close/>
                  <a:moveTo>
                    <a:pt x="22848" y="0"/>
                  </a:moveTo>
                  <a:lnTo>
                    <a:pt x="17081" y="74"/>
                  </a:lnTo>
                  <a:lnTo>
                    <a:pt x="16933" y="148"/>
                  </a:lnTo>
                  <a:lnTo>
                    <a:pt x="6063" y="6211"/>
                  </a:lnTo>
                  <a:cubicBezTo>
                    <a:pt x="5990" y="6248"/>
                    <a:pt x="5953" y="6322"/>
                    <a:pt x="5916" y="6396"/>
                  </a:cubicBezTo>
                  <a:lnTo>
                    <a:pt x="37" y="24364"/>
                  </a:lnTo>
                  <a:cubicBezTo>
                    <a:pt x="0" y="24438"/>
                    <a:pt x="37" y="24549"/>
                    <a:pt x="74" y="24623"/>
                  </a:cubicBezTo>
                  <a:cubicBezTo>
                    <a:pt x="148" y="24734"/>
                    <a:pt x="222" y="24771"/>
                    <a:pt x="333" y="24771"/>
                  </a:cubicBezTo>
                  <a:lnTo>
                    <a:pt x="42775" y="24771"/>
                  </a:lnTo>
                  <a:cubicBezTo>
                    <a:pt x="42849" y="24771"/>
                    <a:pt x="42960" y="24697"/>
                    <a:pt x="43034" y="24623"/>
                  </a:cubicBezTo>
                  <a:cubicBezTo>
                    <a:pt x="43071" y="24549"/>
                    <a:pt x="43071" y="24438"/>
                    <a:pt x="43034" y="24327"/>
                  </a:cubicBezTo>
                  <a:cubicBezTo>
                    <a:pt x="43034" y="24327"/>
                    <a:pt x="41333" y="19964"/>
                    <a:pt x="39485" y="15491"/>
                  </a:cubicBezTo>
                  <a:cubicBezTo>
                    <a:pt x="38561" y="13236"/>
                    <a:pt x="37562" y="10981"/>
                    <a:pt x="36749" y="9206"/>
                  </a:cubicBezTo>
                  <a:cubicBezTo>
                    <a:pt x="36342" y="8319"/>
                    <a:pt x="35973" y="7579"/>
                    <a:pt x="35640" y="6988"/>
                  </a:cubicBezTo>
                  <a:cubicBezTo>
                    <a:pt x="35492" y="6692"/>
                    <a:pt x="35344" y="6470"/>
                    <a:pt x="35196" y="6285"/>
                  </a:cubicBezTo>
                  <a:cubicBezTo>
                    <a:pt x="35085" y="6063"/>
                    <a:pt x="34974" y="5953"/>
                    <a:pt x="34827" y="5842"/>
                  </a:cubicBezTo>
                  <a:cubicBezTo>
                    <a:pt x="34642" y="5694"/>
                    <a:pt x="34309" y="5509"/>
                    <a:pt x="33902" y="5287"/>
                  </a:cubicBezTo>
                  <a:cubicBezTo>
                    <a:pt x="31019" y="3734"/>
                    <a:pt x="22996" y="37"/>
                    <a:pt x="22996" y="37"/>
                  </a:cubicBezTo>
                  <a:lnTo>
                    <a:pt x="2284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6" name="Google Shape;3526;g3048a510704_4_0"/>
            <p:cNvSpPr/>
            <p:nvPr/>
          </p:nvSpPr>
          <p:spPr>
            <a:xfrm>
              <a:off x="3938900" y="2856775"/>
              <a:ext cx="52725" cy="82300"/>
            </a:xfrm>
            <a:custGeom>
              <a:rect b="b" l="l" r="r" t="t"/>
              <a:pathLst>
                <a:path extrusionOk="0" h="3292" w="2109">
                  <a:moveTo>
                    <a:pt x="1480" y="0"/>
                  </a:moveTo>
                  <a:cubicBezTo>
                    <a:pt x="1085" y="0"/>
                    <a:pt x="592" y="362"/>
                    <a:pt x="592" y="362"/>
                  </a:cubicBezTo>
                  <a:lnTo>
                    <a:pt x="518" y="768"/>
                  </a:lnTo>
                  <a:lnTo>
                    <a:pt x="1" y="2913"/>
                  </a:lnTo>
                  <a:cubicBezTo>
                    <a:pt x="1" y="2913"/>
                    <a:pt x="332" y="3291"/>
                    <a:pt x="824" y="3291"/>
                  </a:cubicBezTo>
                  <a:cubicBezTo>
                    <a:pt x="947" y="3291"/>
                    <a:pt x="1080" y="3268"/>
                    <a:pt x="1221" y="3208"/>
                  </a:cubicBezTo>
                  <a:cubicBezTo>
                    <a:pt x="1923" y="2913"/>
                    <a:pt x="2108" y="1175"/>
                    <a:pt x="1923" y="362"/>
                  </a:cubicBezTo>
                  <a:cubicBezTo>
                    <a:pt x="1849" y="91"/>
                    <a:pt x="1677" y="0"/>
                    <a:pt x="1480"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7" name="Google Shape;3527;g3048a510704_4_0"/>
            <p:cNvSpPr/>
            <p:nvPr/>
          </p:nvSpPr>
          <p:spPr>
            <a:xfrm>
              <a:off x="3930600" y="2849175"/>
              <a:ext cx="65650" cy="98000"/>
            </a:xfrm>
            <a:custGeom>
              <a:rect b="b" l="l" r="r" t="t"/>
              <a:pathLst>
                <a:path extrusionOk="0" h="3920" w="2626">
                  <a:moveTo>
                    <a:pt x="1886" y="629"/>
                  </a:moveTo>
                  <a:cubicBezTo>
                    <a:pt x="1923" y="629"/>
                    <a:pt x="1923" y="666"/>
                    <a:pt x="1960" y="740"/>
                  </a:cubicBezTo>
                  <a:cubicBezTo>
                    <a:pt x="1997" y="888"/>
                    <a:pt x="2034" y="1146"/>
                    <a:pt x="2034" y="1405"/>
                  </a:cubicBezTo>
                  <a:cubicBezTo>
                    <a:pt x="2034" y="1775"/>
                    <a:pt x="1960" y="2219"/>
                    <a:pt x="1849" y="2588"/>
                  </a:cubicBezTo>
                  <a:cubicBezTo>
                    <a:pt x="1738" y="2958"/>
                    <a:pt x="1553" y="3180"/>
                    <a:pt x="1405" y="3217"/>
                  </a:cubicBezTo>
                  <a:cubicBezTo>
                    <a:pt x="1331" y="3291"/>
                    <a:pt x="1220" y="3291"/>
                    <a:pt x="1146" y="3291"/>
                  </a:cubicBezTo>
                  <a:cubicBezTo>
                    <a:pt x="961" y="3291"/>
                    <a:pt x="850" y="3217"/>
                    <a:pt x="740" y="3143"/>
                  </a:cubicBezTo>
                  <a:lnTo>
                    <a:pt x="676" y="3095"/>
                  </a:lnTo>
                  <a:lnTo>
                    <a:pt x="676" y="3095"/>
                  </a:lnTo>
                  <a:lnTo>
                    <a:pt x="1146" y="1146"/>
                  </a:lnTo>
                  <a:lnTo>
                    <a:pt x="1194" y="886"/>
                  </a:lnTo>
                  <a:lnTo>
                    <a:pt x="1194" y="886"/>
                  </a:lnTo>
                  <a:cubicBezTo>
                    <a:pt x="1248" y="846"/>
                    <a:pt x="1335" y="793"/>
                    <a:pt x="1442" y="740"/>
                  </a:cubicBezTo>
                  <a:cubicBezTo>
                    <a:pt x="1553" y="666"/>
                    <a:pt x="1738" y="629"/>
                    <a:pt x="1812" y="629"/>
                  </a:cubicBezTo>
                  <a:close/>
                  <a:moveTo>
                    <a:pt x="1812" y="0"/>
                  </a:moveTo>
                  <a:cubicBezTo>
                    <a:pt x="1516" y="0"/>
                    <a:pt x="1294" y="111"/>
                    <a:pt x="1072" y="222"/>
                  </a:cubicBezTo>
                  <a:cubicBezTo>
                    <a:pt x="887" y="333"/>
                    <a:pt x="777" y="407"/>
                    <a:pt x="740" y="407"/>
                  </a:cubicBezTo>
                  <a:cubicBezTo>
                    <a:pt x="703" y="481"/>
                    <a:pt x="666" y="518"/>
                    <a:pt x="629" y="592"/>
                  </a:cubicBezTo>
                  <a:lnTo>
                    <a:pt x="518" y="998"/>
                  </a:lnTo>
                  <a:lnTo>
                    <a:pt x="37" y="3143"/>
                  </a:lnTo>
                  <a:cubicBezTo>
                    <a:pt x="0" y="3217"/>
                    <a:pt x="37" y="3328"/>
                    <a:pt x="74" y="3402"/>
                  </a:cubicBezTo>
                  <a:cubicBezTo>
                    <a:pt x="111" y="3402"/>
                    <a:pt x="185" y="3549"/>
                    <a:pt x="370" y="3660"/>
                  </a:cubicBezTo>
                  <a:cubicBezTo>
                    <a:pt x="555" y="3771"/>
                    <a:pt x="814" y="3919"/>
                    <a:pt x="1146" y="3919"/>
                  </a:cubicBezTo>
                  <a:cubicBezTo>
                    <a:pt x="1294" y="3919"/>
                    <a:pt x="1479" y="3882"/>
                    <a:pt x="1664" y="3808"/>
                  </a:cubicBezTo>
                  <a:cubicBezTo>
                    <a:pt x="2071" y="3623"/>
                    <a:pt x="2292" y="3217"/>
                    <a:pt x="2440" y="2773"/>
                  </a:cubicBezTo>
                  <a:cubicBezTo>
                    <a:pt x="2588" y="2329"/>
                    <a:pt x="2625" y="1849"/>
                    <a:pt x="2625" y="1405"/>
                  </a:cubicBezTo>
                  <a:cubicBezTo>
                    <a:pt x="2625" y="1109"/>
                    <a:pt x="2625" y="814"/>
                    <a:pt x="2551" y="592"/>
                  </a:cubicBezTo>
                  <a:cubicBezTo>
                    <a:pt x="2514" y="407"/>
                    <a:pt x="2403" y="259"/>
                    <a:pt x="2255" y="148"/>
                  </a:cubicBezTo>
                  <a:cubicBezTo>
                    <a:pt x="2144" y="37"/>
                    <a:pt x="1960" y="0"/>
                    <a:pt x="18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8" name="Google Shape;3528;g3048a510704_4_0"/>
            <p:cNvSpPr/>
            <p:nvPr/>
          </p:nvSpPr>
          <p:spPr>
            <a:xfrm>
              <a:off x="3667175" y="2856775"/>
              <a:ext cx="53625" cy="82300"/>
            </a:xfrm>
            <a:custGeom>
              <a:rect b="b" l="l" r="r" t="t"/>
              <a:pathLst>
                <a:path extrusionOk="0" h="3292" w="2145">
                  <a:moveTo>
                    <a:pt x="640" y="0"/>
                  </a:moveTo>
                  <a:cubicBezTo>
                    <a:pt x="448" y="0"/>
                    <a:pt x="284" y="91"/>
                    <a:pt x="222" y="362"/>
                  </a:cubicBezTo>
                  <a:cubicBezTo>
                    <a:pt x="1" y="1175"/>
                    <a:pt x="222" y="2913"/>
                    <a:pt x="925" y="3208"/>
                  </a:cubicBezTo>
                  <a:cubicBezTo>
                    <a:pt x="1065" y="3268"/>
                    <a:pt x="1198" y="3291"/>
                    <a:pt x="1321" y="3291"/>
                  </a:cubicBezTo>
                  <a:cubicBezTo>
                    <a:pt x="1814" y="3291"/>
                    <a:pt x="2145" y="2913"/>
                    <a:pt x="2145" y="2913"/>
                  </a:cubicBezTo>
                  <a:lnTo>
                    <a:pt x="1627" y="768"/>
                  </a:lnTo>
                  <a:lnTo>
                    <a:pt x="1516" y="362"/>
                  </a:lnTo>
                  <a:cubicBezTo>
                    <a:pt x="1516" y="362"/>
                    <a:pt x="1023" y="0"/>
                    <a:pt x="640"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9" name="Google Shape;3529;g3048a510704_4_0"/>
            <p:cNvSpPr/>
            <p:nvPr/>
          </p:nvSpPr>
          <p:spPr>
            <a:xfrm>
              <a:off x="3662550" y="2849175"/>
              <a:ext cx="65650" cy="98000"/>
            </a:xfrm>
            <a:custGeom>
              <a:rect b="b" l="l" r="r" t="t"/>
              <a:pathLst>
                <a:path extrusionOk="0" h="3920" w="2626">
                  <a:moveTo>
                    <a:pt x="814" y="629"/>
                  </a:moveTo>
                  <a:cubicBezTo>
                    <a:pt x="925" y="629"/>
                    <a:pt x="1110" y="666"/>
                    <a:pt x="1258" y="777"/>
                  </a:cubicBezTo>
                  <a:cubicBezTo>
                    <a:pt x="1332" y="814"/>
                    <a:pt x="1406" y="851"/>
                    <a:pt x="1443" y="888"/>
                  </a:cubicBezTo>
                  <a:lnTo>
                    <a:pt x="1446" y="890"/>
                  </a:lnTo>
                  <a:lnTo>
                    <a:pt x="1516" y="1146"/>
                  </a:lnTo>
                  <a:lnTo>
                    <a:pt x="1987" y="3094"/>
                  </a:lnTo>
                  <a:lnTo>
                    <a:pt x="1987" y="3094"/>
                  </a:lnTo>
                  <a:cubicBezTo>
                    <a:pt x="1959" y="3113"/>
                    <a:pt x="1925" y="3130"/>
                    <a:pt x="1886" y="3143"/>
                  </a:cubicBezTo>
                  <a:cubicBezTo>
                    <a:pt x="1775" y="3217"/>
                    <a:pt x="1664" y="3291"/>
                    <a:pt x="1516" y="3291"/>
                  </a:cubicBezTo>
                  <a:cubicBezTo>
                    <a:pt x="1406" y="3291"/>
                    <a:pt x="1332" y="3291"/>
                    <a:pt x="1221" y="3217"/>
                  </a:cubicBezTo>
                  <a:cubicBezTo>
                    <a:pt x="1110" y="3180"/>
                    <a:pt x="925" y="2958"/>
                    <a:pt x="814" y="2588"/>
                  </a:cubicBezTo>
                  <a:cubicBezTo>
                    <a:pt x="666" y="2219"/>
                    <a:pt x="629" y="1775"/>
                    <a:pt x="629" y="1405"/>
                  </a:cubicBezTo>
                  <a:cubicBezTo>
                    <a:pt x="629" y="1146"/>
                    <a:pt x="629" y="925"/>
                    <a:pt x="703" y="740"/>
                  </a:cubicBezTo>
                  <a:cubicBezTo>
                    <a:pt x="703" y="666"/>
                    <a:pt x="740" y="629"/>
                    <a:pt x="740" y="629"/>
                  </a:cubicBezTo>
                  <a:close/>
                  <a:moveTo>
                    <a:pt x="814" y="0"/>
                  </a:moveTo>
                  <a:cubicBezTo>
                    <a:pt x="666" y="0"/>
                    <a:pt x="518" y="37"/>
                    <a:pt x="370" y="148"/>
                  </a:cubicBezTo>
                  <a:cubicBezTo>
                    <a:pt x="223" y="259"/>
                    <a:pt x="149" y="407"/>
                    <a:pt x="75" y="592"/>
                  </a:cubicBezTo>
                  <a:cubicBezTo>
                    <a:pt x="38" y="814"/>
                    <a:pt x="1" y="1109"/>
                    <a:pt x="1" y="1405"/>
                  </a:cubicBezTo>
                  <a:cubicBezTo>
                    <a:pt x="1" y="1849"/>
                    <a:pt x="75" y="2329"/>
                    <a:pt x="223" y="2773"/>
                  </a:cubicBezTo>
                  <a:cubicBezTo>
                    <a:pt x="370" y="3217"/>
                    <a:pt x="555" y="3623"/>
                    <a:pt x="962" y="3808"/>
                  </a:cubicBezTo>
                  <a:cubicBezTo>
                    <a:pt x="1147" y="3882"/>
                    <a:pt x="1332" y="3919"/>
                    <a:pt x="1516" y="3919"/>
                  </a:cubicBezTo>
                  <a:cubicBezTo>
                    <a:pt x="1812" y="3919"/>
                    <a:pt x="2108" y="3771"/>
                    <a:pt x="2256" y="3660"/>
                  </a:cubicBezTo>
                  <a:cubicBezTo>
                    <a:pt x="2441" y="3549"/>
                    <a:pt x="2552" y="3402"/>
                    <a:pt x="2552" y="3402"/>
                  </a:cubicBezTo>
                  <a:cubicBezTo>
                    <a:pt x="2626" y="3328"/>
                    <a:pt x="2626" y="3217"/>
                    <a:pt x="2626" y="3143"/>
                  </a:cubicBezTo>
                  <a:lnTo>
                    <a:pt x="2108" y="998"/>
                  </a:lnTo>
                  <a:lnTo>
                    <a:pt x="1997" y="592"/>
                  </a:lnTo>
                  <a:cubicBezTo>
                    <a:pt x="1997" y="518"/>
                    <a:pt x="1960" y="481"/>
                    <a:pt x="1886" y="407"/>
                  </a:cubicBezTo>
                  <a:cubicBezTo>
                    <a:pt x="1886" y="407"/>
                    <a:pt x="1738" y="333"/>
                    <a:pt x="1553" y="222"/>
                  </a:cubicBezTo>
                  <a:cubicBezTo>
                    <a:pt x="1369" y="111"/>
                    <a:pt x="1110" y="0"/>
                    <a:pt x="8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0" name="Google Shape;3530;g3048a510704_4_0"/>
            <p:cNvSpPr/>
            <p:nvPr/>
          </p:nvSpPr>
          <p:spPr>
            <a:xfrm>
              <a:off x="3694900" y="2954900"/>
              <a:ext cx="289325" cy="233500"/>
            </a:xfrm>
            <a:custGeom>
              <a:rect b="b" l="l" r="r" t="t"/>
              <a:pathLst>
                <a:path extrusionOk="0" h="9340" w="11573">
                  <a:moveTo>
                    <a:pt x="5371" y="0"/>
                  </a:moveTo>
                  <a:cubicBezTo>
                    <a:pt x="4082" y="0"/>
                    <a:pt x="2795" y="308"/>
                    <a:pt x="2034" y="1021"/>
                  </a:cubicBezTo>
                  <a:cubicBezTo>
                    <a:pt x="2034" y="1021"/>
                    <a:pt x="1110" y="1724"/>
                    <a:pt x="925" y="2426"/>
                  </a:cubicBezTo>
                  <a:cubicBezTo>
                    <a:pt x="703" y="3128"/>
                    <a:pt x="1" y="8933"/>
                    <a:pt x="1" y="8933"/>
                  </a:cubicBezTo>
                  <a:cubicBezTo>
                    <a:pt x="1" y="8933"/>
                    <a:pt x="3883" y="6382"/>
                    <a:pt x="4992" y="6197"/>
                  </a:cubicBezTo>
                  <a:cubicBezTo>
                    <a:pt x="5027" y="6190"/>
                    <a:pt x="5067" y="6187"/>
                    <a:pt x="5111" y="6187"/>
                  </a:cubicBezTo>
                  <a:cubicBezTo>
                    <a:pt x="6444" y="6187"/>
                    <a:pt x="11572" y="9340"/>
                    <a:pt x="11572" y="9340"/>
                  </a:cubicBezTo>
                  <a:cubicBezTo>
                    <a:pt x="11572" y="9340"/>
                    <a:pt x="10278" y="2722"/>
                    <a:pt x="9243" y="1317"/>
                  </a:cubicBezTo>
                  <a:cubicBezTo>
                    <a:pt x="8682" y="507"/>
                    <a:pt x="7025" y="0"/>
                    <a:pt x="537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1" name="Google Shape;3531;g3048a510704_4_0"/>
            <p:cNvSpPr/>
            <p:nvPr/>
          </p:nvSpPr>
          <p:spPr>
            <a:xfrm>
              <a:off x="3687500" y="2947150"/>
              <a:ext cx="305050" cy="249100"/>
            </a:xfrm>
            <a:custGeom>
              <a:rect b="b" l="l" r="r" t="t"/>
              <a:pathLst>
                <a:path extrusionOk="0" h="9964" w="12202">
                  <a:moveTo>
                    <a:pt x="2146" y="1074"/>
                  </a:moveTo>
                  <a:lnTo>
                    <a:pt x="2146" y="1074"/>
                  </a:lnTo>
                  <a:cubicBezTo>
                    <a:pt x="2146" y="1074"/>
                    <a:pt x="2146" y="1074"/>
                    <a:pt x="2146" y="1074"/>
                  </a:cubicBezTo>
                  <a:lnTo>
                    <a:pt x="2146" y="1074"/>
                  </a:lnTo>
                  <a:lnTo>
                    <a:pt x="2146" y="1074"/>
                  </a:lnTo>
                  <a:close/>
                  <a:moveTo>
                    <a:pt x="5620" y="629"/>
                  </a:moveTo>
                  <a:cubicBezTo>
                    <a:pt x="6434" y="629"/>
                    <a:pt x="7247" y="740"/>
                    <a:pt x="7913" y="961"/>
                  </a:cubicBezTo>
                  <a:cubicBezTo>
                    <a:pt x="8578" y="1183"/>
                    <a:pt x="9059" y="1479"/>
                    <a:pt x="9281" y="1812"/>
                  </a:cubicBezTo>
                  <a:cubicBezTo>
                    <a:pt x="9502" y="2107"/>
                    <a:pt x="9798" y="2773"/>
                    <a:pt x="10057" y="3586"/>
                  </a:cubicBezTo>
                  <a:cubicBezTo>
                    <a:pt x="10427" y="4769"/>
                    <a:pt x="10833" y="6322"/>
                    <a:pt x="11092" y="7542"/>
                  </a:cubicBezTo>
                  <a:cubicBezTo>
                    <a:pt x="11233" y="8141"/>
                    <a:pt x="11340" y="8639"/>
                    <a:pt x="11446" y="9037"/>
                  </a:cubicBezTo>
                  <a:lnTo>
                    <a:pt x="11446" y="9037"/>
                  </a:lnTo>
                  <a:cubicBezTo>
                    <a:pt x="10926" y="8727"/>
                    <a:pt x="10129" y="8258"/>
                    <a:pt x="9281" y="7801"/>
                  </a:cubicBezTo>
                  <a:cubicBezTo>
                    <a:pt x="8541" y="7394"/>
                    <a:pt x="7765" y="6988"/>
                    <a:pt x="7099" y="6692"/>
                  </a:cubicBezTo>
                  <a:cubicBezTo>
                    <a:pt x="6730" y="6544"/>
                    <a:pt x="6434" y="6433"/>
                    <a:pt x="6138" y="6322"/>
                  </a:cubicBezTo>
                  <a:cubicBezTo>
                    <a:pt x="5842" y="6248"/>
                    <a:pt x="5620" y="6174"/>
                    <a:pt x="5399" y="6174"/>
                  </a:cubicBezTo>
                  <a:lnTo>
                    <a:pt x="5214" y="6174"/>
                  </a:lnTo>
                  <a:cubicBezTo>
                    <a:pt x="4881" y="6248"/>
                    <a:pt x="4437" y="6470"/>
                    <a:pt x="3883" y="6729"/>
                  </a:cubicBezTo>
                  <a:cubicBezTo>
                    <a:pt x="2781" y="7293"/>
                    <a:pt x="1413" y="8158"/>
                    <a:pt x="676" y="8637"/>
                  </a:cubicBezTo>
                  <a:lnTo>
                    <a:pt x="676" y="8637"/>
                  </a:lnTo>
                  <a:cubicBezTo>
                    <a:pt x="751" y="8071"/>
                    <a:pt x="869" y="7197"/>
                    <a:pt x="999" y="6285"/>
                  </a:cubicBezTo>
                  <a:cubicBezTo>
                    <a:pt x="1110" y="5509"/>
                    <a:pt x="1184" y="4732"/>
                    <a:pt x="1295" y="4104"/>
                  </a:cubicBezTo>
                  <a:cubicBezTo>
                    <a:pt x="1332" y="3771"/>
                    <a:pt x="1369" y="3512"/>
                    <a:pt x="1406" y="3291"/>
                  </a:cubicBezTo>
                  <a:cubicBezTo>
                    <a:pt x="1480" y="3069"/>
                    <a:pt x="1480" y="2884"/>
                    <a:pt x="1517" y="2810"/>
                  </a:cubicBezTo>
                  <a:cubicBezTo>
                    <a:pt x="1591" y="2551"/>
                    <a:pt x="1849" y="2218"/>
                    <a:pt x="2071" y="1960"/>
                  </a:cubicBezTo>
                  <a:cubicBezTo>
                    <a:pt x="2182" y="1849"/>
                    <a:pt x="2293" y="1738"/>
                    <a:pt x="2404" y="1664"/>
                  </a:cubicBezTo>
                  <a:lnTo>
                    <a:pt x="2478" y="1590"/>
                  </a:lnTo>
                  <a:lnTo>
                    <a:pt x="2515" y="1553"/>
                  </a:lnTo>
                  <a:lnTo>
                    <a:pt x="2552" y="1553"/>
                  </a:lnTo>
                  <a:cubicBezTo>
                    <a:pt x="3180" y="924"/>
                    <a:pt x="4400" y="629"/>
                    <a:pt x="5620" y="629"/>
                  </a:cubicBezTo>
                  <a:close/>
                  <a:moveTo>
                    <a:pt x="5620" y="0"/>
                  </a:moveTo>
                  <a:cubicBezTo>
                    <a:pt x="4309" y="0"/>
                    <a:pt x="2998" y="287"/>
                    <a:pt x="2146" y="1074"/>
                  </a:cubicBezTo>
                  <a:lnTo>
                    <a:pt x="2145" y="1072"/>
                  </a:lnTo>
                  <a:cubicBezTo>
                    <a:pt x="2145" y="1072"/>
                    <a:pt x="1886" y="1257"/>
                    <a:pt x="1628" y="1553"/>
                  </a:cubicBezTo>
                  <a:cubicBezTo>
                    <a:pt x="1369" y="1849"/>
                    <a:pt x="1036" y="2218"/>
                    <a:pt x="925" y="2662"/>
                  </a:cubicBezTo>
                  <a:cubicBezTo>
                    <a:pt x="888" y="2773"/>
                    <a:pt x="851" y="2921"/>
                    <a:pt x="814" y="3180"/>
                  </a:cubicBezTo>
                  <a:cubicBezTo>
                    <a:pt x="555" y="4769"/>
                    <a:pt x="1" y="9206"/>
                    <a:pt x="1" y="9206"/>
                  </a:cubicBezTo>
                  <a:cubicBezTo>
                    <a:pt x="1" y="9317"/>
                    <a:pt x="38" y="9428"/>
                    <a:pt x="149" y="9502"/>
                  </a:cubicBezTo>
                  <a:cubicBezTo>
                    <a:pt x="204" y="9539"/>
                    <a:pt x="260" y="9557"/>
                    <a:pt x="315" y="9557"/>
                  </a:cubicBezTo>
                  <a:cubicBezTo>
                    <a:pt x="371" y="9557"/>
                    <a:pt x="426" y="9539"/>
                    <a:pt x="482" y="9502"/>
                  </a:cubicBezTo>
                  <a:cubicBezTo>
                    <a:pt x="482" y="9502"/>
                    <a:pt x="703" y="9317"/>
                    <a:pt x="1073" y="9095"/>
                  </a:cubicBezTo>
                  <a:cubicBezTo>
                    <a:pt x="1665" y="8725"/>
                    <a:pt x="2515" y="8208"/>
                    <a:pt x="3365" y="7727"/>
                  </a:cubicBezTo>
                  <a:cubicBezTo>
                    <a:pt x="3772" y="7468"/>
                    <a:pt x="4179" y="7283"/>
                    <a:pt x="4548" y="7099"/>
                  </a:cubicBezTo>
                  <a:cubicBezTo>
                    <a:pt x="4881" y="6951"/>
                    <a:pt x="5177" y="6840"/>
                    <a:pt x="5325" y="6803"/>
                  </a:cubicBezTo>
                  <a:lnTo>
                    <a:pt x="5399" y="6803"/>
                  </a:lnTo>
                  <a:cubicBezTo>
                    <a:pt x="5510" y="6803"/>
                    <a:pt x="5694" y="6840"/>
                    <a:pt x="5953" y="6914"/>
                  </a:cubicBezTo>
                  <a:cubicBezTo>
                    <a:pt x="6840" y="7209"/>
                    <a:pt x="8319" y="7949"/>
                    <a:pt x="9502" y="8614"/>
                  </a:cubicBezTo>
                  <a:cubicBezTo>
                    <a:pt x="10131" y="8947"/>
                    <a:pt x="10685" y="9280"/>
                    <a:pt x="11055" y="9502"/>
                  </a:cubicBezTo>
                  <a:cubicBezTo>
                    <a:pt x="11462" y="9760"/>
                    <a:pt x="11721" y="9908"/>
                    <a:pt x="11721" y="9908"/>
                  </a:cubicBezTo>
                  <a:cubicBezTo>
                    <a:pt x="11776" y="9945"/>
                    <a:pt x="11831" y="9964"/>
                    <a:pt x="11887" y="9964"/>
                  </a:cubicBezTo>
                  <a:cubicBezTo>
                    <a:pt x="11942" y="9964"/>
                    <a:pt x="11998" y="9945"/>
                    <a:pt x="12053" y="9908"/>
                  </a:cubicBezTo>
                  <a:cubicBezTo>
                    <a:pt x="12164" y="9834"/>
                    <a:pt x="12201" y="9686"/>
                    <a:pt x="12164" y="9576"/>
                  </a:cubicBezTo>
                  <a:cubicBezTo>
                    <a:pt x="12164" y="9576"/>
                    <a:pt x="11831" y="7912"/>
                    <a:pt x="11388" y="6100"/>
                  </a:cubicBezTo>
                  <a:cubicBezTo>
                    <a:pt x="11166" y="5176"/>
                    <a:pt x="10907" y="4215"/>
                    <a:pt x="10611" y="3364"/>
                  </a:cubicBezTo>
                  <a:cubicBezTo>
                    <a:pt x="10353" y="2551"/>
                    <a:pt x="10094" y="1849"/>
                    <a:pt x="9798" y="1442"/>
                  </a:cubicBezTo>
                  <a:cubicBezTo>
                    <a:pt x="9428" y="961"/>
                    <a:pt x="8837" y="629"/>
                    <a:pt x="8097" y="370"/>
                  </a:cubicBezTo>
                  <a:cubicBezTo>
                    <a:pt x="7358" y="148"/>
                    <a:pt x="6508" y="0"/>
                    <a:pt x="56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2" name="Google Shape;3532;g3048a510704_4_0"/>
            <p:cNvSpPr/>
            <p:nvPr/>
          </p:nvSpPr>
          <p:spPr>
            <a:xfrm>
              <a:off x="3761450" y="3038650"/>
              <a:ext cx="139600" cy="207225"/>
            </a:xfrm>
            <a:custGeom>
              <a:rect b="b" l="l" r="r" t="t"/>
              <a:pathLst>
                <a:path extrusionOk="0" h="8289" w="5584">
                  <a:moveTo>
                    <a:pt x="1" y="0"/>
                  </a:moveTo>
                  <a:cubicBezTo>
                    <a:pt x="1" y="1"/>
                    <a:pt x="2454" y="8289"/>
                    <a:pt x="2871" y="8289"/>
                  </a:cubicBezTo>
                  <a:cubicBezTo>
                    <a:pt x="2894" y="8289"/>
                    <a:pt x="2911" y="8263"/>
                    <a:pt x="2921" y="8208"/>
                  </a:cubicBezTo>
                  <a:cubicBezTo>
                    <a:pt x="3143" y="7210"/>
                    <a:pt x="5583" y="296"/>
                    <a:pt x="5583" y="296"/>
                  </a:cubicBezTo>
                  <a:lnTo>
                    <a:pt x="5583" y="296"/>
                  </a:lnTo>
                  <a:cubicBezTo>
                    <a:pt x="5583" y="296"/>
                    <a:pt x="4263" y="413"/>
                    <a:pt x="2886" y="413"/>
                  </a:cubicBezTo>
                  <a:cubicBezTo>
                    <a:pt x="1696" y="413"/>
                    <a:pt x="463" y="326"/>
                    <a:pt x="1"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3" name="Google Shape;3533;g3048a510704_4_0"/>
            <p:cNvSpPr/>
            <p:nvPr/>
          </p:nvSpPr>
          <p:spPr>
            <a:xfrm>
              <a:off x="3753125" y="3030800"/>
              <a:ext cx="155300" cy="223225"/>
            </a:xfrm>
            <a:custGeom>
              <a:rect b="b" l="l" r="r" t="t"/>
              <a:pathLst>
                <a:path extrusionOk="0" h="8929" w="6212">
                  <a:moveTo>
                    <a:pt x="793" y="828"/>
                  </a:moveTo>
                  <a:cubicBezTo>
                    <a:pt x="999" y="876"/>
                    <a:pt x="1228" y="909"/>
                    <a:pt x="1480" y="943"/>
                  </a:cubicBezTo>
                  <a:cubicBezTo>
                    <a:pt x="1997" y="1017"/>
                    <a:pt x="2626" y="1017"/>
                    <a:pt x="3217" y="1017"/>
                  </a:cubicBezTo>
                  <a:cubicBezTo>
                    <a:pt x="4113" y="1017"/>
                    <a:pt x="4963" y="972"/>
                    <a:pt x="5462" y="939"/>
                  </a:cubicBezTo>
                  <a:lnTo>
                    <a:pt x="5462" y="939"/>
                  </a:lnTo>
                  <a:cubicBezTo>
                    <a:pt x="5236" y="1571"/>
                    <a:pt x="4800" y="2801"/>
                    <a:pt x="4363" y="4085"/>
                  </a:cubicBezTo>
                  <a:cubicBezTo>
                    <a:pt x="4031" y="5010"/>
                    <a:pt x="3735" y="5971"/>
                    <a:pt x="3476" y="6784"/>
                  </a:cubicBezTo>
                  <a:cubicBezTo>
                    <a:pt x="3336" y="7205"/>
                    <a:pt x="3217" y="7583"/>
                    <a:pt x="3126" y="7888"/>
                  </a:cubicBezTo>
                  <a:lnTo>
                    <a:pt x="3126" y="7888"/>
                  </a:lnTo>
                  <a:cubicBezTo>
                    <a:pt x="3107" y="7843"/>
                    <a:pt x="3088" y="7796"/>
                    <a:pt x="3069" y="7745"/>
                  </a:cubicBezTo>
                  <a:cubicBezTo>
                    <a:pt x="2663" y="6747"/>
                    <a:pt x="2034" y="4862"/>
                    <a:pt x="1517" y="3235"/>
                  </a:cubicBezTo>
                  <a:cubicBezTo>
                    <a:pt x="1295" y="2422"/>
                    <a:pt x="1036" y="1645"/>
                    <a:pt x="888" y="1128"/>
                  </a:cubicBezTo>
                  <a:cubicBezTo>
                    <a:pt x="852" y="1020"/>
                    <a:pt x="821" y="920"/>
                    <a:pt x="793" y="828"/>
                  </a:cubicBezTo>
                  <a:close/>
                  <a:moveTo>
                    <a:pt x="315" y="0"/>
                  </a:moveTo>
                  <a:cubicBezTo>
                    <a:pt x="260" y="0"/>
                    <a:pt x="204" y="18"/>
                    <a:pt x="149" y="55"/>
                  </a:cubicBezTo>
                  <a:cubicBezTo>
                    <a:pt x="38" y="129"/>
                    <a:pt x="1" y="277"/>
                    <a:pt x="38" y="388"/>
                  </a:cubicBezTo>
                  <a:cubicBezTo>
                    <a:pt x="38" y="388"/>
                    <a:pt x="629" y="2459"/>
                    <a:pt x="1295" y="4566"/>
                  </a:cubicBezTo>
                  <a:cubicBezTo>
                    <a:pt x="1628" y="5601"/>
                    <a:pt x="1997" y="6636"/>
                    <a:pt x="2293" y="7413"/>
                  </a:cubicBezTo>
                  <a:cubicBezTo>
                    <a:pt x="2441" y="7819"/>
                    <a:pt x="2552" y="8152"/>
                    <a:pt x="2700" y="8374"/>
                  </a:cubicBezTo>
                  <a:cubicBezTo>
                    <a:pt x="2737" y="8522"/>
                    <a:pt x="2811" y="8596"/>
                    <a:pt x="2848" y="8670"/>
                  </a:cubicBezTo>
                  <a:lnTo>
                    <a:pt x="2958" y="8818"/>
                  </a:lnTo>
                  <a:cubicBezTo>
                    <a:pt x="2995" y="8854"/>
                    <a:pt x="3069" y="8891"/>
                    <a:pt x="3217" y="8928"/>
                  </a:cubicBezTo>
                  <a:cubicBezTo>
                    <a:pt x="3254" y="8928"/>
                    <a:pt x="3328" y="8891"/>
                    <a:pt x="3402" y="8854"/>
                  </a:cubicBezTo>
                  <a:cubicBezTo>
                    <a:pt x="3476" y="8818"/>
                    <a:pt x="3513" y="8744"/>
                    <a:pt x="3513" y="8707"/>
                  </a:cubicBezTo>
                  <a:lnTo>
                    <a:pt x="3550" y="8596"/>
                  </a:lnTo>
                  <a:cubicBezTo>
                    <a:pt x="3624" y="8374"/>
                    <a:pt x="3809" y="7745"/>
                    <a:pt x="4068" y="6969"/>
                  </a:cubicBezTo>
                  <a:cubicBezTo>
                    <a:pt x="4437" y="5786"/>
                    <a:pt x="4955" y="4233"/>
                    <a:pt x="5399" y="2939"/>
                  </a:cubicBezTo>
                  <a:cubicBezTo>
                    <a:pt x="5842" y="1682"/>
                    <a:pt x="6175" y="721"/>
                    <a:pt x="6175" y="721"/>
                  </a:cubicBezTo>
                  <a:cubicBezTo>
                    <a:pt x="6212" y="610"/>
                    <a:pt x="6212" y="499"/>
                    <a:pt x="6138" y="425"/>
                  </a:cubicBezTo>
                  <a:cubicBezTo>
                    <a:pt x="6078" y="365"/>
                    <a:pt x="6017" y="304"/>
                    <a:pt x="5937" y="304"/>
                  </a:cubicBezTo>
                  <a:cubicBezTo>
                    <a:pt x="5919" y="304"/>
                    <a:pt x="5899" y="307"/>
                    <a:pt x="5879" y="314"/>
                  </a:cubicBezTo>
                  <a:cubicBezTo>
                    <a:pt x="5879" y="314"/>
                    <a:pt x="5546" y="314"/>
                    <a:pt x="5066" y="351"/>
                  </a:cubicBezTo>
                  <a:cubicBezTo>
                    <a:pt x="4585" y="388"/>
                    <a:pt x="3920" y="425"/>
                    <a:pt x="3217" y="425"/>
                  </a:cubicBezTo>
                  <a:cubicBezTo>
                    <a:pt x="2663" y="425"/>
                    <a:pt x="2034" y="388"/>
                    <a:pt x="1554" y="351"/>
                  </a:cubicBezTo>
                  <a:cubicBezTo>
                    <a:pt x="1036" y="277"/>
                    <a:pt x="629" y="166"/>
                    <a:pt x="481" y="55"/>
                  </a:cubicBezTo>
                  <a:cubicBezTo>
                    <a:pt x="426" y="18"/>
                    <a:pt x="371" y="0"/>
                    <a:pt x="3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4" name="Google Shape;3534;g3048a510704_4_0"/>
            <p:cNvSpPr/>
            <p:nvPr/>
          </p:nvSpPr>
          <p:spPr>
            <a:xfrm>
              <a:off x="3715250" y="2777775"/>
              <a:ext cx="241250" cy="327075"/>
            </a:xfrm>
            <a:custGeom>
              <a:rect b="b" l="l" r="r" t="t"/>
              <a:pathLst>
                <a:path extrusionOk="0" h="13083" w="9650">
                  <a:moveTo>
                    <a:pt x="7210" y="0"/>
                  </a:moveTo>
                  <a:cubicBezTo>
                    <a:pt x="6721" y="0"/>
                    <a:pt x="6145" y="80"/>
                    <a:pt x="5472" y="268"/>
                  </a:cubicBezTo>
                  <a:cubicBezTo>
                    <a:pt x="2329" y="1193"/>
                    <a:pt x="111" y="2597"/>
                    <a:pt x="0" y="4631"/>
                  </a:cubicBezTo>
                  <a:cubicBezTo>
                    <a:pt x="0" y="4631"/>
                    <a:pt x="629" y="7995"/>
                    <a:pt x="1109" y="9326"/>
                  </a:cubicBezTo>
                  <a:cubicBezTo>
                    <a:pt x="1600" y="10555"/>
                    <a:pt x="3291" y="13082"/>
                    <a:pt x="4663" y="13082"/>
                  </a:cubicBezTo>
                  <a:cubicBezTo>
                    <a:pt x="4737" y="13082"/>
                    <a:pt x="4809" y="13075"/>
                    <a:pt x="4880" y="13060"/>
                  </a:cubicBezTo>
                  <a:cubicBezTo>
                    <a:pt x="6285" y="12764"/>
                    <a:pt x="8651" y="9807"/>
                    <a:pt x="8947" y="8698"/>
                  </a:cubicBezTo>
                  <a:cubicBezTo>
                    <a:pt x="9243" y="7589"/>
                    <a:pt x="9649" y="2930"/>
                    <a:pt x="9649" y="1895"/>
                  </a:cubicBezTo>
                  <a:cubicBezTo>
                    <a:pt x="9649" y="1108"/>
                    <a:pt x="9029" y="0"/>
                    <a:pt x="7210"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5" name="Google Shape;3535;g3048a510704_4_0"/>
            <p:cNvSpPr/>
            <p:nvPr/>
          </p:nvSpPr>
          <p:spPr>
            <a:xfrm>
              <a:off x="3707850" y="2769675"/>
              <a:ext cx="256050" cy="342925"/>
            </a:xfrm>
            <a:custGeom>
              <a:rect b="b" l="l" r="r" t="t"/>
              <a:pathLst>
                <a:path extrusionOk="0" h="13717" w="10242">
                  <a:moveTo>
                    <a:pt x="7542" y="629"/>
                  </a:moveTo>
                  <a:cubicBezTo>
                    <a:pt x="8356" y="629"/>
                    <a:pt x="8873" y="888"/>
                    <a:pt x="9206" y="1184"/>
                  </a:cubicBezTo>
                  <a:cubicBezTo>
                    <a:pt x="9502" y="1517"/>
                    <a:pt x="9650" y="1923"/>
                    <a:pt x="9650" y="2219"/>
                  </a:cubicBezTo>
                  <a:cubicBezTo>
                    <a:pt x="9650" y="2700"/>
                    <a:pt x="9539" y="4142"/>
                    <a:pt x="9391" y="5546"/>
                  </a:cubicBezTo>
                  <a:cubicBezTo>
                    <a:pt x="9317" y="6286"/>
                    <a:pt x="9243" y="6988"/>
                    <a:pt x="9169" y="7580"/>
                  </a:cubicBezTo>
                  <a:cubicBezTo>
                    <a:pt x="9095" y="8208"/>
                    <a:pt x="9021" y="8689"/>
                    <a:pt x="8947" y="8948"/>
                  </a:cubicBezTo>
                  <a:cubicBezTo>
                    <a:pt x="8873" y="9170"/>
                    <a:pt x="8688" y="9539"/>
                    <a:pt x="8430" y="9983"/>
                  </a:cubicBezTo>
                  <a:cubicBezTo>
                    <a:pt x="7986" y="10611"/>
                    <a:pt x="7394" y="11351"/>
                    <a:pt x="6803" y="11942"/>
                  </a:cubicBezTo>
                  <a:cubicBezTo>
                    <a:pt x="6174" y="12571"/>
                    <a:pt x="5509" y="13014"/>
                    <a:pt x="5102" y="13088"/>
                  </a:cubicBezTo>
                  <a:lnTo>
                    <a:pt x="4954" y="13088"/>
                  </a:lnTo>
                  <a:cubicBezTo>
                    <a:pt x="4928" y="13092"/>
                    <a:pt x="4901" y="13094"/>
                    <a:pt x="4873" y="13094"/>
                  </a:cubicBezTo>
                  <a:cubicBezTo>
                    <a:pt x="4634" y="13094"/>
                    <a:pt x="4365" y="12955"/>
                    <a:pt x="4067" y="12756"/>
                  </a:cubicBezTo>
                  <a:cubicBezTo>
                    <a:pt x="3586" y="12386"/>
                    <a:pt x="3069" y="11831"/>
                    <a:pt x="2625" y="11203"/>
                  </a:cubicBezTo>
                  <a:cubicBezTo>
                    <a:pt x="2218" y="10611"/>
                    <a:pt x="1886" y="9946"/>
                    <a:pt x="1701" y="9539"/>
                  </a:cubicBezTo>
                  <a:cubicBezTo>
                    <a:pt x="1479" y="8911"/>
                    <a:pt x="1183" y="7728"/>
                    <a:pt x="961" y="6729"/>
                  </a:cubicBezTo>
                  <a:cubicBezTo>
                    <a:pt x="851" y="6249"/>
                    <a:pt x="777" y="5768"/>
                    <a:pt x="703" y="5435"/>
                  </a:cubicBezTo>
                  <a:cubicBezTo>
                    <a:pt x="656" y="5224"/>
                    <a:pt x="624" y="5072"/>
                    <a:pt x="606" y="4989"/>
                  </a:cubicBezTo>
                  <a:lnTo>
                    <a:pt x="606" y="4989"/>
                  </a:lnTo>
                  <a:lnTo>
                    <a:pt x="629" y="4992"/>
                  </a:lnTo>
                  <a:cubicBezTo>
                    <a:pt x="666" y="4068"/>
                    <a:pt x="1183" y="3291"/>
                    <a:pt x="2071" y="2626"/>
                  </a:cubicBezTo>
                  <a:cubicBezTo>
                    <a:pt x="2995" y="1923"/>
                    <a:pt x="4326" y="1332"/>
                    <a:pt x="5879" y="888"/>
                  </a:cubicBezTo>
                  <a:cubicBezTo>
                    <a:pt x="6507" y="703"/>
                    <a:pt x="7062" y="629"/>
                    <a:pt x="7542" y="629"/>
                  </a:cubicBezTo>
                  <a:close/>
                  <a:moveTo>
                    <a:pt x="7542" y="1"/>
                  </a:moveTo>
                  <a:cubicBezTo>
                    <a:pt x="6988" y="1"/>
                    <a:pt x="6396" y="112"/>
                    <a:pt x="5694" y="297"/>
                  </a:cubicBezTo>
                  <a:cubicBezTo>
                    <a:pt x="4104" y="777"/>
                    <a:pt x="2736" y="1369"/>
                    <a:pt x="1701" y="2108"/>
                  </a:cubicBezTo>
                  <a:cubicBezTo>
                    <a:pt x="703" y="2885"/>
                    <a:pt x="37" y="3809"/>
                    <a:pt x="0" y="4955"/>
                  </a:cubicBezTo>
                  <a:lnTo>
                    <a:pt x="0" y="5029"/>
                  </a:lnTo>
                  <a:cubicBezTo>
                    <a:pt x="0" y="5029"/>
                    <a:pt x="148" y="5879"/>
                    <a:pt x="370" y="6877"/>
                  </a:cubicBezTo>
                  <a:cubicBezTo>
                    <a:pt x="592" y="7876"/>
                    <a:pt x="851" y="9059"/>
                    <a:pt x="1146" y="9761"/>
                  </a:cubicBezTo>
                  <a:cubicBezTo>
                    <a:pt x="1405" y="10427"/>
                    <a:pt x="1923" y="11388"/>
                    <a:pt x="2625" y="12201"/>
                  </a:cubicBezTo>
                  <a:cubicBezTo>
                    <a:pt x="2958" y="12608"/>
                    <a:pt x="3328" y="12978"/>
                    <a:pt x="3697" y="13236"/>
                  </a:cubicBezTo>
                  <a:cubicBezTo>
                    <a:pt x="4104" y="13532"/>
                    <a:pt x="4511" y="13717"/>
                    <a:pt x="4954" y="13717"/>
                  </a:cubicBezTo>
                  <a:cubicBezTo>
                    <a:pt x="5028" y="13717"/>
                    <a:pt x="5139" y="13717"/>
                    <a:pt x="5250" y="13680"/>
                  </a:cubicBezTo>
                  <a:cubicBezTo>
                    <a:pt x="5694" y="13606"/>
                    <a:pt x="6100" y="13347"/>
                    <a:pt x="6544" y="12978"/>
                  </a:cubicBezTo>
                  <a:cubicBezTo>
                    <a:pt x="7210" y="12460"/>
                    <a:pt x="7875" y="11721"/>
                    <a:pt x="8430" y="11018"/>
                  </a:cubicBezTo>
                  <a:cubicBezTo>
                    <a:pt x="8984" y="10279"/>
                    <a:pt x="9391" y="9613"/>
                    <a:pt x="9539" y="9096"/>
                  </a:cubicBezTo>
                  <a:cubicBezTo>
                    <a:pt x="9613" y="8800"/>
                    <a:pt x="9687" y="8282"/>
                    <a:pt x="9797" y="7691"/>
                  </a:cubicBezTo>
                  <a:cubicBezTo>
                    <a:pt x="10019" y="5842"/>
                    <a:pt x="10241" y="3032"/>
                    <a:pt x="10241" y="2219"/>
                  </a:cubicBezTo>
                  <a:cubicBezTo>
                    <a:pt x="10241" y="1738"/>
                    <a:pt x="10056" y="1184"/>
                    <a:pt x="9613" y="740"/>
                  </a:cubicBezTo>
                  <a:cubicBezTo>
                    <a:pt x="9169" y="297"/>
                    <a:pt x="8503" y="1"/>
                    <a:pt x="75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6" name="Google Shape;3536;g3048a510704_4_0"/>
            <p:cNvSpPr/>
            <p:nvPr/>
          </p:nvSpPr>
          <p:spPr>
            <a:xfrm>
              <a:off x="3659775" y="2613900"/>
              <a:ext cx="321675" cy="302000"/>
            </a:xfrm>
            <a:custGeom>
              <a:rect b="b" l="l" r="r" t="t"/>
              <a:pathLst>
                <a:path extrusionOk="0" h="12080" w="12867">
                  <a:moveTo>
                    <a:pt x="8223" y="1"/>
                  </a:moveTo>
                  <a:cubicBezTo>
                    <a:pt x="6105" y="1"/>
                    <a:pt x="3346" y="637"/>
                    <a:pt x="1923" y="1758"/>
                  </a:cubicBezTo>
                  <a:cubicBezTo>
                    <a:pt x="1" y="3274"/>
                    <a:pt x="407" y="7119"/>
                    <a:pt x="592" y="8857"/>
                  </a:cubicBezTo>
                  <a:cubicBezTo>
                    <a:pt x="758" y="10153"/>
                    <a:pt x="1294" y="10318"/>
                    <a:pt x="1555" y="10318"/>
                  </a:cubicBezTo>
                  <a:cubicBezTo>
                    <a:pt x="1644" y="10318"/>
                    <a:pt x="1701" y="10299"/>
                    <a:pt x="1701" y="10299"/>
                  </a:cubicBezTo>
                  <a:lnTo>
                    <a:pt x="1701" y="10299"/>
                  </a:lnTo>
                  <a:cubicBezTo>
                    <a:pt x="1701" y="10299"/>
                    <a:pt x="1295" y="11001"/>
                    <a:pt x="1221" y="11519"/>
                  </a:cubicBezTo>
                  <a:cubicBezTo>
                    <a:pt x="1163" y="11769"/>
                    <a:pt x="1737" y="12079"/>
                    <a:pt x="2660" y="12079"/>
                  </a:cubicBezTo>
                  <a:cubicBezTo>
                    <a:pt x="3510" y="12079"/>
                    <a:pt x="4656" y="11816"/>
                    <a:pt x="5879" y="11001"/>
                  </a:cubicBezTo>
                  <a:cubicBezTo>
                    <a:pt x="8430" y="9263"/>
                    <a:pt x="9946" y="7858"/>
                    <a:pt x="9946" y="7858"/>
                  </a:cubicBezTo>
                  <a:cubicBezTo>
                    <a:pt x="9946" y="7858"/>
                    <a:pt x="10242" y="8265"/>
                    <a:pt x="10057" y="9152"/>
                  </a:cubicBezTo>
                  <a:cubicBezTo>
                    <a:pt x="9895" y="9825"/>
                    <a:pt x="10282" y="10282"/>
                    <a:pt x="10931" y="10282"/>
                  </a:cubicBezTo>
                  <a:cubicBezTo>
                    <a:pt x="11175" y="10282"/>
                    <a:pt x="11455" y="10218"/>
                    <a:pt x="11757" y="10077"/>
                  </a:cubicBezTo>
                  <a:cubicBezTo>
                    <a:pt x="12867" y="9559"/>
                    <a:pt x="12460" y="8968"/>
                    <a:pt x="12460" y="8968"/>
                  </a:cubicBezTo>
                  <a:cubicBezTo>
                    <a:pt x="12460" y="8968"/>
                    <a:pt x="12867" y="6343"/>
                    <a:pt x="12867" y="5012"/>
                  </a:cubicBezTo>
                  <a:cubicBezTo>
                    <a:pt x="12867" y="3681"/>
                    <a:pt x="12053" y="834"/>
                    <a:pt x="10131" y="243"/>
                  </a:cubicBezTo>
                  <a:cubicBezTo>
                    <a:pt x="9631" y="79"/>
                    <a:pt x="8966" y="1"/>
                    <a:pt x="82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7" name="Google Shape;3537;g3048a510704_4_0"/>
            <p:cNvSpPr/>
            <p:nvPr/>
          </p:nvSpPr>
          <p:spPr>
            <a:xfrm>
              <a:off x="3662550" y="2606075"/>
              <a:ext cx="327225" cy="317975"/>
            </a:xfrm>
            <a:custGeom>
              <a:rect b="b" l="l" r="r" t="t"/>
              <a:pathLst>
                <a:path extrusionOk="0" h="12719" w="13089">
                  <a:moveTo>
                    <a:pt x="8134" y="629"/>
                  </a:moveTo>
                  <a:cubicBezTo>
                    <a:pt x="8837" y="629"/>
                    <a:pt x="9502" y="703"/>
                    <a:pt x="9946" y="851"/>
                  </a:cubicBezTo>
                  <a:cubicBezTo>
                    <a:pt x="10796" y="1110"/>
                    <a:pt x="11425" y="1886"/>
                    <a:pt x="11831" y="2811"/>
                  </a:cubicBezTo>
                  <a:cubicBezTo>
                    <a:pt x="12275" y="3698"/>
                    <a:pt x="12460" y="4733"/>
                    <a:pt x="12460" y="5325"/>
                  </a:cubicBezTo>
                  <a:cubicBezTo>
                    <a:pt x="12460" y="5953"/>
                    <a:pt x="12349" y="6951"/>
                    <a:pt x="12275" y="7765"/>
                  </a:cubicBezTo>
                  <a:cubicBezTo>
                    <a:pt x="12164" y="8578"/>
                    <a:pt x="12053" y="9244"/>
                    <a:pt x="12053" y="9244"/>
                  </a:cubicBezTo>
                  <a:cubicBezTo>
                    <a:pt x="12053" y="9305"/>
                    <a:pt x="12053" y="9366"/>
                    <a:pt x="12095" y="9427"/>
                  </a:cubicBezTo>
                  <a:lnTo>
                    <a:pt x="12095" y="9427"/>
                  </a:lnTo>
                  <a:lnTo>
                    <a:pt x="12090" y="9429"/>
                  </a:lnTo>
                  <a:lnTo>
                    <a:pt x="12127" y="9539"/>
                  </a:lnTo>
                  <a:cubicBezTo>
                    <a:pt x="12127" y="9613"/>
                    <a:pt x="12127" y="9650"/>
                    <a:pt x="12053" y="9761"/>
                  </a:cubicBezTo>
                  <a:cubicBezTo>
                    <a:pt x="11979" y="9835"/>
                    <a:pt x="11831" y="9983"/>
                    <a:pt x="11536" y="10131"/>
                  </a:cubicBezTo>
                  <a:cubicBezTo>
                    <a:pt x="11240" y="10242"/>
                    <a:pt x="11018" y="10279"/>
                    <a:pt x="10833" y="10279"/>
                  </a:cubicBezTo>
                  <a:cubicBezTo>
                    <a:pt x="10611" y="10279"/>
                    <a:pt x="10463" y="10205"/>
                    <a:pt x="10352" y="10131"/>
                  </a:cubicBezTo>
                  <a:cubicBezTo>
                    <a:pt x="10279" y="10057"/>
                    <a:pt x="10205" y="9946"/>
                    <a:pt x="10205" y="9761"/>
                  </a:cubicBezTo>
                  <a:cubicBezTo>
                    <a:pt x="10205" y="9687"/>
                    <a:pt x="10205" y="9613"/>
                    <a:pt x="10242" y="9539"/>
                  </a:cubicBezTo>
                  <a:cubicBezTo>
                    <a:pt x="10279" y="9281"/>
                    <a:pt x="10315" y="9096"/>
                    <a:pt x="10315" y="8874"/>
                  </a:cubicBezTo>
                  <a:cubicBezTo>
                    <a:pt x="10315" y="8319"/>
                    <a:pt x="10094" y="8024"/>
                    <a:pt x="10057" y="7987"/>
                  </a:cubicBezTo>
                  <a:cubicBezTo>
                    <a:pt x="10020" y="7913"/>
                    <a:pt x="9946" y="7876"/>
                    <a:pt x="9872" y="7839"/>
                  </a:cubicBezTo>
                  <a:cubicBezTo>
                    <a:pt x="9761" y="7839"/>
                    <a:pt x="9687" y="7876"/>
                    <a:pt x="9613" y="7950"/>
                  </a:cubicBezTo>
                  <a:lnTo>
                    <a:pt x="9539" y="7987"/>
                  </a:lnTo>
                  <a:cubicBezTo>
                    <a:pt x="9243" y="8282"/>
                    <a:pt x="7801" y="9539"/>
                    <a:pt x="5583" y="11055"/>
                  </a:cubicBezTo>
                  <a:cubicBezTo>
                    <a:pt x="4437" y="11832"/>
                    <a:pt x="3365" y="12090"/>
                    <a:pt x="2552" y="12090"/>
                  </a:cubicBezTo>
                  <a:cubicBezTo>
                    <a:pt x="2145" y="12090"/>
                    <a:pt x="1812" y="12016"/>
                    <a:pt x="1627" y="11943"/>
                  </a:cubicBezTo>
                  <a:cubicBezTo>
                    <a:pt x="1524" y="11908"/>
                    <a:pt x="1452" y="11841"/>
                    <a:pt x="1413" y="11833"/>
                  </a:cubicBezTo>
                  <a:lnTo>
                    <a:pt x="1413" y="11833"/>
                  </a:lnTo>
                  <a:cubicBezTo>
                    <a:pt x="1456" y="11647"/>
                    <a:pt x="1560" y="11372"/>
                    <a:pt x="1664" y="11129"/>
                  </a:cubicBezTo>
                  <a:cubicBezTo>
                    <a:pt x="1738" y="11018"/>
                    <a:pt x="1775" y="10944"/>
                    <a:pt x="1812" y="10870"/>
                  </a:cubicBezTo>
                  <a:cubicBezTo>
                    <a:pt x="1849" y="10796"/>
                    <a:pt x="1886" y="10759"/>
                    <a:pt x="1886" y="10759"/>
                  </a:cubicBezTo>
                  <a:cubicBezTo>
                    <a:pt x="1923" y="10649"/>
                    <a:pt x="1923" y="10501"/>
                    <a:pt x="1849" y="10390"/>
                  </a:cubicBezTo>
                  <a:cubicBezTo>
                    <a:pt x="1795" y="10336"/>
                    <a:pt x="1701" y="10301"/>
                    <a:pt x="1611" y="10301"/>
                  </a:cubicBezTo>
                  <a:cubicBezTo>
                    <a:pt x="1579" y="10301"/>
                    <a:pt x="1546" y="10306"/>
                    <a:pt x="1516" y="10316"/>
                  </a:cubicBezTo>
                  <a:lnTo>
                    <a:pt x="1443" y="10316"/>
                  </a:lnTo>
                  <a:cubicBezTo>
                    <a:pt x="1369" y="10316"/>
                    <a:pt x="1258" y="10279"/>
                    <a:pt x="1147" y="10168"/>
                  </a:cubicBezTo>
                  <a:cubicBezTo>
                    <a:pt x="1036" y="10020"/>
                    <a:pt x="851" y="9724"/>
                    <a:pt x="814" y="9133"/>
                  </a:cubicBezTo>
                  <a:cubicBezTo>
                    <a:pt x="703" y="8504"/>
                    <a:pt x="629" y="7580"/>
                    <a:pt x="629" y="6582"/>
                  </a:cubicBezTo>
                  <a:cubicBezTo>
                    <a:pt x="629" y="5768"/>
                    <a:pt x="703" y="4881"/>
                    <a:pt x="888" y="4142"/>
                  </a:cubicBezTo>
                  <a:cubicBezTo>
                    <a:pt x="1110" y="3365"/>
                    <a:pt x="1480" y="2737"/>
                    <a:pt x="1997" y="2330"/>
                  </a:cubicBezTo>
                  <a:cubicBezTo>
                    <a:pt x="2663" y="1776"/>
                    <a:pt x="3698" y="1369"/>
                    <a:pt x="4807" y="1073"/>
                  </a:cubicBezTo>
                  <a:cubicBezTo>
                    <a:pt x="5916" y="777"/>
                    <a:pt x="7099" y="629"/>
                    <a:pt x="8134" y="629"/>
                  </a:cubicBezTo>
                  <a:close/>
                  <a:moveTo>
                    <a:pt x="8134" y="1"/>
                  </a:moveTo>
                  <a:cubicBezTo>
                    <a:pt x="7025" y="1"/>
                    <a:pt x="5805" y="149"/>
                    <a:pt x="4622" y="482"/>
                  </a:cubicBezTo>
                  <a:cubicBezTo>
                    <a:pt x="3476" y="777"/>
                    <a:pt x="2404" y="1221"/>
                    <a:pt x="1627" y="1813"/>
                  </a:cubicBezTo>
                  <a:cubicBezTo>
                    <a:pt x="962" y="2367"/>
                    <a:pt x="555" y="3143"/>
                    <a:pt x="296" y="3957"/>
                  </a:cubicBezTo>
                  <a:cubicBezTo>
                    <a:pt x="75" y="4807"/>
                    <a:pt x="1" y="5731"/>
                    <a:pt x="1" y="6582"/>
                  </a:cubicBezTo>
                  <a:cubicBezTo>
                    <a:pt x="1" y="7617"/>
                    <a:pt x="112" y="8578"/>
                    <a:pt x="186" y="9207"/>
                  </a:cubicBezTo>
                  <a:cubicBezTo>
                    <a:pt x="259" y="9872"/>
                    <a:pt x="444" y="10316"/>
                    <a:pt x="703" y="10575"/>
                  </a:cubicBezTo>
                  <a:cubicBezTo>
                    <a:pt x="836" y="10726"/>
                    <a:pt x="978" y="10819"/>
                    <a:pt x="1110" y="10869"/>
                  </a:cubicBezTo>
                  <a:lnTo>
                    <a:pt x="1110" y="10869"/>
                  </a:lnTo>
                  <a:cubicBezTo>
                    <a:pt x="1110" y="10870"/>
                    <a:pt x="1110" y="10870"/>
                    <a:pt x="1110" y="10870"/>
                  </a:cubicBezTo>
                  <a:cubicBezTo>
                    <a:pt x="1003" y="11119"/>
                    <a:pt x="863" y="11436"/>
                    <a:pt x="819" y="11723"/>
                  </a:cubicBezTo>
                  <a:lnTo>
                    <a:pt x="819" y="11723"/>
                  </a:lnTo>
                  <a:lnTo>
                    <a:pt x="814" y="11721"/>
                  </a:lnTo>
                  <a:lnTo>
                    <a:pt x="777" y="11832"/>
                  </a:lnTo>
                  <a:cubicBezTo>
                    <a:pt x="777" y="12016"/>
                    <a:pt x="888" y="12164"/>
                    <a:pt x="999" y="12275"/>
                  </a:cubicBezTo>
                  <a:cubicBezTo>
                    <a:pt x="1147" y="12423"/>
                    <a:pt x="1369" y="12497"/>
                    <a:pt x="1627" y="12608"/>
                  </a:cubicBezTo>
                  <a:cubicBezTo>
                    <a:pt x="1886" y="12682"/>
                    <a:pt x="2182" y="12719"/>
                    <a:pt x="2552" y="12719"/>
                  </a:cubicBezTo>
                  <a:cubicBezTo>
                    <a:pt x="3476" y="12719"/>
                    <a:pt x="4696" y="12423"/>
                    <a:pt x="5953" y="11573"/>
                  </a:cubicBezTo>
                  <a:cubicBezTo>
                    <a:pt x="7781" y="10327"/>
                    <a:pt x="9078" y="9234"/>
                    <a:pt x="9679" y="8714"/>
                  </a:cubicBezTo>
                  <a:lnTo>
                    <a:pt x="9679" y="8714"/>
                  </a:lnTo>
                  <a:cubicBezTo>
                    <a:pt x="9684" y="8762"/>
                    <a:pt x="9687" y="8815"/>
                    <a:pt x="9687" y="8874"/>
                  </a:cubicBezTo>
                  <a:cubicBezTo>
                    <a:pt x="9687" y="9014"/>
                    <a:pt x="9687" y="9187"/>
                    <a:pt x="9624" y="9394"/>
                  </a:cubicBezTo>
                  <a:lnTo>
                    <a:pt x="9624" y="9394"/>
                  </a:lnTo>
                  <a:lnTo>
                    <a:pt x="9613" y="9392"/>
                  </a:lnTo>
                  <a:cubicBezTo>
                    <a:pt x="9613" y="9539"/>
                    <a:pt x="9576" y="9650"/>
                    <a:pt x="9576" y="9761"/>
                  </a:cubicBezTo>
                  <a:cubicBezTo>
                    <a:pt x="9576" y="10094"/>
                    <a:pt x="9724" y="10390"/>
                    <a:pt x="9946" y="10575"/>
                  </a:cubicBezTo>
                  <a:cubicBezTo>
                    <a:pt x="10168" y="10796"/>
                    <a:pt x="10500" y="10907"/>
                    <a:pt x="10833" y="10907"/>
                  </a:cubicBezTo>
                  <a:cubicBezTo>
                    <a:pt x="11129" y="10907"/>
                    <a:pt x="11462" y="10833"/>
                    <a:pt x="11794" y="10686"/>
                  </a:cubicBezTo>
                  <a:cubicBezTo>
                    <a:pt x="12127" y="10501"/>
                    <a:pt x="12386" y="10316"/>
                    <a:pt x="12534" y="10131"/>
                  </a:cubicBezTo>
                  <a:cubicBezTo>
                    <a:pt x="12682" y="9946"/>
                    <a:pt x="12756" y="9724"/>
                    <a:pt x="12756" y="9539"/>
                  </a:cubicBezTo>
                  <a:cubicBezTo>
                    <a:pt x="12756" y="9409"/>
                    <a:pt x="12727" y="9306"/>
                    <a:pt x="12695" y="9232"/>
                  </a:cubicBezTo>
                  <a:lnTo>
                    <a:pt x="12695" y="9232"/>
                  </a:lnTo>
                  <a:cubicBezTo>
                    <a:pt x="12764" y="8771"/>
                    <a:pt x="13088" y="6546"/>
                    <a:pt x="13088" y="5325"/>
                  </a:cubicBezTo>
                  <a:cubicBezTo>
                    <a:pt x="13088" y="4585"/>
                    <a:pt x="12866" y="3550"/>
                    <a:pt x="12423" y="2552"/>
                  </a:cubicBezTo>
                  <a:cubicBezTo>
                    <a:pt x="11942" y="1554"/>
                    <a:pt x="11203" y="593"/>
                    <a:pt x="10131" y="260"/>
                  </a:cubicBezTo>
                  <a:cubicBezTo>
                    <a:pt x="9576" y="75"/>
                    <a:pt x="8911" y="1"/>
                    <a:pt x="81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8" name="Google Shape;3538;g3048a510704_4_0"/>
            <p:cNvSpPr/>
            <p:nvPr/>
          </p:nvSpPr>
          <p:spPr>
            <a:xfrm>
              <a:off x="3314100" y="3493950"/>
              <a:ext cx="431675" cy="128850"/>
            </a:xfrm>
            <a:custGeom>
              <a:rect b="b" l="l" r="r" t="t"/>
              <a:pathLst>
                <a:path extrusionOk="0" h="5154" w="17267">
                  <a:moveTo>
                    <a:pt x="3848" y="0"/>
                  </a:moveTo>
                  <a:cubicBezTo>
                    <a:pt x="3145" y="0"/>
                    <a:pt x="2774" y="163"/>
                    <a:pt x="2774" y="163"/>
                  </a:cubicBezTo>
                  <a:cubicBezTo>
                    <a:pt x="334" y="1789"/>
                    <a:pt x="1" y="4710"/>
                    <a:pt x="925" y="5006"/>
                  </a:cubicBezTo>
                  <a:cubicBezTo>
                    <a:pt x="1233" y="5117"/>
                    <a:pt x="3152" y="5154"/>
                    <a:pt x="5572" y="5154"/>
                  </a:cubicBezTo>
                  <a:cubicBezTo>
                    <a:pt x="10414" y="5154"/>
                    <a:pt x="17266" y="5006"/>
                    <a:pt x="17266" y="5006"/>
                  </a:cubicBezTo>
                  <a:lnTo>
                    <a:pt x="17155" y="2788"/>
                  </a:lnTo>
                  <a:cubicBezTo>
                    <a:pt x="17155" y="2788"/>
                    <a:pt x="13717" y="2492"/>
                    <a:pt x="13125" y="2492"/>
                  </a:cubicBezTo>
                  <a:cubicBezTo>
                    <a:pt x="12497" y="2492"/>
                    <a:pt x="8245" y="1272"/>
                    <a:pt x="6101" y="458"/>
                  </a:cubicBezTo>
                  <a:cubicBezTo>
                    <a:pt x="5157" y="101"/>
                    <a:pt x="4400" y="0"/>
                    <a:pt x="3848"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9" name="Google Shape;3539;g3048a510704_4_0"/>
            <p:cNvSpPr/>
            <p:nvPr/>
          </p:nvSpPr>
          <p:spPr>
            <a:xfrm>
              <a:off x="3317800" y="3486000"/>
              <a:ext cx="436275" cy="144200"/>
            </a:xfrm>
            <a:custGeom>
              <a:rect b="b" l="l" r="r" t="t"/>
              <a:pathLst>
                <a:path extrusionOk="0" h="5768" w="17451">
                  <a:moveTo>
                    <a:pt x="3698" y="629"/>
                  </a:moveTo>
                  <a:cubicBezTo>
                    <a:pt x="4215" y="629"/>
                    <a:pt x="4918" y="703"/>
                    <a:pt x="5842" y="1072"/>
                  </a:cubicBezTo>
                  <a:cubicBezTo>
                    <a:pt x="6914" y="1479"/>
                    <a:pt x="8541" y="1997"/>
                    <a:pt x="9946" y="2403"/>
                  </a:cubicBezTo>
                  <a:cubicBezTo>
                    <a:pt x="10648" y="2588"/>
                    <a:pt x="11314" y="2773"/>
                    <a:pt x="11831" y="2884"/>
                  </a:cubicBezTo>
                  <a:cubicBezTo>
                    <a:pt x="12090" y="2958"/>
                    <a:pt x="12312" y="3032"/>
                    <a:pt x="12497" y="3069"/>
                  </a:cubicBezTo>
                  <a:cubicBezTo>
                    <a:pt x="12719" y="3106"/>
                    <a:pt x="12829" y="3106"/>
                    <a:pt x="12977" y="3106"/>
                  </a:cubicBezTo>
                  <a:cubicBezTo>
                    <a:pt x="13236" y="3106"/>
                    <a:pt x="14271" y="3180"/>
                    <a:pt x="15196" y="3254"/>
                  </a:cubicBezTo>
                  <a:cubicBezTo>
                    <a:pt x="15801" y="3302"/>
                    <a:pt x="16390" y="3350"/>
                    <a:pt x="16725" y="3378"/>
                  </a:cubicBezTo>
                  <a:lnTo>
                    <a:pt x="16725" y="3378"/>
                  </a:lnTo>
                  <a:lnTo>
                    <a:pt x="16806" y="5033"/>
                  </a:lnTo>
                  <a:lnTo>
                    <a:pt x="16806" y="5033"/>
                  </a:lnTo>
                  <a:cubicBezTo>
                    <a:pt x="16608" y="5037"/>
                    <a:pt x="16322" y="5047"/>
                    <a:pt x="15972" y="5065"/>
                  </a:cubicBezTo>
                  <a:cubicBezTo>
                    <a:pt x="13828" y="5102"/>
                    <a:pt x="9058" y="5176"/>
                    <a:pt x="5435" y="5176"/>
                  </a:cubicBezTo>
                  <a:cubicBezTo>
                    <a:pt x="4215" y="5176"/>
                    <a:pt x="3143" y="5176"/>
                    <a:pt x="2330" y="5139"/>
                  </a:cubicBezTo>
                  <a:cubicBezTo>
                    <a:pt x="1923" y="5139"/>
                    <a:pt x="1553" y="5102"/>
                    <a:pt x="1332" y="5102"/>
                  </a:cubicBezTo>
                  <a:cubicBezTo>
                    <a:pt x="1184" y="5102"/>
                    <a:pt x="1073" y="5065"/>
                    <a:pt x="999" y="5065"/>
                  </a:cubicBezTo>
                  <a:lnTo>
                    <a:pt x="888" y="5065"/>
                  </a:lnTo>
                  <a:cubicBezTo>
                    <a:pt x="814" y="5028"/>
                    <a:pt x="777" y="4991"/>
                    <a:pt x="703" y="4843"/>
                  </a:cubicBezTo>
                  <a:cubicBezTo>
                    <a:pt x="666" y="4732"/>
                    <a:pt x="629" y="4547"/>
                    <a:pt x="629" y="4289"/>
                  </a:cubicBezTo>
                  <a:cubicBezTo>
                    <a:pt x="629" y="3808"/>
                    <a:pt x="777" y="3180"/>
                    <a:pt x="1110" y="2551"/>
                  </a:cubicBezTo>
                  <a:cubicBezTo>
                    <a:pt x="1479" y="1886"/>
                    <a:pt x="1997" y="1220"/>
                    <a:pt x="2773" y="740"/>
                  </a:cubicBezTo>
                  <a:lnTo>
                    <a:pt x="2768" y="730"/>
                  </a:lnTo>
                  <a:lnTo>
                    <a:pt x="2768" y="730"/>
                  </a:lnTo>
                  <a:cubicBezTo>
                    <a:pt x="2865" y="703"/>
                    <a:pt x="3181" y="629"/>
                    <a:pt x="3698" y="629"/>
                  </a:cubicBezTo>
                  <a:close/>
                  <a:moveTo>
                    <a:pt x="3698" y="0"/>
                  </a:moveTo>
                  <a:cubicBezTo>
                    <a:pt x="2921" y="0"/>
                    <a:pt x="2515" y="185"/>
                    <a:pt x="2478" y="185"/>
                  </a:cubicBezTo>
                  <a:lnTo>
                    <a:pt x="2441" y="222"/>
                  </a:lnTo>
                  <a:cubicBezTo>
                    <a:pt x="1590" y="776"/>
                    <a:pt x="962" y="1516"/>
                    <a:pt x="592" y="2255"/>
                  </a:cubicBezTo>
                  <a:cubicBezTo>
                    <a:pt x="186" y="2958"/>
                    <a:pt x="1" y="3697"/>
                    <a:pt x="1" y="4289"/>
                  </a:cubicBezTo>
                  <a:cubicBezTo>
                    <a:pt x="1" y="4621"/>
                    <a:pt x="38" y="4880"/>
                    <a:pt x="149" y="5102"/>
                  </a:cubicBezTo>
                  <a:cubicBezTo>
                    <a:pt x="259" y="5361"/>
                    <a:pt x="444" y="5546"/>
                    <a:pt x="666" y="5620"/>
                  </a:cubicBezTo>
                  <a:cubicBezTo>
                    <a:pt x="777" y="5657"/>
                    <a:pt x="851" y="5657"/>
                    <a:pt x="925" y="5694"/>
                  </a:cubicBezTo>
                  <a:cubicBezTo>
                    <a:pt x="1258" y="5731"/>
                    <a:pt x="1849" y="5731"/>
                    <a:pt x="2626" y="5768"/>
                  </a:cubicBezTo>
                  <a:lnTo>
                    <a:pt x="5435" y="5768"/>
                  </a:lnTo>
                  <a:cubicBezTo>
                    <a:pt x="10278" y="5768"/>
                    <a:pt x="17118" y="5657"/>
                    <a:pt x="17118" y="5657"/>
                  </a:cubicBezTo>
                  <a:cubicBezTo>
                    <a:pt x="17229" y="5657"/>
                    <a:pt x="17303" y="5620"/>
                    <a:pt x="17340" y="5546"/>
                  </a:cubicBezTo>
                  <a:cubicBezTo>
                    <a:pt x="17414" y="5509"/>
                    <a:pt x="17451" y="5398"/>
                    <a:pt x="17414" y="5324"/>
                  </a:cubicBezTo>
                  <a:lnTo>
                    <a:pt x="17340" y="3106"/>
                  </a:lnTo>
                  <a:cubicBezTo>
                    <a:pt x="17340" y="2958"/>
                    <a:pt x="17192" y="2810"/>
                    <a:pt x="17044" y="2810"/>
                  </a:cubicBezTo>
                  <a:cubicBezTo>
                    <a:pt x="17044" y="2810"/>
                    <a:pt x="16194" y="2736"/>
                    <a:pt x="15233" y="2662"/>
                  </a:cubicBezTo>
                  <a:cubicBezTo>
                    <a:pt x="14308" y="2588"/>
                    <a:pt x="13310" y="2514"/>
                    <a:pt x="12977" y="2514"/>
                  </a:cubicBezTo>
                  <a:cubicBezTo>
                    <a:pt x="12940" y="2514"/>
                    <a:pt x="12792" y="2477"/>
                    <a:pt x="12645" y="2440"/>
                  </a:cubicBezTo>
                  <a:cubicBezTo>
                    <a:pt x="11425" y="2218"/>
                    <a:pt x="7912" y="1183"/>
                    <a:pt x="6064" y="481"/>
                  </a:cubicBezTo>
                  <a:cubicBezTo>
                    <a:pt x="5103" y="111"/>
                    <a:pt x="4289" y="0"/>
                    <a:pt x="36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0" name="Google Shape;3540;g3048a510704_4_0"/>
            <p:cNvSpPr/>
            <p:nvPr/>
          </p:nvSpPr>
          <p:spPr>
            <a:xfrm>
              <a:off x="3642225" y="3515250"/>
              <a:ext cx="183025" cy="99250"/>
            </a:xfrm>
            <a:custGeom>
              <a:rect b="b" l="l" r="r" t="t"/>
              <a:pathLst>
                <a:path extrusionOk="0" h="3970" w="7321">
                  <a:moveTo>
                    <a:pt x="4177" y="1"/>
                  </a:moveTo>
                  <a:cubicBezTo>
                    <a:pt x="4110" y="1"/>
                    <a:pt x="4049" y="16"/>
                    <a:pt x="3993" y="50"/>
                  </a:cubicBezTo>
                  <a:cubicBezTo>
                    <a:pt x="3180" y="605"/>
                    <a:pt x="481" y="2934"/>
                    <a:pt x="481" y="2934"/>
                  </a:cubicBezTo>
                  <a:lnTo>
                    <a:pt x="0" y="3821"/>
                  </a:lnTo>
                  <a:lnTo>
                    <a:pt x="2736" y="3821"/>
                  </a:lnTo>
                  <a:cubicBezTo>
                    <a:pt x="3610" y="3821"/>
                    <a:pt x="3995" y="3516"/>
                    <a:pt x="4336" y="3516"/>
                  </a:cubicBezTo>
                  <a:cubicBezTo>
                    <a:pt x="4370" y="3516"/>
                    <a:pt x="4403" y="3519"/>
                    <a:pt x="4437" y="3525"/>
                  </a:cubicBezTo>
                  <a:cubicBezTo>
                    <a:pt x="4843" y="3599"/>
                    <a:pt x="6618" y="3969"/>
                    <a:pt x="6618" y="3969"/>
                  </a:cubicBezTo>
                  <a:cubicBezTo>
                    <a:pt x="6618" y="3969"/>
                    <a:pt x="7321" y="3821"/>
                    <a:pt x="7247" y="3525"/>
                  </a:cubicBezTo>
                  <a:cubicBezTo>
                    <a:pt x="7177" y="3249"/>
                    <a:pt x="5138" y="1"/>
                    <a:pt x="417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1" name="Google Shape;3541;g3048a510704_4_0"/>
            <p:cNvSpPr/>
            <p:nvPr/>
          </p:nvSpPr>
          <p:spPr>
            <a:xfrm>
              <a:off x="3634825" y="3508175"/>
              <a:ext cx="195975" cy="113700"/>
            </a:xfrm>
            <a:custGeom>
              <a:rect b="b" l="l" r="r" t="t"/>
              <a:pathLst>
                <a:path extrusionOk="0" h="4548" w="7839">
                  <a:moveTo>
                    <a:pt x="4474" y="0"/>
                  </a:moveTo>
                  <a:cubicBezTo>
                    <a:pt x="4363" y="0"/>
                    <a:pt x="4252" y="0"/>
                    <a:pt x="4141" y="74"/>
                  </a:cubicBezTo>
                  <a:cubicBezTo>
                    <a:pt x="3698" y="370"/>
                    <a:pt x="2810" y="1073"/>
                    <a:pt x="2034" y="1738"/>
                  </a:cubicBezTo>
                  <a:cubicBezTo>
                    <a:pt x="1258" y="2403"/>
                    <a:pt x="555" y="2958"/>
                    <a:pt x="555" y="2958"/>
                  </a:cubicBezTo>
                  <a:cubicBezTo>
                    <a:pt x="444" y="3069"/>
                    <a:pt x="407" y="3291"/>
                    <a:pt x="518" y="3402"/>
                  </a:cubicBezTo>
                  <a:cubicBezTo>
                    <a:pt x="578" y="3481"/>
                    <a:pt x="669" y="3518"/>
                    <a:pt x="758" y="3518"/>
                  </a:cubicBezTo>
                  <a:cubicBezTo>
                    <a:pt x="835" y="3518"/>
                    <a:pt x="910" y="3490"/>
                    <a:pt x="962" y="3439"/>
                  </a:cubicBezTo>
                  <a:cubicBezTo>
                    <a:pt x="962" y="3439"/>
                    <a:pt x="1147" y="3291"/>
                    <a:pt x="1405" y="3069"/>
                  </a:cubicBezTo>
                  <a:cubicBezTo>
                    <a:pt x="1812" y="2736"/>
                    <a:pt x="2404" y="2219"/>
                    <a:pt x="2995" y="1701"/>
                  </a:cubicBezTo>
                  <a:cubicBezTo>
                    <a:pt x="3587" y="1220"/>
                    <a:pt x="4178" y="777"/>
                    <a:pt x="4474" y="592"/>
                  </a:cubicBezTo>
                  <a:cubicBezTo>
                    <a:pt x="4511" y="592"/>
                    <a:pt x="4585" y="629"/>
                    <a:pt x="4733" y="703"/>
                  </a:cubicBezTo>
                  <a:cubicBezTo>
                    <a:pt x="4918" y="814"/>
                    <a:pt x="5213" y="1073"/>
                    <a:pt x="5472" y="1405"/>
                  </a:cubicBezTo>
                  <a:cubicBezTo>
                    <a:pt x="5916" y="1849"/>
                    <a:pt x="6360" y="2477"/>
                    <a:pt x="6692" y="2958"/>
                  </a:cubicBezTo>
                  <a:cubicBezTo>
                    <a:pt x="6840" y="3217"/>
                    <a:pt x="6988" y="3439"/>
                    <a:pt x="7099" y="3624"/>
                  </a:cubicBezTo>
                  <a:cubicBezTo>
                    <a:pt x="7136" y="3697"/>
                    <a:pt x="7173" y="3771"/>
                    <a:pt x="7210" y="3808"/>
                  </a:cubicBezTo>
                  <a:lnTo>
                    <a:pt x="7214" y="3817"/>
                  </a:lnTo>
                  <a:lnTo>
                    <a:pt x="7214" y="3817"/>
                  </a:lnTo>
                  <a:cubicBezTo>
                    <a:pt x="7176" y="3850"/>
                    <a:pt x="7111" y="3882"/>
                    <a:pt x="7062" y="3882"/>
                  </a:cubicBezTo>
                  <a:lnTo>
                    <a:pt x="6936" y="3946"/>
                  </a:lnTo>
                  <a:lnTo>
                    <a:pt x="6936" y="3946"/>
                  </a:lnTo>
                  <a:cubicBezTo>
                    <a:pt x="6635" y="3884"/>
                    <a:pt x="5139" y="3579"/>
                    <a:pt x="4807" y="3513"/>
                  </a:cubicBezTo>
                  <a:lnTo>
                    <a:pt x="4659" y="3476"/>
                  </a:lnTo>
                  <a:cubicBezTo>
                    <a:pt x="4363" y="3476"/>
                    <a:pt x="4178" y="3587"/>
                    <a:pt x="3956" y="3660"/>
                  </a:cubicBezTo>
                  <a:cubicBezTo>
                    <a:pt x="3698" y="3734"/>
                    <a:pt x="3439" y="3808"/>
                    <a:pt x="3032" y="3808"/>
                  </a:cubicBezTo>
                  <a:lnTo>
                    <a:pt x="296" y="3808"/>
                  </a:lnTo>
                  <a:cubicBezTo>
                    <a:pt x="148" y="3808"/>
                    <a:pt x="1" y="3919"/>
                    <a:pt x="1" y="4104"/>
                  </a:cubicBezTo>
                  <a:cubicBezTo>
                    <a:pt x="1" y="4289"/>
                    <a:pt x="148" y="4400"/>
                    <a:pt x="296" y="4400"/>
                  </a:cubicBezTo>
                  <a:lnTo>
                    <a:pt x="3032" y="4400"/>
                  </a:lnTo>
                  <a:cubicBezTo>
                    <a:pt x="3513" y="4400"/>
                    <a:pt x="3846" y="4326"/>
                    <a:pt x="4141" y="4252"/>
                  </a:cubicBezTo>
                  <a:cubicBezTo>
                    <a:pt x="4400" y="4141"/>
                    <a:pt x="4585" y="4104"/>
                    <a:pt x="4659" y="4104"/>
                  </a:cubicBezTo>
                  <a:lnTo>
                    <a:pt x="4696" y="4104"/>
                  </a:lnTo>
                  <a:cubicBezTo>
                    <a:pt x="5066" y="4178"/>
                    <a:pt x="6877" y="4548"/>
                    <a:pt x="6877" y="4548"/>
                  </a:cubicBezTo>
                  <a:lnTo>
                    <a:pt x="6988" y="4548"/>
                  </a:lnTo>
                  <a:cubicBezTo>
                    <a:pt x="7025" y="4548"/>
                    <a:pt x="7173" y="4511"/>
                    <a:pt x="7358" y="4437"/>
                  </a:cubicBezTo>
                  <a:cubicBezTo>
                    <a:pt x="7469" y="4400"/>
                    <a:pt x="7543" y="4326"/>
                    <a:pt x="7653" y="4252"/>
                  </a:cubicBezTo>
                  <a:cubicBezTo>
                    <a:pt x="7727" y="4178"/>
                    <a:pt x="7838" y="4030"/>
                    <a:pt x="7838" y="3845"/>
                  </a:cubicBezTo>
                  <a:lnTo>
                    <a:pt x="7838" y="3734"/>
                  </a:lnTo>
                  <a:cubicBezTo>
                    <a:pt x="7801" y="3660"/>
                    <a:pt x="7801" y="3624"/>
                    <a:pt x="7764" y="3587"/>
                  </a:cubicBezTo>
                  <a:cubicBezTo>
                    <a:pt x="7690" y="3402"/>
                    <a:pt x="7506" y="3143"/>
                    <a:pt x="7284" y="2773"/>
                  </a:cubicBezTo>
                  <a:cubicBezTo>
                    <a:pt x="6951" y="2219"/>
                    <a:pt x="6470" y="1553"/>
                    <a:pt x="5990" y="1036"/>
                  </a:cubicBezTo>
                  <a:cubicBezTo>
                    <a:pt x="5731" y="740"/>
                    <a:pt x="5509" y="518"/>
                    <a:pt x="5250" y="296"/>
                  </a:cubicBezTo>
                  <a:cubicBezTo>
                    <a:pt x="4992" y="148"/>
                    <a:pt x="4770" y="0"/>
                    <a:pt x="44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2" name="Google Shape;3542;g3048a510704_4_0"/>
            <p:cNvSpPr/>
            <p:nvPr/>
          </p:nvSpPr>
          <p:spPr>
            <a:xfrm>
              <a:off x="4000825" y="3493950"/>
              <a:ext cx="430750" cy="128850"/>
            </a:xfrm>
            <a:custGeom>
              <a:rect b="b" l="l" r="r" t="t"/>
              <a:pathLst>
                <a:path extrusionOk="0" h="5154" w="17230">
                  <a:moveTo>
                    <a:pt x="13404" y="0"/>
                  </a:moveTo>
                  <a:cubicBezTo>
                    <a:pt x="12849" y="0"/>
                    <a:pt x="12093" y="101"/>
                    <a:pt x="11166" y="458"/>
                  </a:cubicBezTo>
                  <a:cubicBezTo>
                    <a:pt x="9022" y="1272"/>
                    <a:pt x="4770" y="2492"/>
                    <a:pt x="4142" y="2492"/>
                  </a:cubicBezTo>
                  <a:cubicBezTo>
                    <a:pt x="3550" y="2492"/>
                    <a:pt x="75" y="2788"/>
                    <a:pt x="75" y="2788"/>
                  </a:cubicBezTo>
                  <a:lnTo>
                    <a:pt x="1" y="5006"/>
                  </a:lnTo>
                  <a:cubicBezTo>
                    <a:pt x="1" y="5006"/>
                    <a:pt x="6853" y="5154"/>
                    <a:pt x="11695" y="5154"/>
                  </a:cubicBezTo>
                  <a:cubicBezTo>
                    <a:pt x="14115" y="5154"/>
                    <a:pt x="16034" y="5117"/>
                    <a:pt x="16342" y="5006"/>
                  </a:cubicBezTo>
                  <a:cubicBezTo>
                    <a:pt x="17229" y="4710"/>
                    <a:pt x="16933" y="1789"/>
                    <a:pt x="14493" y="163"/>
                  </a:cubicBezTo>
                  <a:cubicBezTo>
                    <a:pt x="14493" y="163"/>
                    <a:pt x="14111" y="0"/>
                    <a:pt x="13404"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3" name="Google Shape;3543;g3048a510704_4_0"/>
            <p:cNvSpPr/>
            <p:nvPr/>
          </p:nvSpPr>
          <p:spPr>
            <a:xfrm>
              <a:off x="3992525" y="3486000"/>
              <a:ext cx="436275" cy="144200"/>
            </a:xfrm>
            <a:custGeom>
              <a:rect b="b" l="l" r="r" t="t"/>
              <a:pathLst>
                <a:path extrusionOk="0" h="5768" w="17451">
                  <a:moveTo>
                    <a:pt x="13753" y="629"/>
                  </a:moveTo>
                  <a:cubicBezTo>
                    <a:pt x="14086" y="629"/>
                    <a:pt x="14345" y="666"/>
                    <a:pt x="14493" y="703"/>
                  </a:cubicBezTo>
                  <a:cubicBezTo>
                    <a:pt x="14567" y="703"/>
                    <a:pt x="14641" y="740"/>
                    <a:pt x="14678" y="740"/>
                  </a:cubicBezTo>
                  <a:cubicBezTo>
                    <a:pt x="15417" y="1220"/>
                    <a:pt x="15971" y="1886"/>
                    <a:pt x="16304" y="2551"/>
                  </a:cubicBezTo>
                  <a:cubicBezTo>
                    <a:pt x="16674" y="3180"/>
                    <a:pt x="16822" y="3808"/>
                    <a:pt x="16822" y="4289"/>
                  </a:cubicBezTo>
                  <a:cubicBezTo>
                    <a:pt x="16822" y="4547"/>
                    <a:pt x="16785" y="4732"/>
                    <a:pt x="16711" y="4880"/>
                  </a:cubicBezTo>
                  <a:cubicBezTo>
                    <a:pt x="16674" y="4991"/>
                    <a:pt x="16600" y="5028"/>
                    <a:pt x="16563" y="5065"/>
                  </a:cubicBezTo>
                  <a:lnTo>
                    <a:pt x="16415" y="5065"/>
                  </a:lnTo>
                  <a:cubicBezTo>
                    <a:pt x="16156" y="5102"/>
                    <a:pt x="15565" y="5139"/>
                    <a:pt x="14788" y="5139"/>
                  </a:cubicBezTo>
                  <a:cubicBezTo>
                    <a:pt x="14049" y="5176"/>
                    <a:pt x="13088" y="5176"/>
                    <a:pt x="12016" y="5176"/>
                  </a:cubicBezTo>
                  <a:cubicBezTo>
                    <a:pt x="9613" y="5176"/>
                    <a:pt x="6692" y="5139"/>
                    <a:pt x="4363" y="5102"/>
                  </a:cubicBezTo>
                  <a:cubicBezTo>
                    <a:pt x="3180" y="5102"/>
                    <a:pt x="2181" y="5065"/>
                    <a:pt x="1479" y="5065"/>
                  </a:cubicBezTo>
                  <a:cubicBezTo>
                    <a:pt x="1119" y="5047"/>
                    <a:pt x="839" y="5038"/>
                    <a:pt x="645" y="5033"/>
                  </a:cubicBezTo>
                  <a:lnTo>
                    <a:pt x="645" y="5033"/>
                  </a:lnTo>
                  <a:lnTo>
                    <a:pt x="726" y="3377"/>
                  </a:lnTo>
                  <a:lnTo>
                    <a:pt x="726" y="3377"/>
                  </a:lnTo>
                  <a:cubicBezTo>
                    <a:pt x="1055" y="3349"/>
                    <a:pt x="1632" y="3301"/>
                    <a:pt x="2255" y="3254"/>
                  </a:cubicBezTo>
                  <a:cubicBezTo>
                    <a:pt x="3180" y="3180"/>
                    <a:pt x="4215" y="3106"/>
                    <a:pt x="4474" y="3106"/>
                  </a:cubicBezTo>
                  <a:cubicBezTo>
                    <a:pt x="4585" y="3106"/>
                    <a:pt x="4732" y="3106"/>
                    <a:pt x="4917" y="3069"/>
                  </a:cubicBezTo>
                  <a:cubicBezTo>
                    <a:pt x="6211" y="2810"/>
                    <a:pt x="9686" y="1775"/>
                    <a:pt x="11609" y="1072"/>
                  </a:cubicBezTo>
                  <a:cubicBezTo>
                    <a:pt x="12496" y="703"/>
                    <a:pt x="13236" y="629"/>
                    <a:pt x="13753" y="629"/>
                  </a:cubicBezTo>
                  <a:close/>
                  <a:moveTo>
                    <a:pt x="13753" y="0"/>
                  </a:moveTo>
                  <a:cubicBezTo>
                    <a:pt x="13162" y="0"/>
                    <a:pt x="12348" y="111"/>
                    <a:pt x="11387" y="481"/>
                  </a:cubicBezTo>
                  <a:cubicBezTo>
                    <a:pt x="10315" y="887"/>
                    <a:pt x="8725" y="1405"/>
                    <a:pt x="7320" y="1812"/>
                  </a:cubicBezTo>
                  <a:cubicBezTo>
                    <a:pt x="6618" y="1997"/>
                    <a:pt x="5952" y="2181"/>
                    <a:pt x="5472" y="2292"/>
                  </a:cubicBezTo>
                  <a:cubicBezTo>
                    <a:pt x="5213" y="2366"/>
                    <a:pt x="4991" y="2403"/>
                    <a:pt x="4806" y="2440"/>
                  </a:cubicBezTo>
                  <a:cubicBezTo>
                    <a:pt x="4622" y="2477"/>
                    <a:pt x="4511" y="2514"/>
                    <a:pt x="4474" y="2514"/>
                  </a:cubicBezTo>
                  <a:cubicBezTo>
                    <a:pt x="4141" y="2514"/>
                    <a:pt x="3143" y="2588"/>
                    <a:pt x="2181" y="2662"/>
                  </a:cubicBezTo>
                  <a:cubicBezTo>
                    <a:pt x="1257" y="2736"/>
                    <a:pt x="407" y="2810"/>
                    <a:pt x="407" y="2810"/>
                  </a:cubicBezTo>
                  <a:cubicBezTo>
                    <a:pt x="222" y="2810"/>
                    <a:pt x="111" y="2958"/>
                    <a:pt x="111" y="3106"/>
                  </a:cubicBezTo>
                  <a:lnTo>
                    <a:pt x="0" y="5324"/>
                  </a:lnTo>
                  <a:cubicBezTo>
                    <a:pt x="0" y="5398"/>
                    <a:pt x="37" y="5509"/>
                    <a:pt x="74" y="5546"/>
                  </a:cubicBezTo>
                  <a:cubicBezTo>
                    <a:pt x="148" y="5620"/>
                    <a:pt x="222" y="5657"/>
                    <a:pt x="296" y="5657"/>
                  </a:cubicBezTo>
                  <a:cubicBezTo>
                    <a:pt x="296" y="5657"/>
                    <a:pt x="7172" y="5768"/>
                    <a:pt x="12016" y="5768"/>
                  </a:cubicBezTo>
                  <a:lnTo>
                    <a:pt x="15121" y="5768"/>
                  </a:lnTo>
                  <a:cubicBezTo>
                    <a:pt x="15565" y="5731"/>
                    <a:pt x="15898" y="5731"/>
                    <a:pt x="16156" y="5731"/>
                  </a:cubicBezTo>
                  <a:cubicBezTo>
                    <a:pt x="16304" y="5694"/>
                    <a:pt x="16415" y="5694"/>
                    <a:pt x="16526" y="5694"/>
                  </a:cubicBezTo>
                  <a:cubicBezTo>
                    <a:pt x="16600" y="5657"/>
                    <a:pt x="16674" y="5657"/>
                    <a:pt x="16748" y="5620"/>
                  </a:cubicBezTo>
                  <a:cubicBezTo>
                    <a:pt x="17007" y="5546"/>
                    <a:pt x="17192" y="5361"/>
                    <a:pt x="17302" y="5102"/>
                  </a:cubicBezTo>
                  <a:cubicBezTo>
                    <a:pt x="17376" y="4880"/>
                    <a:pt x="17450" y="4621"/>
                    <a:pt x="17450" y="4289"/>
                  </a:cubicBezTo>
                  <a:cubicBezTo>
                    <a:pt x="17450" y="3697"/>
                    <a:pt x="17265" y="2958"/>
                    <a:pt x="16859" y="2255"/>
                  </a:cubicBezTo>
                  <a:cubicBezTo>
                    <a:pt x="16452" y="1516"/>
                    <a:pt x="15861" y="776"/>
                    <a:pt x="15010" y="222"/>
                  </a:cubicBezTo>
                  <a:lnTo>
                    <a:pt x="14936" y="185"/>
                  </a:lnTo>
                  <a:cubicBezTo>
                    <a:pt x="14936" y="185"/>
                    <a:pt x="14493" y="0"/>
                    <a:pt x="137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4" name="Google Shape;3544;g3048a510704_4_0"/>
            <p:cNvSpPr/>
            <p:nvPr/>
          </p:nvSpPr>
          <p:spPr>
            <a:xfrm>
              <a:off x="3898250" y="3515250"/>
              <a:ext cx="183025" cy="99250"/>
            </a:xfrm>
            <a:custGeom>
              <a:rect b="b" l="l" r="r" t="t"/>
              <a:pathLst>
                <a:path extrusionOk="0" h="3970" w="7321">
                  <a:moveTo>
                    <a:pt x="3143" y="1"/>
                  </a:moveTo>
                  <a:cubicBezTo>
                    <a:pt x="2183" y="1"/>
                    <a:pt x="143" y="3249"/>
                    <a:pt x="74" y="3525"/>
                  </a:cubicBezTo>
                  <a:cubicBezTo>
                    <a:pt x="0" y="3821"/>
                    <a:pt x="703" y="3969"/>
                    <a:pt x="703" y="3969"/>
                  </a:cubicBezTo>
                  <a:cubicBezTo>
                    <a:pt x="703" y="3969"/>
                    <a:pt x="2477" y="3599"/>
                    <a:pt x="2884" y="3525"/>
                  </a:cubicBezTo>
                  <a:cubicBezTo>
                    <a:pt x="2918" y="3519"/>
                    <a:pt x="2951" y="3516"/>
                    <a:pt x="2985" y="3516"/>
                  </a:cubicBezTo>
                  <a:cubicBezTo>
                    <a:pt x="3326" y="3516"/>
                    <a:pt x="3711" y="3821"/>
                    <a:pt x="4585" y="3821"/>
                  </a:cubicBezTo>
                  <a:lnTo>
                    <a:pt x="7320" y="3821"/>
                  </a:lnTo>
                  <a:lnTo>
                    <a:pt x="6840" y="2934"/>
                  </a:lnTo>
                  <a:cubicBezTo>
                    <a:pt x="6840" y="2934"/>
                    <a:pt x="4141" y="605"/>
                    <a:pt x="3328" y="50"/>
                  </a:cubicBezTo>
                  <a:cubicBezTo>
                    <a:pt x="3272" y="16"/>
                    <a:pt x="3210" y="1"/>
                    <a:pt x="314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5" name="Google Shape;3545;g3048a510704_4_0"/>
            <p:cNvSpPr/>
            <p:nvPr/>
          </p:nvSpPr>
          <p:spPr>
            <a:xfrm>
              <a:off x="3892700" y="3508175"/>
              <a:ext cx="195975" cy="113700"/>
            </a:xfrm>
            <a:custGeom>
              <a:rect b="b" l="l" r="r" t="t"/>
              <a:pathLst>
                <a:path extrusionOk="0" h="4548" w="7839">
                  <a:moveTo>
                    <a:pt x="3365" y="0"/>
                  </a:moveTo>
                  <a:cubicBezTo>
                    <a:pt x="3143" y="0"/>
                    <a:pt x="2958" y="74"/>
                    <a:pt x="2810" y="185"/>
                  </a:cubicBezTo>
                  <a:cubicBezTo>
                    <a:pt x="2477" y="370"/>
                    <a:pt x="2182" y="629"/>
                    <a:pt x="1886" y="999"/>
                  </a:cubicBezTo>
                  <a:cubicBezTo>
                    <a:pt x="1442" y="1479"/>
                    <a:pt x="999" y="2108"/>
                    <a:pt x="629" y="2625"/>
                  </a:cubicBezTo>
                  <a:cubicBezTo>
                    <a:pt x="481" y="2884"/>
                    <a:pt x="333" y="3106"/>
                    <a:pt x="222" y="3291"/>
                  </a:cubicBezTo>
                  <a:cubicBezTo>
                    <a:pt x="185" y="3402"/>
                    <a:pt x="111" y="3476"/>
                    <a:pt x="74" y="3550"/>
                  </a:cubicBezTo>
                  <a:cubicBezTo>
                    <a:pt x="37" y="3624"/>
                    <a:pt x="37" y="3660"/>
                    <a:pt x="0" y="3734"/>
                  </a:cubicBezTo>
                  <a:lnTo>
                    <a:pt x="0" y="3845"/>
                  </a:lnTo>
                  <a:cubicBezTo>
                    <a:pt x="0" y="4030"/>
                    <a:pt x="111" y="4178"/>
                    <a:pt x="185" y="4252"/>
                  </a:cubicBezTo>
                  <a:cubicBezTo>
                    <a:pt x="333" y="4400"/>
                    <a:pt x="481" y="4437"/>
                    <a:pt x="629" y="4474"/>
                  </a:cubicBezTo>
                  <a:cubicBezTo>
                    <a:pt x="740" y="4548"/>
                    <a:pt x="851" y="4548"/>
                    <a:pt x="851" y="4548"/>
                  </a:cubicBezTo>
                  <a:lnTo>
                    <a:pt x="962" y="4548"/>
                  </a:lnTo>
                  <a:cubicBezTo>
                    <a:pt x="962" y="4548"/>
                    <a:pt x="2773" y="4178"/>
                    <a:pt x="3143" y="4104"/>
                  </a:cubicBezTo>
                  <a:lnTo>
                    <a:pt x="3180" y="4104"/>
                  </a:lnTo>
                  <a:cubicBezTo>
                    <a:pt x="3254" y="4104"/>
                    <a:pt x="3439" y="4141"/>
                    <a:pt x="3697" y="4252"/>
                  </a:cubicBezTo>
                  <a:cubicBezTo>
                    <a:pt x="3993" y="4326"/>
                    <a:pt x="4326" y="4400"/>
                    <a:pt x="4807" y="4400"/>
                  </a:cubicBezTo>
                  <a:lnTo>
                    <a:pt x="7542" y="4400"/>
                  </a:lnTo>
                  <a:cubicBezTo>
                    <a:pt x="7690" y="4400"/>
                    <a:pt x="7838" y="4289"/>
                    <a:pt x="7838" y="4104"/>
                  </a:cubicBezTo>
                  <a:cubicBezTo>
                    <a:pt x="7838" y="3919"/>
                    <a:pt x="7690" y="3808"/>
                    <a:pt x="7542" y="3808"/>
                  </a:cubicBezTo>
                  <a:lnTo>
                    <a:pt x="4807" y="3808"/>
                  </a:lnTo>
                  <a:cubicBezTo>
                    <a:pt x="4400" y="3808"/>
                    <a:pt x="4141" y="3734"/>
                    <a:pt x="3882" y="3660"/>
                  </a:cubicBezTo>
                  <a:cubicBezTo>
                    <a:pt x="3660" y="3587"/>
                    <a:pt x="3476" y="3476"/>
                    <a:pt x="3180" y="3476"/>
                  </a:cubicBezTo>
                  <a:lnTo>
                    <a:pt x="3032" y="3513"/>
                  </a:lnTo>
                  <a:cubicBezTo>
                    <a:pt x="2699" y="3579"/>
                    <a:pt x="1198" y="3885"/>
                    <a:pt x="902" y="3946"/>
                  </a:cubicBezTo>
                  <a:lnTo>
                    <a:pt x="902" y="3946"/>
                  </a:lnTo>
                  <a:cubicBezTo>
                    <a:pt x="841" y="3930"/>
                    <a:pt x="754" y="3897"/>
                    <a:pt x="703" y="3845"/>
                  </a:cubicBezTo>
                  <a:lnTo>
                    <a:pt x="626" y="3820"/>
                  </a:lnTo>
                  <a:lnTo>
                    <a:pt x="626" y="3820"/>
                  </a:lnTo>
                  <a:cubicBezTo>
                    <a:pt x="645" y="3788"/>
                    <a:pt x="670" y="3747"/>
                    <a:pt x="703" y="3697"/>
                  </a:cubicBezTo>
                  <a:cubicBezTo>
                    <a:pt x="925" y="3291"/>
                    <a:pt x="1442" y="2477"/>
                    <a:pt x="1997" y="1775"/>
                  </a:cubicBezTo>
                  <a:cubicBezTo>
                    <a:pt x="2293" y="1442"/>
                    <a:pt x="2588" y="1146"/>
                    <a:pt x="2810" y="925"/>
                  </a:cubicBezTo>
                  <a:cubicBezTo>
                    <a:pt x="2958" y="814"/>
                    <a:pt x="3069" y="703"/>
                    <a:pt x="3180" y="666"/>
                  </a:cubicBezTo>
                  <a:cubicBezTo>
                    <a:pt x="3254" y="629"/>
                    <a:pt x="3328" y="592"/>
                    <a:pt x="3365" y="592"/>
                  </a:cubicBezTo>
                  <a:cubicBezTo>
                    <a:pt x="3771" y="851"/>
                    <a:pt x="4659" y="1553"/>
                    <a:pt x="5435" y="2219"/>
                  </a:cubicBezTo>
                  <a:cubicBezTo>
                    <a:pt x="5805" y="2514"/>
                    <a:pt x="6174" y="2847"/>
                    <a:pt x="6433" y="3069"/>
                  </a:cubicBezTo>
                  <a:cubicBezTo>
                    <a:pt x="6692" y="3291"/>
                    <a:pt x="6877" y="3439"/>
                    <a:pt x="6877" y="3439"/>
                  </a:cubicBezTo>
                  <a:cubicBezTo>
                    <a:pt x="6928" y="3490"/>
                    <a:pt x="7004" y="3518"/>
                    <a:pt x="7081" y="3518"/>
                  </a:cubicBezTo>
                  <a:cubicBezTo>
                    <a:pt x="7170" y="3518"/>
                    <a:pt x="7261" y="3481"/>
                    <a:pt x="7321" y="3402"/>
                  </a:cubicBezTo>
                  <a:cubicBezTo>
                    <a:pt x="7431" y="3291"/>
                    <a:pt x="7394" y="3069"/>
                    <a:pt x="7284" y="2958"/>
                  </a:cubicBezTo>
                  <a:cubicBezTo>
                    <a:pt x="7284" y="2958"/>
                    <a:pt x="6581" y="2403"/>
                    <a:pt x="5805" y="1738"/>
                  </a:cubicBezTo>
                  <a:cubicBezTo>
                    <a:pt x="5028" y="1073"/>
                    <a:pt x="4141" y="370"/>
                    <a:pt x="3697" y="74"/>
                  </a:cubicBezTo>
                  <a:cubicBezTo>
                    <a:pt x="3587" y="0"/>
                    <a:pt x="3476" y="0"/>
                    <a:pt x="33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6" name="Google Shape;3546;g3048a510704_4_0"/>
            <p:cNvSpPr/>
            <p:nvPr/>
          </p:nvSpPr>
          <p:spPr>
            <a:xfrm>
              <a:off x="3581225" y="3885275"/>
              <a:ext cx="489875" cy="212600"/>
            </a:xfrm>
            <a:custGeom>
              <a:rect b="b" l="l" r="r" t="t"/>
              <a:pathLst>
                <a:path extrusionOk="0" h="8504" w="19595">
                  <a:moveTo>
                    <a:pt x="0" y="0"/>
                  </a:moveTo>
                  <a:lnTo>
                    <a:pt x="0" y="8504"/>
                  </a:lnTo>
                  <a:lnTo>
                    <a:pt x="19595" y="8504"/>
                  </a:lnTo>
                  <a:lnTo>
                    <a:pt x="19595"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7" name="Google Shape;3547;g3048a510704_4_0"/>
            <p:cNvSpPr/>
            <p:nvPr/>
          </p:nvSpPr>
          <p:spPr>
            <a:xfrm>
              <a:off x="3573825" y="3876950"/>
              <a:ext cx="504675" cy="228325"/>
            </a:xfrm>
            <a:custGeom>
              <a:rect b="b" l="l" r="r" t="t"/>
              <a:pathLst>
                <a:path extrusionOk="0" h="9133" w="20187">
                  <a:moveTo>
                    <a:pt x="19558" y="629"/>
                  </a:moveTo>
                  <a:lnTo>
                    <a:pt x="19558" y="8504"/>
                  </a:lnTo>
                  <a:lnTo>
                    <a:pt x="592" y="8504"/>
                  </a:lnTo>
                  <a:lnTo>
                    <a:pt x="592" y="629"/>
                  </a:lnTo>
                  <a:close/>
                  <a:moveTo>
                    <a:pt x="296" y="1"/>
                  </a:moveTo>
                  <a:cubicBezTo>
                    <a:pt x="222" y="1"/>
                    <a:pt x="148" y="38"/>
                    <a:pt x="74" y="112"/>
                  </a:cubicBezTo>
                  <a:cubicBezTo>
                    <a:pt x="37" y="149"/>
                    <a:pt x="1" y="223"/>
                    <a:pt x="1" y="333"/>
                  </a:cubicBezTo>
                  <a:lnTo>
                    <a:pt x="1" y="8837"/>
                  </a:lnTo>
                  <a:cubicBezTo>
                    <a:pt x="1" y="8911"/>
                    <a:pt x="37" y="8985"/>
                    <a:pt x="74" y="9022"/>
                  </a:cubicBezTo>
                  <a:cubicBezTo>
                    <a:pt x="148" y="9095"/>
                    <a:pt x="222" y="9132"/>
                    <a:pt x="296" y="9132"/>
                  </a:cubicBezTo>
                  <a:lnTo>
                    <a:pt x="19891" y="9132"/>
                  </a:lnTo>
                  <a:cubicBezTo>
                    <a:pt x="19965" y="9132"/>
                    <a:pt x="20039" y="9095"/>
                    <a:pt x="20113" y="9022"/>
                  </a:cubicBezTo>
                  <a:cubicBezTo>
                    <a:pt x="20149" y="8985"/>
                    <a:pt x="20186" y="8911"/>
                    <a:pt x="20186" y="8837"/>
                  </a:cubicBezTo>
                  <a:lnTo>
                    <a:pt x="20186" y="333"/>
                  </a:lnTo>
                  <a:cubicBezTo>
                    <a:pt x="20186" y="223"/>
                    <a:pt x="20149" y="149"/>
                    <a:pt x="20113" y="112"/>
                  </a:cubicBezTo>
                  <a:cubicBezTo>
                    <a:pt x="20039" y="38"/>
                    <a:pt x="19965" y="1"/>
                    <a:pt x="198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8" name="Google Shape;3548;g3048a510704_4_0"/>
            <p:cNvSpPr/>
            <p:nvPr/>
          </p:nvSpPr>
          <p:spPr>
            <a:xfrm>
              <a:off x="3618200" y="3864350"/>
              <a:ext cx="183950" cy="157000"/>
            </a:xfrm>
            <a:custGeom>
              <a:rect b="b" l="l" r="r" t="t"/>
              <a:pathLst>
                <a:path extrusionOk="0" h="6280" w="7358">
                  <a:moveTo>
                    <a:pt x="306" y="1"/>
                  </a:moveTo>
                  <a:cubicBezTo>
                    <a:pt x="185" y="1"/>
                    <a:pt x="66" y="93"/>
                    <a:pt x="37" y="209"/>
                  </a:cubicBezTo>
                  <a:cubicBezTo>
                    <a:pt x="0" y="394"/>
                    <a:pt x="74" y="542"/>
                    <a:pt x="259" y="616"/>
                  </a:cubicBezTo>
                  <a:lnTo>
                    <a:pt x="296" y="616"/>
                  </a:lnTo>
                  <a:cubicBezTo>
                    <a:pt x="592" y="690"/>
                    <a:pt x="1997" y="1133"/>
                    <a:pt x="3401" y="2021"/>
                  </a:cubicBezTo>
                  <a:cubicBezTo>
                    <a:pt x="4843" y="2908"/>
                    <a:pt x="6285" y="4239"/>
                    <a:pt x="6729" y="6050"/>
                  </a:cubicBezTo>
                  <a:cubicBezTo>
                    <a:pt x="6761" y="6179"/>
                    <a:pt x="6905" y="6279"/>
                    <a:pt x="7039" y="6279"/>
                  </a:cubicBezTo>
                  <a:cubicBezTo>
                    <a:pt x="7059" y="6279"/>
                    <a:pt x="7079" y="6277"/>
                    <a:pt x="7098" y="6272"/>
                  </a:cubicBezTo>
                  <a:cubicBezTo>
                    <a:pt x="7283" y="6235"/>
                    <a:pt x="7357" y="6050"/>
                    <a:pt x="7320" y="5902"/>
                  </a:cubicBezTo>
                  <a:cubicBezTo>
                    <a:pt x="6766" y="3721"/>
                    <a:pt x="5028" y="2242"/>
                    <a:pt x="3438" y="1318"/>
                  </a:cubicBezTo>
                  <a:cubicBezTo>
                    <a:pt x="1849" y="394"/>
                    <a:pt x="407" y="24"/>
                    <a:pt x="407" y="24"/>
                  </a:cubicBezTo>
                  <a:cubicBezTo>
                    <a:pt x="374" y="8"/>
                    <a:pt x="340" y="1"/>
                    <a:pt x="3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9" name="Google Shape;3549;g3048a510704_4_0"/>
            <p:cNvSpPr/>
            <p:nvPr/>
          </p:nvSpPr>
          <p:spPr>
            <a:xfrm>
              <a:off x="3875125" y="3876950"/>
              <a:ext cx="171025" cy="137975"/>
            </a:xfrm>
            <a:custGeom>
              <a:rect b="b" l="l" r="r" t="t"/>
              <a:pathLst>
                <a:path extrusionOk="0" h="5519" w="6841">
                  <a:moveTo>
                    <a:pt x="6434" y="1"/>
                  </a:moveTo>
                  <a:cubicBezTo>
                    <a:pt x="6064" y="1"/>
                    <a:pt x="4844" y="75"/>
                    <a:pt x="3513" y="740"/>
                  </a:cubicBezTo>
                  <a:cubicBezTo>
                    <a:pt x="2182" y="1406"/>
                    <a:pt x="777" y="2700"/>
                    <a:pt x="75" y="5140"/>
                  </a:cubicBezTo>
                  <a:cubicBezTo>
                    <a:pt x="1" y="5288"/>
                    <a:pt x="112" y="5472"/>
                    <a:pt x="260" y="5509"/>
                  </a:cubicBezTo>
                  <a:cubicBezTo>
                    <a:pt x="291" y="5516"/>
                    <a:pt x="320" y="5519"/>
                    <a:pt x="349" y="5519"/>
                  </a:cubicBezTo>
                  <a:cubicBezTo>
                    <a:pt x="492" y="5519"/>
                    <a:pt x="605" y="5442"/>
                    <a:pt x="666" y="5288"/>
                  </a:cubicBezTo>
                  <a:cubicBezTo>
                    <a:pt x="1332" y="3032"/>
                    <a:pt x="2589" y="1886"/>
                    <a:pt x="3809" y="1295"/>
                  </a:cubicBezTo>
                  <a:cubicBezTo>
                    <a:pt x="4992" y="666"/>
                    <a:pt x="6101" y="629"/>
                    <a:pt x="6434" y="629"/>
                  </a:cubicBezTo>
                  <a:lnTo>
                    <a:pt x="6508" y="629"/>
                  </a:lnTo>
                  <a:cubicBezTo>
                    <a:pt x="6693" y="629"/>
                    <a:pt x="6840" y="518"/>
                    <a:pt x="6840" y="333"/>
                  </a:cubicBezTo>
                  <a:cubicBezTo>
                    <a:pt x="6840" y="149"/>
                    <a:pt x="6730" y="1"/>
                    <a:pt x="65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0" name="Google Shape;3550;g3048a510704_4_0"/>
            <p:cNvSpPr/>
            <p:nvPr/>
          </p:nvSpPr>
          <p:spPr>
            <a:xfrm>
              <a:off x="3388050" y="3841775"/>
              <a:ext cx="297625" cy="1110125"/>
            </a:xfrm>
            <a:custGeom>
              <a:rect b="b" l="l" r="r" t="t"/>
              <a:pathLst>
                <a:path extrusionOk="0" h="44405" w="11905">
                  <a:moveTo>
                    <a:pt x="5814" y="0"/>
                  </a:moveTo>
                  <a:cubicBezTo>
                    <a:pt x="5175" y="0"/>
                    <a:pt x="4518" y="122"/>
                    <a:pt x="3845" y="446"/>
                  </a:cubicBezTo>
                  <a:cubicBezTo>
                    <a:pt x="0" y="2221"/>
                    <a:pt x="3771" y="44405"/>
                    <a:pt x="3771" y="44405"/>
                  </a:cubicBezTo>
                  <a:lnTo>
                    <a:pt x="6877" y="44405"/>
                  </a:lnTo>
                  <a:cubicBezTo>
                    <a:pt x="6877" y="44405"/>
                    <a:pt x="10907" y="19486"/>
                    <a:pt x="11720" y="6621"/>
                  </a:cubicBezTo>
                  <a:cubicBezTo>
                    <a:pt x="11905" y="3478"/>
                    <a:pt x="9835" y="594"/>
                    <a:pt x="6729" y="77"/>
                  </a:cubicBezTo>
                  <a:cubicBezTo>
                    <a:pt x="6428" y="29"/>
                    <a:pt x="6123" y="0"/>
                    <a:pt x="581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1" name="Google Shape;3551;g3048a510704_4_0"/>
            <p:cNvSpPr/>
            <p:nvPr/>
          </p:nvSpPr>
          <p:spPr>
            <a:xfrm>
              <a:off x="3433325" y="3834450"/>
              <a:ext cx="256050" cy="1124850"/>
            </a:xfrm>
            <a:custGeom>
              <a:rect b="b" l="l" r="r" t="t"/>
              <a:pathLst>
                <a:path extrusionOk="0" h="44994" w="10242">
                  <a:moveTo>
                    <a:pt x="4031" y="592"/>
                  </a:moveTo>
                  <a:cubicBezTo>
                    <a:pt x="4327" y="592"/>
                    <a:pt x="4585" y="629"/>
                    <a:pt x="4881" y="666"/>
                  </a:cubicBezTo>
                  <a:cubicBezTo>
                    <a:pt x="7654" y="1146"/>
                    <a:pt x="9613" y="3697"/>
                    <a:pt x="9613" y="6507"/>
                  </a:cubicBezTo>
                  <a:cubicBezTo>
                    <a:pt x="9613" y="6618"/>
                    <a:pt x="9613" y="6766"/>
                    <a:pt x="9613" y="6877"/>
                  </a:cubicBezTo>
                  <a:cubicBezTo>
                    <a:pt x="9207" y="13310"/>
                    <a:pt x="7987" y="22737"/>
                    <a:pt x="6878" y="30575"/>
                  </a:cubicBezTo>
                  <a:cubicBezTo>
                    <a:pt x="6323" y="34494"/>
                    <a:pt x="5768" y="38006"/>
                    <a:pt x="5399" y="40557"/>
                  </a:cubicBezTo>
                  <a:cubicBezTo>
                    <a:pt x="5214" y="41814"/>
                    <a:pt x="5029" y="42849"/>
                    <a:pt x="4918" y="43552"/>
                  </a:cubicBezTo>
                  <a:cubicBezTo>
                    <a:pt x="4859" y="43923"/>
                    <a:pt x="4811" y="44212"/>
                    <a:pt x="4779" y="44402"/>
                  </a:cubicBezTo>
                  <a:lnTo>
                    <a:pt x="2244" y="44402"/>
                  </a:lnTo>
                  <a:cubicBezTo>
                    <a:pt x="2234" y="44266"/>
                    <a:pt x="2215" y="44079"/>
                    <a:pt x="2182" y="43847"/>
                  </a:cubicBezTo>
                  <a:cubicBezTo>
                    <a:pt x="1886" y="40150"/>
                    <a:pt x="629" y="24623"/>
                    <a:pt x="629" y="13236"/>
                  </a:cubicBezTo>
                  <a:cubicBezTo>
                    <a:pt x="629" y="9908"/>
                    <a:pt x="740" y="6951"/>
                    <a:pt x="999" y="4769"/>
                  </a:cubicBezTo>
                  <a:cubicBezTo>
                    <a:pt x="1147" y="3660"/>
                    <a:pt x="1295" y="2736"/>
                    <a:pt x="1517" y="2107"/>
                  </a:cubicBezTo>
                  <a:cubicBezTo>
                    <a:pt x="1628" y="1775"/>
                    <a:pt x="1739" y="1516"/>
                    <a:pt x="1850" y="1331"/>
                  </a:cubicBezTo>
                  <a:cubicBezTo>
                    <a:pt x="1960" y="1146"/>
                    <a:pt x="2108" y="1035"/>
                    <a:pt x="2182" y="998"/>
                  </a:cubicBezTo>
                  <a:cubicBezTo>
                    <a:pt x="2811" y="702"/>
                    <a:pt x="3402" y="592"/>
                    <a:pt x="4031" y="592"/>
                  </a:cubicBezTo>
                  <a:close/>
                  <a:moveTo>
                    <a:pt x="4031" y="0"/>
                  </a:moveTo>
                  <a:cubicBezTo>
                    <a:pt x="3328" y="0"/>
                    <a:pt x="2626" y="111"/>
                    <a:pt x="1923" y="444"/>
                  </a:cubicBezTo>
                  <a:cubicBezTo>
                    <a:pt x="1702" y="555"/>
                    <a:pt x="1517" y="739"/>
                    <a:pt x="1332" y="998"/>
                  </a:cubicBezTo>
                  <a:cubicBezTo>
                    <a:pt x="1073" y="1442"/>
                    <a:pt x="851" y="2033"/>
                    <a:pt x="703" y="2810"/>
                  </a:cubicBezTo>
                  <a:cubicBezTo>
                    <a:pt x="186" y="5102"/>
                    <a:pt x="1" y="8873"/>
                    <a:pt x="1" y="13236"/>
                  </a:cubicBezTo>
                  <a:cubicBezTo>
                    <a:pt x="1" y="26286"/>
                    <a:pt x="1665" y="44735"/>
                    <a:pt x="1665" y="44735"/>
                  </a:cubicBezTo>
                  <a:cubicBezTo>
                    <a:pt x="1665" y="44882"/>
                    <a:pt x="1813" y="44993"/>
                    <a:pt x="1960" y="44993"/>
                  </a:cubicBezTo>
                  <a:lnTo>
                    <a:pt x="5066" y="44993"/>
                  </a:lnTo>
                  <a:cubicBezTo>
                    <a:pt x="5214" y="44993"/>
                    <a:pt x="5325" y="44882"/>
                    <a:pt x="5362" y="44735"/>
                  </a:cubicBezTo>
                  <a:cubicBezTo>
                    <a:pt x="5362" y="44735"/>
                    <a:pt x="9392" y="19816"/>
                    <a:pt x="10205" y="6914"/>
                  </a:cubicBezTo>
                  <a:cubicBezTo>
                    <a:pt x="10242" y="6766"/>
                    <a:pt x="10242" y="6655"/>
                    <a:pt x="10242" y="6507"/>
                  </a:cubicBezTo>
                  <a:cubicBezTo>
                    <a:pt x="10242" y="3401"/>
                    <a:pt x="8098" y="592"/>
                    <a:pt x="4992" y="74"/>
                  </a:cubicBezTo>
                  <a:cubicBezTo>
                    <a:pt x="4659" y="0"/>
                    <a:pt x="4364" y="0"/>
                    <a:pt x="40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2" name="Google Shape;3552;g3048a510704_4_0"/>
            <p:cNvSpPr/>
            <p:nvPr/>
          </p:nvSpPr>
          <p:spPr>
            <a:xfrm>
              <a:off x="3374175" y="4889025"/>
              <a:ext cx="198750" cy="146975"/>
            </a:xfrm>
            <a:custGeom>
              <a:rect b="b" l="l" r="r" t="t"/>
              <a:pathLst>
                <a:path extrusionOk="0" h="5879" w="7950">
                  <a:moveTo>
                    <a:pt x="3994" y="1"/>
                  </a:moveTo>
                  <a:lnTo>
                    <a:pt x="3069" y="3920"/>
                  </a:lnTo>
                  <a:lnTo>
                    <a:pt x="1" y="5879"/>
                  </a:lnTo>
                  <a:lnTo>
                    <a:pt x="7839" y="5879"/>
                  </a:lnTo>
                  <a:lnTo>
                    <a:pt x="795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3" name="Google Shape;3553;g3048a510704_4_0"/>
            <p:cNvSpPr/>
            <p:nvPr/>
          </p:nvSpPr>
          <p:spPr>
            <a:xfrm>
              <a:off x="3365875" y="4881625"/>
              <a:ext cx="215375" cy="161775"/>
            </a:xfrm>
            <a:custGeom>
              <a:rect b="b" l="l" r="r" t="t"/>
              <a:pathLst>
                <a:path extrusionOk="0" h="6471" w="8615">
                  <a:moveTo>
                    <a:pt x="7986" y="592"/>
                  </a:moveTo>
                  <a:lnTo>
                    <a:pt x="7875" y="5842"/>
                  </a:lnTo>
                  <a:lnTo>
                    <a:pt x="1405" y="5842"/>
                  </a:lnTo>
                  <a:lnTo>
                    <a:pt x="3586" y="4474"/>
                  </a:lnTo>
                  <a:cubicBezTo>
                    <a:pt x="3623" y="4437"/>
                    <a:pt x="3697" y="4363"/>
                    <a:pt x="3697" y="4289"/>
                  </a:cubicBezTo>
                  <a:lnTo>
                    <a:pt x="4569" y="592"/>
                  </a:lnTo>
                  <a:close/>
                  <a:moveTo>
                    <a:pt x="4326" y="1"/>
                  </a:moveTo>
                  <a:cubicBezTo>
                    <a:pt x="4178" y="1"/>
                    <a:pt x="4067" y="75"/>
                    <a:pt x="4030" y="223"/>
                  </a:cubicBezTo>
                  <a:lnTo>
                    <a:pt x="3143" y="4031"/>
                  </a:lnTo>
                  <a:lnTo>
                    <a:pt x="148" y="5916"/>
                  </a:lnTo>
                  <a:cubicBezTo>
                    <a:pt x="37" y="5990"/>
                    <a:pt x="0" y="6138"/>
                    <a:pt x="37" y="6249"/>
                  </a:cubicBezTo>
                  <a:cubicBezTo>
                    <a:pt x="74" y="6397"/>
                    <a:pt x="185" y="6471"/>
                    <a:pt x="333" y="6471"/>
                  </a:cubicBezTo>
                  <a:lnTo>
                    <a:pt x="8171" y="6471"/>
                  </a:lnTo>
                  <a:cubicBezTo>
                    <a:pt x="8319" y="6471"/>
                    <a:pt x="8466" y="6323"/>
                    <a:pt x="8466" y="6175"/>
                  </a:cubicBezTo>
                  <a:lnTo>
                    <a:pt x="8614" y="297"/>
                  </a:lnTo>
                  <a:cubicBezTo>
                    <a:pt x="8614" y="223"/>
                    <a:pt x="8577" y="149"/>
                    <a:pt x="8503" y="75"/>
                  </a:cubicBezTo>
                  <a:cubicBezTo>
                    <a:pt x="8466" y="38"/>
                    <a:pt x="8355" y="1"/>
                    <a:pt x="82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4" name="Google Shape;3554;g3048a510704_4_0"/>
            <p:cNvSpPr/>
            <p:nvPr/>
          </p:nvSpPr>
          <p:spPr>
            <a:xfrm>
              <a:off x="3450900" y="4973025"/>
              <a:ext cx="84125" cy="14000"/>
            </a:xfrm>
            <a:custGeom>
              <a:rect b="b" l="l" r="r" t="t"/>
              <a:pathLst>
                <a:path extrusionOk="0" h="560" w="3365">
                  <a:moveTo>
                    <a:pt x="1868" y="1"/>
                  </a:moveTo>
                  <a:cubicBezTo>
                    <a:pt x="871" y="1"/>
                    <a:pt x="0" y="560"/>
                    <a:pt x="0" y="560"/>
                  </a:cubicBezTo>
                  <a:lnTo>
                    <a:pt x="3365" y="560"/>
                  </a:lnTo>
                  <a:cubicBezTo>
                    <a:pt x="2896" y="141"/>
                    <a:pt x="2367" y="1"/>
                    <a:pt x="186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5" name="Google Shape;3555;g3048a510704_4_0"/>
            <p:cNvSpPr/>
            <p:nvPr/>
          </p:nvSpPr>
          <p:spPr>
            <a:xfrm>
              <a:off x="3442575" y="4964825"/>
              <a:ext cx="100775" cy="29725"/>
            </a:xfrm>
            <a:custGeom>
              <a:rect b="b" l="l" r="r" t="t"/>
              <a:pathLst>
                <a:path extrusionOk="0" h="1189" w="4031">
                  <a:moveTo>
                    <a:pt x="2219" y="0"/>
                  </a:moveTo>
                  <a:cubicBezTo>
                    <a:pt x="1110" y="37"/>
                    <a:pt x="186" y="629"/>
                    <a:pt x="186" y="629"/>
                  </a:cubicBezTo>
                  <a:cubicBezTo>
                    <a:pt x="38" y="703"/>
                    <a:pt x="1" y="888"/>
                    <a:pt x="75" y="1035"/>
                  </a:cubicBezTo>
                  <a:cubicBezTo>
                    <a:pt x="149" y="1134"/>
                    <a:pt x="255" y="1183"/>
                    <a:pt x="362" y="1183"/>
                  </a:cubicBezTo>
                  <a:cubicBezTo>
                    <a:pt x="416" y="1183"/>
                    <a:pt x="469" y="1171"/>
                    <a:pt x="518" y="1146"/>
                  </a:cubicBezTo>
                  <a:cubicBezTo>
                    <a:pt x="592" y="1072"/>
                    <a:pt x="1369" y="629"/>
                    <a:pt x="2219" y="629"/>
                  </a:cubicBezTo>
                  <a:cubicBezTo>
                    <a:pt x="2626" y="629"/>
                    <a:pt x="3069" y="740"/>
                    <a:pt x="3476" y="1109"/>
                  </a:cubicBezTo>
                  <a:cubicBezTo>
                    <a:pt x="3545" y="1161"/>
                    <a:pt x="3621" y="1188"/>
                    <a:pt x="3695" y="1188"/>
                  </a:cubicBezTo>
                  <a:cubicBezTo>
                    <a:pt x="3779" y="1188"/>
                    <a:pt x="3860" y="1152"/>
                    <a:pt x="3920" y="1072"/>
                  </a:cubicBezTo>
                  <a:cubicBezTo>
                    <a:pt x="4030" y="961"/>
                    <a:pt x="4030" y="777"/>
                    <a:pt x="3883" y="666"/>
                  </a:cubicBezTo>
                  <a:cubicBezTo>
                    <a:pt x="3365" y="185"/>
                    <a:pt x="2737" y="0"/>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6" name="Google Shape;3556;g3048a510704_4_0"/>
            <p:cNvSpPr/>
            <p:nvPr/>
          </p:nvSpPr>
          <p:spPr>
            <a:xfrm>
              <a:off x="3998975" y="3841775"/>
              <a:ext cx="297650" cy="1110125"/>
            </a:xfrm>
            <a:custGeom>
              <a:rect b="b" l="l" r="r" t="t"/>
              <a:pathLst>
                <a:path extrusionOk="0" h="44405" w="11906">
                  <a:moveTo>
                    <a:pt x="6079" y="0"/>
                  </a:moveTo>
                  <a:cubicBezTo>
                    <a:pt x="5766" y="0"/>
                    <a:pt x="5453" y="29"/>
                    <a:pt x="5140" y="77"/>
                  </a:cubicBezTo>
                  <a:cubicBezTo>
                    <a:pt x="2071" y="594"/>
                    <a:pt x="1" y="3478"/>
                    <a:pt x="186" y="6621"/>
                  </a:cubicBezTo>
                  <a:cubicBezTo>
                    <a:pt x="999" y="19486"/>
                    <a:pt x="5029" y="44405"/>
                    <a:pt x="5029" y="44405"/>
                  </a:cubicBezTo>
                  <a:lnTo>
                    <a:pt x="8135" y="44405"/>
                  </a:lnTo>
                  <a:cubicBezTo>
                    <a:pt x="8135" y="44405"/>
                    <a:pt x="11906" y="2221"/>
                    <a:pt x="8024" y="446"/>
                  </a:cubicBezTo>
                  <a:cubicBezTo>
                    <a:pt x="7375" y="122"/>
                    <a:pt x="6727" y="0"/>
                    <a:pt x="607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7" name="Google Shape;3557;g3048a510704_4_0"/>
            <p:cNvSpPr/>
            <p:nvPr/>
          </p:nvSpPr>
          <p:spPr>
            <a:xfrm>
              <a:off x="3995300" y="3834450"/>
              <a:ext cx="256025" cy="1124850"/>
            </a:xfrm>
            <a:custGeom>
              <a:rect b="b" l="l" r="r" t="t"/>
              <a:pathLst>
                <a:path extrusionOk="0" h="44994" w="10241">
                  <a:moveTo>
                    <a:pt x="6211" y="592"/>
                  </a:moveTo>
                  <a:cubicBezTo>
                    <a:pt x="6803" y="592"/>
                    <a:pt x="7431" y="702"/>
                    <a:pt x="8060" y="998"/>
                  </a:cubicBezTo>
                  <a:cubicBezTo>
                    <a:pt x="8134" y="1035"/>
                    <a:pt x="8245" y="1146"/>
                    <a:pt x="8355" y="1331"/>
                  </a:cubicBezTo>
                  <a:cubicBezTo>
                    <a:pt x="8577" y="1664"/>
                    <a:pt x="8762" y="2218"/>
                    <a:pt x="8947" y="2921"/>
                  </a:cubicBezTo>
                  <a:cubicBezTo>
                    <a:pt x="9428" y="5139"/>
                    <a:pt x="9612" y="8873"/>
                    <a:pt x="9612" y="13236"/>
                  </a:cubicBezTo>
                  <a:cubicBezTo>
                    <a:pt x="9612" y="19742"/>
                    <a:pt x="9206" y="27580"/>
                    <a:pt x="8799" y="33828"/>
                  </a:cubicBezTo>
                  <a:cubicBezTo>
                    <a:pt x="8577" y="36934"/>
                    <a:pt x="8392" y="39670"/>
                    <a:pt x="8208" y="41592"/>
                  </a:cubicBezTo>
                  <a:cubicBezTo>
                    <a:pt x="8134" y="42553"/>
                    <a:pt x="8097" y="43330"/>
                    <a:pt x="8023" y="43847"/>
                  </a:cubicBezTo>
                  <a:cubicBezTo>
                    <a:pt x="8006" y="44079"/>
                    <a:pt x="7990" y="44266"/>
                    <a:pt x="7976" y="44402"/>
                  </a:cubicBezTo>
                  <a:lnTo>
                    <a:pt x="5443" y="44402"/>
                  </a:lnTo>
                  <a:cubicBezTo>
                    <a:pt x="5421" y="44212"/>
                    <a:pt x="5383" y="43923"/>
                    <a:pt x="5324" y="43552"/>
                  </a:cubicBezTo>
                  <a:cubicBezTo>
                    <a:pt x="4511" y="38597"/>
                    <a:pt x="1331" y="18116"/>
                    <a:pt x="629" y="6877"/>
                  </a:cubicBezTo>
                  <a:cubicBezTo>
                    <a:pt x="629" y="6766"/>
                    <a:pt x="629" y="6618"/>
                    <a:pt x="629" y="6507"/>
                  </a:cubicBezTo>
                  <a:cubicBezTo>
                    <a:pt x="629" y="3697"/>
                    <a:pt x="2588" y="1146"/>
                    <a:pt x="5361" y="666"/>
                  </a:cubicBezTo>
                  <a:cubicBezTo>
                    <a:pt x="5620" y="629"/>
                    <a:pt x="5915" y="592"/>
                    <a:pt x="6211" y="592"/>
                  </a:cubicBezTo>
                  <a:close/>
                  <a:moveTo>
                    <a:pt x="6211" y="0"/>
                  </a:moveTo>
                  <a:cubicBezTo>
                    <a:pt x="5878" y="0"/>
                    <a:pt x="5546" y="0"/>
                    <a:pt x="5250" y="74"/>
                  </a:cubicBezTo>
                  <a:cubicBezTo>
                    <a:pt x="2144" y="592"/>
                    <a:pt x="0" y="3401"/>
                    <a:pt x="0" y="6507"/>
                  </a:cubicBezTo>
                  <a:cubicBezTo>
                    <a:pt x="0" y="6655"/>
                    <a:pt x="0" y="6766"/>
                    <a:pt x="37" y="6914"/>
                  </a:cubicBezTo>
                  <a:cubicBezTo>
                    <a:pt x="813" y="19816"/>
                    <a:pt x="4880" y="44735"/>
                    <a:pt x="4880" y="44735"/>
                  </a:cubicBezTo>
                  <a:cubicBezTo>
                    <a:pt x="4917" y="44882"/>
                    <a:pt x="5028" y="44993"/>
                    <a:pt x="5176" y="44993"/>
                  </a:cubicBezTo>
                  <a:lnTo>
                    <a:pt x="8282" y="44993"/>
                  </a:lnTo>
                  <a:cubicBezTo>
                    <a:pt x="8429" y="44993"/>
                    <a:pt x="8577" y="44882"/>
                    <a:pt x="8577" y="44735"/>
                  </a:cubicBezTo>
                  <a:cubicBezTo>
                    <a:pt x="8577" y="44735"/>
                    <a:pt x="10241" y="26286"/>
                    <a:pt x="10241" y="13236"/>
                  </a:cubicBezTo>
                  <a:cubicBezTo>
                    <a:pt x="10241" y="9908"/>
                    <a:pt x="10130" y="6914"/>
                    <a:pt x="9834" y="4695"/>
                  </a:cubicBezTo>
                  <a:cubicBezTo>
                    <a:pt x="9723" y="3549"/>
                    <a:pt x="9539" y="2625"/>
                    <a:pt x="9317" y="1923"/>
                  </a:cubicBezTo>
                  <a:cubicBezTo>
                    <a:pt x="9169" y="1553"/>
                    <a:pt x="9058" y="1257"/>
                    <a:pt x="8910" y="998"/>
                  </a:cubicBezTo>
                  <a:cubicBezTo>
                    <a:pt x="8725" y="739"/>
                    <a:pt x="8540" y="555"/>
                    <a:pt x="8318" y="444"/>
                  </a:cubicBezTo>
                  <a:cubicBezTo>
                    <a:pt x="7616" y="111"/>
                    <a:pt x="6877" y="0"/>
                    <a:pt x="62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8" name="Google Shape;3558;g3048a510704_4_0"/>
            <p:cNvSpPr/>
            <p:nvPr/>
          </p:nvSpPr>
          <p:spPr>
            <a:xfrm>
              <a:off x="4111750" y="4889025"/>
              <a:ext cx="198750" cy="146975"/>
            </a:xfrm>
            <a:custGeom>
              <a:rect b="b" l="l" r="r" t="t"/>
              <a:pathLst>
                <a:path extrusionOk="0" h="5879" w="7950">
                  <a:moveTo>
                    <a:pt x="0" y="1"/>
                  </a:moveTo>
                  <a:lnTo>
                    <a:pt x="111" y="5879"/>
                  </a:lnTo>
                  <a:lnTo>
                    <a:pt x="7949" y="5879"/>
                  </a:lnTo>
                  <a:lnTo>
                    <a:pt x="4881" y="3920"/>
                  </a:lnTo>
                  <a:lnTo>
                    <a:pt x="395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9" name="Google Shape;3559;g3048a510704_4_0"/>
            <p:cNvSpPr/>
            <p:nvPr/>
          </p:nvSpPr>
          <p:spPr>
            <a:xfrm>
              <a:off x="4103425" y="4881625"/>
              <a:ext cx="215375" cy="161775"/>
            </a:xfrm>
            <a:custGeom>
              <a:rect b="b" l="l" r="r" t="t"/>
              <a:pathLst>
                <a:path extrusionOk="0" h="6471" w="8615">
                  <a:moveTo>
                    <a:pt x="4046" y="592"/>
                  </a:moveTo>
                  <a:lnTo>
                    <a:pt x="4918" y="4289"/>
                  </a:lnTo>
                  <a:cubicBezTo>
                    <a:pt x="4918" y="4363"/>
                    <a:pt x="4955" y="4437"/>
                    <a:pt x="5029" y="4474"/>
                  </a:cubicBezTo>
                  <a:lnTo>
                    <a:pt x="7210" y="5842"/>
                  </a:lnTo>
                  <a:lnTo>
                    <a:pt x="740" y="5842"/>
                  </a:lnTo>
                  <a:lnTo>
                    <a:pt x="629" y="592"/>
                  </a:lnTo>
                  <a:close/>
                  <a:moveTo>
                    <a:pt x="333" y="1"/>
                  </a:moveTo>
                  <a:cubicBezTo>
                    <a:pt x="222" y="1"/>
                    <a:pt x="149" y="38"/>
                    <a:pt x="112" y="75"/>
                  </a:cubicBezTo>
                  <a:cubicBezTo>
                    <a:pt x="38" y="149"/>
                    <a:pt x="1" y="223"/>
                    <a:pt x="1" y="297"/>
                  </a:cubicBezTo>
                  <a:lnTo>
                    <a:pt x="149" y="6175"/>
                  </a:lnTo>
                  <a:cubicBezTo>
                    <a:pt x="149" y="6323"/>
                    <a:pt x="296" y="6471"/>
                    <a:pt x="444" y="6471"/>
                  </a:cubicBezTo>
                  <a:lnTo>
                    <a:pt x="8282" y="6471"/>
                  </a:lnTo>
                  <a:cubicBezTo>
                    <a:pt x="8430" y="6471"/>
                    <a:pt x="8541" y="6397"/>
                    <a:pt x="8578" y="6249"/>
                  </a:cubicBezTo>
                  <a:cubicBezTo>
                    <a:pt x="8615" y="6138"/>
                    <a:pt x="8541" y="5990"/>
                    <a:pt x="8430" y="5916"/>
                  </a:cubicBezTo>
                  <a:lnTo>
                    <a:pt x="5472" y="4031"/>
                  </a:lnTo>
                  <a:lnTo>
                    <a:pt x="4585" y="223"/>
                  </a:lnTo>
                  <a:cubicBezTo>
                    <a:pt x="4548" y="75"/>
                    <a:pt x="4437" y="1"/>
                    <a:pt x="42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0" name="Google Shape;3560;g3048a510704_4_0"/>
            <p:cNvSpPr/>
            <p:nvPr/>
          </p:nvSpPr>
          <p:spPr>
            <a:xfrm>
              <a:off x="4149650" y="4973025"/>
              <a:ext cx="84125" cy="14000"/>
            </a:xfrm>
            <a:custGeom>
              <a:rect b="b" l="l" r="r" t="t"/>
              <a:pathLst>
                <a:path extrusionOk="0" h="560" w="3365">
                  <a:moveTo>
                    <a:pt x="1497" y="1"/>
                  </a:moveTo>
                  <a:cubicBezTo>
                    <a:pt x="998" y="1"/>
                    <a:pt x="468" y="141"/>
                    <a:pt x="0" y="560"/>
                  </a:cubicBezTo>
                  <a:lnTo>
                    <a:pt x="3365" y="560"/>
                  </a:lnTo>
                  <a:cubicBezTo>
                    <a:pt x="3365" y="560"/>
                    <a:pt x="2494" y="1"/>
                    <a:pt x="149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1" name="Google Shape;3561;g3048a510704_4_0"/>
            <p:cNvSpPr/>
            <p:nvPr/>
          </p:nvSpPr>
          <p:spPr>
            <a:xfrm>
              <a:off x="4141325" y="4964825"/>
              <a:ext cx="100775" cy="29725"/>
            </a:xfrm>
            <a:custGeom>
              <a:rect b="b" l="l" r="r" t="t"/>
              <a:pathLst>
                <a:path extrusionOk="0" h="1189" w="4031">
                  <a:moveTo>
                    <a:pt x="1812" y="0"/>
                  </a:moveTo>
                  <a:cubicBezTo>
                    <a:pt x="1257" y="0"/>
                    <a:pt x="666" y="185"/>
                    <a:pt x="111" y="666"/>
                  </a:cubicBezTo>
                  <a:cubicBezTo>
                    <a:pt x="0" y="777"/>
                    <a:pt x="0" y="961"/>
                    <a:pt x="111" y="1072"/>
                  </a:cubicBezTo>
                  <a:cubicBezTo>
                    <a:pt x="171" y="1152"/>
                    <a:pt x="251" y="1188"/>
                    <a:pt x="331" y="1188"/>
                  </a:cubicBezTo>
                  <a:cubicBezTo>
                    <a:pt x="399" y="1188"/>
                    <a:pt x="467" y="1161"/>
                    <a:pt x="518" y="1109"/>
                  </a:cubicBezTo>
                  <a:cubicBezTo>
                    <a:pt x="925" y="740"/>
                    <a:pt x="1368" y="629"/>
                    <a:pt x="1812" y="629"/>
                  </a:cubicBezTo>
                  <a:cubicBezTo>
                    <a:pt x="2256" y="629"/>
                    <a:pt x="2699" y="740"/>
                    <a:pt x="2995" y="888"/>
                  </a:cubicBezTo>
                  <a:cubicBezTo>
                    <a:pt x="3180" y="961"/>
                    <a:pt x="3291" y="998"/>
                    <a:pt x="3402" y="1072"/>
                  </a:cubicBezTo>
                  <a:lnTo>
                    <a:pt x="3476" y="1109"/>
                  </a:lnTo>
                  <a:lnTo>
                    <a:pt x="3513" y="1146"/>
                  </a:lnTo>
                  <a:cubicBezTo>
                    <a:pt x="3562" y="1171"/>
                    <a:pt x="3615" y="1183"/>
                    <a:pt x="3669" y="1183"/>
                  </a:cubicBezTo>
                  <a:cubicBezTo>
                    <a:pt x="3776" y="1183"/>
                    <a:pt x="3882" y="1134"/>
                    <a:pt x="3956" y="1035"/>
                  </a:cubicBezTo>
                  <a:cubicBezTo>
                    <a:pt x="4030" y="888"/>
                    <a:pt x="3993" y="703"/>
                    <a:pt x="3845" y="629"/>
                  </a:cubicBezTo>
                  <a:cubicBezTo>
                    <a:pt x="3808" y="629"/>
                    <a:pt x="2921" y="37"/>
                    <a:pt x="18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2" name="Google Shape;3562;g3048a510704_4_0"/>
            <p:cNvSpPr/>
            <p:nvPr/>
          </p:nvSpPr>
          <p:spPr>
            <a:xfrm>
              <a:off x="4605300" y="3247525"/>
              <a:ext cx="720950" cy="365125"/>
            </a:xfrm>
            <a:custGeom>
              <a:rect b="b" l="l" r="r" t="t"/>
              <a:pathLst>
                <a:path extrusionOk="0" h="14605" w="28838">
                  <a:moveTo>
                    <a:pt x="518" y="1"/>
                  </a:moveTo>
                  <a:cubicBezTo>
                    <a:pt x="223" y="1"/>
                    <a:pt x="1" y="333"/>
                    <a:pt x="149" y="592"/>
                  </a:cubicBezTo>
                  <a:lnTo>
                    <a:pt x="6175" y="14345"/>
                  </a:lnTo>
                  <a:cubicBezTo>
                    <a:pt x="6249" y="14493"/>
                    <a:pt x="6397" y="14604"/>
                    <a:pt x="6544" y="14604"/>
                  </a:cubicBezTo>
                  <a:lnTo>
                    <a:pt x="28320" y="14604"/>
                  </a:lnTo>
                  <a:cubicBezTo>
                    <a:pt x="28653" y="14604"/>
                    <a:pt x="28838" y="14271"/>
                    <a:pt x="28727" y="14013"/>
                  </a:cubicBezTo>
                  <a:lnTo>
                    <a:pt x="22701" y="259"/>
                  </a:lnTo>
                  <a:cubicBezTo>
                    <a:pt x="22627" y="112"/>
                    <a:pt x="22479" y="1"/>
                    <a:pt x="2229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3" name="Google Shape;3563;g3048a510704_4_0"/>
            <p:cNvSpPr/>
            <p:nvPr/>
          </p:nvSpPr>
          <p:spPr>
            <a:xfrm>
              <a:off x="4599750" y="3240125"/>
              <a:ext cx="732050" cy="379900"/>
            </a:xfrm>
            <a:custGeom>
              <a:rect b="b" l="l" r="r" t="t"/>
              <a:pathLst>
                <a:path extrusionOk="0" h="15196" w="29282">
                  <a:moveTo>
                    <a:pt x="22516" y="592"/>
                  </a:moveTo>
                  <a:lnTo>
                    <a:pt x="22627" y="666"/>
                  </a:lnTo>
                  <a:lnTo>
                    <a:pt x="28653" y="14419"/>
                  </a:lnTo>
                  <a:lnTo>
                    <a:pt x="28653" y="14456"/>
                  </a:lnTo>
                  <a:lnTo>
                    <a:pt x="28653" y="14567"/>
                  </a:lnTo>
                  <a:lnTo>
                    <a:pt x="28542" y="14604"/>
                  </a:lnTo>
                  <a:lnTo>
                    <a:pt x="6766" y="14604"/>
                  </a:lnTo>
                  <a:lnTo>
                    <a:pt x="6656" y="14530"/>
                  </a:lnTo>
                  <a:lnTo>
                    <a:pt x="629" y="777"/>
                  </a:lnTo>
                  <a:lnTo>
                    <a:pt x="629" y="740"/>
                  </a:lnTo>
                  <a:lnTo>
                    <a:pt x="666" y="629"/>
                  </a:lnTo>
                  <a:lnTo>
                    <a:pt x="740" y="592"/>
                  </a:lnTo>
                  <a:close/>
                  <a:moveTo>
                    <a:pt x="740" y="1"/>
                  </a:moveTo>
                  <a:cubicBezTo>
                    <a:pt x="334" y="1"/>
                    <a:pt x="1" y="334"/>
                    <a:pt x="1" y="740"/>
                  </a:cubicBezTo>
                  <a:cubicBezTo>
                    <a:pt x="1" y="814"/>
                    <a:pt x="38" y="925"/>
                    <a:pt x="75" y="999"/>
                  </a:cubicBezTo>
                  <a:lnTo>
                    <a:pt x="6101" y="14752"/>
                  </a:lnTo>
                  <a:cubicBezTo>
                    <a:pt x="6212" y="15048"/>
                    <a:pt x="6471" y="15196"/>
                    <a:pt x="6766" y="15196"/>
                  </a:cubicBezTo>
                  <a:lnTo>
                    <a:pt x="28542" y="15196"/>
                  </a:lnTo>
                  <a:cubicBezTo>
                    <a:pt x="28986" y="15196"/>
                    <a:pt x="29282" y="14863"/>
                    <a:pt x="29282" y="14456"/>
                  </a:cubicBezTo>
                  <a:cubicBezTo>
                    <a:pt x="29282" y="14382"/>
                    <a:pt x="29282" y="14272"/>
                    <a:pt x="29245" y="14198"/>
                  </a:cubicBezTo>
                  <a:lnTo>
                    <a:pt x="23181" y="445"/>
                  </a:lnTo>
                  <a:cubicBezTo>
                    <a:pt x="23071" y="149"/>
                    <a:pt x="22812" y="1"/>
                    <a:pt x="225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4" name="Google Shape;3564;g3048a510704_4_0"/>
            <p:cNvSpPr/>
            <p:nvPr/>
          </p:nvSpPr>
          <p:spPr>
            <a:xfrm>
              <a:off x="4658900" y="3274325"/>
              <a:ext cx="614675" cy="311500"/>
            </a:xfrm>
            <a:custGeom>
              <a:rect b="b" l="l" r="r" t="t"/>
              <a:pathLst>
                <a:path extrusionOk="0" h="12460" w="24587">
                  <a:moveTo>
                    <a:pt x="408" y="1"/>
                  </a:moveTo>
                  <a:cubicBezTo>
                    <a:pt x="149" y="1"/>
                    <a:pt x="1" y="260"/>
                    <a:pt x="75" y="518"/>
                  </a:cubicBezTo>
                  <a:lnTo>
                    <a:pt x="5251" y="12238"/>
                  </a:lnTo>
                  <a:cubicBezTo>
                    <a:pt x="5288" y="12386"/>
                    <a:pt x="5436" y="12460"/>
                    <a:pt x="5547" y="12460"/>
                  </a:cubicBezTo>
                  <a:lnTo>
                    <a:pt x="24143" y="12460"/>
                  </a:lnTo>
                  <a:cubicBezTo>
                    <a:pt x="24402" y="12460"/>
                    <a:pt x="24586" y="12201"/>
                    <a:pt x="24476" y="11942"/>
                  </a:cubicBezTo>
                  <a:lnTo>
                    <a:pt x="19337" y="223"/>
                  </a:lnTo>
                  <a:cubicBezTo>
                    <a:pt x="19263" y="75"/>
                    <a:pt x="19152" y="1"/>
                    <a:pt x="1900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5" name="Google Shape;3565;g3048a510704_4_0"/>
            <p:cNvSpPr/>
            <p:nvPr/>
          </p:nvSpPr>
          <p:spPr>
            <a:xfrm>
              <a:off x="4652450" y="3266950"/>
              <a:ext cx="626675" cy="326275"/>
            </a:xfrm>
            <a:custGeom>
              <a:rect b="b" l="l" r="r" t="t"/>
              <a:pathLst>
                <a:path extrusionOk="0" h="13051" w="25067">
                  <a:moveTo>
                    <a:pt x="19262" y="592"/>
                  </a:moveTo>
                  <a:lnTo>
                    <a:pt x="19299" y="629"/>
                  </a:lnTo>
                  <a:lnTo>
                    <a:pt x="24438" y="12385"/>
                  </a:lnTo>
                  <a:lnTo>
                    <a:pt x="24475" y="12385"/>
                  </a:lnTo>
                  <a:lnTo>
                    <a:pt x="24438" y="12422"/>
                  </a:lnTo>
                  <a:lnTo>
                    <a:pt x="24401" y="12459"/>
                  </a:lnTo>
                  <a:lnTo>
                    <a:pt x="5805" y="12459"/>
                  </a:lnTo>
                  <a:lnTo>
                    <a:pt x="5768" y="12422"/>
                  </a:lnTo>
                  <a:lnTo>
                    <a:pt x="629" y="666"/>
                  </a:lnTo>
                  <a:lnTo>
                    <a:pt x="666" y="592"/>
                  </a:lnTo>
                  <a:close/>
                  <a:moveTo>
                    <a:pt x="666" y="0"/>
                  </a:moveTo>
                  <a:cubicBezTo>
                    <a:pt x="296" y="0"/>
                    <a:pt x="0" y="296"/>
                    <a:pt x="0" y="666"/>
                  </a:cubicBezTo>
                  <a:cubicBezTo>
                    <a:pt x="0" y="739"/>
                    <a:pt x="37" y="850"/>
                    <a:pt x="74" y="924"/>
                  </a:cubicBezTo>
                  <a:lnTo>
                    <a:pt x="5213" y="12644"/>
                  </a:lnTo>
                  <a:cubicBezTo>
                    <a:pt x="5324" y="12903"/>
                    <a:pt x="5546" y="13051"/>
                    <a:pt x="5805" y="13051"/>
                  </a:cubicBezTo>
                  <a:lnTo>
                    <a:pt x="24401" y="13051"/>
                  </a:lnTo>
                  <a:cubicBezTo>
                    <a:pt x="24807" y="13051"/>
                    <a:pt x="25066" y="12755"/>
                    <a:pt x="25066" y="12385"/>
                  </a:cubicBezTo>
                  <a:cubicBezTo>
                    <a:pt x="25066" y="12311"/>
                    <a:pt x="25066" y="12200"/>
                    <a:pt x="25029" y="12126"/>
                  </a:cubicBezTo>
                  <a:lnTo>
                    <a:pt x="19890" y="407"/>
                  </a:lnTo>
                  <a:cubicBezTo>
                    <a:pt x="19779" y="148"/>
                    <a:pt x="19521" y="0"/>
                    <a:pt x="192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6" name="Google Shape;3566;g3048a510704_4_0"/>
            <p:cNvSpPr/>
            <p:nvPr/>
          </p:nvSpPr>
          <p:spPr>
            <a:xfrm>
              <a:off x="4761500" y="3589500"/>
              <a:ext cx="818000" cy="26825"/>
            </a:xfrm>
            <a:custGeom>
              <a:rect b="b" l="l" r="r" t="t"/>
              <a:pathLst>
                <a:path extrusionOk="0" h="1073" w="32720">
                  <a:moveTo>
                    <a:pt x="1" y="1"/>
                  </a:moveTo>
                  <a:lnTo>
                    <a:pt x="1" y="1073"/>
                  </a:lnTo>
                  <a:lnTo>
                    <a:pt x="32720" y="1073"/>
                  </a:lnTo>
                  <a:lnTo>
                    <a:pt x="3272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7" name="Google Shape;3567;g3048a510704_4_0"/>
            <p:cNvSpPr/>
            <p:nvPr/>
          </p:nvSpPr>
          <p:spPr>
            <a:xfrm>
              <a:off x="4754100" y="3582125"/>
              <a:ext cx="832800" cy="42525"/>
            </a:xfrm>
            <a:custGeom>
              <a:rect b="b" l="l" r="r" t="t"/>
              <a:pathLst>
                <a:path extrusionOk="0" h="1701" w="33312">
                  <a:moveTo>
                    <a:pt x="32720" y="629"/>
                  </a:moveTo>
                  <a:lnTo>
                    <a:pt x="32720" y="1072"/>
                  </a:lnTo>
                  <a:lnTo>
                    <a:pt x="592" y="1072"/>
                  </a:lnTo>
                  <a:lnTo>
                    <a:pt x="592"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33016" y="1701"/>
                  </a:lnTo>
                  <a:cubicBezTo>
                    <a:pt x="33090" y="1701"/>
                    <a:pt x="33164" y="1664"/>
                    <a:pt x="33238" y="1590"/>
                  </a:cubicBezTo>
                  <a:cubicBezTo>
                    <a:pt x="33311" y="1553"/>
                    <a:pt x="33311" y="1442"/>
                    <a:pt x="33311" y="1368"/>
                  </a:cubicBezTo>
                  <a:lnTo>
                    <a:pt x="33311" y="296"/>
                  </a:lnTo>
                  <a:cubicBezTo>
                    <a:pt x="33311" y="222"/>
                    <a:pt x="33311" y="148"/>
                    <a:pt x="33238" y="74"/>
                  </a:cubicBezTo>
                  <a:cubicBezTo>
                    <a:pt x="33164" y="37"/>
                    <a:pt x="33090" y="0"/>
                    <a:pt x="330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8" name="Google Shape;3568;g3048a510704_4_0"/>
            <p:cNvSpPr/>
            <p:nvPr/>
          </p:nvSpPr>
          <p:spPr>
            <a:xfrm>
              <a:off x="4761500" y="3589500"/>
              <a:ext cx="396550" cy="26825"/>
            </a:xfrm>
            <a:custGeom>
              <a:rect b="b" l="l" r="r" t="t"/>
              <a:pathLst>
                <a:path extrusionOk="0" h="1073" w="15862">
                  <a:moveTo>
                    <a:pt x="1" y="1"/>
                  </a:moveTo>
                  <a:lnTo>
                    <a:pt x="1" y="1073"/>
                  </a:lnTo>
                  <a:lnTo>
                    <a:pt x="15861" y="1073"/>
                  </a:lnTo>
                  <a:lnTo>
                    <a:pt x="1586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9" name="Google Shape;3569;g3048a510704_4_0"/>
            <p:cNvSpPr/>
            <p:nvPr/>
          </p:nvSpPr>
          <p:spPr>
            <a:xfrm>
              <a:off x="4754100" y="3582125"/>
              <a:ext cx="411325" cy="42525"/>
            </a:xfrm>
            <a:custGeom>
              <a:rect b="b" l="l" r="r" t="t"/>
              <a:pathLst>
                <a:path extrusionOk="0" h="1701" w="16453">
                  <a:moveTo>
                    <a:pt x="15861" y="629"/>
                  </a:moveTo>
                  <a:lnTo>
                    <a:pt x="15861" y="1072"/>
                  </a:lnTo>
                  <a:lnTo>
                    <a:pt x="592" y="1072"/>
                  </a:lnTo>
                  <a:lnTo>
                    <a:pt x="592"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16157" y="1701"/>
                  </a:lnTo>
                  <a:cubicBezTo>
                    <a:pt x="16231" y="1701"/>
                    <a:pt x="16305" y="1664"/>
                    <a:pt x="16379" y="1590"/>
                  </a:cubicBezTo>
                  <a:cubicBezTo>
                    <a:pt x="16453" y="1553"/>
                    <a:pt x="16453" y="1442"/>
                    <a:pt x="16453" y="1368"/>
                  </a:cubicBezTo>
                  <a:lnTo>
                    <a:pt x="16453" y="296"/>
                  </a:lnTo>
                  <a:cubicBezTo>
                    <a:pt x="16453" y="222"/>
                    <a:pt x="16453" y="148"/>
                    <a:pt x="16379" y="74"/>
                  </a:cubicBezTo>
                  <a:cubicBezTo>
                    <a:pt x="16305" y="37"/>
                    <a:pt x="16231" y="0"/>
                    <a:pt x="16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0" name="Google Shape;3570;g3048a510704_4_0"/>
            <p:cNvSpPr/>
            <p:nvPr/>
          </p:nvSpPr>
          <p:spPr>
            <a:xfrm>
              <a:off x="4818800" y="2599625"/>
              <a:ext cx="476025" cy="476025"/>
            </a:xfrm>
            <a:custGeom>
              <a:rect b="b" l="l" r="r" t="t"/>
              <a:pathLst>
                <a:path extrusionOk="0" h="19041" w="19041">
                  <a:moveTo>
                    <a:pt x="9539" y="0"/>
                  </a:moveTo>
                  <a:cubicBezTo>
                    <a:pt x="4253" y="0"/>
                    <a:pt x="1" y="4252"/>
                    <a:pt x="1" y="9502"/>
                  </a:cubicBezTo>
                  <a:cubicBezTo>
                    <a:pt x="1" y="14788"/>
                    <a:pt x="4253" y="19040"/>
                    <a:pt x="9539" y="19040"/>
                  </a:cubicBezTo>
                  <a:cubicBezTo>
                    <a:pt x="14789" y="19040"/>
                    <a:pt x="19041" y="14788"/>
                    <a:pt x="19041" y="9502"/>
                  </a:cubicBezTo>
                  <a:cubicBezTo>
                    <a:pt x="19041" y="4252"/>
                    <a:pt x="14789" y="0"/>
                    <a:pt x="95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1" name="Google Shape;3571;g3048a510704_4_0"/>
            <p:cNvSpPr/>
            <p:nvPr/>
          </p:nvSpPr>
          <p:spPr>
            <a:xfrm>
              <a:off x="4811425" y="2592225"/>
              <a:ext cx="490800" cy="490800"/>
            </a:xfrm>
            <a:custGeom>
              <a:rect b="b" l="l" r="r" t="t"/>
              <a:pathLst>
                <a:path extrusionOk="0" h="19632" w="19632">
                  <a:moveTo>
                    <a:pt x="9834" y="592"/>
                  </a:moveTo>
                  <a:cubicBezTo>
                    <a:pt x="12348" y="592"/>
                    <a:pt x="14677" y="1627"/>
                    <a:pt x="16341" y="3291"/>
                  </a:cubicBezTo>
                  <a:cubicBezTo>
                    <a:pt x="18005" y="4954"/>
                    <a:pt x="19040" y="7284"/>
                    <a:pt x="19040" y="9798"/>
                  </a:cubicBezTo>
                  <a:cubicBezTo>
                    <a:pt x="19040" y="12349"/>
                    <a:pt x="18005" y="14641"/>
                    <a:pt x="16341" y="16304"/>
                  </a:cubicBezTo>
                  <a:cubicBezTo>
                    <a:pt x="14677" y="18005"/>
                    <a:pt x="12348" y="19003"/>
                    <a:pt x="9834" y="19003"/>
                  </a:cubicBezTo>
                  <a:cubicBezTo>
                    <a:pt x="7283" y="19003"/>
                    <a:pt x="4991" y="18005"/>
                    <a:pt x="3291" y="16304"/>
                  </a:cubicBezTo>
                  <a:cubicBezTo>
                    <a:pt x="1627" y="14641"/>
                    <a:pt x="629" y="12349"/>
                    <a:pt x="629" y="9798"/>
                  </a:cubicBezTo>
                  <a:cubicBezTo>
                    <a:pt x="629" y="7284"/>
                    <a:pt x="1627" y="4954"/>
                    <a:pt x="3291" y="3291"/>
                  </a:cubicBezTo>
                  <a:cubicBezTo>
                    <a:pt x="4991" y="1627"/>
                    <a:pt x="7283" y="592"/>
                    <a:pt x="9834" y="592"/>
                  </a:cubicBezTo>
                  <a:close/>
                  <a:moveTo>
                    <a:pt x="9834" y="0"/>
                  </a:moveTo>
                  <a:cubicBezTo>
                    <a:pt x="4400" y="0"/>
                    <a:pt x="0" y="4400"/>
                    <a:pt x="0" y="9798"/>
                  </a:cubicBezTo>
                  <a:cubicBezTo>
                    <a:pt x="0" y="15232"/>
                    <a:pt x="4400" y="19632"/>
                    <a:pt x="9834" y="19632"/>
                  </a:cubicBezTo>
                  <a:cubicBezTo>
                    <a:pt x="15232" y="19632"/>
                    <a:pt x="19632" y="15232"/>
                    <a:pt x="19632" y="9798"/>
                  </a:cubicBezTo>
                  <a:cubicBezTo>
                    <a:pt x="19632" y="4400"/>
                    <a:pt x="15232" y="0"/>
                    <a:pt x="98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2" name="Google Shape;3572;g3048a510704_4_0"/>
            <p:cNvSpPr/>
            <p:nvPr/>
          </p:nvSpPr>
          <p:spPr>
            <a:xfrm>
              <a:off x="5000900" y="3058050"/>
              <a:ext cx="93375" cy="306875"/>
            </a:xfrm>
            <a:custGeom>
              <a:rect b="b" l="l" r="r" t="t"/>
              <a:pathLst>
                <a:path extrusionOk="0" h="12275" w="3735">
                  <a:moveTo>
                    <a:pt x="3734" y="1"/>
                  </a:moveTo>
                  <a:lnTo>
                    <a:pt x="0" y="481"/>
                  </a:lnTo>
                  <a:lnTo>
                    <a:pt x="1738" y="12275"/>
                  </a:lnTo>
                  <a:lnTo>
                    <a:pt x="373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3" name="Google Shape;3573;g3048a510704_4_0"/>
            <p:cNvSpPr/>
            <p:nvPr/>
          </p:nvSpPr>
          <p:spPr>
            <a:xfrm>
              <a:off x="4992575" y="3050475"/>
              <a:ext cx="110000" cy="321850"/>
            </a:xfrm>
            <a:custGeom>
              <a:rect b="b" l="l" r="r" t="t"/>
              <a:pathLst>
                <a:path extrusionOk="0" h="12874" w="4400">
                  <a:moveTo>
                    <a:pt x="4071" y="1"/>
                  </a:moveTo>
                  <a:cubicBezTo>
                    <a:pt x="3920" y="1"/>
                    <a:pt x="3804" y="106"/>
                    <a:pt x="3771" y="267"/>
                  </a:cubicBezTo>
                  <a:lnTo>
                    <a:pt x="2108" y="10582"/>
                  </a:lnTo>
                  <a:lnTo>
                    <a:pt x="629" y="747"/>
                  </a:lnTo>
                  <a:cubicBezTo>
                    <a:pt x="592" y="599"/>
                    <a:pt x="444" y="489"/>
                    <a:pt x="296" y="489"/>
                  </a:cubicBezTo>
                  <a:cubicBezTo>
                    <a:pt x="111" y="525"/>
                    <a:pt x="0" y="673"/>
                    <a:pt x="37" y="858"/>
                  </a:cubicBezTo>
                  <a:lnTo>
                    <a:pt x="1775" y="12615"/>
                  </a:lnTo>
                  <a:cubicBezTo>
                    <a:pt x="1812" y="12763"/>
                    <a:pt x="1923" y="12874"/>
                    <a:pt x="2071" y="12874"/>
                  </a:cubicBezTo>
                  <a:cubicBezTo>
                    <a:pt x="2219" y="12874"/>
                    <a:pt x="2366" y="12763"/>
                    <a:pt x="2366" y="12615"/>
                  </a:cubicBezTo>
                  <a:lnTo>
                    <a:pt x="4400" y="341"/>
                  </a:lnTo>
                  <a:cubicBezTo>
                    <a:pt x="4400" y="193"/>
                    <a:pt x="4289" y="8"/>
                    <a:pt x="4141" y="8"/>
                  </a:cubicBezTo>
                  <a:cubicBezTo>
                    <a:pt x="4117" y="3"/>
                    <a:pt x="4094" y="1"/>
                    <a:pt x="40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4" name="Google Shape;3574;g3048a510704_4_0"/>
            <p:cNvSpPr/>
            <p:nvPr/>
          </p:nvSpPr>
          <p:spPr>
            <a:xfrm>
              <a:off x="3524850" y="3248450"/>
              <a:ext cx="631275" cy="374350"/>
            </a:xfrm>
            <a:custGeom>
              <a:rect b="b" l="l" r="r" t="t"/>
              <a:pathLst>
                <a:path extrusionOk="0" h="14974" w="25251">
                  <a:moveTo>
                    <a:pt x="1553" y="1"/>
                  </a:moveTo>
                  <a:cubicBezTo>
                    <a:pt x="703" y="1"/>
                    <a:pt x="0" y="666"/>
                    <a:pt x="0" y="1516"/>
                  </a:cubicBezTo>
                  <a:lnTo>
                    <a:pt x="0" y="14974"/>
                  </a:lnTo>
                  <a:lnTo>
                    <a:pt x="25251" y="14974"/>
                  </a:lnTo>
                  <a:lnTo>
                    <a:pt x="25251" y="1516"/>
                  </a:lnTo>
                  <a:cubicBezTo>
                    <a:pt x="25251" y="666"/>
                    <a:pt x="24586" y="1"/>
                    <a:pt x="2373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5" name="Google Shape;3575;g3048a510704_4_0"/>
            <p:cNvSpPr/>
            <p:nvPr/>
          </p:nvSpPr>
          <p:spPr>
            <a:xfrm>
              <a:off x="3517450" y="3240125"/>
              <a:ext cx="647000" cy="391000"/>
            </a:xfrm>
            <a:custGeom>
              <a:rect b="b" l="l" r="r" t="t"/>
              <a:pathLst>
                <a:path extrusionOk="0" h="15640" w="25880">
                  <a:moveTo>
                    <a:pt x="24031" y="629"/>
                  </a:moveTo>
                  <a:cubicBezTo>
                    <a:pt x="24697" y="629"/>
                    <a:pt x="25251" y="1184"/>
                    <a:pt x="25251" y="1849"/>
                  </a:cubicBezTo>
                  <a:lnTo>
                    <a:pt x="25251" y="15011"/>
                  </a:lnTo>
                  <a:lnTo>
                    <a:pt x="592" y="15011"/>
                  </a:lnTo>
                  <a:lnTo>
                    <a:pt x="592" y="1849"/>
                  </a:lnTo>
                  <a:cubicBezTo>
                    <a:pt x="629" y="1184"/>
                    <a:pt x="1146" y="629"/>
                    <a:pt x="1849" y="629"/>
                  </a:cubicBezTo>
                  <a:close/>
                  <a:moveTo>
                    <a:pt x="1849" y="1"/>
                  </a:moveTo>
                  <a:cubicBezTo>
                    <a:pt x="814" y="1"/>
                    <a:pt x="0" y="851"/>
                    <a:pt x="0" y="1849"/>
                  </a:cubicBezTo>
                  <a:lnTo>
                    <a:pt x="0" y="15307"/>
                  </a:lnTo>
                  <a:cubicBezTo>
                    <a:pt x="0" y="15418"/>
                    <a:pt x="37" y="15492"/>
                    <a:pt x="74" y="15529"/>
                  </a:cubicBezTo>
                  <a:cubicBezTo>
                    <a:pt x="148" y="15603"/>
                    <a:pt x="222" y="15639"/>
                    <a:pt x="296" y="15639"/>
                  </a:cubicBezTo>
                  <a:lnTo>
                    <a:pt x="25547" y="15639"/>
                  </a:lnTo>
                  <a:cubicBezTo>
                    <a:pt x="25658" y="15639"/>
                    <a:pt x="25732" y="15603"/>
                    <a:pt x="25769" y="15529"/>
                  </a:cubicBezTo>
                  <a:cubicBezTo>
                    <a:pt x="25843" y="15492"/>
                    <a:pt x="25880" y="15418"/>
                    <a:pt x="25880" y="15307"/>
                  </a:cubicBezTo>
                  <a:lnTo>
                    <a:pt x="25880" y="1849"/>
                  </a:lnTo>
                  <a:cubicBezTo>
                    <a:pt x="25880" y="851"/>
                    <a:pt x="25029" y="1"/>
                    <a:pt x="240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6" name="Google Shape;3576;g3048a510704_4_0"/>
            <p:cNvSpPr/>
            <p:nvPr/>
          </p:nvSpPr>
          <p:spPr>
            <a:xfrm>
              <a:off x="4051675" y="2338050"/>
              <a:ext cx="475100" cy="475100"/>
            </a:xfrm>
            <a:custGeom>
              <a:rect b="b" l="l" r="r" t="t"/>
              <a:pathLst>
                <a:path extrusionOk="0" h="19004" w="19004">
                  <a:moveTo>
                    <a:pt x="9502" y="0"/>
                  </a:moveTo>
                  <a:cubicBezTo>
                    <a:pt x="4252" y="0"/>
                    <a:pt x="0" y="4252"/>
                    <a:pt x="0" y="9502"/>
                  </a:cubicBezTo>
                  <a:cubicBezTo>
                    <a:pt x="0" y="14752"/>
                    <a:pt x="4252" y="19003"/>
                    <a:pt x="9502" y="19003"/>
                  </a:cubicBezTo>
                  <a:cubicBezTo>
                    <a:pt x="14752" y="19003"/>
                    <a:pt x="19003" y="14752"/>
                    <a:pt x="19003" y="9502"/>
                  </a:cubicBezTo>
                  <a:cubicBezTo>
                    <a:pt x="19003" y="4252"/>
                    <a:pt x="14752" y="0"/>
                    <a:pt x="95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7" name="Google Shape;3577;g3048a510704_4_0"/>
            <p:cNvSpPr/>
            <p:nvPr/>
          </p:nvSpPr>
          <p:spPr>
            <a:xfrm>
              <a:off x="4043350" y="2329725"/>
              <a:ext cx="491725" cy="491750"/>
            </a:xfrm>
            <a:custGeom>
              <a:rect b="b" l="l" r="r" t="t"/>
              <a:pathLst>
                <a:path extrusionOk="0" h="19670" w="19669">
                  <a:moveTo>
                    <a:pt x="9835" y="629"/>
                  </a:moveTo>
                  <a:cubicBezTo>
                    <a:pt x="12386" y="629"/>
                    <a:pt x="14678" y="1664"/>
                    <a:pt x="16342" y="3328"/>
                  </a:cubicBezTo>
                  <a:cubicBezTo>
                    <a:pt x="18005" y="4992"/>
                    <a:pt x="19040" y="7284"/>
                    <a:pt x="19040" y="9835"/>
                  </a:cubicBezTo>
                  <a:cubicBezTo>
                    <a:pt x="19040" y="12386"/>
                    <a:pt x="18005" y="14678"/>
                    <a:pt x="16342" y="16342"/>
                  </a:cubicBezTo>
                  <a:cubicBezTo>
                    <a:pt x="14678" y="18005"/>
                    <a:pt x="12386" y="19041"/>
                    <a:pt x="9835" y="19041"/>
                  </a:cubicBezTo>
                  <a:cubicBezTo>
                    <a:pt x="7284" y="19041"/>
                    <a:pt x="4992" y="18005"/>
                    <a:pt x="3328" y="16342"/>
                  </a:cubicBezTo>
                  <a:cubicBezTo>
                    <a:pt x="1664" y="14678"/>
                    <a:pt x="629" y="12386"/>
                    <a:pt x="629" y="9835"/>
                  </a:cubicBezTo>
                  <a:cubicBezTo>
                    <a:pt x="629" y="7284"/>
                    <a:pt x="1664" y="4992"/>
                    <a:pt x="3328" y="3328"/>
                  </a:cubicBezTo>
                  <a:cubicBezTo>
                    <a:pt x="4992" y="1664"/>
                    <a:pt x="7284" y="629"/>
                    <a:pt x="9835" y="629"/>
                  </a:cubicBezTo>
                  <a:close/>
                  <a:moveTo>
                    <a:pt x="9835" y="1"/>
                  </a:moveTo>
                  <a:cubicBezTo>
                    <a:pt x="4400" y="1"/>
                    <a:pt x="1" y="4400"/>
                    <a:pt x="1" y="9835"/>
                  </a:cubicBezTo>
                  <a:cubicBezTo>
                    <a:pt x="1" y="15270"/>
                    <a:pt x="4400" y="19669"/>
                    <a:pt x="9835" y="19669"/>
                  </a:cubicBezTo>
                  <a:cubicBezTo>
                    <a:pt x="15269" y="19669"/>
                    <a:pt x="19669" y="15270"/>
                    <a:pt x="19669" y="9835"/>
                  </a:cubicBezTo>
                  <a:cubicBezTo>
                    <a:pt x="19669" y="4400"/>
                    <a:pt x="15269" y="1"/>
                    <a:pt x="98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8" name="Google Shape;3578;g3048a510704_4_0"/>
            <p:cNvSpPr/>
            <p:nvPr/>
          </p:nvSpPr>
          <p:spPr>
            <a:xfrm>
              <a:off x="4112675" y="2789100"/>
              <a:ext cx="193200" cy="368800"/>
            </a:xfrm>
            <a:custGeom>
              <a:rect b="b" l="l" r="r" t="t"/>
              <a:pathLst>
                <a:path extrusionOk="0" h="14752" w="7728">
                  <a:moveTo>
                    <a:pt x="7727" y="0"/>
                  </a:moveTo>
                  <a:lnTo>
                    <a:pt x="4511" y="481"/>
                  </a:lnTo>
                  <a:lnTo>
                    <a:pt x="0" y="14751"/>
                  </a:lnTo>
                  <a:lnTo>
                    <a:pt x="772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9" name="Google Shape;3579;g3048a510704_4_0"/>
            <p:cNvSpPr/>
            <p:nvPr/>
          </p:nvSpPr>
          <p:spPr>
            <a:xfrm>
              <a:off x="4103425" y="2780975"/>
              <a:ext cx="211675" cy="385050"/>
            </a:xfrm>
            <a:custGeom>
              <a:rect b="b" l="l" r="r" t="t"/>
              <a:pathLst>
                <a:path extrusionOk="0" h="15402" w="8467">
                  <a:moveTo>
                    <a:pt x="8121" y="0"/>
                  </a:moveTo>
                  <a:cubicBezTo>
                    <a:pt x="8006" y="0"/>
                    <a:pt x="7893" y="69"/>
                    <a:pt x="7838" y="177"/>
                  </a:cubicBezTo>
                  <a:lnTo>
                    <a:pt x="1701" y="11897"/>
                  </a:lnTo>
                  <a:lnTo>
                    <a:pt x="5140" y="917"/>
                  </a:lnTo>
                  <a:cubicBezTo>
                    <a:pt x="5214" y="769"/>
                    <a:pt x="5103" y="584"/>
                    <a:pt x="4955" y="510"/>
                  </a:cubicBezTo>
                  <a:cubicBezTo>
                    <a:pt x="4935" y="505"/>
                    <a:pt x="4915" y="503"/>
                    <a:pt x="4895" y="503"/>
                  </a:cubicBezTo>
                  <a:cubicBezTo>
                    <a:pt x="4761" y="503"/>
                    <a:pt x="4617" y="603"/>
                    <a:pt x="4585" y="732"/>
                  </a:cubicBezTo>
                  <a:lnTo>
                    <a:pt x="75" y="15003"/>
                  </a:lnTo>
                  <a:cubicBezTo>
                    <a:pt x="1" y="15150"/>
                    <a:pt x="75" y="15298"/>
                    <a:pt x="222" y="15372"/>
                  </a:cubicBezTo>
                  <a:cubicBezTo>
                    <a:pt x="262" y="15392"/>
                    <a:pt x="304" y="15401"/>
                    <a:pt x="346" y="15401"/>
                  </a:cubicBezTo>
                  <a:cubicBezTo>
                    <a:pt x="461" y="15401"/>
                    <a:pt x="575" y="15333"/>
                    <a:pt x="629" y="15224"/>
                  </a:cubicBezTo>
                  <a:lnTo>
                    <a:pt x="8393" y="473"/>
                  </a:lnTo>
                  <a:cubicBezTo>
                    <a:pt x="8467" y="325"/>
                    <a:pt x="8393" y="140"/>
                    <a:pt x="8245" y="29"/>
                  </a:cubicBezTo>
                  <a:cubicBezTo>
                    <a:pt x="8205" y="10"/>
                    <a:pt x="8163" y="0"/>
                    <a:pt x="81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0" name="Google Shape;3580;g3048a510704_4_0"/>
            <p:cNvSpPr/>
            <p:nvPr/>
          </p:nvSpPr>
          <p:spPr>
            <a:xfrm>
              <a:off x="2612600" y="3247525"/>
              <a:ext cx="720950" cy="365125"/>
            </a:xfrm>
            <a:custGeom>
              <a:rect b="b" l="l" r="r" t="t"/>
              <a:pathLst>
                <a:path extrusionOk="0" h="14605" w="28838">
                  <a:moveTo>
                    <a:pt x="6544" y="1"/>
                  </a:moveTo>
                  <a:cubicBezTo>
                    <a:pt x="6359" y="1"/>
                    <a:pt x="6211" y="112"/>
                    <a:pt x="6137" y="259"/>
                  </a:cubicBezTo>
                  <a:lnTo>
                    <a:pt x="111" y="14013"/>
                  </a:lnTo>
                  <a:cubicBezTo>
                    <a:pt x="0" y="14271"/>
                    <a:pt x="222" y="14604"/>
                    <a:pt x="518" y="14604"/>
                  </a:cubicBezTo>
                  <a:lnTo>
                    <a:pt x="22293" y="14604"/>
                  </a:lnTo>
                  <a:cubicBezTo>
                    <a:pt x="22478" y="14604"/>
                    <a:pt x="22626" y="14493"/>
                    <a:pt x="22663" y="14345"/>
                  </a:cubicBezTo>
                  <a:lnTo>
                    <a:pt x="28726" y="592"/>
                  </a:lnTo>
                  <a:cubicBezTo>
                    <a:pt x="28837" y="333"/>
                    <a:pt x="28615" y="1"/>
                    <a:pt x="2832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1" name="Google Shape;3581;g3048a510704_4_0"/>
            <p:cNvSpPr/>
            <p:nvPr/>
          </p:nvSpPr>
          <p:spPr>
            <a:xfrm>
              <a:off x="2607050" y="3240125"/>
              <a:ext cx="732025" cy="379900"/>
            </a:xfrm>
            <a:custGeom>
              <a:rect b="b" l="l" r="r" t="t"/>
              <a:pathLst>
                <a:path extrusionOk="0" h="15196" w="29281">
                  <a:moveTo>
                    <a:pt x="28542" y="592"/>
                  </a:moveTo>
                  <a:lnTo>
                    <a:pt x="28616" y="629"/>
                  </a:lnTo>
                  <a:lnTo>
                    <a:pt x="28652" y="740"/>
                  </a:lnTo>
                  <a:lnTo>
                    <a:pt x="28652" y="777"/>
                  </a:lnTo>
                  <a:lnTo>
                    <a:pt x="22626" y="14530"/>
                  </a:lnTo>
                  <a:lnTo>
                    <a:pt x="22515" y="14604"/>
                  </a:lnTo>
                  <a:lnTo>
                    <a:pt x="740" y="14604"/>
                  </a:lnTo>
                  <a:lnTo>
                    <a:pt x="666" y="14567"/>
                  </a:lnTo>
                  <a:lnTo>
                    <a:pt x="629" y="14456"/>
                  </a:lnTo>
                  <a:lnTo>
                    <a:pt x="629" y="14419"/>
                  </a:lnTo>
                  <a:lnTo>
                    <a:pt x="6655" y="666"/>
                  </a:lnTo>
                  <a:lnTo>
                    <a:pt x="6766" y="592"/>
                  </a:lnTo>
                  <a:close/>
                  <a:moveTo>
                    <a:pt x="6766" y="1"/>
                  </a:moveTo>
                  <a:cubicBezTo>
                    <a:pt x="6470" y="1"/>
                    <a:pt x="6211" y="149"/>
                    <a:pt x="6100" y="445"/>
                  </a:cubicBezTo>
                  <a:lnTo>
                    <a:pt x="74" y="14198"/>
                  </a:lnTo>
                  <a:lnTo>
                    <a:pt x="74" y="14161"/>
                  </a:lnTo>
                  <a:cubicBezTo>
                    <a:pt x="37" y="14272"/>
                    <a:pt x="0" y="14382"/>
                    <a:pt x="0" y="14456"/>
                  </a:cubicBezTo>
                  <a:cubicBezTo>
                    <a:pt x="0" y="14863"/>
                    <a:pt x="296" y="15196"/>
                    <a:pt x="740" y="15196"/>
                  </a:cubicBezTo>
                  <a:lnTo>
                    <a:pt x="22515" y="15196"/>
                  </a:lnTo>
                  <a:cubicBezTo>
                    <a:pt x="22811" y="15196"/>
                    <a:pt x="23070" y="15048"/>
                    <a:pt x="23181" y="14752"/>
                  </a:cubicBezTo>
                  <a:lnTo>
                    <a:pt x="29207" y="999"/>
                  </a:lnTo>
                  <a:cubicBezTo>
                    <a:pt x="29244" y="925"/>
                    <a:pt x="29281" y="814"/>
                    <a:pt x="29281" y="740"/>
                  </a:cubicBezTo>
                  <a:cubicBezTo>
                    <a:pt x="29281" y="334"/>
                    <a:pt x="28948" y="1"/>
                    <a:pt x="285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2" name="Google Shape;3582;g3048a510704_4_0"/>
            <p:cNvSpPr/>
            <p:nvPr/>
          </p:nvSpPr>
          <p:spPr>
            <a:xfrm>
              <a:off x="2665275" y="3274325"/>
              <a:ext cx="615575" cy="311500"/>
            </a:xfrm>
            <a:custGeom>
              <a:rect b="b" l="l" r="r" t="t"/>
              <a:pathLst>
                <a:path extrusionOk="0" h="12460" w="24623">
                  <a:moveTo>
                    <a:pt x="5583" y="1"/>
                  </a:moveTo>
                  <a:cubicBezTo>
                    <a:pt x="5435" y="1"/>
                    <a:pt x="5324" y="75"/>
                    <a:pt x="5250" y="223"/>
                  </a:cubicBezTo>
                  <a:lnTo>
                    <a:pt x="111" y="11942"/>
                  </a:lnTo>
                  <a:cubicBezTo>
                    <a:pt x="0" y="12201"/>
                    <a:pt x="185" y="12460"/>
                    <a:pt x="444" y="12460"/>
                  </a:cubicBezTo>
                  <a:lnTo>
                    <a:pt x="19040" y="12460"/>
                  </a:lnTo>
                  <a:cubicBezTo>
                    <a:pt x="19188" y="12460"/>
                    <a:pt x="19299" y="12386"/>
                    <a:pt x="19373" y="12238"/>
                  </a:cubicBezTo>
                  <a:lnTo>
                    <a:pt x="24512" y="518"/>
                  </a:lnTo>
                  <a:cubicBezTo>
                    <a:pt x="24623" y="260"/>
                    <a:pt x="24438" y="1"/>
                    <a:pt x="2417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3" name="Google Shape;3583;g3048a510704_4_0"/>
            <p:cNvSpPr/>
            <p:nvPr/>
          </p:nvSpPr>
          <p:spPr>
            <a:xfrm>
              <a:off x="2659725" y="3266950"/>
              <a:ext cx="626675" cy="326275"/>
            </a:xfrm>
            <a:custGeom>
              <a:rect b="b" l="l" r="r" t="t"/>
              <a:pathLst>
                <a:path extrusionOk="0" h="13051" w="25067">
                  <a:moveTo>
                    <a:pt x="24401" y="592"/>
                  </a:moveTo>
                  <a:lnTo>
                    <a:pt x="24438" y="629"/>
                  </a:lnTo>
                  <a:lnTo>
                    <a:pt x="24438" y="666"/>
                  </a:lnTo>
                  <a:lnTo>
                    <a:pt x="19299" y="12422"/>
                  </a:lnTo>
                  <a:lnTo>
                    <a:pt x="19262" y="12459"/>
                  </a:lnTo>
                  <a:lnTo>
                    <a:pt x="666" y="12459"/>
                  </a:lnTo>
                  <a:lnTo>
                    <a:pt x="629" y="12422"/>
                  </a:lnTo>
                  <a:lnTo>
                    <a:pt x="629" y="12385"/>
                  </a:lnTo>
                  <a:lnTo>
                    <a:pt x="5768" y="629"/>
                  </a:lnTo>
                  <a:lnTo>
                    <a:pt x="5805" y="592"/>
                  </a:lnTo>
                  <a:close/>
                  <a:moveTo>
                    <a:pt x="5805" y="0"/>
                  </a:moveTo>
                  <a:cubicBezTo>
                    <a:pt x="5546" y="0"/>
                    <a:pt x="5324" y="148"/>
                    <a:pt x="5213" y="407"/>
                  </a:cubicBezTo>
                  <a:lnTo>
                    <a:pt x="38" y="12126"/>
                  </a:lnTo>
                  <a:cubicBezTo>
                    <a:pt x="1" y="12200"/>
                    <a:pt x="1" y="12311"/>
                    <a:pt x="1" y="12385"/>
                  </a:cubicBezTo>
                  <a:cubicBezTo>
                    <a:pt x="1" y="12755"/>
                    <a:pt x="296" y="13051"/>
                    <a:pt x="666" y="13051"/>
                  </a:cubicBezTo>
                  <a:lnTo>
                    <a:pt x="19262" y="13051"/>
                  </a:lnTo>
                  <a:cubicBezTo>
                    <a:pt x="19521" y="13051"/>
                    <a:pt x="19743" y="12903"/>
                    <a:pt x="19854" y="12644"/>
                  </a:cubicBezTo>
                  <a:lnTo>
                    <a:pt x="24993" y="924"/>
                  </a:lnTo>
                  <a:cubicBezTo>
                    <a:pt x="25067" y="850"/>
                    <a:pt x="25067" y="739"/>
                    <a:pt x="25067" y="666"/>
                  </a:cubicBezTo>
                  <a:cubicBezTo>
                    <a:pt x="25067" y="296"/>
                    <a:pt x="24771" y="0"/>
                    <a:pt x="244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4" name="Google Shape;3584;g3048a510704_4_0"/>
            <p:cNvSpPr/>
            <p:nvPr/>
          </p:nvSpPr>
          <p:spPr>
            <a:xfrm>
              <a:off x="2359350" y="3589500"/>
              <a:ext cx="818000" cy="26825"/>
            </a:xfrm>
            <a:custGeom>
              <a:rect b="b" l="l" r="r" t="t"/>
              <a:pathLst>
                <a:path extrusionOk="0" h="1073" w="32720">
                  <a:moveTo>
                    <a:pt x="0" y="1"/>
                  </a:moveTo>
                  <a:lnTo>
                    <a:pt x="0" y="1073"/>
                  </a:lnTo>
                  <a:lnTo>
                    <a:pt x="32719" y="1073"/>
                  </a:lnTo>
                  <a:lnTo>
                    <a:pt x="3271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5" name="Google Shape;3585;g3048a510704_4_0"/>
            <p:cNvSpPr/>
            <p:nvPr/>
          </p:nvSpPr>
          <p:spPr>
            <a:xfrm>
              <a:off x="2351950" y="3582125"/>
              <a:ext cx="833700" cy="42525"/>
            </a:xfrm>
            <a:custGeom>
              <a:rect b="b" l="l" r="r" t="t"/>
              <a:pathLst>
                <a:path extrusionOk="0" h="1701" w="33348">
                  <a:moveTo>
                    <a:pt x="32719" y="629"/>
                  </a:moveTo>
                  <a:lnTo>
                    <a:pt x="32719" y="1072"/>
                  </a:lnTo>
                  <a:lnTo>
                    <a:pt x="592" y="1072"/>
                  </a:lnTo>
                  <a:lnTo>
                    <a:pt x="592" y="629"/>
                  </a:lnTo>
                  <a:close/>
                  <a:moveTo>
                    <a:pt x="296" y="0"/>
                  </a:moveTo>
                  <a:cubicBezTo>
                    <a:pt x="222" y="0"/>
                    <a:pt x="148" y="37"/>
                    <a:pt x="74" y="74"/>
                  </a:cubicBezTo>
                  <a:cubicBezTo>
                    <a:pt x="37" y="148"/>
                    <a:pt x="0" y="222"/>
                    <a:pt x="0" y="296"/>
                  </a:cubicBezTo>
                  <a:lnTo>
                    <a:pt x="0" y="1368"/>
                  </a:lnTo>
                  <a:cubicBezTo>
                    <a:pt x="0" y="1442"/>
                    <a:pt x="37" y="1553"/>
                    <a:pt x="74" y="1590"/>
                  </a:cubicBezTo>
                  <a:cubicBezTo>
                    <a:pt x="148" y="1664"/>
                    <a:pt x="222" y="1701"/>
                    <a:pt x="296" y="1701"/>
                  </a:cubicBezTo>
                  <a:lnTo>
                    <a:pt x="33015" y="1701"/>
                  </a:lnTo>
                  <a:cubicBezTo>
                    <a:pt x="33089" y="1701"/>
                    <a:pt x="33200" y="1664"/>
                    <a:pt x="33237" y="1590"/>
                  </a:cubicBezTo>
                  <a:cubicBezTo>
                    <a:pt x="33311" y="1553"/>
                    <a:pt x="33348" y="1442"/>
                    <a:pt x="33348" y="1368"/>
                  </a:cubicBezTo>
                  <a:lnTo>
                    <a:pt x="33348" y="296"/>
                  </a:lnTo>
                  <a:cubicBezTo>
                    <a:pt x="33348" y="222"/>
                    <a:pt x="33311" y="148"/>
                    <a:pt x="33237" y="74"/>
                  </a:cubicBezTo>
                  <a:cubicBezTo>
                    <a:pt x="33200" y="37"/>
                    <a:pt x="33089" y="0"/>
                    <a:pt x="330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6" name="Google Shape;3586;g3048a510704_4_0"/>
            <p:cNvSpPr/>
            <p:nvPr/>
          </p:nvSpPr>
          <p:spPr>
            <a:xfrm>
              <a:off x="2780800" y="3589500"/>
              <a:ext cx="396550" cy="26825"/>
            </a:xfrm>
            <a:custGeom>
              <a:rect b="b" l="l" r="r" t="t"/>
              <a:pathLst>
                <a:path extrusionOk="0" h="1073" w="15862">
                  <a:moveTo>
                    <a:pt x="1" y="1"/>
                  </a:moveTo>
                  <a:lnTo>
                    <a:pt x="1" y="1073"/>
                  </a:lnTo>
                  <a:lnTo>
                    <a:pt x="15861" y="1073"/>
                  </a:lnTo>
                  <a:lnTo>
                    <a:pt x="1586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7" name="Google Shape;3587;g3048a510704_4_0"/>
            <p:cNvSpPr/>
            <p:nvPr/>
          </p:nvSpPr>
          <p:spPr>
            <a:xfrm>
              <a:off x="2773400" y="3582125"/>
              <a:ext cx="412250" cy="42525"/>
            </a:xfrm>
            <a:custGeom>
              <a:rect b="b" l="l" r="r" t="t"/>
              <a:pathLst>
                <a:path extrusionOk="0" h="1701" w="16490">
                  <a:moveTo>
                    <a:pt x="15861" y="629"/>
                  </a:moveTo>
                  <a:lnTo>
                    <a:pt x="15861" y="1072"/>
                  </a:lnTo>
                  <a:lnTo>
                    <a:pt x="593" y="1072"/>
                  </a:lnTo>
                  <a:lnTo>
                    <a:pt x="593"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16157" y="1701"/>
                  </a:lnTo>
                  <a:cubicBezTo>
                    <a:pt x="16231" y="1701"/>
                    <a:pt x="16342" y="1664"/>
                    <a:pt x="16379" y="1590"/>
                  </a:cubicBezTo>
                  <a:cubicBezTo>
                    <a:pt x="16453" y="1553"/>
                    <a:pt x="16490" y="1442"/>
                    <a:pt x="16490" y="1368"/>
                  </a:cubicBezTo>
                  <a:lnTo>
                    <a:pt x="16490" y="296"/>
                  </a:lnTo>
                  <a:cubicBezTo>
                    <a:pt x="16490" y="222"/>
                    <a:pt x="16453" y="148"/>
                    <a:pt x="16379" y="74"/>
                  </a:cubicBezTo>
                  <a:cubicBezTo>
                    <a:pt x="16342" y="37"/>
                    <a:pt x="16231" y="0"/>
                    <a:pt x="16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8" name="Google Shape;3588;g3048a510704_4_0"/>
            <p:cNvSpPr/>
            <p:nvPr/>
          </p:nvSpPr>
          <p:spPr>
            <a:xfrm>
              <a:off x="2617200" y="2599625"/>
              <a:ext cx="476025" cy="476025"/>
            </a:xfrm>
            <a:custGeom>
              <a:rect b="b" l="l" r="r" t="t"/>
              <a:pathLst>
                <a:path extrusionOk="0" h="19041" w="19041">
                  <a:moveTo>
                    <a:pt x="9539" y="0"/>
                  </a:moveTo>
                  <a:cubicBezTo>
                    <a:pt x="4290" y="0"/>
                    <a:pt x="1" y="4252"/>
                    <a:pt x="1" y="9502"/>
                  </a:cubicBezTo>
                  <a:cubicBezTo>
                    <a:pt x="1" y="14788"/>
                    <a:pt x="4290" y="19040"/>
                    <a:pt x="9539" y="19040"/>
                  </a:cubicBezTo>
                  <a:cubicBezTo>
                    <a:pt x="14789" y="19040"/>
                    <a:pt x="19041" y="14788"/>
                    <a:pt x="19041" y="9502"/>
                  </a:cubicBezTo>
                  <a:cubicBezTo>
                    <a:pt x="19041" y="4252"/>
                    <a:pt x="14789" y="0"/>
                    <a:pt x="95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9" name="Google Shape;3589;g3048a510704_4_0"/>
            <p:cNvSpPr/>
            <p:nvPr/>
          </p:nvSpPr>
          <p:spPr>
            <a:xfrm>
              <a:off x="2609825" y="2592225"/>
              <a:ext cx="490800" cy="490800"/>
            </a:xfrm>
            <a:custGeom>
              <a:rect b="b" l="l" r="r" t="t"/>
              <a:pathLst>
                <a:path extrusionOk="0" h="19632" w="19632">
                  <a:moveTo>
                    <a:pt x="9834" y="592"/>
                  </a:moveTo>
                  <a:cubicBezTo>
                    <a:pt x="12385" y="592"/>
                    <a:pt x="14678" y="1627"/>
                    <a:pt x="16341" y="3291"/>
                  </a:cubicBezTo>
                  <a:cubicBezTo>
                    <a:pt x="18005" y="4954"/>
                    <a:pt x="19040" y="7284"/>
                    <a:pt x="19040" y="9798"/>
                  </a:cubicBezTo>
                  <a:cubicBezTo>
                    <a:pt x="19040" y="12349"/>
                    <a:pt x="18005" y="14641"/>
                    <a:pt x="16341" y="16304"/>
                  </a:cubicBezTo>
                  <a:cubicBezTo>
                    <a:pt x="14678" y="18005"/>
                    <a:pt x="12385" y="19003"/>
                    <a:pt x="9834" y="19003"/>
                  </a:cubicBezTo>
                  <a:cubicBezTo>
                    <a:pt x="7283" y="19003"/>
                    <a:pt x="4991" y="18005"/>
                    <a:pt x="3328" y="16304"/>
                  </a:cubicBezTo>
                  <a:cubicBezTo>
                    <a:pt x="1664" y="14641"/>
                    <a:pt x="629" y="12349"/>
                    <a:pt x="629" y="9798"/>
                  </a:cubicBezTo>
                  <a:cubicBezTo>
                    <a:pt x="629" y="7284"/>
                    <a:pt x="1664" y="4954"/>
                    <a:pt x="3328" y="3291"/>
                  </a:cubicBezTo>
                  <a:cubicBezTo>
                    <a:pt x="4991" y="1627"/>
                    <a:pt x="7283" y="592"/>
                    <a:pt x="9834" y="592"/>
                  </a:cubicBezTo>
                  <a:close/>
                  <a:moveTo>
                    <a:pt x="9834" y="0"/>
                  </a:moveTo>
                  <a:cubicBezTo>
                    <a:pt x="4400" y="0"/>
                    <a:pt x="0" y="4400"/>
                    <a:pt x="0" y="9798"/>
                  </a:cubicBezTo>
                  <a:cubicBezTo>
                    <a:pt x="0" y="15232"/>
                    <a:pt x="4400" y="19632"/>
                    <a:pt x="9834" y="19632"/>
                  </a:cubicBezTo>
                  <a:cubicBezTo>
                    <a:pt x="15232" y="19632"/>
                    <a:pt x="19632" y="15232"/>
                    <a:pt x="19632" y="9798"/>
                  </a:cubicBezTo>
                  <a:cubicBezTo>
                    <a:pt x="19632" y="4400"/>
                    <a:pt x="15232" y="0"/>
                    <a:pt x="98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0" name="Google Shape;3590;g3048a510704_4_0"/>
            <p:cNvSpPr/>
            <p:nvPr/>
          </p:nvSpPr>
          <p:spPr>
            <a:xfrm>
              <a:off x="2855675" y="3045125"/>
              <a:ext cx="68425" cy="300400"/>
            </a:xfrm>
            <a:custGeom>
              <a:rect b="b" l="l" r="r" t="t"/>
              <a:pathLst>
                <a:path extrusionOk="0" h="12016" w="2737">
                  <a:moveTo>
                    <a:pt x="2736" y="0"/>
                  </a:moveTo>
                  <a:lnTo>
                    <a:pt x="0" y="1220"/>
                  </a:lnTo>
                  <a:lnTo>
                    <a:pt x="2219" y="12016"/>
                  </a:lnTo>
                  <a:lnTo>
                    <a:pt x="27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1" name="Google Shape;3591;g3048a510704_4_0"/>
            <p:cNvSpPr/>
            <p:nvPr/>
          </p:nvSpPr>
          <p:spPr>
            <a:xfrm>
              <a:off x="2847350" y="3037950"/>
              <a:ext cx="84125" cy="315900"/>
            </a:xfrm>
            <a:custGeom>
              <a:rect b="b" l="l" r="r" t="t"/>
              <a:pathLst>
                <a:path extrusionOk="0" h="12636" w="3365">
                  <a:moveTo>
                    <a:pt x="2736" y="768"/>
                  </a:moveTo>
                  <a:lnTo>
                    <a:pt x="2367" y="9789"/>
                  </a:lnTo>
                  <a:lnTo>
                    <a:pt x="677" y="1664"/>
                  </a:lnTo>
                  <a:lnTo>
                    <a:pt x="677" y="1664"/>
                  </a:lnTo>
                  <a:lnTo>
                    <a:pt x="2736" y="768"/>
                  </a:lnTo>
                  <a:close/>
                  <a:moveTo>
                    <a:pt x="3083" y="1"/>
                  </a:moveTo>
                  <a:cubicBezTo>
                    <a:pt x="3032" y="1"/>
                    <a:pt x="2977" y="10"/>
                    <a:pt x="2921" y="28"/>
                  </a:cubicBezTo>
                  <a:lnTo>
                    <a:pt x="185" y="1211"/>
                  </a:lnTo>
                  <a:cubicBezTo>
                    <a:pt x="75" y="1285"/>
                    <a:pt x="1" y="1433"/>
                    <a:pt x="38" y="1544"/>
                  </a:cubicBezTo>
                  <a:lnTo>
                    <a:pt x="2256" y="12376"/>
                  </a:lnTo>
                  <a:cubicBezTo>
                    <a:pt x="2293" y="12524"/>
                    <a:pt x="2441" y="12635"/>
                    <a:pt x="2589" y="12635"/>
                  </a:cubicBezTo>
                  <a:cubicBezTo>
                    <a:pt x="2736" y="12598"/>
                    <a:pt x="2847" y="12487"/>
                    <a:pt x="2847" y="12340"/>
                  </a:cubicBezTo>
                  <a:lnTo>
                    <a:pt x="3365" y="324"/>
                  </a:lnTo>
                  <a:cubicBezTo>
                    <a:pt x="3365" y="213"/>
                    <a:pt x="3328" y="102"/>
                    <a:pt x="3217" y="28"/>
                  </a:cubicBezTo>
                  <a:cubicBezTo>
                    <a:pt x="3180" y="10"/>
                    <a:pt x="3134" y="1"/>
                    <a:pt x="30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2" name="Google Shape;3592;g3048a510704_4_0"/>
            <p:cNvSpPr/>
            <p:nvPr/>
          </p:nvSpPr>
          <p:spPr>
            <a:xfrm>
              <a:off x="4462975" y="3403725"/>
              <a:ext cx="145125" cy="213525"/>
            </a:xfrm>
            <a:custGeom>
              <a:rect b="b" l="l" r="r" t="t"/>
              <a:pathLst>
                <a:path extrusionOk="0" h="8541" w="5805">
                  <a:moveTo>
                    <a:pt x="0" y="1"/>
                  </a:moveTo>
                  <a:lnTo>
                    <a:pt x="0" y="8541"/>
                  </a:lnTo>
                  <a:lnTo>
                    <a:pt x="5805" y="8541"/>
                  </a:lnTo>
                  <a:lnTo>
                    <a:pt x="580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3" name="Google Shape;3593;g3048a510704_4_0"/>
            <p:cNvSpPr/>
            <p:nvPr/>
          </p:nvSpPr>
          <p:spPr>
            <a:xfrm>
              <a:off x="4455575" y="3396325"/>
              <a:ext cx="159925" cy="228325"/>
            </a:xfrm>
            <a:custGeom>
              <a:rect b="b" l="l" r="r" t="t"/>
              <a:pathLst>
                <a:path extrusionOk="0" h="9133" w="6397">
                  <a:moveTo>
                    <a:pt x="5768" y="592"/>
                  </a:moveTo>
                  <a:lnTo>
                    <a:pt x="5768" y="8504"/>
                  </a:lnTo>
                  <a:lnTo>
                    <a:pt x="629" y="8504"/>
                  </a:lnTo>
                  <a:lnTo>
                    <a:pt x="629" y="592"/>
                  </a:lnTo>
                  <a:close/>
                  <a:moveTo>
                    <a:pt x="296" y="1"/>
                  </a:moveTo>
                  <a:cubicBezTo>
                    <a:pt x="222" y="1"/>
                    <a:pt x="148" y="38"/>
                    <a:pt x="74" y="75"/>
                  </a:cubicBezTo>
                  <a:cubicBezTo>
                    <a:pt x="37" y="149"/>
                    <a:pt x="0" y="223"/>
                    <a:pt x="0" y="297"/>
                  </a:cubicBezTo>
                  <a:lnTo>
                    <a:pt x="0" y="8837"/>
                  </a:lnTo>
                  <a:cubicBezTo>
                    <a:pt x="0" y="8911"/>
                    <a:pt x="37" y="8985"/>
                    <a:pt x="74" y="9059"/>
                  </a:cubicBezTo>
                  <a:cubicBezTo>
                    <a:pt x="148" y="9096"/>
                    <a:pt x="222" y="9133"/>
                    <a:pt x="296" y="9133"/>
                  </a:cubicBezTo>
                  <a:lnTo>
                    <a:pt x="6101" y="9133"/>
                  </a:lnTo>
                  <a:cubicBezTo>
                    <a:pt x="6175" y="9133"/>
                    <a:pt x="6248" y="9096"/>
                    <a:pt x="6285" y="9059"/>
                  </a:cubicBezTo>
                  <a:cubicBezTo>
                    <a:pt x="6359" y="8985"/>
                    <a:pt x="6396" y="8911"/>
                    <a:pt x="6396" y="8837"/>
                  </a:cubicBezTo>
                  <a:lnTo>
                    <a:pt x="6396" y="297"/>
                  </a:lnTo>
                  <a:cubicBezTo>
                    <a:pt x="6396" y="223"/>
                    <a:pt x="6359" y="149"/>
                    <a:pt x="6285" y="75"/>
                  </a:cubicBezTo>
                  <a:cubicBezTo>
                    <a:pt x="6248" y="38"/>
                    <a:pt x="6175" y="1"/>
                    <a:pt x="61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4" name="Google Shape;3594;g3048a510704_4_0"/>
            <p:cNvSpPr/>
            <p:nvPr/>
          </p:nvSpPr>
          <p:spPr>
            <a:xfrm>
              <a:off x="4570175" y="3443475"/>
              <a:ext cx="77675" cy="144200"/>
            </a:xfrm>
            <a:custGeom>
              <a:rect b="b" l="l" r="r" t="t"/>
              <a:pathLst>
                <a:path extrusionOk="0" h="5768" w="3107">
                  <a:moveTo>
                    <a:pt x="481" y="0"/>
                  </a:moveTo>
                  <a:cubicBezTo>
                    <a:pt x="186" y="0"/>
                    <a:pt x="1" y="222"/>
                    <a:pt x="1" y="481"/>
                  </a:cubicBezTo>
                  <a:cubicBezTo>
                    <a:pt x="1" y="740"/>
                    <a:pt x="186" y="962"/>
                    <a:pt x="481" y="962"/>
                  </a:cubicBezTo>
                  <a:lnTo>
                    <a:pt x="1258" y="962"/>
                  </a:lnTo>
                  <a:cubicBezTo>
                    <a:pt x="1738" y="962"/>
                    <a:pt x="2145" y="1368"/>
                    <a:pt x="2145" y="1849"/>
                  </a:cubicBezTo>
                  <a:lnTo>
                    <a:pt x="2145" y="3919"/>
                  </a:lnTo>
                  <a:cubicBezTo>
                    <a:pt x="2145" y="4437"/>
                    <a:pt x="1738" y="4844"/>
                    <a:pt x="1258" y="4844"/>
                  </a:cubicBezTo>
                  <a:lnTo>
                    <a:pt x="629" y="4844"/>
                  </a:lnTo>
                  <a:cubicBezTo>
                    <a:pt x="371" y="4844"/>
                    <a:pt x="149" y="5028"/>
                    <a:pt x="149" y="5287"/>
                  </a:cubicBezTo>
                  <a:cubicBezTo>
                    <a:pt x="149" y="5583"/>
                    <a:pt x="371" y="5768"/>
                    <a:pt x="629" y="5768"/>
                  </a:cubicBezTo>
                  <a:lnTo>
                    <a:pt x="1258" y="5768"/>
                  </a:lnTo>
                  <a:cubicBezTo>
                    <a:pt x="2256" y="5768"/>
                    <a:pt x="3106" y="4955"/>
                    <a:pt x="3106" y="3919"/>
                  </a:cubicBezTo>
                  <a:lnTo>
                    <a:pt x="3106" y="1849"/>
                  </a:lnTo>
                  <a:cubicBezTo>
                    <a:pt x="3106" y="851"/>
                    <a:pt x="2256" y="0"/>
                    <a:pt x="125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5" name="Google Shape;3595;g3048a510704_4_0"/>
            <p:cNvSpPr/>
            <p:nvPr/>
          </p:nvSpPr>
          <p:spPr>
            <a:xfrm>
              <a:off x="4561875" y="3436075"/>
              <a:ext cx="93375" cy="159925"/>
            </a:xfrm>
            <a:custGeom>
              <a:rect b="b" l="l" r="r" t="t"/>
              <a:pathLst>
                <a:path extrusionOk="0" h="6397" w="3735">
                  <a:moveTo>
                    <a:pt x="1590" y="592"/>
                  </a:moveTo>
                  <a:cubicBezTo>
                    <a:pt x="2440" y="629"/>
                    <a:pt x="3106" y="1295"/>
                    <a:pt x="3106" y="2145"/>
                  </a:cubicBezTo>
                  <a:lnTo>
                    <a:pt x="3106" y="4215"/>
                  </a:lnTo>
                  <a:cubicBezTo>
                    <a:pt x="3106" y="5066"/>
                    <a:pt x="2440" y="5768"/>
                    <a:pt x="1590" y="5768"/>
                  </a:cubicBezTo>
                  <a:lnTo>
                    <a:pt x="961" y="5768"/>
                  </a:lnTo>
                  <a:cubicBezTo>
                    <a:pt x="887" y="5768"/>
                    <a:pt x="813" y="5694"/>
                    <a:pt x="813" y="5583"/>
                  </a:cubicBezTo>
                  <a:cubicBezTo>
                    <a:pt x="813" y="5509"/>
                    <a:pt x="887" y="5435"/>
                    <a:pt x="961" y="5435"/>
                  </a:cubicBezTo>
                  <a:lnTo>
                    <a:pt x="1590" y="5435"/>
                  </a:lnTo>
                  <a:cubicBezTo>
                    <a:pt x="2255" y="5435"/>
                    <a:pt x="2773" y="4881"/>
                    <a:pt x="2773" y="4215"/>
                  </a:cubicBezTo>
                  <a:lnTo>
                    <a:pt x="2773" y="2145"/>
                  </a:lnTo>
                  <a:cubicBezTo>
                    <a:pt x="2773" y="1480"/>
                    <a:pt x="2255" y="962"/>
                    <a:pt x="1590" y="962"/>
                  </a:cubicBezTo>
                  <a:lnTo>
                    <a:pt x="813" y="962"/>
                  </a:lnTo>
                  <a:cubicBezTo>
                    <a:pt x="703" y="962"/>
                    <a:pt x="629" y="888"/>
                    <a:pt x="629" y="777"/>
                  </a:cubicBezTo>
                  <a:cubicBezTo>
                    <a:pt x="629" y="703"/>
                    <a:pt x="703" y="592"/>
                    <a:pt x="813" y="592"/>
                  </a:cubicBezTo>
                  <a:close/>
                  <a:moveTo>
                    <a:pt x="813" y="1"/>
                  </a:moveTo>
                  <a:cubicBezTo>
                    <a:pt x="370" y="1"/>
                    <a:pt x="0" y="333"/>
                    <a:pt x="0" y="777"/>
                  </a:cubicBezTo>
                  <a:cubicBezTo>
                    <a:pt x="0" y="1221"/>
                    <a:pt x="370" y="1553"/>
                    <a:pt x="813" y="1553"/>
                  </a:cubicBezTo>
                  <a:lnTo>
                    <a:pt x="1590" y="1553"/>
                  </a:lnTo>
                  <a:cubicBezTo>
                    <a:pt x="1886" y="1553"/>
                    <a:pt x="2181" y="1812"/>
                    <a:pt x="2181" y="2145"/>
                  </a:cubicBezTo>
                  <a:lnTo>
                    <a:pt x="2181" y="4215"/>
                  </a:lnTo>
                  <a:cubicBezTo>
                    <a:pt x="2181" y="4548"/>
                    <a:pt x="1886" y="4807"/>
                    <a:pt x="1590" y="4807"/>
                  </a:cubicBezTo>
                  <a:lnTo>
                    <a:pt x="961" y="4807"/>
                  </a:lnTo>
                  <a:cubicBezTo>
                    <a:pt x="518" y="4807"/>
                    <a:pt x="185" y="5177"/>
                    <a:pt x="185" y="5583"/>
                  </a:cubicBezTo>
                  <a:cubicBezTo>
                    <a:pt x="185" y="6027"/>
                    <a:pt x="518" y="6397"/>
                    <a:pt x="961" y="6397"/>
                  </a:cubicBezTo>
                  <a:lnTo>
                    <a:pt x="1590" y="6397"/>
                  </a:lnTo>
                  <a:cubicBezTo>
                    <a:pt x="2773" y="6397"/>
                    <a:pt x="3734" y="5398"/>
                    <a:pt x="3734" y="4215"/>
                  </a:cubicBezTo>
                  <a:lnTo>
                    <a:pt x="3734" y="2145"/>
                  </a:lnTo>
                  <a:cubicBezTo>
                    <a:pt x="3734" y="962"/>
                    <a:pt x="2773" y="1"/>
                    <a:pt x="15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6" name="Google Shape;3596;g3048a510704_4_0"/>
            <p:cNvSpPr/>
            <p:nvPr/>
          </p:nvSpPr>
          <p:spPr>
            <a:xfrm>
              <a:off x="4999975" y="3728150"/>
              <a:ext cx="140500" cy="1346100"/>
            </a:xfrm>
            <a:custGeom>
              <a:rect b="b" l="l" r="r" t="t"/>
              <a:pathLst>
                <a:path extrusionOk="0" h="53844" w="5620">
                  <a:moveTo>
                    <a:pt x="0" y="0"/>
                  </a:moveTo>
                  <a:lnTo>
                    <a:pt x="4474" y="53312"/>
                  </a:lnTo>
                  <a:cubicBezTo>
                    <a:pt x="4506" y="53634"/>
                    <a:pt x="4762" y="53844"/>
                    <a:pt x="5048" y="53844"/>
                  </a:cubicBezTo>
                  <a:cubicBezTo>
                    <a:pt x="5090" y="53844"/>
                    <a:pt x="5133" y="53839"/>
                    <a:pt x="5176" y="53830"/>
                  </a:cubicBezTo>
                  <a:cubicBezTo>
                    <a:pt x="5435" y="53756"/>
                    <a:pt x="5620" y="53497"/>
                    <a:pt x="5620" y="53201"/>
                  </a:cubicBezTo>
                  <a:lnTo>
                    <a:pt x="25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7" name="Google Shape;3597;g3048a510704_4_0"/>
            <p:cNvSpPr/>
            <p:nvPr/>
          </p:nvSpPr>
          <p:spPr>
            <a:xfrm>
              <a:off x="4991650" y="3720750"/>
              <a:ext cx="156225" cy="1360550"/>
            </a:xfrm>
            <a:custGeom>
              <a:rect b="b" l="l" r="r" t="t"/>
              <a:pathLst>
                <a:path extrusionOk="0" h="54422" w="6249">
                  <a:moveTo>
                    <a:pt x="2588" y="629"/>
                  </a:moveTo>
                  <a:lnTo>
                    <a:pt x="5620" y="53497"/>
                  </a:lnTo>
                  <a:lnTo>
                    <a:pt x="5620" y="53534"/>
                  </a:lnTo>
                  <a:lnTo>
                    <a:pt x="5620" y="53571"/>
                  </a:lnTo>
                  <a:cubicBezTo>
                    <a:pt x="5620" y="53682"/>
                    <a:pt x="5546" y="53793"/>
                    <a:pt x="5435" y="53793"/>
                  </a:cubicBezTo>
                  <a:lnTo>
                    <a:pt x="5361" y="53830"/>
                  </a:lnTo>
                  <a:cubicBezTo>
                    <a:pt x="5250" y="53830"/>
                    <a:pt x="5139" y="53719"/>
                    <a:pt x="5102" y="53571"/>
                  </a:cubicBezTo>
                  <a:lnTo>
                    <a:pt x="5099" y="53572"/>
                  </a:lnTo>
                  <a:lnTo>
                    <a:pt x="5099" y="53572"/>
                  </a:lnTo>
                  <a:lnTo>
                    <a:pt x="657" y="629"/>
                  </a:lnTo>
                  <a:close/>
                  <a:moveTo>
                    <a:pt x="333" y="1"/>
                  </a:moveTo>
                  <a:cubicBezTo>
                    <a:pt x="222" y="1"/>
                    <a:pt x="148" y="38"/>
                    <a:pt x="111" y="112"/>
                  </a:cubicBezTo>
                  <a:cubicBezTo>
                    <a:pt x="37" y="149"/>
                    <a:pt x="0" y="259"/>
                    <a:pt x="0" y="333"/>
                  </a:cubicBezTo>
                  <a:lnTo>
                    <a:pt x="4511" y="53645"/>
                  </a:lnTo>
                  <a:lnTo>
                    <a:pt x="4511" y="53682"/>
                  </a:lnTo>
                  <a:cubicBezTo>
                    <a:pt x="4548" y="54126"/>
                    <a:pt x="4954" y="54422"/>
                    <a:pt x="5361" y="54422"/>
                  </a:cubicBezTo>
                  <a:lnTo>
                    <a:pt x="5583" y="54422"/>
                  </a:lnTo>
                  <a:cubicBezTo>
                    <a:pt x="5990" y="54311"/>
                    <a:pt x="6248" y="53941"/>
                    <a:pt x="6248" y="53571"/>
                  </a:cubicBezTo>
                  <a:lnTo>
                    <a:pt x="6248" y="53460"/>
                  </a:lnTo>
                  <a:lnTo>
                    <a:pt x="3180" y="296"/>
                  </a:lnTo>
                  <a:cubicBezTo>
                    <a:pt x="3180" y="112"/>
                    <a:pt x="3069" y="1"/>
                    <a:pt x="28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8" name="Google Shape;3598;g3048a510704_4_0"/>
            <p:cNvSpPr/>
            <p:nvPr/>
          </p:nvSpPr>
          <p:spPr>
            <a:xfrm>
              <a:off x="5752325" y="3728150"/>
              <a:ext cx="141425" cy="1349800"/>
            </a:xfrm>
            <a:custGeom>
              <a:rect b="b" l="l" r="r" t="t"/>
              <a:pathLst>
                <a:path extrusionOk="0" h="53992" w="5657">
                  <a:moveTo>
                    <a:pt x="0" y="0"/>
                  </a:moveTo>
                  <a:lnTo>
                    <a:pt x="4474" y="53497"/>
                  </a:lnTo>
                  <a:cubicBezTo>
                    <a:pt x="4538" y="53786"/>
                    <a:pt x="4770" y="53992"/>
                    <a:pt x="5048" y="53992"/>
                  </a:cubicBezTo>
                  <a:cubicBezTo>
                    <a:pt x="5090" y="53992"/>
                    <a:pt x="5133" y="53987"/>
                    <a:pt x="5176" y="53978"/>
                  </a:cubicBezTo>
                  <a:cubicBezTo>
                    <a:pt x="5472" y="53941"/>
                    <a:pt x="5657" y="53645"/>
                    <a:pt x="5620" y="53386"/>
                  </a:cubicBezTo>
                  <a:lnTo>
                    <a:pt x="25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9" name="Google Shape;3599;g3048a510704_4_0"/>
            <p:cNvSpPr/>
            <p:nvPr/>
          </p:nvSpPr>
          <p:spPr>
            <a:xfrm>
              <a:off x="5744000" y="3720750"/>
              <a:ext cx="156225" cy="1365175"/>
            </a:xfrm>
            <a:custGeom>
              <a:rect b="b" l="l" r="r" t="t"/>
              <a:pathLst>
                <a:path extrusionOk="0" h="54607" w="6249">
                  <a:moveTo>
                    <a:pt x="2588" y="629"/>
                  </a:moveTo>
                  <a:lnTo>
                    <a:pt x="5657" y="53682"/>
                  </a:lnTo>
                  <a:lnTo>
                    <a:pt x="5657" y="53719"/>
                  </a:lnTo>
                  <a:cubicBezTo>
                    <a:pt x="5657" y="53867"/>
                    <a:pt x="5583" y="53978"/>
                    <a:pt x="5435" y="53978"/>
                  </a:cubicBezTo>
                  <a:lnTo>
                    <a:pt x="5398" y="53978"/>
                  </a:lnTo>
                  <a:cubicBezTo>
                    <a:pt x="5250" y="53978"/>
                    <a:pt x="5139" y="53904"/>
                    <a:pt x="5139" y="53756"/>
                  </a:cubicBezTo>
                  <a:lnTo>
                    <a:pt x="657" y="629"/>
                  </a:lnTo>
                  <a:close/>
                  <a:moveTo>
                    <a:pt x="333" y="1"/>
                  </a:moveTo>
                  <a:cubicBezTo>
                    <a:pt x="222" y="1"/>
                    <a:pt x="148" y="38"/>
                    <a:pt x="111" y="112"/>
                  </a:cubicBezTo>
                  <a:cubicBezTo>
                    <a:pt x="37" y="149"/>
                    <a:pt x="0" y="259"/>
                    <a:pt x="0" y="333"/>
                  </a:cubicBezTo>
                  <a:lnTo>
                    <a:pt x="4511" y="53830"/>
                  </a:lnTo>
                  <a:cubicBezTo>
                    <a:pt x="4585" y="54274"/>
                    <a:pt x="4955" y="54606"/>
                    <a:pt x="5398" y="54606"/>
                  </a:cubicBezTo>
                  <a:cubicBezTo>
                    <a:pt x="5472" y="54606"/>
                    <a:pt x="5509" y="54606"/>
                    <a:pt x="5583" y="54569"/>
                  </a:cubicBezTo>
                  <a:cubicBezTo>
                    <a:pt x="5990" y="54495"/>
                    <a:pt x="6248" y="54126"/>
                    <a:pt x="6248" y="53719"/>
                  </a:cubicBezTo>
                  <a:lnTo>
                    <a:pt x="6248" y="53645"/>
                  </a:lnTo>
                  <a:lnTo>
                    <a:pt x="3217" y="296"/>
                  </a:lnTo>
                  <a:cubicBezTo>
                    <a:pt x="3180" y="112"/>
                    <a:pt x="3069" y="1"/>
                    <a:pt x="28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0" name="Google Shape;3600;g3048a510704_4_0"/>
            <p:cNvSpPr/>
            <p:nvPr/>
          </p:nvSpPr>
          <p:spPr>
            <a:xfrm>
              <a:off x="2587625" y="3728150"/>
              <a:ext cx="123875" cy="1337800"/>
            </a:xfrm>
            <a:custGeom>
              <a:rect b="b" l="l" r="r" t="t"/>
              <a:pathLst>
                <a:path extrusionOk="0" h="53512" w="4955">
                  <a:moveTo>
                    <a:pt x="2404" y="0"/>
                  </a:moveTo>
                  <a:lnTo>
                    <a:pt x="38" y="52869"/>
                  </a:lnTo>
                  <a:cubicBezTo>
                    <a:pt x="1" y="53164"/>
                    <a:pt x="186" y="53423"/>
                    <a:pt x="482" y="53497"/>
                  </a:cubicBezTo>
                  <a:cubicBezTo>
                    <a:pt x="520" y="53507"/>
                    <a:pt x="559" y="53511"/>
                    <a:pt x="598" y="53511"/>
                  </a:cubicBezTo>
                  <a:cubicBezTo>
                    <a:pt x="859" y="53511"/>
                    <a:pt x="1115" y="53306"/>
                    <a:pt x="1147" y="53016"/>
                  </a:cubicBezTo>
                  <a:lnTo>
                    <a:pt x="495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1" name="Google Shape;3601;g3048a510704_4_0"/>
            <p:cNvSpPr/>
            <p:nvPr/>
          </p:nvSpPr>
          <p:spPr>
            <a:xfrm>
              <a:off x="2580250" y="3720750"/>
              <a:ext cx="138650" cy="1352225"/>
            </a:xfrm>
            <a:custGeom>
              <a:rect b="b" l="l" r="r" t="t"/>
              <a:pathLst>
                <a:path extrusionOk="0" h="54089" w="5546">
                  <a:moveTo>
                    <a:pt x="4917" y="629"/>
                  </a:moveTo>
                  <a:lnTo>
                    <a:pt x="1149" y="53239"/>
                  </a:lnTo>
                  <a:lnTo>
                    <a:pt x="1149" y="53239"/>
                  </a:lnTo>
                  <a:lnTo>
                    <a:pt x="1146" y="53238"/>
                  </a:lnTo>
                  <a:cubicBezTo>
                    <a:pt x="1146" y="53386"/>
                    <a:pt x="998" y="53497"/>
                    <a:pt x="887" y="53497"/>
                  </a:cubicBezTo>
                  <a:lnTo>
                    <a:pt x="850" y="53460"/>
                  </a:lnTo>
                  <a:cubicBezTo>
                    <a:pt x="703" y="53460"/>
                    <a:pt x="629" y="53349"/>
                    <a:pt x="629" y="53202"/>
                  </a:cubicBezTo>
                  <a:lnTo>
                    <a:pt x="629" y="53165"/>
                  </a:lnTo>
                  <a:lnTo>
                    <a:pt x="2982" y="629"/>
                  </a:lnTo>
                  <a:close/>
                  <a:moveTo>
                    <a:pt x="2699" y="1"/>
                  </a:moveTo>
                  <a:cubicBezTo>
                    <a:pt x="2514" y="1"/>
                    <a:pt x="2366" y="112"/>
                    <a:pt x="2366" y="296"/>
                  </a:cubicBezTo>
                  <a:lnTo>
                    <a:pt x="0" y="53128"/>
                  </a:lnTo>
                  <a:lnTo>
                    <a:pt x="0" y="53202"/>
                  </a:lnTo>
                  <a:cubicBezTo>
                    <a:pt x="0" y="53608"/>
                    <a:pt x="296" y="53978"/>
                    <a:pt x="703" y="54089"/>
                  </a:cubicBezTo>
                  <a:lnTo>
                    <a:pt x="887" y="54089"/>
                  </a:lnTo>
                  <a:cubicBezTo>
                    <a:pt x="1331" y="54089"/>
                    <a:pt x="1701" y="53793"/>
                    <a:pt x="1775" y="53349"/>
                  </a:cubicBezTo>
                  <a:lnTo>
                    <a:pt x="1775" y="53312"/>
                  </a:lnTo>
                  <a:lnTo>
                    <a:pt x="5546" y="333"/>
                  </a:lnTo>
                  <a:cubicBezTo>
                    <a:pt x="5546" y="259"/>
                    <a:pt x="5509" y="149"/>
                    <a:pt x="5472" y="112"/>
                  </a:cubicBezTo>
                  <a:cubicBezTo>
                    <a:pt x="5398" y="38"/>
                    <a:pt x="5324" y="1"/>
                    <a:pt x="52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2" name="Google Shape;3602;g3048a510704_4_0"/>
            <p:cNvSpPr/>
            <p:nvPr/>
          </p:nvSpPr>
          <p:spPr>
            <a:xfrm>
              <a:off x="1894425" y="3728150"/>
              <a:ext cx="122975" cy="1333175"/>
            </a:xfrm>
            <a:custGeom>
              <a:rect b="b" l="l" r="r" t="t"/>
              <a:pathLst>
                <a:path extrusionOk="0" h="53327" w="4919">
                  <a:moveTo>
                    <a:pt x="2367" y="0"/>
                  </a:moveTo>
                  <a:lnTo>
                    <a:pt x="38" y="52684"/>
                  </a:lnTo>
                  <a:cubicBezTo>
                    <a:pt x="1" y="52979"/>
                    <a:pt x="186" y="53238"/>
                    <a:pt x="445" y="53312"/>
                  </a:cubicBezTo>
                  <a:cubicBezTo>
                    <a:pt x="488" y="53322"/>
                    <a:pt x="531" y="53326"/>
                    <a:pt x="574" y="53326"/>
                  </a:cubicBezTo>
                  <a:cubicBezTo>
                    <a:pt x="859" y="53326"/>
                    <a:pt x="1115" y="53121"/>
                    <a:pt x="1147" y="52832"/>
                  </a:cubicBezTo>
                  <a:lnTo>
                    <a:pt x="49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3" name="Google Shape;3603;g3048a510704_4_0"/>
            <p:cNvSpPr/>
            <p:nvPr/>
          </p:nvSpPr>
          <p:spPr>
            <a:xfrm>
              <a:off x="1887050" y="3720750"/>
              <a:ext cx="138650" cy="1348525"/>
            </a:xfrm>
            <a:custGeom>
              <a:rect b="b" l="l" r="r" t="t"/>
              <a:pathLst>
                <a:path extrusionOk="0" h="53941" w="5546">
                  <a:moveTo>
                    <a:pt x="4880" y="629"/>
                  </a:moveTo>
                  <a:lnTo>
                    <a:pt x="1146" y="53091"/>
                  </a:lnTo>
                  <a:cubicBezTo>
                    <a:pt x="1109" y="53202"/>
                    <a:pt x="998" y="53312"/>
                    <a:pt x="887" y="53312"/>
                  </a:cubicBezTo>
                  <a:lnTo>
                    <a:pt x="814" y="53312"/>
                  </a:lnTo>
                  <a:cubicBezTo>
                    <a:pt x="703" y="53275"/>
                    <a:pt x="629" y="53165"/>
                    <a:pt x="629" y="53017"/>
                  </a:cubicBezTo>
                  <a:lnTo>
                    <a:pt x="629" y="52980"/>
                  </a:lnTo>
                  <a:lnTo>
                    <a:pt x="2982" y="629"/>
                  </a:lnTo>
                  <a:close/>
                  <a:moveTo>
                    <a:pt x="2662" y="1"/>
                  </a:moveTo>
                  <a:cubicBezTo>
                    <a:pt x="2514" y="1"/>
                    <a:pt x="2366" y="112"/>
                    <a:pt x="2366" y="296"/>
                  </a:cubicBezTo>
                  <a:lnTo>
                    <a:pt x="2" y="52943"/>
                  </a:lnTo>
                  <a:lnTo>
                    <a:pt x="2" y="52943"/>
                  </a:lnTo>
                  <a:lnTo>
                    <a:pt x="0" y="52943"/>
                  </a:lnTo>
                  <a:lnTo>
                    <a:pt x="0" y="53017"/>
                  </a:lnTo>
                  <a:cubicBezTo>
                    <a:pt x="0" y="53423"/>
                    <a:pt x="296" y="53793"/>
                    <a:pt x="666" y="53904"/>
                  </a:cubicBezTo>
                  <a:cubicBezTo>
                    <a:pt x="740" y="53904"/>
                    <a:pt x="814" y="53941"/>
                    <a:pt x="887" y="53941"/>
                  </a:cubicBezTo>
                  <a:cubicBezTo>
                    <a:pt x="1331" y="53941"/>
                    <a:pt x="1701" y="53608"/>
                    <a:pt x="1775" y="53165"/>
                  </a:cubicBezTo>
                  <a:lnTo>
                    <a:pt x="1775" y="53128"/>
                  </a:lnTo>
                  <a:lnTo>
                    <a:pt x="5546" y="333"/>
                  </a:lnTo>
                  <a:cubicBezTo>
                    <a:pt x="5546" y="259"/>
                    <a:pt x="5509" y="149"/>
                    <a:pt x="5435" y="112"/>
                  </a:cubicBezTo>
                  <a:cubicBezTo>
                    <a:pt x="5398" y="38"/>
                    <a:pt x="5324" y="1"/>
                    <a:pt x="52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4" name="Google Shape;3604;g3048a510704_4_0"/>
            <p:cNvSpPr/>
            <p:nvPr/>
          </p:nvSpPr>
          <p:spPr>
            <a:xfrm>
              <a:off x="1912000" y="3654200"/>
              <a:ext cx="3986375" cy="114650"/>
            </a:xfrm>
            <a:custGeom>
              <a:rect b="b" l="l" r="r" t="t"/>
              <a:pathLst>
                <a:path extrusionOk="0" h="4586" w="159455">
                  <a:moveTo>
                    <a:pt x="0" y="1"/>
                  </a:moveTo>
                  <a:lnTo>
                    <a:pt x="0" y="4585"/>
                  </a:lnTo>
                  <a:lnTo>
                    <a:pt x="159455" y="4585"/>
                  </a:lnTo>
                  <a:lnTo>
                    <a:pt x="159455"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5" name="Google Shape;3605;g3048a510704_4_0"/>
            <p:cNvSpPr/>
            <p:nvPr/>
          </p:nvSpPr>
          <p:spPr>
            <a:xfrm>
              <a:off x="1904600" y="3646800"/>
              <a:ext cx="4001175" cy="130350"/>
            </a:xfrm>
            <a:custGeom>
              <a:rect b="b" l="l" r="r" t="t"/>
              <a:pathLst>
                <a:path extrusionOk="0" h="5214" w="160047">
                  <a:moveTo>
                    <a:pt x="159455" y="629"/>
                  </a:moveTo>
                  <a:lnTo>
                    <a:pt x="159455" y="4585"/>
                  </a:lnTo>
                  <a:lnTo>
                    <a:pt x="592" y="4585"/>
                  </a:lnTo>
                  <a:lnTo>
                    <a:pt x="592" y="629"/>
                  </a:lnTo>
                  <a:close/>
                  <a:moveTo>
                    <a:pt x="296" y="1"/>
                  </a:moveTo>
                  <a:cubicBezTo>
                    <a:pt x="222" y="1"/>
                    <a:pt x="149" y="38"/>
                    <a:pt x="75" y="112"/>
                  </a:cubicBezTo>
                  <a:cubicBezTo>
                    <a:pt x="38" y="149"/>
                    <a:pt x="1" y="223"/>
                    <a:pt x="1" y="297"/>
                  </a:cubicBezTo>
                  <a:lnTo>
                    <a:pt x="1" y="4881"/>
                  </a:lnTo>
                  <a:cubicBezTo>
                    <a:pt x="1" y="4955"/>
                    <a:pt x="38" y="5066"/>
                    <a:pt x="75" y="5103"/>
                  </a:cubicBezTo>
                  <a:cubicBezTo>
                    <a:pt x="149" y="5177"/>
                    <a:pt x="222" y="5214"/>
                    <a:pt x="296" y="5214"/>
                  </a:cubicBezTo>
                  <a:lnTo>
                    <a:pt x="159751" y="5214"/>
                  </a:lnTo>
                  <a:cubicBezTo>
                    <a:pt x="159824" y="5214"/>
                    <a:pt x="159898" y="5177"/>
                    <a:pt x="159972" y="5103"/>
                  </a:cubicBezTo>
                  <a:cubicBezTo>
                    <a:pt x="160046" y="5066"/>
                    <a:pt x="160046" y="4955"/>
                    <a:pt x="160046" y="4881"/>
                  </a:cubicBezTo>
                  <a:lnTo>
                    <a:pt x="160046" y="297"/>
                  </a:lnTo>
                  <a:cubicBezTo>
                    <a:pt x="160046" y="223"/>
                    <a:pt x="160046" y="149"/>
                    <a:pt x="159972" y="112"/>
                  </a:cubicBezTo>
                  <a:cubicBezTo>
                    <a:pt x="159898" y="38"/>
                    <a:pt x="159824" y="1"/>
                    <a:pt x="1597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6" name="Google Shape;3606;g3048a510704_4_0"/>
            <p:cNvSpPr/>
            <p:nvPr/>
          </p:nvSpPr>
          <p:spPr>
            <a:xfrm>
              <a:off x="1912000" y="3654200"/>
              <a:ext cx="3986375" cy="39775"/>
            </a:xfrm>
            <a:custGeom>
              <a:rect b="b" l="l" r="r" t="t"/>
              <a:pathLst>
                <a:path extrusionOk="0" h="1591" w="159455">
                  <a:moveTo>
                    <a:pt x="0" y="1"/>
                  </a:moveTo>
                  <a:lnTo>
                    <a:pt x="0" y="1591"/>
                  </a:lnTo>
                  <a:lnTo>
                    <a:pt x="159455" y="1591"/>
                  </a:lnTo>
                  <a:lnTo>
                    <a:pt x="15945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7" name="Google Shape;3607;g3048a510704_4_0"/>
            <p:cNvSpPr/>
            <p:nvPr/>
          </p:nvSpPr>
          <p:spPr>
            <a:xfrm>
              <a:off x="1904600" y="3646800"/>
              <a:ext cx="4001175" cy="54575"/>
            </a:xfrm>
            <a:custGeom>
              <a:rect b="b" l="l" r="r" t="t"/>
              <a:pathLst>
                <a:path extrusionOk="0" h="2183" w="160047">
                  <a:moveTo>
                    <a:pt x="159455" y="629"/>
                  </a:moveTo>
                  <a:lnTo>
                    <a:pt x="159455" y="1591"/>
                  </a:lnTo>
                  <a:lnTo>
                    <a:pt x="592" y="1591"/>
                  </a:lnTo>
                  <a:lnTo>
                    <a:pt x="592" y="629"/>
                  </a:lnTo>
                  <a:close/>
                  <a:moveTo>
                    <a:pt x="296" y="1"/>
                  </a:moveTo>
                  <a:cubicBezTo>
                    <a:pt x="222" y="1"/>
                    <a:pt x="149" y="38"/>
                    <a:pt x="75" y="112"/>
                  </a:cubicBezTo>
                  <a:cubicBezTo>
                    <a:pt x="38" y="149"/>
                    <a:pt x="1" y="223"/>
                    <a:pt x="1" y="297"/>
                  </a:cubicBezTo>
                  <a:lnTo>
                    <a:pt x="1" y="1887"/>
                  </a:lnTo>
                  <a:cubicBezTo>
                    <a:pt x="1" y="1960"/>
                    <a:pt x="38" y="2034"/>
                    <a:pt x="75" y="2108"/>
                  </a:cubicBezTo>
                  <a:cubicBezTo>
                    <a:pt x="149" y="2145"/>
                    <a:pt x="222" y="2182"/>
                    <a:pt x="296" y="2182"/>
                  </a:cubicBezTo>
                  <a:lnTo>
                    <a:pt x="159751" y="2182"/>
                  </a:lnTo>
                  <a:cubicBezTo>
                    <a:pt x="159824" y="2182"/>
                    <a:pt x="159898" y="2145"/>
                    <a:pt x="159972" y="2108"/>
                  </a:cubicBezTo>
                  <a:cubicBezTo>
                    <a:pt x="160046" y="2034"/>
                    <a:pt x="160046" y="1960"/>
                    <a:pt x="160046" y="1887"/>
                  </a:cubicBezTo>
                  <a:lnTo>
                    <a:pt x="160046" y="297"/>
                  </a:lnTo>
                  <a:cubicBezTo>
                    <a:pt x="160046" y="223"/>
                    <a:pt x="160046" y="149"/>
                    <a:pt x="159972" y="112"/>
                  </a:cubicBezTo>
                  <a:cubicBezTo>
                    <a:pt x="159898" y="38"/>
                    <a:pt x="159824" y="1"/>
                    <a:pt x="1597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8" name="Google Shape;3608;g3048a510704_4_0"/>
            <p:cNvSpPr/>
            <p:nvPr/>
          </p:nvSpPr>
          <p:spPr>
            <a:xfrm>
              <a:off x="4901075" y="3654200"/>
              <a:ext cx="997300" cy="114650"/>
            </a:xfrm>
            <a:custGeom>
              <a:rect b="b" l="l" r="r" t="t"/>
              <a:pathLst>
                <a:path extrusionOk="0" h="4586" w="39892">
                  <a:moveTo>
                    <a:pt x="0" y="1"/>
                  </a:moveTo>
                  <a:lnTo>
                    <a:pt x="0" y="4585"/>
                  </a:lnTo>
                  <a:lnTo>
                    <a:pt x="39892" y="4585"/>
                  </a:lnTo>
                  <a:lnTo>
                    <a:pt x="3989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9" name="Google Shape;3609;g3048a510704_4_0"/>
            <p:cNvSpPr/>
            <p:nvPr/>
          </p:nvSpPr>
          <p:spPr>
            <a:xfrm>
              <a:off x="4893675" y="3646800"/>
              <a:ext cx="1012100" cy="130350"/>
            </a:xfrm>
            <a:custGeom>
              <a:rect b="b" l="l" r="r" t="t"/>
              <a:pathLst>
                <a:path extrusionOk="0" h="5214" w="40484">
                  <a:moveTo>
                    <a:pt x="39892" y="629"/>
                  </a:moveTo>
                  <a:lnTo>
                    <a:pt x="39892" y="4585"/>
                  </a:lnTo>
                  <a:lnTo>
                    <a:pt x="592" y="4585"/>
                  </a:lnTo>
                  <a:lnTo>
                    <a:pt x="592" y="629"/>
                  </a:lnTo>
                  <a:close/>
                  <a:moveTo>
                    <a:pt x="296" y="1"/>
                  </a:moveTo>
                  <a:cubicBezTo>
                    <a:pt x="222" y="1"/>
                    <a:pt x="148" y="38"/>
                    <a:pt x="74" y="112"/>
                  </a:cubicBezTo>
                  <a:cubicBezTo>
                    <a:pt x="1" y="149"/>
                    <a:pt x="1" y="223"/>
                    <a:pt x="1" y="297"/>
                  </a:cubicBezTo>
                  <a:lnTo>
                    <a:pt x="1" y="4881"/>
                  </a:lnTo>
                  <a:cubicBezTo>
                    <a:pt x="1" y="4955"/>
                    <a:pt x="1" y="5066"/>
                    <a:pt x="74" y="5103"/>
                  </a:cubicBezTo>
                  <a:cubicBezTo>
                    <a:pt x="148" y="5177"/>
                    <a:pt x="222" y="5214"/>
                    <a:pt x="296" y="5214"/>
                  </a:cubicBezTo>
                  <a:lnTo>
                    <a:pt x="40188" y="5214"/>
                  </a:lnTo>
                  <a:cubicBezTo>
                    <a:pt x="40261" y="5214"/>
                    <a:pt x="40335" y="5177"/>
                    <a:pt x="40409" y="5103"/>
                  </a:cubicBezTo>
                  <a:cubicBezTo>
                    <a:pt x="40483" y="5066"/>
                    <a:pt x="40483" y="4955"/>
                    <a:pt x="40483" y="4881"/>
                  </a:cubicBezTo>
                  <a:lnTo>
                    <a:pt x="40483" y="297"/>
                  </a:lnTo>
                  <a:cubicBezTo>
                    <a:pt x="40483" y="223"/>
                    <a:pt x="40483" y="149"/>
                    <a:pt x="40409" y="112"/>
                  </a:cubicBezTo>
                  <a:cubicBezTo>
                    <a:pt x="40335" y="38"/>
                    <a:pt x="40261" y="1"/>
                    <a:pt x="401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0" name="Google Shape;3610;g3048a510704_4_0"/>
            <p:cNvSpPr/>
            <p:nvPr/>
          </p:nvSpPr>
          <p:spPr>
            <a:xfrm>
              <a:off x="1876875" y="3616300"/>
              <a:ext cx="4057550" cy="43475"/>
            </a:xfrm>
            <a:custGeom>
              <a:rect b="b" l="l" r="r" t="t"/>
              <a:pathLst>
                <a:path extrusionOk="0" h="1739" w="162302">
                  <a:moveTo>
                    <a:pt x="1" y="1"/>
                  </a:moveTo>
                  <a:lnTo>
                    <a:pt x="1" y="1739"/>
                  </a:lnTo>
                  <a:lnTo>
                    <a:pt x="162301" y="1739"/>
                  </a:lnTo>
                  <a:lnTo>
                    <a:pt x="16230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1" name="Google Shape;3611;g3048a510704_4_0"/>
            <p:cNvSpPr/>
            <p:nvPr/>
          </p:nvSpPr>
          <p:spPr>
            <a:xfrm>
              <a:off x="1868550" y="3608925"/>
              <a:ext cx="4073275" cy="59175"/>
            </a:xfrm>
            <a:custGeom>
              <a:rect b="b" l="l" r="r" t="t"/>
              <a:pathLst>
                <a:path extrusionOk="0" h="2367" w="162931">
                  <a:moveTo>
                    <a:pt x="162302" y="629"/>
                  </a:moveTo>
                  <a:lnTo>
                    <a:pt x="162302" y="1738"/>
                  </a:lnTo>
                  <a:lnTo>
                    <a:pt x="629" y="1738"/>
                  </a:lnTo>
                  <a:lnTo>
                    <a:pt x="629" y="629"/>
                  </a:lnTo>
                  <a:close/>
                  <a:moveTo>
                    <a:pt x="334" y="0"/>
                  </a:moveTo>
                  <a:cubicBezTo>
                    <a:pt x="223" y="0"/>
                    <a:pt x="149" y="37"/>
                    <a:pt x="112" y="74"/>
                  </a:cubicBezTo>
                  <a:cubicBezTo>
                    <a:pt x="38" y="148"/>
                    <a:pt x="1" y="222"/>
                    <a:pt x="1" y="296"/>
                  </a:cubicBezTo>
                  <a:lnTo>
                    <a:pt x="1" y="2034"/>
                  </a:lnTo>
                  <a:cubicBezTo>
                    <a:pt x="1" y="2144"/>
                    <a:pt x="38" y="2218"/>
                    <a:pt x="112" y="2255"/>
                  </a:cubicBezTo>
                  <a:cubicBezTo>
                    <a:pt x="149" y="2329"/>
                    <a:pt x="223" y="2366"/>
                    <a:pt x="334" y="2366"/>
                  </a:cubicBezTo>
                  <a:lnTo>
                    <a:pt x="162634" y="2366"/>
                  </a:lnTo>
                  <a:cubicBezTo>
                    <a:pt x="162708" y="2366"/>
                    <a:pt x="162782" y="2329"/>
                    <a:pt x="162819" y="2255"/>
                  </a:cubicBezTo>
                  <a:cubicBezTo>
                    <a:pt x="162893" y="2218"/>
                    <a:pt x="162930" y="2144"/>
                    <a:pt x="162930" y="2034"/>
                  </a:cubicBezTo>
                  <a:lnTo>
                    <a:pt x="162930" y="296"/>
                  </a:lnTo>
                  <a:cubicBezTo>
                    <a:pt x="162930" y="222"/>
                    <a:pt x="162893" y="148"/>
                    <a:pt x="162819" y="74"/>
                  </a:cubicBezTo>
                  <a:cubicBezTo>
                    <a:pt x="162782" y="37"/>
                    <a:pt x="162708" y="0"/>
                    <a:pt x="1626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2" name="Google Shape;3612;g3048a510704_4_0"/>
            <p:cNvSpPr/>
            <p:nvPr/>
          </p:nvSpPr>
          <p:spPr>
            <a:xfrm>
              <a:off x="4942650" y="3616300"/>
              <a:ext cx="991775" cy="43475"/>
            </a:xfrm>
            <a:custGeom>
              <a:rect b="b" l="l" r="r" t="t"/>
              <a:pathLst>
                <a:path extrusionOk="0" h="1739" w="39671">
                  <a:moveTo>
                    <a:pt x="1" y="1"/>
                  </a:moveTo>
                  <a:lnTo>
                    <a:pt x="1" y="1739"/>
                  </a:lnTo>
                  <a:lnTo>
                    <a:pt x="39670" y="1739"/>
                  </a:lnTo>
                  <a:lnTo>
                    <a:pt x="3967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3" name="Google Shape;3613;g3048a510704_4_0"/>
            <p:cNvSpPr/>
            <p:nvPr/>
          </p:nvSpPr>
          <p:spPr>
            <a:xfrm>
              <a:off x="4935275" y="3608925"/>
              <a:ext cx="1006550" cy="59175"/>
            </a:xfrm>
            <a:custGeom>
              <a:rect b="b" l="l" r="r" t="t"/>
              <a:pathLst>
                <a:path extrusionOk="0" h="2367" w="40262">
                  <a:moveTo>
                    <a:pt x="39633" y="629"/>
                  </a:moveTo>
                  <a:lnTo>
                    <a:pt x="39633" y="1738"/>
                  </a:lnTo>
                  <a:lnTo>
                    <a:pt x="592" y="1738"/>
                  </a:lnTo>
                  <a:lnTo>
                    <a:pt x="592" y="629"/>
                  </a:lnTo>
                  <a:close/>
                  <a:moveTo>
                    <a:pt x="296" y="0"/>
                  </a:moveTo>
                  <a:cubicBezTo>
                    <a:pt x="222" y="0"/>
                    <a:pt x="148" y="37"/>
                    <a:pt x="74" y="74"/>
                  </a:cubicBezTo>
                  <a:cubicBezTo>
                    <a:pt x="0" y="148"/>
                    <a:pt x="0" y="222"/>
                    <a:pt x="0" y="296"/>
                  </a:cubicBezTo>
                  <a:lnTo>
                    <a:pt x="0" y="2034"/>
                  </a:lnTo>
                  <a:cubicBezTo>
                    <a:pt x="0" y="2144"/>
                    <a:pt x="0" y="2218"/>
                    <a:pt x="74" y="2255"/>
                  </a:cubicBezTo>
                  <a:cubicBezTo>
                    <a:pt x="148" y="2329"/>
                    <a:pt x="222" y="2366"/>
                    <a:pt x="296" y="2366"/>
                  </a:cubicBezTo>
                  <a:lnTo>
                    <a:pt x="39965" y="2366"/>
                  </a:lnTo>
                  <a:cubicBezTo>
                    <a:pt x="40039" y="2366"/>
                    <a:pt x="40113" y="2329"/>
                    <a:pt x="40150" y="2255"/>
                  </a:cubicBezTo>
                  <a:cubicBezTo>
                    <a:pt x="40224" y="2218"/>
                    <a:pt x="40261" y="2144"/>
                    <a:pt x="40261" y="2034"/>
                  </a:cubicBezTo>
                  <a:lnTo>
                    <a:pt x="40261" y="296"/>
                  </a:lnTo>
                  <a:cubicBezTo>
                    <a:pt x="40261" y="222"/>
                    <a:pt x="40224" y="148"/>
                    <a:pt x="40150" y="74"/>
                  </a:cubicBezTo>
                  <a:cubicBezTo>
                    <a:pt x="40113" y="37"/>
                    <a:pt x="40039" y="0"/>
                    <a:pt x="399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4" name="Google Shape;3614;g3048a510704_4_0"/>
            <p:cNvSpPr/>
            <p:nvPr/>
          </p:nvSpPr>
          <p:spPr>
            <a:xfrm>
              <a:off x="5555450" y="2786125"/>
              <a:ext cx="416875" cy="365650"/>
            </a:xfrm>
            <a:custGeom>
              <a:rect b="b" l="l" r="r" t="t"/>
              <a:pathLst>
                <a:path extrusionOk="0" h="14626" w="16675">
                  <a:moveTo>
                    <a:pt x="6176" y="1"/>
                  </a:moveTo>
                  <a:cubicBezTo>
                    <a:pt x="5854" y="1"/>
                    <a:pt x="5521" y="27"/>
                    <a:pt x="5176" y="82"/>
                  </a:cubicBezTo>
                  <a:cubicBezTo>
                    <a:pt x="555" y="785"/>
                    <a:pt x="0" y="2966"/>
                    <a:pt x="296" y="4260"/>
                  </a:cubicBezTo>
                  <a:cubicBezTo>
                    <a:pt x="296" y="4260"/>
                    <a:pt x="2736" y="9842"/>
                    <a:pt x="4289" y="12320"/>
                  </a:cubicBezTo>
                  <a:cubicBezTo>
                    <a:pt x="5353" y="13953"/>
                    <a:pt x="6550" y="14625"/>
                    <a:pt x="7480" y="14625"/>
                  </a:cubicBezTo>
                  <a:cubicBezTo>
                    <a:pt x="7939" y="14625"/>
                    <a:pt x="8333" y="14461"/>
                    <a:pt x="8615" y="14168"/>
                  </a:cubicBezTo>
                  <a:lnTo>
                    <a:pt x="11055" y="11728"/>
                  </a:lnTo>
                  <a:lnTo>
                    <a:pt x="14086" y="14464"/>
                  </a:lnTo>
                  <a:lnTo>
                    <a:pt x="16674" y="10582"/>
                  </a:lnTo>
                  <a:cubicBezTo>
                    <a:pt x="16674" y="10582"/>
                    <a:pt x="14382" y="7550"/>
                    <a:pt x="13384" y="5702"/>
                  </a:cubicBezTo>
                  <a:cubicBezTo>
                    <a:pt x="12426" y="3958"/>
                    <a:pt x="10141" y="1"/>
                    <a:pt x="617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5" name="Google Shape;3615;g3048a510704_4_0"/>
            <p:cNvSpPr/>
            <p:nvPr/>
          </p:nvSpPr>
          <p:spPr>
            <a:xfrm>
              <a:off x="5552675" y="2778000"/>
              <a:ext cx="427950" cy="381750"/>
            </a:xfrm>
            <a:custGeom>
              <a:rect b="b" l="l" r="r" t="t"/>
              <a:pathLst>
                <a:path extrusionOk="0" h="15270" w="17118">
                  <a:moveTo>
                    <a:pt x="6249" y="629"/>
                  </a:moveTo>
                  <a:cubicBezTo>
                    <a:pt x="8134" y="629"/>
                    <a:pt x="9650" y="1553"/>
                    <a:pt x="10796" y="2736"/>
                  </a:cubicBezTo>
                  <a:cubicBezTo>
                    <a:pt x="11942" y="3919"/>
                    <a:pt x="12755" y="5287"/>
                    <a:pt x="13199" y="6175"/>
                  </a:cubicBezTo>
                  <a:cubicBezTo>
                    <a:pt x="14086" y="7790"/>
                    <a:pt x="15895" y="10246"/>
                    <a:pt x="16396" y="10917"/>
                  </a:cubicBezTo>
                  <a:lnTo>
                    <a:pt x="16396" y="10917"/>
                  </a:lnTo>
                  <a:lnTo>
                    <a:pt x="14123" y="14308"/>
                  </a:lnTo>
                  <a:lnTo>
                    <a:pt x="11387" y="11831"/>
                  </a:lnTo>
                  <a:cubicBezTo>
                    <a:pt x="11332" y="11776"/>
                    <a:pt x="11258" y="11748"/>
                    <a:pt x="11180" y="11748"/>
                  </a:cubicBezTo>
                  <a:cubicBezTo>
                    <a:pt x="11101" y="11748"/>
                    <a:pt x="11018" y="11776"/>
                    <a:pt x="10944" y="11831"/>
                  </a:cubicBezTo>
                  <a:cubicBezTo>
                    <a:pt x="10944" y="11831"/>
                    <a:pt x="9391" y="13421"/>
                    <a:pt x="8504" y="14271"/>
                  </a:cubicBezTo>
                  <a:cubicBezTo>
                    <a:pt x="8282" y="14493"/>
                    <a:pt x="7986" y="14641"/>
                    <a:pt x="7616" y="14641"/>
                  </a:cubicBezTo>
                  <a:cubicBezTo>
                    <a:pt x="6840" y="14641"/>
                    <a:pt x="5694" y="14049"/>
                    <a:pt x="4659" y="12460"/>
                  </a:cubicBezTo>
                  <a:cubicBezTo>
                    <a:pt x="3919" y="11277"/>
                    <a:pt x="2884" y="9243"/>
                    <a:pt x="2108" y="7543"/>
                  </a:cubicBezTo>
                  <a:cubicBezTo>
                    <a:pt x="1701" y="6692"/>
                    <a:pt x="1331" y="5916"/>
                    <a:pt x="1073" y="5361"/>
                  </a:cubicBezTo>
                  <a:cubicBezTo>
                    <a:pt x="883" y="4955"/>
                    <a:pt x="753" y="4647"/>
                    <a:pt x="697" y="4512"/>
                  </a:cubicBezTo>
                  <a:lnTo>
                    <a:pt x="697" y="4512"/>
                  </a:lnTo>
                  <a:lnTo>
                    <a:pt x="703" y="4511"/>
                  </a:lnTo>
                  <a:cubicBezTo>
                    <a:pt x="666" y="4363"/>
                    <a:pt x="629" y="4178"/>
                    <a:pt x="629" y="4030"/>
                  </a:cubicBezTo>
                  <a:cubicBezTo>
                    <a:pt x="629" y="3439"/>
                    <a:pt x="851" y="2810"/>
                    <a:pt x="1516" y="2182"/>
                  </a:cubicBezTo>
                  <a:cubicBezTo>
                    <a:pt x="2182" y="1590"/>
                    <a:pt x="3365" y="999"/>
                    <a:pt x="5324" y="703"/>
                  </a:cubicBezTo>
                  <a:cubicBezTo>
                    <a:pt x="5657" y="666"/>
                    <a:pt x="5953" y="629"/>
                    <a:pt x="6249" y="629"/>
                  </a:cubicBezTo>
                  <a:close/>
                  <a:moveTo>
                    <a:pt x="6249" y="1"/>
                  </a:moveTo>
                  <a:cubicBezTo>
                    <a:pt x="5916" y="1"/>
                    <a:pt x="5583" y="37"/>
                    <a:pt x="5250" y="111"/>
                  </a:cubicBezTo>
                  <a:cubicBezTo>
                    <a:pt x="3217" y="407"/>
                    <a:pt x="1923" y="999"/>
                    <a:pt x="1110" y="1738"/>
                  </a:cubicBezTo>
                  <a:cubicBezTo>
                    <a:pt x="296" y="2441"/>
                    <a:pt x="1" y="3291"/>
                    <a:pt x="38" y="4030"/>
                  </a:cubicBezTo>
                  <a:cubicBezTo>
                    <a:pt x="38" y="4252"/>
                    <a:pt x="38" y="4437"/>
                    <a:pt x="74" y="4659"/>
                  </a:cubicBezTo>
                  <a:lnTo>
                    <a:pt x="111" y="4696"/>
                  </a:lnTo>
                  <a:cubicBezTo>
                    <a:pt x="111" y="4696"/>
                    <a:pt x="740" y="6101"/>
                    <a:pt x="1516" y="7801"/>
                  </a:cubicBezTo>
                  <a:cubicBezTo>
                    <a:pt x="2330" y="9539"/>
                    <a:pt x="3365" y="11535"/>
                    <a:pt x="4141" y="12792"/>
                  </a:cubicBezTo>
                  <a:cubicBezTo>
                    <a:pt x="5250" y="14493"/>
                    <a:pt x="6507" y="15232"/>
                    <a:pt x="7616" y="15269"/>
                  </a:cubicBezTo>
                  <a:cubicBezTo>
                    <a:pt x="8134" y="15269"/>
                    <a:pt x="8615" y="15048"/>
                    <a:pt x="8947" y="14715"/>
                  </a:cubicBezTo>
                  <a:lnTo>
                    <a:pt x="10500" y="13162"/>
                  </a:lnTo>
                  <a:lnTo>
                    <a:pt x="11193" y="12469"/>
                  </a:lnTo>
                  <a:lnTo>
                    <a:pt x="13975" y="15011"/>
                  </a:lnTo>
                  <a:cubicBezTo>
                    <a:pt x="14030" y="15065"/>
                    <a:pt x="14103" y="15099"/>
                    <a:pt x="14168" y="15099"/>
                  </a:cubicBezTo>
                  <a:cubicBezTo>
                    <a:pt x="14192" y="15099"/>
                    <a:pt x="14214" y="15094"/>
                    <a:pt x="14234" y="15085"/>
                  </a:cubicBezTo>
                  <a:cubicBezTo>
                    <a:pt x="14308" y="15085"/>
                    <a:pt x="14419" y="15048"/>
                    <a:pt x="14456" y="14974"/>
                  </a:cubicBezTo>
                  <a:lnTo>
                    <a:pt x="17044" y="11092"/>
                  </a:lnTo>
                  <a:cubicBezTo>
                    <a:pt x="17118" y="10981"/>
                    <a:pt x="17118" y="10833"/>
                    <a:pt x="17044" y="10722"/>
                  </a:cubicBezTo>
                  <a:cubicBezTo>
                    <a:pt x="17044" y="10722"/>
                    <a:pt x="16896" y="10537"/>
                    <a:pt x="16674" y="10204"/>
                  </a:cubicBezTo>
                  <a:cubicBezTo>
                    <a:pt x="15972" y="9280"/>
                    <a:pt x="14493" y="7247"/>
                    <a:pt x="13754" y="5879"/>
                  </a:cubicBezTo>
                  <a:cubicBezTo>
                    <a:pt x="13273" y="4992"/>
                    <a:pt x="12460" y="3550"/>
                    <a:pt x="11240" y="2293"/>
                  </a:cubicBezTo>
                  <a:cubicBezTo>
                    <a:pt x="10020" y="1073"/>
                    <a:pt x="8356" y="1"/>
                    <a:pt x="62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6" name="Google Shape;3616;g3048a510704_4_0"/>
            <p:cNvSpPr/>
            <p:nvPr/>
          </p:nvSpPr>
          <p:spPr>
            <a:xfrm>
              <a:off x="5414950" y="2624850"/>
              <a:ext cx="546275" cy="391175"/>
            </a:xfrm>
            <a:custGeom>
              <a:rect b="b" l="l" r="r" t="t"/>
              <a:pathLst>
                <a:path extrusionOk="0" h="15647" w="21851">
                  <a:moveTo>
                    <a:pt x="13545" y="0"/>
                  </a:moveTo>
                  <a:cubicBezTo>
                    <a:pt x="11427" y="0"/>
                    <a:pt x="9026" y="650"/>
                    <a:pt x="6619" y="2060"/>
                  </a:cubicBezTo>
                  <a:cubicBezTo>
                    <a:pt x="999" y="5387"/>
                    <a:pt x="1" y="11265"/>
                    <a:pt x="3033" y="12153"/>
                  </a:cubicBezTo>
                  <a:cubicBezTo>
                    <a:pt x="3273" y="12221"/>
                    <a:pt x="3520" y="12252"/>
                    <a:pt x="3773" y="12252"/>
                  </a:cubicBezTo>
                  <a:cubicBezTo>
                    <a:pt x="6670" y="12252"/>
                    <a:pt x="10204" y="8124"/>
                    <a:pt x="10205" y="8123"/>
                  </a:cubicBezTo>
                  <a:lnTo>
                    <a:pt x="10205" y="8123"/>
                  </a:lnTo>
                  <a:cubicBezTo>
                    <a:pt x="8763" y="10711"/>
                    <a:pt x="11351" y="10711"/>
                    <a:pt x="11351" y="10711"/>
                  </a:cubicBezTo>
                  <a:cubicBezTo>
                    <a:pt x="11351" y="10711"/>
                    <a:pt x="11499" y="12412"/>
                    <a:pt x="12238" y="13595"/>
                  </a:cubicBezTo>
                  <a:cubicBezTo>
                    <a:pt x="12355" y="13785"/>
                    <a:pt x="12456" y="13864"/>
                    <a:pt x="12544" y="13864"/>
                  </a:cubicBezTo>
                  <a:cubicBezTo>
                    <a:pt x="12986" y="13864"/>
                    <a:pt x="13089" y="11857"/>
                    <a:pt x="13089" y="11857"/>
                  </a:cubicBezTo>
                  <a:cubicBezTo>
                    <a:pt x="13089" y="11857"/>
                    <a:pt x="15529" y="14297"/>
                    <a:pt x="17414" y="15295"/>
                  </a:cubicBezTo>
                  <a:cubicBezTo>
                    <a:pt x="17865" y="15539"/>
                    <a:pt x="18268" y="15646"/>
                    <a:pt x="18625" y="15646"/>
                  </a:cubicBezTo>
                  <a:cubicBezTo>
                    <a:pt x="19731" y="15646"/>
                    <a:pt x="20397" y="14620"/>
                    <a:pt x="20704" y="13447"/>
                  </a:cubicBezTo>
                  <a:cubicBezTo>
                    <a:pt x="21148" y="11857"/>
                    <a:pt x="21851" y="6829"/>
                    <a:pt x="19854" y="3206"/>
                  </a:cubicBezTo>
                  <a:cubicBezTo>
                    <a:pt x="18692" y="1156"/>
                    <a:pt x="16370" y="0"/>
                    <a:pt x="135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7" name="Google Shape;3617;g3048a510704_4_0"/>
            <p:cNvSpPr/>
            <p:nvPr/>
          </p:nvSpPr>
          <p:spPr>
            <a:xfrm>
              <a:off x="5440850" y="2617175"/>
              <a:ext cx="512050" cy="406700"/>
            </a:xfrm>
            <a:custGeom>
              <a:rect b="b" l="l" r="r" t="t"/>
              <a:pathLst>
                <a:path extrusionOk="0" h="16268" w="20482">
                  <a:moveTo>
                    <a:pt x="12496" y="629"/>
                  </a:moveTo>
                  <a:cubicBezTo>
                    <a:pt x="15269" y="629"/>
                    <a:pt x="17450" y="1738"/>
                    <a:pt x="18559" y="3698"/>
                  </a:cubicBezTo>
                  <a:cubicBezTo>
                    <a:pt x="19558" y="5472"/>
                    <a:pt x="19853" y="7654"/>
                    <a:pt x="19853" y="9576"/>
                  </a:cubicBezTo>
                  <a:cubicBezTo>
                    <a:pt x="19853" y="11351"/>
                    <a:pt x="19595" y="12940"/>
                    <a:pt x="19373" y="13680"/>
                  </a:cubicBezTo>
                  <a:cubicBezTo>
                    <a:pt x="19225" y="14234"/>
                    <a:pt x="19003" y="14752"/>
                    <a:pt x="18707" y="15122"/>
                  </a:cubicBezTo>
                  <a:cubicBezTo>
                    <a:pt x="18374" y="15454"/>
                    <a:pt x="18042" y="15639"/>
                    <a:pt x="17598" y="15676"/>
                  </a:cubicBezTo>
                  <a:cubicBezTo>
                    <a:pt x="17302" y="15676"/>
                    <a:pt x="16933" y="15565"/>
                    <a:pt x="16526" y="15343"/>
                  </a:cubicBezTo>
                  <a:cubicBezTo>
                    <a:pt x="15639" y="14863"/>
                    <a:pt x="14567" y="14013"/>
                    <a:pt x="13716" y="13273"/>
                  </a:cubicBezTo>
                  <a:cubicBezTo>
                    <a:pt x="13310" y="12903"/>
                    <a:pt x="12940" y="12571"/>
                    <a:pt x="12681" y="12349"/>
                  </a:cubicBezTo>
                  <a:cubicBezTo>
                    <a:pt x="12533" y="12201"/>
                    <a:pt x="12459" y="12127"/>
                    <a:pt x="12385" y="12053"/>
                  </a:cubicBezTo>
                  <a:cubicBezTo>
                    <a:pt x="12311" y="11979"/>
                    <a:pt x="12274" y="11942"/>
                    <a:pt x="12274" y="11942"/>
                  </a:cubicBezTo>
                  <a:cubicBezTo>
                    <a:pt x="12220" y="11888"/>
                    <a:pt x="12126" y="11854"/>
                    <a:pt x="12037" y="11854"/>
                  </a:cubicBezTo>
                  <a:cubicBezTo>
                    <a:pt x="12004" y="11854"/>
                    <a:pt x="11971" y="11858"/>
                    <a:pt x="11942" y="11868"/>
                  </a:cubicBezTo>
                  <a:cubicBezTo>
                    <a:pt x="11831" y="11905"/>
                    <a:pt x="11757" y="12016"/>
                    <a:pt x="11757" y="12127"/>
                  </a:cubicBezTo>
                  <a:cubicBezTo>
                    <a:pt x="11757" y="12127"/>
                    <a:pt x="11757" y="12275"/>
                    <a:pt x="11720" y="12460"/>
                  </a:cubicBezTo>
                  <a:cubicBezTo>
                    <a:pt x="11720" y="12719"/>
                    <a:pt x="11646" y="13125"/>
                    <a:pt x="11572" y="13458"/>
                  </a:cubicBezTo>
                  <a:cubicBezTo>
                    <a:pt x="11544" y="13571"/>
                    <a:pt x="11515" y="13684"/>
                    <a:pt x="11487" y="13764"/>
                  </a:cubicBezTo>
                  <a:lnTo>
                    <a:pt x="11487" y="13764"/>
                  </a:lnTo>
                  <a:cubicBezTo>
                    <a:pt x="11479" y="13750"/>
                    <a:pt x="11470" y="13734"/>
                    <a:pt x="11461" y="13717"/>
                  </a:cubicBezTo>
                  <a:cubicBezTo>
                    <a:pt x="11128" y="13199"/>
                    <a:pt x="10906" y="12497"/>
                    <a:pt x="10796" y="11942"/>
                  </a:cubicBezTo>
                  <a:cubicBezTo>
                    <a:pt x="10722" y="11683"/>
                    <a:pt x="10685" y="11425"/>
                    <a:pt x="10685" y="11240"/>
                  </a:cubicBezTo>
                  <a:cubicBezTo>
                    <a:pt x="10648" y="11166"/>
                    <a:pt x="10648" y="11092"/>
                    <a:pt x="10648" y="11055"/>
                  </a:cubicBezTo>
                  <a:lnTo>
                    <a:pt x="10648" y="10981"/>
                  </a:lnTo>
                  <a:cubicBezTo>
                    <a:pt x="10611" y="10833"/>
                    <a:pt x="10500" y="10685"/>
                    <a:pt x="10315" y="10685"/>
                  </a:cubicBezTo>
                  <a:cubicBezTo>
                    <a:pt x="10241" y="10685"/>
                    <a:pt x="9908" y="10685"/>
                    <a:pt x="9575" y="10537"/>
                  </a:cubicBezTo>
                  <a:cubicBezTo>
                    <a:pt x="9428" y="10463"/>
                    <a:pt x="9317" y="10389"/>
                    <a:pt x="9206" y="10278"/>
                  </a:cubicBezTo>
                  <a:cubicBezTo>
                    <a:pt x="9132" y="10131"/>
                    <a:pt x="9058" y="9983"/>
                    <a:pt x="9058" y="9761"/>
                  </a:cubicBezTo>
                  <a:cubicBezTo>
                    <a:pt x="9058" y="9502"/>
                    <a:pt x="9169" y="9095"/>
                    <a:pt x="9465" y="8578"/>
                  </a:cubicBezTo>
                  <a:cubicBezTo>
                    <a:pt x="9539" y="8430"/>
                    <a:pt x="9502" y="8245"/>
                    <a:pt x="9354" y="8171"/>
                  </a:cubicBezTo>
                  <a:cubicBezTo>
                    <a:pt x="9307" y="8125"/>
                    <a:pt x="9248" y="8104"/>
                    <a:pt x="9186" y="8104"/>
                  </a:cubicBezTo>
                  <a:cubicBezTo>
                    <a:pt x="9101" y="8104"/>
                    <a:pt x="9011" y="8144"/>
                    <a:pt x="8947" y="8208"/>
                  </a:cubicBezTo>
                  <a:lnTo>
                    <a:pt x="8910" y="8245"/>
                  </a:lnTo>
                  <a:cubicBezTo>
                    <a:pt x="8725" y="8467"/>
                    <a:pt x="7801" y="9502"/>
                    <a:pt x="6618" y="10426"/>
                  </a:cubicBezTo>
                  <a:cubicBezTo>
                    <a:pt x="5435" y="11388"/>
                    <a:pt x="3956" y="12238"/>
                    <a:pt x="2736" y="12238"/>
                  </a:cubicBezTo>
                  <a:cubicBezTo>
                    <a:pt x="2514" y="12238"/>
                    <a:pt x="2292" y="12201"/>
                    <a:pt x="2070" y="12164"/>
                  </a:cubicBezTo>
                  <a:cubicBezTo>
                    <a:pt x="1590" y="12016"/>
                    <a:pt x="1257" y="11757"/>
                    <a:pt x="998" y="11351"/>
                  </a:cubicBezTo>
                  <a:cubicBezTo>
                    <a:pt x="740" y="10981"/>
                    <a:pt x="629" y="10463"/>
                    <a:pt x="629" y="9872"/>
                  </a:cubicBezTo>
                  <a:cubicBezTo>
                    <a:pt x="629" y="8800"/>
                    <a:pt x="1035" y="7506"/>
                    <a:pt x="1886" y="6249"/>
                  </a:cubicBezTo>
                  <a:cubicBezTo>
                    <a:pt x="2699" y="4955"/>
                    <a:pt x="3993" y="3661"/>
                    <a:pt x="5731" y="2626"/>
                  </a:cubicBezTo>
                  <a:cubicBezTo>
                    <a:pt x="8097" y="1258"/>
                    <a:pt x="10463" y="629"/>
                    <a:pt x="12496" y="629"/>
                  </a:cubicBezTo>
                  <a:close/>
                  <a:moveTo>
                    <a:pt x="12496" y="1"/>
                  </a:moveTo>
                  <a:cubicBezTo>
                    <a:pt x="10315" y="1"/>
                    <a:pt x="7875" y="666"/>
                    <a:pt x="5435" y="2108"/>
                  </a:cubicBezTo>
                  <a:cubicBezTo>
                    <a:pt x="3623" y="3180"/>
                    <a:pt x="2255" y="4511"/>
                    <a:pt x="1368" y="5879"/>
                  </a:cubicBezTo>
                  <a:cubicBezTo>
                    <a:pt x="444" y="7284"/>
                    <a:pt x="0" y="8652"/>
                    <a:pt x="0" y="9872"/>
                  </a:cubicBezTo>
                  <a:cubicBezTo>
                    <a:pt x="0" y="10537"/>
                    <a:pt x="148" y="11166"/>
                    <a:pt x="481" y="11683"/>
                  </a:cubicBezTo>
                  <a:cubicBezTo>
                    <a:pt x="776" y="12201"/>
                    <a:pt x="1294" y="12571"/>
                    <a:pt x="1886" y="12756"/>
                  </a:cubicBezTo>
                  <a:cubicBezTo>
                    <a:pt x="2181" y="12829"/>
                    <a:pt x="2440" y="12866"/>
                    <a:pt x="2736" y="12866"/>
                  </a:cubicBezTo>
                  <a:cubicBezTo>
                    <a:pt x="4363" y="12829"/>
                    <a:pt x="5989" y="11757"/>
                    <a:pt x="7246" y="10722"/>
                  </a:cubicBezTo>
                  <a:cubicBezTo>
                    <a:pt x="7697" y="10351"/>
                    <a:pt x="8100" y="9975"/>
                    <a:pt x="8433" y="9646"/>
                  </a:cubicBezTo>
                  <a:lnTo>
                    <a:pt x="8433" y="9646"/>
                  </a:lnTo>
                  <a:cubicBezTo>
                    <a:pt x="8431" y="9685"/>
                    <a:pt x="8429" y="9723"/>
                    <a:pt x="8429" y="9761"/>
                  </a:cubicBezTo>
                  <a:cubicBezTo>
                    <a:pt x="8429" y="10131"/>
                    <a:pt x="8577" y="10463"/>
                    <a:pt x="8762" y="10685"/>
                  </a:cubicBezTo>
                  <a:cubicBezTo>
                    <a:pt x="9058" y="11018"/>
                    <a:pt x="9428" y="11166"/>
                    <a:pt x="9760" y="11240"/>
                  </a:cubicBezTo>
                  <a:cubicBezTo>
                    <a:pt x="9864" y="11266"/>
                    <a:pt x="9963" y="11283"/>
                    <a:pt x="10049" y="11293"/>
                  </a:cubicBezTo>
                  <a:lnTo>
                    <a:pt x="10049" y="11293"/>
                  </a:lnTo>
                  <a:cubicBezTo>
                    <a:pt x="10075" y="11486"/>
                    <a:pt x="10123" y="11766"/>
                    <a:pt x="10204" y="12090"/>
                  </a:cubicBezTo>
                  <a:cubicBezTo>
                    <a:pt x="10315" y="12682"/>
                    <a:pt x="10537" y="13421"/>
                    <a:pt x="10943" y="14049"/>
                  </a:cubicBezTo>
                  <a:cubicBezTo>
                    <a:pt x="11017" y="14160"/>
                    <a:pt x="11091" y="14271"/>
                    <a:pt x="11165" y="14345"/>
                  </a:cubicBezTo>
                  <a:cubicBezTo>
                    <a:pt x="11239" y="14419"/>
                    <a:pt x="11350" y="14456"/>
                    <a:pt x="11498" y="14456"/>
                  </a:cubicBezTo>
                  <a:cubicBezTo>
                    <a:pt x="11683" y="14456"/>
                    <a:pt x="11831" y="14345"/>
                    <a:pt x="11905" y="14271"/>
                  </a:cubicBezTo>
                  <a:cubicBezTo>
                    <a:pt x="12016" y="14086"/>
                    <a:pt x="12089" y="13902"/>
                    <a:pt x="12163" y="13680"/>
                  </a:cubicBezTo>
                  <a:cubicBezTo>
                    <a:pt x="12226" y="13412"/>
                    <a:pt x="12269" y="13104"/>
                    <a:pt x="12298" y="12836"/>
                  </a:cubicBezTo>
                  <a:lnTo>
                    <a:pt x="12298" y="12836"/>
                  </a:lnTo>
                  <a:cubicBezTo>
                    <a:pt x="12557" y="13081"/>
                    <a:pt x="12909" y="13405"/>
                    <a:pt x="13310" y="13754"/>
                  </a:cubicBezTo>
                  <a:cubicBezTo>
                    <a:pt x="14160" y="14493"/>
                    <a:pt x="15269" y="15343"/>
                    <a:pt x="16230" y="15898"/>
                  </a:cubicBezTo>
                  <a:cubicBezTo>
                    <a:pt x="16711" y="16157"/>
                    <a:pt x="17154" y="16268"/>
                    <a:pt x="17598" y="16268"/>
                  </a:cubicBezTo>
                  <a:cubicBezTo>
                    <a:pt x="18264" y="16268"/>
                    <a:pt x="18781" y="15972"/>
                    <a:pt x="19151" y="15491"/>
                  </a:cubicBezTo>
                  <a:cubicBezTo>
                    <a:pt x="19558" y="15048"/>
                    <a:pt x="19816" y="14456"/>
                    <a:pt x="19964" y="13828"/>
                  </a:cubicBezTo>
                  <a:cubicBezTo>
                    <a:pt x="20186" y="13014"/>
                    <a:pt x="20482" y="11425"/>
                    <a:pt x="20482" y="9576"/>
                  </a:cubicBezTo>
                  <a:cubicBezTo>
                    <a:pt x="20482" y="7580"/>
                    <a:pt x="20149" y="5287"/>
                    <a:pt x="19077" y="3365"/>
                  </a:cubicBezTo>
                  <a:cubicBezTo>
                    <a:pt x="17857" y="1221"/>
                    <a:pt x="15417" y="1"/>
                    <a:pt x="124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8" name="Google Shape;3618;g3048a510704_4_0"/>
            <p:cNvSpPr/>
            <p:nvPr/>
          </p:nvSpPr>
          <p:spPr>
            <a:xfrm>
              <a:off x="5732875" y="2898975"/>
              <a:ext cx="70300" cy="90700"/>
            </a:xfrm>
            <a:custGeom>
              <a:rect b="b" l="l" r="r" t="t"/>
              <a:pathLst>
                <a:path extrusionOk="0" h="3628" w="2812">
                  <a:moveTo>
                    <a:pt x="1120" y="1"/>
                  </a:moveTo>
                  <a:cubicBezTo>
                    <a:pt x="0" y="1"/>
                    <a:pt x="519" y="2888"/>
                    <a:pt x="519" y="2888"/>
                  </a:cubicBezTo>
                  <a:lnTo>
                    <a:pt x="1961" y="3628"/>
                  </a:lnTo>
                  <a:cubicBezTo>
                    <a:pt x="2664" y="2334"/>
                    <a:pt x="2812" y="448"/>
                    <a:pt x="1370" y="42"/>
                  </a:cubicBezTo>
                  <a:cubicBezTo>
                    <a:pt x="1279" y="14"/>
                    <a:pt x="1196" y="1"/>
                    <a:pt x="112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9" name="Google Shape;3619;g3048a510704_4_0"/>
            <p:cNvSpPr/>
            <p:nvPr/>
          </p:nvSpPr>
          <p:spPr>
            <a:xfrm>
              <a:off x="5735675" y="2890750"/>
              <a:ext cx="67500" cy="106325"/>
            </a:xfrm>
            <a:custGeom>
              <a:rect b="b" l="l" r="r" t="t"/>
              <a:pathLst>
                <a:path extrusionOk="0" h="4253" w="2700">
                  <a:moveTo>
                    <a:pt x="1036" y="1"/>
                  </a:moveTo>
                  <a:cubicBezTo>
                    <a:pt x="814" y="1"/>
                    <a:pt x="592" y="75"/>
                    <a:pt x="444" y="223"/>
                  </a:cubicBezTo>
                  <a:cubicBezTo>
                    <a:pt x="223" y="445"/>
                    <a:pt x="149" y="703"/>
                    <a:pt x="75" y="999"/>
                  </a:cubicBezTo>
                  <a:cubicBezTo>
                    <a:pt x="1" y="1258"/>
                    <a:pt x="1" y="1591"/>
                    <a:pt x="1" y="1886"/>
                  </a:cubicBezTo>
                  <a:cubicBezTo>
                    <a:pt x="1" y="2626"/>
                    <a:pt x="112" y="3291"/>
                    <a:pt x="112" y="3291"/>
                  </a:cubicBezTo>
                  <a:cubicBezTo>
                    <a:pt x="149" y="3439"/>
                    <a:pt x="296" y="3550"/>
                    <a:pt x="444" y="3550"/>
                  </a:cubicBezTo>
                  <a:cubicBezTo>
                    <a:pt x="629" y="3513"/>
                    <a:pt x="740" y="3328"/>
                    <a:pt x="703" y="3180"/>
                  </a:cubicBezTo>
                  <a:cubicBezTo>
                    <a:pt x="703" y="3180"/>
                    <a:pt x="703" y="3143"/>
                    <a:pt x="703" y="3070"/>
                  </a:cubicBezTo>
                  <a:cubicBezTo>
                    <a:pt x="666" y="2848"/>
                    <a:pt x="592" y="2367"/>
                    <a:pt x="592" y="1886"/>
                  </a:cubicBezTo>
                  <a:cubicBezTo>
                    <a:pt x="592" y="1517"/>
                    <a:pt x="629" y="1147"/>
                    <a:pt x="740" y="925"/>
                  </a:cubicBezTo>
                  <a:cubicBezTo>
                    <a:pt x="777" y="814"/>
                    <a:pt x="814" y="740"/>
                    <a:pt x="851" y="666"/>
                  </a:cubicBezTo>
                  <a:cubicBezTo>
                    <a:pt x="925" y="629"/>
                    <a:pt x="962" y="629"/>
                    <a:pt x="1036" y="629"/>
                  </a:cubicBezTo>
                  <a:cubicBezTo>
                    <a:pt x="1073" y="629"/>
                    <a:pt x="1110" y="629"/>
                    <a:pt x="1184" y="666"/>
                  </a:cubicBezTo>
                  <a:cubicBezTo>
                    <a:pt x="1517" y="740"/>
                    <a:pt x="1701" y="925"/>
                    <a:pt x="1849" y="1147"/>
                  </a:cubicBezTo>
                  <a:cubicBezTo>
                    <a:pt x="1997" y="1406"/>
                    <a:pt x="2071" y="1702"/>
                    <a:pt x="2071" y="2034"/>
                  </a:cubicBezTo>
                  <a:cubicBezTo>
                    <a:pt x="2071" y="2589"/>
                    <a:pt x="1886" y="3254"/>
                    <a:pt x="1590" y="3809"/>
                  </a:cubicBezTo>
                  <a:cubicBezTo>
                    <a:pt x="1480" y="3957"/>
                    <a:pt x="1553" y="4142"/>
                    <a:pt x="1701" y="4216"/>
                  </a:cubicBezTo>
                  <a:cubicBezTo>
                    <a:pt x="1751" y="4240"/>
                    <a:pt x="1804" y="4253"/>
                    <a:pt x="1856" y="4253"/>
                  </a:cubicBezTo>
                  <a:cubicBezTo>
                    <a:pt x="1960" y="4253"/>
                    <a:pt x="2059" y="4203"/>
                    <a:pt x="2108" y="4105"/>
                  </a:cubicBezTo>
                  <a:cubicBezTo>
                    <a:pt x="2441" y="3476"/>
                    <a:pt x="2700" y="2737"/>
                    <a:pt x="2700" y="2034"/>
                  </a:cubicBezTo>
                  <a:cubicBezTo>
                    <a:pt x="2700" y="1628"/>
                    <a:pt x="2589" y="1184"/>
                    <a:pt x="2367" y="851"/>
                  </a:cubicBezTo>
                  <a:cubicBezTo>
                    <a:pt x="2182" y="482"/>
                    <a:pt x="1812" y="186"/>
                    <a:pt x="1369" y="75"/>
                  </a:cubicBezTo>
                  <a:cubicBezTo>
                    <a:pt x="1258" y="38"/>
                    <a:pt x="1147" y="1"/>
                    <a:pt x="10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0" name="Google Shape;3620;g3048a510704_4_0"/>
            <p:cNvSpPr/>
            <p:nvPr/>
          </p:nvSpPr>
          <p:spPr>
            <a:xfrm>
              <a:off x="5487050" y="4141300"/>
              <a:ext cx="251425" cy="785650"/>
            </a:xfrm>
            <a:custGeom>
              <a:rect b="b" l="l" r="r" t="t"/>
              <a:pathLst>
                <a:path extrusionOk="0" h="31426" w="10057">
                  <a:moveTo>
                    <a:pt x="7395" y="0"/>
                  </a:moveTo>
                  <a:lnTo>
                    <a:pt x="1" y="407"/>
                  </a:lnTo>
                  <a:lnTo>
                    <a:pt x="6581" y="31241"/>
                  </a:lnTo>
                  <a:lnTo>
                    <a:pt x="10057" y="31425"/>
                  </a:lnTo>
                  <a:lnTo>
                    <a:pt x="7395"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1" name="Google Shape;3621;g3048a510704_4_0"/>
            <p:cNvSpPr/>
            <p:nvPr/>
          </p:nvSpPr>
          <p:spPr>
            <a:xfrm>
              <a:off x="5478725" y="4133900"/>
              <a:ext cx="268075" cy="801375"/>
            </a:xfrm>
            <a:custGeom>
              <a:rect b="b" l="l" r="r" t="t"/>
              <a:pathLst>
                <a:path extrusionOk="0" h="32055" w="10723">
                  <a:moveTo>
                    <a:pt x="7432" y="629"/>
                  </a:moveTo>
                  <a:lnTo>
                    <a:pt x="10057" y="31389"/>
                  </a:lnTo>
                  <a:lnTo>
                    <a:pt x="7173" y="31241"/>
                  </a:lnTo>
                  <a:lnTo>
                    <a:pt x="704" y="1017"/>
                  </a:lnTo>
                  <a:lnTo>
                    <a:pt x="704" y="1017"/>
                  </a:lnTo>
                  <a:lnTo>
                    <a:pt x="7432" y="629"/>
                  </a:lnTo>
                  <a:close/>
                  <a:moveTo>
                    <a:pt x="7728" y="1"/>
                  </a:moveTo>
                  <a:lnTo>
                    <a:pt x="334" y="407"/>
                  </a:lnTo>
                  <a:cubicBezTo>
                    <a:pt x="223" y="407"/>
                    <a:pt x="149" y="444"/>
                    <a:pt x="75" y="518"/>
                  </a:cubicBezTo>
                  <a:cubicBezTo>
                    <a:pt x="38" y="592"/>
                    <a:pt x="1" y="703"/>
                    <a:pt x="38" y="777"/>
                  </a:cubicBezTo>
                  <a:lnTo>
                    <a:pt x="6619" y="31574"/>
                  </a:lnTo>
                  <a:cubicBezTo>
                    <a:pt x="6619" y="31721"/>
                    <a:pt x="6767" y="31832"/>
                    <a:pt x="6877" y="31832"/>
                  </a:cubicBezTo>
                  <a:lnTo>
                    <a:pt x="10390" y="32054"/>
                  </a:lnTo>
                  <a:cubicBezTo>
                    <a:pt x="10464" y="32054"/>
                    <a:pt x="10574" y="32017"/>
                    <a:pt x="10611" y="31943"/>
                  </a:cubicBezTo>
                  <a:cubicBezTo>
                    <a:pt x="10685" y="31869"/>
                    <a:pt x="10722" y="31795"/>
                    <a:pt x="10722" y="31721"/>
                  </a:cubicBezTo>
                  <a:lnTo>
                    <a:pt x="8024" y="296"/>
                  </a:lnTo>
                  <a:cubicBezTo>
                    <a:pt x="8024" y="111"/>
                    <a:pt x="7876" y="1"/>
                    <a:pt x="77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2" name="Google Shape;3622;g3048a510704_4_0"/>
            <p:cNvSpPr/>
            <p:nvPr/>
          </p:nvSpPr>
          <p:spPr>
            <a:xfrm>
              <a:off x="5471350" y="4922300"/>
              <a:ext cx="282850" cy="117400"/>
            </a:xfrm>
            <a:custGeom>
              <a:rect b="b" l="l" r="r" t="t"/>
              <a:pathLst>
                <a:path extrusionOk="0" h="4696" w="11314">
                  <a:moveTo>
                    <a:pt x="7209" y="1"/>
                  </a:moveTo>
                  <a:lnTo>
                    <a:pt x="0" y="4696"/>
                  </a:lnTo>
                  <a:lnTo>
                    <a:pt x="11313" y="4696"/>
                  </a:lnTo>
                  <a:lnTo>
                    <a:pt x="10685" y="185"/>
                  </a:lnTo>
                  <a:lnTo>
                    <a:pt x="720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3" name="Google Shape;3623;g3048a510704_4_0"/>
            <p:cNvSpPr/>
            <p:nvPr/>
          </p:nvSpPr>
          <p:spPr>
            <a:xfrm>
              <a:off x="5463025" y="4913975"/>
              <a:ext cx="299475" cy="134050"/>
            </a:xfrm>
            <a:custGeom>
              <a:rect b="b" l="l" r="r" t="t"/>
              <a:pathLst>
                <a:path extrusionOk="0" h="5362" w="11979">
                  <a:moveTo>
                    <a:pt x="7624" y="636"/>
                  </a:moveTo>
                  <a:lnTo>
                    <a:pt x="10759" y="814"/>
                  </a:lnTo>
                  <a:lnTo>
                    <a:pt x="11276" y="4733"/>
                  </a:lnTo>
                  <a:lnTo>
                    <a:pt x="1368" y="4733"/>
                  </a:lnTo>
                  <a:lnTo>
                    <a:pt x="7624" y="636"/>
                  </a:lnTo>
                  <a:close/>
                  <a:moveTo>
                    <a:pt x="7542" y="1"/>
                  </a:moveTo>
                  <a:cubicBezTo>
                    <a:pt x="7505" y="1"/>
                    <a:pt x="7431" y="38"/>
                    <a:pt x="7358" y="75"/>
                  </a:cubicBezTo>
                  <a:lnTo>
                    <a:pt x="185" y="4807"/>
                  </a:lnTo>
                  <a:cubicBezTo>
                    <a:pt x="74" y="4881"/>
                    <a:pt x="0" y="4992"/>
                    <a:pt x="37" y="5140"/>
                  </a:cubicBezTo>
                  <a:cubicBezTo>
                    <a:pt x="74" y="5251"/>
                    <a:pt x="222" y="5362"/>
                    <a:pt x="333" y="5362"/>
                  </a:cubicBezTo>
                  <a:lnTo>
                    <a:pt x="11646" y="5362"/>
                  </a:lnTo>
                  <a:cubicBezTo>
                    <a:pt x="11720" y="5362"/>
                    <a:pt x="11831" y="5325"/>
                    <a:pt x="11868" y="5251"/>
                  </a:cubicBezTo>
                  <a:cubicBezTo>
                    <a:pt x="11942" y="5177"/>
                    <a:pt x="11979" y="5103"/>
                    <a:pt x="11942" y="4992"/>
                  </a:cubicBezTo>
                  <a:lnTo>
                    <a:pt x="11350" y="481"/>
                  </a:lnTo>
                  <a:cubicBezTo>
                    <a:pt x="11313" y="334"/>
                    <a:pt x="11202" y="223"/>
                    <a:pt x="11055" y="223"/>
                  </a:cubicBezTo>
                  <a:lnTo>
                    <a:pt x="754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4" name="Google Shape;3624;g3048a510704_4_0"/>
            <p:cNvSpPr/>
            <p:nvPr/>
          </p:nvSpPr>
          <p:spPr>
            <a:xfrm>
              <a:off x="5231950" y="3802100"/>
              <a:ext cx="1096200" cy="1127625"/>
            </a:xfrm>
            <a:custGeom>
              <a:rect b="b" l="l" r="r" t="t"/>
              <a:pathLst>
                <a:path extrusionOk="0" h="45105" w="43848">
                  <a:moveTo>
                    <a:pt x="41704" y="0"/>
                  </a:moveTo>
                  <a:lnTo>
                    <a:pt x="28024" y="148"/>
                  </a:lnTo>
                  <a:lnTo>
                    <a:pt x="26730" y="3180"/>
                  </a:lnTo>
                  <a:cubicBezTo>
                    <a:pt x="26730" y="3180"/>
                    <a:pt x="16674" y="5028"/>
                    <a:pt x="11351" y="6174"/>
                  </a:cubicBezTo>
                  <a:cubicBezTo>
                    <a:pt x="6027" y="7357"/>
                    <a:pt x="1" y="9502"/>
                    <a:pt x="1" y="10796"/>
                  </a:cubicBezTo>
                  <a:cubicBezTo>
                    <a:pt x="1" y="12089"/>
                    <a:pt x="4474" y="44956"/>
                    <a:pt x="4474" y="44956"/>
                  </a:cubicBezTo>
                  <a:lnTo>
                    <a:pt x="7210" y="45104"/>
                  </a:lnTo>
                  <a:lnTo>
                    <a:pt x="7765" y="15269"/>
                  </a:lnTo>
                  <a:cubicBezTo>
                    <a:pt x="7765" y="15269"/>
                    <a:pt x="24290" y="14086"/>
                    <a:pt x="28912" y="13938"/>
                  </a:cubicBezTo>
                  <a:cubicBezTo>
                    <a:pt x="29406" y="13926"/>
                    <a:pt x="29890" y="13924"/>
                    <a:pt x="30365" y="13924"/>
                  </a:cubicBezTo>
                  <a:cubicBezTo>
                    <a:pt x="30708" y="13924"/>
                    <a:pt x="31045" y="13925"/>
                    <a:pt x="31379" y="13925"/>
                  </a:cubicBezTo>
                  <a:cubicBezTo>
                    <a:pt x="34868" y="13925"/>
                    <a:pt x="37847" y="13782"/>
                    <a:pt x="40557" y="10500"/>
                  </a:cubicBezTo>
                  <a:cubicBezTo>
                    <a:pt x="43848" y="6470"/>
                    <a:pt x="41704" y="0"/>
                    <a:pt x="4170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5" name="Google Shape;3625;g3048a510704_4_0"/>
            <p:cNvSpPr/>
            <p:nvPr/>
          </p:nvSpPr>
          <p:spPr>
            <a:xfrm>
              <a:off x="5223650" y="3794700"/>
              <a:ext cx="1075850" cy="1142425"/>
            </a:xfrm>
            <a:custGeom>
              <a:rect b="b" l="l" r="r" t="t"/>
              <a:pathLst>
                <a:path extrusionOk="0" h="45697" w="43034">
                  <a:moveTo>
                    <a:pt x="41808" y="594"/>
                  </a:moveTo>
                  <a:cubicBezTo>
                    <a:pt x="41961" y="1163"/>
                    <a:pt x="42405" y="2897"/>
                    <a:pt x="42405" y="4917"/>
                  </a:cubicBezTo>
                  <a:cubicBezTo>
                    <a:pt x="42405" y="6803"/>
                    <a:pt x="41999" y="8947"/>
                    <a:pt x="40631" y="10611"/>
                  </a:cubicBezTo>
                  <a:cubicBezTo>
                    <a:pt x="39041" y="12570"/>
                    <a:pt x="37377" y="13347"/>
                    <a:pt x="35492" y="13679"/>
                  </a:cubicBezTo>
                  <a:cubicBezTo>
                    <a:pt x="33606" y="14012"/>
                    <a:pt x="31536" y="13864"/>
                    <a:pt x="29207" y="13938"/>
                  </a:cubicBezTo>
                  <a:cubicBezTo>
                    <a:pt x="24585" y="14086"/>
                    <a:pt x="8060" y="15232"/>
                    <a:pt x="8060" y="15232"/>
                  </a:cubicBezTo>
                  <a:cubicBezTo>
                    <a:pt x="7912" y="15269"/>
                    <a:pt x="7764" y="15380"/>
                    <a:pt x="7764" y="15528"/>
                  </a:cubicBezTo>
                  <a:lnTo>
                    <a:pt x="7246" y="45068"/>
                  </a:lnTo>
                  <a:lnTo>
                    <a:pt x="5102" y="44969"/>
                  </a:lnTo>
                  <a:lnTo>
                    <a:pt x="5102" y="44969"/>
                  </a:lnTo>
                  <a:cubicBezTo>
                    <a:pt x="5067" y="44733"/>
                    <a:pt x="5005" y="44337"/>
                    <a:pt x="4917" y="43811"/>
                  </a:cubicBezTo>
                  <a:cubicBezTo>
                    <a:pt x="4510" y="40631"/>
                    <a:pt x="3438" y="32756"/>
                    <a:pt x="2440" y="25473"/>
                  </a:cubicBezTo>
                  <a:cubicBezTo>
                    <a:pt x="1959" y="21850"/>
                    <a:pt x="1516" y="18375"/>
                    <a:pt x="1183" y="15750"/>
                  </a:cubicBezTo>
                  <a:cubicBezTo>
                    <a:pt x="998" y="14456"/>
                    <a:pt x="887" y="13347"/>
                    <a:pt x="776" y="12533"/>
                  </a:cubicBezTo>
                  <a:cubicBezTo>
                    <a:pt x="739" y="12127"/>
                    <a:pt x="702" y="11794"/>
                    <a:pt x="665" y="11535"/>
                  </a:cubicBezTo>
                  <a:cubicBezTo>
                    <a:pt x="629" y="11313"/>
                    <a:pt x="629" y="11128"/>
                    <a:pt x="629" y="11092"/>
                  </a:cubicBezTo>
                  <a:cubicBezTo>
                    <a:pt x="629" y="11055"/>
                    <a:pt x="665" y="10944"/>
                    <a:pt x="813" y="10759"/>
                  </a:cubicBezTo>
                  <a:cubicBezTo>
                    <a:pt x="1072" y="10500"/>
                    <a:pt x="1590" y="10167"/>
                    <a:pt x="2329" y="9798"/>
                  </a:cubicBezTo>
                  <a:cubicBezTo>
                    <a:pt x="4473" y="8725"/>
                    <a:pt x="8281" y="7542"/>
                    <a:pt x="11757" y="6803"/>
                  </a:cubicBezTo>
                  <a:cubicBezTo>
                    <a:pt x="14419" y="6211"/>
                    <a:pt x="18263" y="5472"/>
                    <a:pt x="21443" y="4843"/>
                  </a:cubicBezTo>
                  <a:cubicBezTo>
                    <a:pt x="23033" y="4548"/>
                    <a:pt x="24438" y="4289"/>
                    <a:pt x="25473" y="4067"/>
                  </a:cubicBezTo>
                  <a:cubicBezTo>
                    <a:pt x="26508" y="3882"/>
                    <a:pt x="27136" y="3771"/>
                    <a:pt x="27136" y="3771"/>
                  </a:cubicBezTo>
                  <a:cubicBezTo>
                    <a:pt x="27247" y="3734"/>
                    <a:pt x="27321" y="3697"/>
                    <a:pt x="27358" y="3586"/>
                  </a:cubicBezTo>
                  <a:lnTo>
                    <a:pt x="28574" y="737"/>
                  </a:lnTo>
                  <a:lnTo>
                    <a:pt x="28574" y="737"/>
                  </a:lnTo>
                  <a:lnTo>
                    <a:pt x="41808" y="594"/>
                  </a:lnTo>
                  <a:close/>
                  <a:moveTo>
                    <a:pt x="42036" y="0"/>
                  </a:moveTo>
                  <a:lnTo>
                    <a:pt x="28356" y="148"/>
                  </a:lnTo>
                  <a:cubicBezTo>
                    <a:pt x="28246" y="148"/>
                    <a:pt x="28135" y="222"/>
                    <a:pt x="28098" y="333"/>
                  </a:cubicBezTo>
                  <a:lnTo>
                    <a:pt x="26854" y="3211"/>
                  </a:lnTo>
                  <a:lnTo>
                    <a:pt x="26854" y="3211"/>
                  </a:lnTo>
                  <a:cubicBezTo>
                    <a:pt x="25505" y="3459"/>
                    <a:pt x="16524" y="5116"/>
                    <a:pt x="11609" y="6174"/>
                  </a:cubicBezTo>
                  <a:cubicBezTo>
                    <a:pt x="8947" y="6766"/>
                    <a:pt x="6100" y="7579"/>
                    <a:pt x="3882" y="8430"/>
                  </a:cubicBezTo>
                  <a:cubicBezTo>
                    <a:pt x="2810" y="8873"/>
                    <a:pt x="1849" y="9317"/>
                    <a:pt x="1183" y="9724"/>
                  </a:cubicBezTo>
                  <a:cubicBezTo>
                    <a:pt x="850" y="9945"/>
                    <a:pt x="555" y="10130"/>
                    <a:pt x="370" y="10352"/>
                  </a:cubicBezTo>
                  <a:cubicBezTo>
                    <a:pt x="148" y="10574"/>
                    <a:pt x="0" y="10796"/>
                    <a:pt x="0" y="11092"/>
                  </a:cubicBezTo>
                  <a:cubicBezTo>
                    <a:pt x="0" y="11202"/>
                    <a:pt x="37" y="11387"/>
                    <a:pt x="74" y="11720"/>
                  </a:cubicBezTo>
                  <a:cubicBezTo>
                    <a:pt x="555" y="16415"/>
                    <a:pt x="4510" y="45289"/>
                    <a:pt x="4510" y="45289"/>
                  </a:cubicBezTo>
                  <a:cubicBezTo>
                    <a:pt x="4547" y="45437"/>
                    <a:pt x="4658" y="45548"/>
                    <a:pt x="4806" y="45548"/>
                  </a:cubicBezTo>
                  <a:lnTo>
                    <a:pt x="7542" y="45696"/>
                  </a:lnTo>
                  <a:cubicBezTo>
                    <a:pt x="7616" y="45696"/>
                    <a:pt x="7690" y="45696"/>
                    <a:pt x="7764" y="45622"/>
                  </a:cubicBezTo>
                  <a:cubicBezTo>
                    <a:pt x="7838" y="45585"/>
                    <a:pt x="7875" y="45474"/>
                    <a:pt x="7875" y="45400"/>
                  </a:cubicBezTo>
                  <a:lnTo>
                    <a:pt x="8388" y="15840"/>
                  </a:lnTo>
                  <a:lnTo>
                    <a:pt x="8388" y="15840"/>
                  </a:lnTo>
                  <a:cubicBezTo>
                    <a:pt x="8803" y="15811"/>
                    <a:pt x="9641" y="15752"/>
                    <a:pt x="10758" y="15676"/>
                  </a:cubicBezTo>
                  <a:cubicBezTo>
                    <a:pt x="15639" y="15343"/>
                    <a:pt x="25805" y="14678"/>
                    <a:pt x="29244" y="14567"/>
                  </a:cubicBezTo>
                  <a:cubicBezTo>
                    <a:pt x="31536" y="14493"/>
                    <a:pt x="33606" y="14641"/>
                    <a:pt x="35603" y="14271"/>
                  </a:cubicBezTo>
                  <a:cubicBezTo>
                    <a:pt x="37562" y="13938"/>
                    <a:pt x="39411" y="13051"/>
                    <a:pt x="41111" y="10981"/>
                  </a:cubicBezTo>
                  <a:cubicBezTo>
                    <a:pt x="42627" y="9169"/>
                    <a:pt x="43034" y="6877"/>
                    <a:pt x="43034" y="4917"/>
                  </a:cubicBezTo>
                  <a:cubicBezTo>
                    <a:pt x="43034" y="2329"/>
                    <a:pt x="42331" y="222"/>
                    <a:pt x="42331" y="185"/>
                  </a:cubicBezTo>
                  <a:cubicBezTo>
                    <a:pt x="42294" y="74"/>
                    <a:pt x="42146" y="0"/>
                    <a:pt x="420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6" name="Google Shape;3626;g3048a510704_4_0"/>
            <p:cNvSpPr/>
            <p:nvPr/>
          </p:nvSpPr>
          <p:spPr>
            <a:xfrm>
              <a:off x="5111800" y="4926000"/>
              <a:ext cx="308725" cy="134975"/>
            </a:xfrm>
            <a:custGeom>
              <a:rect b="b" l="l" r="r" t="t"/>
              <a:pathLst>
                <a:path extrusionOk="0" h="5399" w="12349">
                  <a:moveTo>
                    <a:pt x="9280" y="0"/>
                  </a:moveTo>
                  <a:lnTo>
                    <a:pt x="8837" y="259"/>
                  </a:lnTo>
                  <a:lnTo>
                    <a:pt x="1" y="5398"/>
                  </a:lnTo>
                  <a:lnTo>
                    <a:pt x="12349" y="5398"/>
                  </a:lnTo>
                  <a:lnTo>
                    <a:pt x="12016" y="148"/>
                  </a:lnTo>
                  <a:lnTo>
                    <a:pt x="92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7" name="Google Shape;3627;g3048a510704_4_0"/>
            <p:cNvSpPr/>
            <p:nvPr/>
          </p:nvSpPr>
          <p:spPr>
            <a:xfrm>
              <a:off x="5103475" y="4918600"/>
              <a:ext cx="324450" cy="150675"/>
            </a:xfrm>
            <a:custGeom>
              <a:rect b="b" l="l" r="r" t="t"/>
              <a:pathLst>
                <a:path extrusionOk="0" h="6027" w="12978">
                  <a:moveTo>
                    <a:pt x="9698" y="597"/>
                  </a:moveTo>
                  <a:lnTo>
                    <a:pt x="12053" y="740"/>
                  </a:lnTo>
                  <a:lnTo>
                    <a:pt x="12349" y="5398"/>
                  </a:lnTo>
                  <a:lnTo>
                    <a:pt x="1480" y="5398"/>
                  </a:lnTo>
                  <a:lnTo>
                    <a:pt x="9317" y="851"/>
                  </a:lnTo>
                  <a:lnTo>
                    <a:pt x="9698" y="597"/>
                  </a:lnTo>
                  <a:close/>
                  <a:moveTo>
                    <a:pt x="9650" y="1"/>
                  </a:moveTo>
                  <a:cubicBezTo>
                    <a:pt x="9576" y="1"/>
                    <a:pt x="9539" y="1"/>
                    <a:pt x="9465" y="38"/>
                  </a:cubicBezTo>
                  <a:lnTo>
                    <a:pt x="9022" y="296"/>
                  </a:lnTo>
                  <a:lnTo>
                    <a:pt x="186" y="5435"/>
                  </a:lnTo>
                  <a:cubicBezTo>
                    <a:pt x="38" y="5509"/>
                    <a:pt x="1" y="5657"/>
                    <a:pt x="38" y="5805"/>
                  </a:cubicBezTo>
                  <a:cubicBezTo>
                    <a:pt x="75" y="5916"/>
                    <a:pt x="186" y="6027"/>
                    <a:pt x="334" y="6027"/>
                  </a:cubicBezTo>
                  <a:lnTo>
                    <a:pt x="12682" y="6027"/>
                  </a:lnTo>
                  <a:cubicBezTo>
                    <a:pt x="12756" y="6027"/>
                    <a:pt x="12830" y="5990"/>
                    <a:pt x="12904" y="5916"/>
                  </a:cubicBezTo>
                  <a:cubicBezTo>
                    <a:pt x="12941" y="5842"/>
                    <a:pt x="12978" y="5768"/>
                    <a:pt x="12978" y="5694"/>
                  </a:cubicBezTo>
                  <a:lnTo>
                    <a:pt x="12682" y="407"/>
                  </a:lnTo>
                  <a:cubicBezTo>
                    <a:pt x="12645" y="259"/>
                    <a:pt x="12534" y="149"/>
                    <a:pt x="12386" y="149"/>
                  </a:cubicBezTo>
                  <a:lnTo>
                    <a:pt x="96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8" name="Google Shape;3628;g3048a510704_4_0"/>
            <p:cNvSpPr/>
            <p:nvPr/>
          </p:nvSpPr>
          <p:spPr>
            <a:xfrm>
              <a:off x="5408500" y="3494300"/>
              <a:ext cx="201500" cy="90600"/>
            </a:xfrm>
            <a:custGeom>
              <a:rect b="b" l="l" r="r" t="t"/>
              <a:pathLst>
                <a:path extrusionOk="0" h="3624" w="8060">
                  <a:moveTo>
                    <a:pt x="2884" y="1"/>
                  </a:moveTo>
                  <a:cubicBezTo>
                    <a:pt x="1960" y="1"/>
                    <a:pt x="0" y="2367"/>
                    <a:pt x="0" y="2700"/>
                  </a:cubicBezTo>
                  <a:cubicBezTo>
                    <a:pt x="0" y="2933"/>
                    <a:pt x="46" y="3306"/>
                    <a:pt x="321" y="3306"/>
                  </a:cubicBezTo>
                  <a:cubicBezTo>
                    <a:pt x="394" y="3306"/>
                    <a:pt x="483" y="3279"/>
                    <a:pt x="592" y="3217"/>
                  </a:cubicBezTo>
                  <a:cubicBezTo>
                    <a:pt x="1109" y="2885"/>
                    <a:pt x="2366" y="2071"/>
                    <a:pt x="2366" y="2071"/>
                  </a:cubicBezTo>
                  <a:lnTo>
                    <a:pt x="7542" y="3624"/>
                  </a:lnTo>
                  <a:lnTo>
                    <a:pt x="8060" y="1443"/>
                  </a:lnTo>
                  <a:lnTo>
                    <a:pt x="5287" y="297"/>
                  </a:lnTo>
                  <a:cubicBezTo>
                    <a:pt x="5287" y="297"/>
                    <a:pt x="3808" y="1"/>
                    <a:pt x="288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9" name="Google Shape;3629;g3048a510704_4_0"/>
            <p:cNvSpPr/>
            <p:nvPr/>
          </p:nvSpPr>
          <p:spPr>
            <a:xfrm>
              <a:off x="5400175" y="3486925"/>
              <a:ext cx="218150" cy="105775"/>
            </a:xfrm>
            <a:custGeom>
              <a:rect b="b" l="l" r="r" t="t"/>
              <a:pathLst>
                <a:path extrusionOk="0" h="4231" w="8726">
                  <a:moveTo>
                    <a:pt x="3217" y="592"/>
                  </a:moveTo>
                  <a:cubicBezTo>
                    <a:pt x="3660" y="592"/>
                    <a:pt x="4252" y="666"/>
                    <a:pt x="4696" y="739"/>
                  </a:cubicBezTo>
                  <a:cubicBezTo>
                    <a:pt x="4954" y="776"/>
                    <a:pt x="5139" y="813"/>
                    <a:pt x="5287" y="850"/>
                  </a:cubicBezTo>
                  <a:cubicBezTo>
                    <a:pt x="5362" y="869"/>
                    <a:pt x="5428" y="878"/>
                    <a:pt x="5474" y="883"/>
                  </a:cubicBezTo>
                  <a:lnTo>
                    <a:pt x="5474" y="883"/>
                  </a:lnTo>
                  <a:lnTo>
                    <a:pt x="5472" y="887"/>
                  </a:lnTo>
                  <a:lnTo>
                    <a:pt x="8023" y="1923"/>
                  </a:lnTo>
                  <a:lnTo>
                    <a:pt x="7653" y="3512"/>
                  </a:lnTo>
                  <a:lnTo>
                    <a:pt x="2773" y="2070"/>
                  </a:lnTo>
                  <a:cubicBezTo>
                    <a:pt x="2752" y="2060"/>
                    <a:pt x="2730" y="2055"/>
                    <a:pt x="2707" y="2055"/>
                  </a:cubicBezTo>
                  <a:cubicBezTo>
                    <a:pt x="2653" y="2055"/>
                    <a:pt x="2593" y="2081"/>
                    <a:pt x="2514" y="2107"/>
                  </a:cubicBezTo>
                  <a:cubicBezTo>
                    <a:pt x="2514" y="2107"/>
                    <a:pt x="2219" y="2329"/>
                    <a:pt x="1849" y="2551"/>
                  </a:cubicBezTo>
                  <a:cubicBezTo>
                    <a:pt x="1479" y="2810"/>
                    <a:pt x="1036" y="3106"/>
                    <a:pt x="777" y="3253"/>
                  </a:cubicBezTo>
                  <a:cubicBezTo>
                    <a:pt x="743" y="3271"/>
                    <a:pt x="716" y="3280"/>
                    <a:pt x="698" y="3285"/>
                  </a:cubicBezTo>
                  <a:lnTo>
                    <a:pt x="698" y="3285"/>
                  </a:lnTo>
                  <a:cubicBezTo>
                    <a:pt x="688" y="3272"/>
                    <a:pt x="666" y="3237"/>
                    <a:pt x="666" y="3180"/>
                  </a:cubicBezTo>
                  <a:cubicBezTo>
                    <a:pt x="635" y="3149"/>
                    <a:pt x="630" y="3092"/>
                    <a:pt x="629" y="3031"/>
                  </a:cubicBezTo>
                  <a:lnTo>
                    <a:pt x="629" y="3031"/>
                  </a:lnTo>
                  <a:cubicBezTo>
                    <a:pt x="632" y="3026"/>
                    <a:pt x="669" y="2953"/>
                    <a:pt x="740" y="2847"/>
                  </a:cubicBezTo>
                  <a:cubicBezTo>
                    <a:pt x="962" y="2514"/>
                    <a:pt x="1442" y="1923"/>
                    <a:pt x="1960" y="1442"/>
                  </a:cubicBezTo>
                  <a:cubicBezTo>
                    <a:pt x="2182" y="1183"/>
                    <a:pt x="2477" y="961"/>
                    <a:pt x="2699" y="813"/>
                  </a:cubicBezTo>
                  <a:cubicBezTo>
                    <a:pt x="2921" y="666"/>
                    <a:pt x="3143" y="592"/>
                    <a:pt x="3217" y="592"/>
                  </a:cubicBezTo>
                  <a:close/>
                  <a:moveTo>
                    <a:pt x="3217" y="0"/>
                  </a:moveTo>
                  <a:cubicBezTo>
                    <a:pt x="2847" y="0"/>
                    <a:pt x="2551" y="185"/>
                    <a:pt x="2182" y="407"/>
                  </a:cubicBezTo>
                  <a:cubicBezTo>
                    <a:pt x="1701" y="776"/>
                    <a:pt x="1183" y="1331"/>
                    <a:pt x="740" y="1812"/>
                  </a:cubicBezTo>
                  <a:cubicBezTo>
                    <a:pt x="555" y="2033"/>
                    <a:pt x="370" y="2255"/>
                    <a:pt x="259" y="2440"/>
                  </a:cubicBezTo>
                  <a:cubicBezTo>
                    <a:pt x="185" y="2551"/>
                    <a:pt x="148" y="2625"/>
                    <a:pt x="111" y="2699"/>
                  </a:cubicBezTo>
                  <a:lnTo>
                    <a:pt x="37" y="2810"/>
                  </a:lnTo>
                  <a:cubicBezTo>
                    <a:pt x="37" y="2884"/>
                    <a:pt x="0" y="2921"/>
                    <a:pt x="0" y="2995"/>
                  </a:cubicBezTo>
                  <a:cubicBezTo>
                    <a:pt x="0" y="3143"/>
                    <a:pt x="37" y="3327"/>
                    <a:pt x="111" y="3512"/>
                  </a:cubicBezTo>
                  <a:cubicBezTo>
                    <a:pt x="148" y="3586"/>
                    <a:pt x="185" y="3697"/>
                    <a:pt x="296" y="3771"/>
                  </a:cubicBezTo>
                  <a:cubicBezTo>
                    <a:pt x="370" y="3845"/>
                    <a:pt x="518" y="3919"/>
                    <a:pt x="666" y="3919"/>
                  </a:cubicBezTo>
                  <a:cubicBezTo>
                    <a:pt x="814" y="3919"/>
                    <a:pt x="962" y="3845"/>
                    <a:pt x="1110" y="3771"/>
                  </a:cubicBezTo>
                  <a:cubicBezTo>
                    <a:pt x="1529" y="3501"/>
                    <a:pt x="2436" y="2915"/>
                    <a:pt x="2763" y="2703"/>
                  </a:cubicBezTo>
                  <a:lnTo>
                    <a:pt x="2763" y="2703"/>
                  </a:lnTo>
                  <a:lnTo>
                    <a:pt x="7801" y="4215"/>
                  </a:lnTo>
                  <a:cubicBezTo>
                    <a:pt x="7823" y="4226"/>
                    <a:pt x="7845" y="4230"/>
                    <a:pt x="7866" y="4230"/>
                  </a:cubicBezTo>
                  <a:cubicBezTo>
                    <a:pt x="7918" y="4230"/>
                    <a:pt x="7971" y="4204"/>
                    <a:pt x="8023" y="4178"/>
                  </a:cubicBezTo>
                  <a:cubicBezTo>
                    <a:pt x="8097" y="4141"/>
                    <a:pt x="8171" y="4067"/>
                    <a:pt x="8171" y="3993"/>
                  </a:cubicBezTo>
                  <a:lnTo>
                    <a:pt x="8688" y="1812"/>
                  </a:lnTo>
                  <a:cubicBezTo>
                    <a:pt x="8725" y="1664"/>
                    <a:pt x="8652" y="1516"/>
                    <a:pt x="8504" y="1442"/>
                  </a:cubicBezTo>
                  <a:lnTo>
                    <a:pt x="5731" y="333"/>
                  </a:lnTo>
                  <a:lnTo>
                    <a:pt x="5657" y="296"/>
                  </a:lnTo>
                  <a:cubicBezTo>
                    <a:pt x="5657" y="296"/>
                    <a:pt x="4215" y="0"/>
                    <a:pt x="32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0" name="Google Shape;3630;g3048a510704_4_0"/>
            <p:cNvSpPr/>
            <p:nvPr/>
          </p:nvSpPr>
          <p:spPr>
            <a:xfrm>
              <a:off x="5410350" y="3530350"/>
              <a:ext cx="171000" cy="49025"/>
            </a:xfrm>
            <a:custGeom>
              <a:rect b="b" l="l" r="r" t="t"/>
              <a:pathLst>
                <a:path extrusionOk="0" h="1961" w="6840">
                  <a:moveTo>
                    <a:pt x="5213" y="1"/>
                  </a:moveTo>
                  <a:cubicBezTo>
                    <a:pt x="5213" y="1"/>
                    <a:pt x="1775" y="223"/>
                    <a:pt x="1035" y="333"/>
                  </a:cubicBezTo>
                  <a:cubicBezTo>
                    <a:pt x="333" y="407"/>
                    <a:pt x="0" y="1258"/>
                    <a:pt x="961" y="1258"/>
                  </a:cubicBezTo>
                  <a:cubicBezTo>
                    <a:pt x="1886" y="1258"/>
                    <a:pt x="3106" y="1147"/>
                    <a:pt x="3106" y="1147"/>
                  </a:cubicBezTo>
                  <a:cubicBezTo>
                    <a:pt x="3106" y="1147"/>
                    <a:pt x="3845" y="1775"/>
                    <a:pt x="5213" y="1886"/>
                  </a:cubicBezTo>
                  <a:cubicBezTo>
                    <a:pt x="6544" y="1960"/>
                    <a:pt x="6840" y="1960"/>
                    <a:pt x="6840" y="1960"/>
                  </a:cubicBezTo>
                  <a:lnTo>
                    <a:pt x="521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1" name="Google Shape;3631;g3048a510704_4_0"/>
            <p:cNvSpPr/>
            <p:nvPr/>
          </p:nvSpPr>
          <p:spPr>
            <a:xfrm>
              <a:off x="5412200" y="3522950"/>
              <a:ext cx="177475" cy="64725"/>
            </a:xfrm>
            <a:custGeom>
              <a:rect b="b" l="l" r="r" t="t"/>
              <a:pathLst>
                <a:path extrusionOk="0" h="2589" w="7099">
                  <a:moveTo>
                    <a:pt x="5102" y="1"/>
                  </a:moveTo>
                  <a:cubicBezTo>
                    <a:pt x="5102" y="1"/>
                    <a:pt x="4252" y="38"/>
                    <a:pt x="3290" y="112"/>
                  </a:cubicBezTo>
                  <a:cubicBezTo>
                    <a:pt x="2366" y="186"/>
                    <a:pt x="1331" y="260"/>
                    <a:pt x="924" y="297"/>
                  </a:cubicBezTo>
                  <a:cubicBezTo>
                    <a:pt x="665" y="334"/>
                    <a:pt x="444" y="445"/>
                    <a:pt x="296" y="592"/>
                  </a:cubicBezTo>
                  <a:cubicBezTo>
                    <a:pt x="111" y="777"/>
                    <a:pt x="0" y="962"/>
                    <a:pt x="0" y="1184"/>
                  </a:cubicBezTo>
                  <a:cubicBezTo>
                    <a:pt x="0" y="1369"/>
                    <a:pt x="74" y="1591"/>
                    <a:pt x="259" y="1702"/>
                  </a:cubicBezTo>
                  <a:cubicBezTo>
                    <a:pt x="444" y="1812"/>
                    <a:pt x="629" y="1849"/>
                    <a:pt x="887" y="1849"/>
                  </a:cubicBezTo>
                  <a:cubicBezTo>
                    <a:pt x="1642" y="1849"/>
                    <a:pt x="2618" y="1776"/>
                    <a:pt x="2951" y="1748"/>
                  </a:cubicBezTo>
                  <a:lnTo>
                    <a:pt x="2951" y="1748"/>
                  </a:lnTo>
                  <a:cubicBezTo>
                    <a:pt x="3210" y="1939"/>
                    <a:pt x="3940" y="2389"/>
                    <a:pt x="5102" y="2478"/>
                  </a:cubicBezTo>
                  <a:cubicBezTo>
                    <a:pt x="6433" y="2589"/>
                    <a:pt x="6766" y="2589"/>
                    <a:pt x="6766" y="2589"/>
                  </a:cubicBezTo>
                  <a:cubicBezTo>
                    <a:pt x="6950" y="2589"/>
                    <a:pt x="7098" y="2441"/>
                    <a:pt x="7098" y="2256"/>
                  </a:cubicBezTo>
                  <a:cubicBezTo>
                    <a:pt x="7098" y="2108"/>
                    <a:pt x="6950" y="1960"/>
                    <a:pt x="6766" y="1960"/>
                  </a:cubicBezTo>
                  <a:cubicBezTo>
                    <a:pt x="6692" y="1960"/>
                    <a:pt x="6322" y="1960"/>
                    <a:pt x="5139" y="1849"/>
                  </a:cubicBezTo>
                  <a:cubicBezTo>
                    <a:pt x="4510" y="1812"/>
                    <a:pt x="4030" y="1628"/>
                    <a:pt x="3697" y="1480"/>
                  </a:cubicBezTo>
                  <a:cubicBezTo>
                    <a:pt x="3549" y="1406"/>
                    <a:pt x="3438" y="1332"/>
                    <a:pt x="3364" y="1295"/>
                  </a:cubicBezTo>
                  <a:lnTo>
                    <a:pt x="3253" y="1221"/>
                  </a:lnTo>
                  <a:cubicBezTo>
                    <a:pt x="3199" y="1167"/>
                    <a:pt x="3145" y="1133"/>
                    <a:pt x="3091" y="1133"/>
                  </a:cubicBezTo>
                  <a:cubicBezTo>
                    <a:pt x="3071" y="1133"/>
                    <a:pt x="3051" y="1137"/>
                    <a:pt x="3032" y="1147"/>
                  </a:cubicBezTo>
                  <a:cubicBezTo>
                    <a:pt x="3032" y="1147"/>
                    <a:pt x="2699" y="1147"/>
                    <a:pt x="2292" y="1184"/>
                  </a:cubicBezTo>
                  <a:cubicBezTo>
                    <a:pt x="1886" y="1221"/>
                    <a:pt x="1331" y="1221"/>
                    <a:pt x="887" y="1221"/>
                  </a:cubicBezTo>
                  <a:cubicBezTo>
                    <a:pt x="702" y="1221"/>
                    <a:pt x="629" y="1184"/>
                    <a:pt x="592" y="1184"/>
                  </a:cubicBezTo>
                  <a:lnTo>
                    <a:pt x="629" y="1147"/>
                  </a:lnTo>
                  <a:cubicBezTo>
                    <a:pt x="665" y="1073"/>
                    <a:pt x="813" y="962"/>
                    <a:pt x="1035" y="925"/>
                  </a:cubicBezTo>
                  <a:cubicBezTo>
                    <a:pt x="1368" y="851"/>
                    <a:pt x="2403" y="777"/>
                    <a:pt x="3327" y="740"/>
                  </a:cubicBezTo>
                  <a:cubicBezTo>
                    <a:pt x="4289" y="666"/>
                    <a:pt x="5139" y="592"/>
                    <a:pt x="5139" y="592"/>
                  </a:cubicBezTo>
                  <a:cubicBezTo>
                    <a:pt x="5324" y="592"/>
                    <a:pt x="5435" y="445"/>
                    <a:pt x="5435" y="297"/>
                  </a:cubicBezTo>
                  <a:cubicBezTo>
                    <a:pt x="5435" y="112"/>
                    <a:pt x="5287" y="1"/>
                    <a:pt x="51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2" name="Google Shape;3632;g3048a510704_4_0"/>
            <p:cNvSpPr/>
            <p:nvPr/>
          </p:nvSpPr>
          <p:spPr>
            <a:xfrm>
              <a:off x="5597050" y="3530350"/>
              <a:ext cx="448275" cy="196900"/>
            </a:xfrm>
            <a:custGeom>
              <a:rect b="b" l="l" r="r" t="t"/>
              <a:pathLst>
                <a:path extrusionOk="0" h="7876" w="17931">
                  <a:moveTo>
                    <a:pt x="518" y="1"/>
                  </a:moveTo>
                  <a:lnTo>
                    <a:pt x="0" y="2182"/>
                  </a:lnTo>
                  <a:lnTo>
                    <a:pt x="17487" y="7875"/>
                  </a:lnTo>
                  <a:lnTo>
                    <a:pt x="17931" y="2810"/>
                  </a:lnTo>
                  <a:lnTo>
                    <a:pt x="51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3" name="Google Shape;3633;g3048a510704_4_0"/>
            <p:cNvSpPr/>
            <p:nvPr/>
          </p:nvSpPr>
          <p:spPr>
            <a:xfrm>
              <a:off x="5588725" y="3522775"/>
              <a:ext cx="464000" cy="212250"/>
            </a:xfrm>
            <a:custGeom>
              <a:rect b="b" l="l" r="r" t="t"/>
              <a:pathLst>
                <a:path extrusionOk="0" h="8490" w="18560">
                  <a:moveTo>
                    <a:pt x="1084" y="643"/>
                  </a:moveTo>
                  <a:lnTo>
                    <a:pt x="17931" y="3372"/>
                  </a:lnTo>
                  <a:lnTo>
                    <a:pt x="17561" y="7772"/>
                  </a:lnTo>
                  <a:lnTo>
                    <a:pt x="703" y="2263"/>
                  </a:lnTo>
                  <a:lnTo>
                    <a:pt x="1084" y="643"/>
                  </a:lnTo>
                  <a:close/>
                  <a:moveTo>
                    <a:pt x="830" y="1"/>
                  </a:moveTo>
                  <a:cubicBezTo>
                    <a:pt x="703" y="1"/>
                    <a:pt x="587" y="101"/>
                    <a:pt x="555" y="230"/>
                  </a:cubicBezTo>
                  <a:lnTo>
                    <a:pt x="37" y="2411"/>
                  </a:lnTo>
                  <a:cubicBezTo>
                    <a:pt x="0" y="2559"/>
                    <a:pt x="74" y="2744"/>
                    <a:pt x="259" y="2781"/>
                  </a:cubicBezTo>
                  <a:lnTo>
                    <a:pt x="17746" y="8474"/>
                  </a:lnTo>
                  <a:cubicBezTo>
                    <a:pt x="17768" y="8485"/>
                    <a:pt x="17793" y="8490"/>
                    <a:pt x="17819" y="8490"/>
                  </a:cubicBezTo>
                  <a:cubicBezTo>
                    <a:pt x="17882" y="8490"/>
                    <a:pt x="17953" y="8463"/>
                    <a:pt x="18005" y="8437"/>
                  </a:cubicBezTo>
                  <a:cubicBezTo>
                    <a:pt x="18079" y="8400"/>
                    <a:pt x="18153" y="8289"/>
                    <a:pt x="18153" y="8215"/>
                  </a:cubicBezTo>
                  <a:lnTo>
                    <a:pt x="18560" y="3113"/>
                  </a:lnTo>
                  <a:cubicBezTo>
                    <a:pt x="18560" y="2966"/>
                    <a:pt x="18449" y="2818"/>
                    <a:pt x="18301" y="2818"/>
                  </a:cubicBezTo>
                  <a:lnTo>
                    <a:pt x="888" y="8"/>
                  </a:lnTo>
                  <a:cubicBezTo>
                    <a:pt x="868" y="3"/>
                    <a:pt x="849" y="1"/>
                    <a:pt x="8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4" name="Google Shape;3634;g3048a510704_4_0"/>
            <p:cNvSpPr/>
            <p:nvPr/>
          </p:nvSpPr>
          <p:spPr>
            <a:xfrm>
              <a:off x="5831800" y="3033350"/>
              <a:ext cx="475100" cy="853075"/>
            </a:xfrm>
            <a:custGeom>
              <a:rect b="b" l="l" r="r" t="t"/>
              <a:pathLst>
                <a:path extrusionOk="0" h="34123" w="19004">
                  <a:moveTo>
                    <a:pt x="9555" y="1"/>
                  </a:moveTo>
                  <a:cubicBezTo>
                    <a:pt x="8899" y="1"/>
                    <a:pt x="8262" y="269"/>
                    <a:pt x="7654" y="841"/>
                  </a:cubicBezTo>
                  <a:cubicBezTo>
                    <a:pt x="7654" y="841"/>
                    <a:pt x="2330" y="6571"/>
                    <a:pt x="1147" y="8605"/>
                  </a:cubicBezTo>
                  <a:cubicBezTo>
                    <a:pt x="1" y="10601"/>
                    <a:pt x="3476" y="19955"/>
                    <a:pt x="3772" y="22690"/>
                  </a:cubicBezTo>
                  <a:cubicBezTo>
                    <a:pt x="4030" y="25426"/>
                    <a:pt x="4918" y="27164"/>
                    <a:pt x="3624" y="28606"/>
                  </a:cubicBezTo>
                  <a:cubicBezTo>
                    <a:pt x="2330" y="30048"/>
                    <a:pt x="3476" y="30898"/>
                    <a:pt x="4178" y="31489"/>
                  </a:cubicBezTo>
                  <a:cubicBezTo>
                    <a:pt x="4861" y="32002"/>
                    <a:pt x="10182" y="34123"/>
                    <a:pt x="13583" y="34123"/>
                  </a:cubicBezTo>
                  <a:cubicBezTo>
                    <a:pt x="13864" y="34123"/>
                    <a:pt x="14131" y="34108"/>
                    <a:pt x="14382" y="34077"/>
                  </a:cubicBezTo>
                  <a:cubicBezTo>
                    <a:pt x="17710" y="33634"/>
                    <a:pt x="18412" y="31342"/>
                    <a:pt x="18708" y="27718"/>
                  </a:cubicBezTo>
                  <a:cubicBezTo>
                    <a:pt x="19004" y="24132"/>
                    <a:pt x="18708" y="11488"/>
                    <a:pt x="15824" y="6312"/>
                  </a:cubicBezTo>
                  <a:cubicBezTo>
                    <a:pt x="13687" y="2428"/>
                    <a:pt x="11530" y="1"/>
                    <a:pt x="955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5" name="Google Shape;3635;g3048a510704_4_0"/>
            <p:cNvSpPr/>
            <p:nvPr/>
          </p:nvSpPr>
          <p:spPr>
            <a:xfrm>
              <a:off x="5847525" y="3025700"/>
              <a:ext cx="462150" cy="867925"/>
            </a:xfrm>
            <a:custGeom>
              <a:rect b="b" l="l" r="r" t="t"/>
              <a:pathLst>
                <a:path extrusionOk="0" h="34717" w="18486">
                  <a:moveTo>
                    <a:pt x="8910" y="592"/>
                  </a:moveTo>
                  <a:cubicBezTo>
                    <a:pt x="9760" y="592"/>
                    <a:pt x="10759" y="1147"/>
                    <a:pt x="11757" y="2219"/>
                  </a:cubicBezTo>
                  <a:cubicBezTo>
                    <a:pt x="12792" y="3254"/>
                    <a:pt x="13864" y="4844"/>
                    <a:pt x="14936" y="6766"/>
                  </a:cubicBezTo>
                  <a:cubicBezTo>
                    <a:pt x="16082" y="8800"/>
                    <a:pt x="16822" y="12090"/>
                    <a:pt x="17265" y="15528"/>
                  </a:cubicBezTo>
                  <a:cubicBezTo>
                    <a:pt x="17709" y="19004"/>
                    <a:pt x="17857" y="22553"/>
                    <a:pt x="17857" y="25141"/>
                  </a:cubicBezTo>
                  <a:cubicBezTo>
                    <a:pt x="17857" y="26361"/>
                    <a:pt x="17820" y="27359"/>
                    <a:pt x="17783" y="28024"/>
                  </a:cubicBezTo>
                  <a:cubicBezTo>
                    <a:pt x="17635" y="29799"/>
                    <a:pt x="17376" y="31241"/>
                    <a:pt x="16785" y="32239"/>
                  </a:cubicBezTo>
                  <a:cubicBezTo>
                    <a:pt x="16193" y="33237"/>
                    <a:pt x="15306" y="33866"/>
                    <a:pt x="13716" y="34051"/>
                  </a:cubicBezTo>
                  <a:cubicBezTo>
                    <a:pt x="13494" y="34088"/>
                    <a:pt x="13199" y="34125"/>
                    <a:pt x="12903" y="34125"/>
                  </a:cubicBezTo>
                  <a:cubicBezTo>
                    <a:pt x="11276" y="34125"/>
                    <a:pt x="9095" y="33607"/>
                    <a:pt x="7283" y="33016"/>
                  </a:cubicBezTo>
                  <a:cubicBezTo>
                    <a:pt x="6396" y="32720"/>
                    <a:pt x="5583" y="32387"/>
                    <a:pt x="4954" y="32128"/>
                  </a:cubicBezTo>
                  <a:cubicBezTo>
                    <a:pt x="4621" y="31980"/>
                    <a:pt x="4363" y="31869"/>
                    <a:pt x="4141" y="31759"/>
                  </a:cubicBezTo>
                  <a:cubicBezTo>
                    <a:pt x="3956" y="31685"/>
                    <a:pt x="3808" y="31574"/>
                    <a:pt x="3734" y="31537"/>
                  </a:cubicBezTo>
                  <a:cubicBezTo>
                    <a:pt x="3512" y="31352"/>
                    <a:pt x="3217" y="31130"/>
                    <a:pt x="3032" y="30908"/>
                  </a:cubicBezTo>
                  <a:cubicBezTo>
                    <a:pt x="2810" y="30649"/>
                    <a:pt x="2699" y="30428"/>
                    <a:pt x="2699" y="30132"/>
                  </a:cubicBezTo>
                  <a:cubicBezTo>
                    <a:pt x="2699" y="29873"/>
                    <a:pt x="2810" y="29540"/>
                    <a:pt x="3217" y="29097"/>
                  </a:cubicBezTo>
                  <a:cubicBezTo>
                    <a:pt x="3771" y="28468"/>
                    <a:pt x="3993" y="27729"/>
                    <a:pt x="3993" y="26989"/>
                  </a:cubicBezTo>
                  <a:cubicBezTo>
                    <a:pt x="3993" y="25843"/>
                    <a:pt x="3586" y="24586"/>
                    <a:pt x="3438" y="22959"/>
                  </a:cubicBezTo>
                  <a:cubicBezTo>
                    <a:pt x="3291" y="21739"/>
                    <a:pt x="2588" y="19373"/>
                    <a:pt x="1923" y="16859"/>
                  </a:cubicBezTo>
                  <a:cubicBezTo>
                    <a:pt x="1257" y="14345"/>
                    <a:pt x="592" y="11720"/>
                    <a:pt x="592" y="10168"/>
                  </a:cubicBezTo>
                  <a:cubicBezTo>
                    <a:pt x="592" y="9650"/>
                    <a:pt x="703" y="9280"/>
                    <a:pt x="814" y="9058"/>
                  </a:cubicBezTo>
                  <a:cubicBezTo>
                    <a:pt x="1072" y="8578"/>
                    <a:pt x="1627" y="7838"/>
                    <a:pt x="2255" y="7025"/>
                  </a:cubicBezTo>
                  <a:cubicBezTo>
                    <a:pt x="3254" y="5805"/>
                    <a:pt x="4511" y="4400"/>
                    <a:pt x="5509" y="3291"/>
                  </a:cubicBezTo>
                  <a:cubicBezTo>
                    <a:pt x="5989" y="2700"/>
                    <a:pt x="6433" y="2219"/>
                    <a:pt x="6729" y="1886"/>
                  </a:cubicBezTo>
                  <a:cubicBezTo>
                    <a:pt x="7062" y="1553"/>
                    <a:pt x="7246" y="1369"/>
                    <a:pt x="7246" y="1369"/>
                  </a:cubicBezTo>
                  <a:lnTo>
                    <a:pt x="7229" y="1351"/>
                  </a:lnTo>
                  <a:lnTo>
                    <a:pt x="7229" y="1351"/>
                  </a:lnTo>
                  <a:cubicBezTo>
                    <a:pt x="7813" y="809"/>
                    <a:pt x="8361" y="592"/>
                    <a:pt x="8910" y="592"/>
                  </a:cubicBezTo>
                  <a:close/>
                  <a:moveTo>
                    <a:pt x="8910" y="1"/>
                  </a:moveTo>
                  <a:cubicBezTo>
                    <a:pt x="8171" y="1"/>
                    <a:pt x="7431" y="296"/>
                    <a:pt x="6803" y="925"/>
                  </a:cubicBezTo>
                  <a:lnTo>
                    <a:pt x="6766" y="925"/>
                  </a:lnTo>
                  <a:cubicBezTo>
                    <a:pt x="6766" y="925"/>
                    <a:pt x="5435" y="2367"/>
                    <a:pt x="3956" y="4067"/>
                  </a:cubicBezTo>
                  <a:cubicBezTo>
                    <a:pt x="3217" y="4918"/>
                    <a:pt x="2440" y="5842"/>
                    <a:pt x="1775" y="6655"/>
                  </a:cubicBezTo>
                  <a:cubicBezTo>
                    <a:pt x="1109" y="7469"/>
                    <a:pt x="592" y="8208"/>
                    <a:pt x="259" y="8763"/>
                  </a:cubicBezTo>
                  <a:cubicBezTo>
                    <a:pt x="74" y="9132"/>
                    <a:pt x="0" y="9613"/>
                    <a:pt x="0" y="10168"/>
                  </a:cubicBezTo>
                  <a:cubicBezTo>
                    <a:pt x="0" y="11868"/>
                    <a:pt x="666" y="14493"/>
                    <a:pt x="1331" y="17007"/>
                  </a:cubicBezTo>
                  <a:cubicBezTo>
                    <a:pt x="1997" y="19521"/>
                    <a:pt x="2699" y="21924"/>
                    <a:pt x="2810" y="23033"/>
                  </a:cubicBezTo>
                  <a:cubicBezTo>
                    <a:pt x="2995" y="24697"/>
                    <a:pt x="3364" y="25991"/>
                    <a:pt x="3364" y="26989"/>
                  </a:cubicBezTo>
                  <a:cubicBezTo>
                    <a:pt x="3364" y="27655"/>
                    <a:pt x="3217" y="28172"/>
                    <a:pt x="2736" y="28690"/>
                  </a:cubicBezTo>
                  <a:cubicBezTo>
                    <a:pt x="2292" y="29208"/>
                    <a:pt x="2071" y="29688"/>
                    <a:pt x="2071" y="30132"/>
                  </a:cubicBezTo>
                  <a:cubicBezTo>
                    <a:pt x="2071" y="30612"/>
                    <a:pt x="2292" y="30982"/>
                    <a:pt x="2551" y="31278"/>
                  </a:cubicBezTo>
                  <a:cubicBezTo>
                    <a:pt x="2810" y="31574"/>
                    <a:pt x="3143" y="31832"/>
                    <a:pt x="3364" y="32017"/>
                  </a:cubicBezTo>
                  <a:cubicBezTo>
                    <a:pt x="3475" y="32128"/>
                    <a:pt x="3660" y="32202"/>
                    <a:pt x="3882" y="32313"/>
                  </a:cubicBezTo>
                  <a:cubicBezTo>
                    <a:pt x="4658" y="32720"/>
                    <a:pt x="6137" y="33311"/>
                    <a:pt x="7801" y="33829"/>
                  </a:cubicBezTo>
                  <a:cubicBezTo>
                    <a:pt x="9502" y="34309"/>
                    <a:pt x="11387" y="34716"/>
                    <a:pt x="12903" y="34716"/>
                  </a:cubicBezTo>
                  <a:cubicBezTo>
                    <a:pt x="13236" y="34716"/>
                    <a:pt x="13531" y="34716"/>
                    <a:pt x="13827" y="34679"/>
                  </a:cubicBezTo>
                  <a:cubicBezTo>
                    <a:pt x="15528" y="34457"/>
                    <a:pt x="16674" y="33718"/>
                    <a:pt x="17339" y="32535"/>
                  </a:cubicBezTo>
                  <a:cubicBezTo>
                    <a:pt x="18005" y="31389"/>
                    <a:pt x="18227" y="29873"/>
                    <a:pt x="18375" y="28061"/>
                  </a:cubicBezTo>
                  <a:cubicBezTo>
                    <a:pt x="18448" y="27359"/>
                    <a:pt x="18485" y="26361"/>
                    <a:pt x="18485" y="25141"/>
                  </a:cubicBezTo>
                  <a:cubicBezTo>
                    <a:pt x="18485" y="22553"/>
                    <a:pt x="18338" y="18930"/>
                    <a:pt x="17857" y="15454"/>
                  </a:cubicBezTo>
                  <a:cubicBezTo>
                    <a:pt x="17413" y="11979"/>
                    <a:pt x="16674" y="8615"/>
                    <a:pt x="15491" y="6471"/>
                  </a:cubicBezTo>
                  <a:cubicBezTo>
                    <a:pt x="14382" y="4511"/>
                    <a:pt x="13310" y="2921"/>
                    <a:pt x="12200" y="1775"/>
                  </a:cubicBezTo>
                  <a:cubicBezTo>
                    <a:pt x="11128" y="666"/>
                    <a:pt x="10019" y="1"/>
                    <a:pt x="89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6" name="Google Shape;3636;g3048a510704_4_0"/>
            <p:cNvSpPr/>
            <p:nvPr/>
          </p:nvSpPr>
          <p:spPr>
            <a:xfrm>
              <a:off x="5828100" y="2996750"/>
              <a:ext cx="275450" cy="262825"/>
            </a:xfrm>
            <a:custGeom>
              <a:rect b="b" l="l" r="r" t="t"/>
              <a:pathLst>
                <a:path extrusionOk="0" h="10513" w="11018">
                  <a:moveTo>
                    <a:pt x="7766" y="0"/>
                  </a:moveTo>
                  <a:cubicBezTo>
                    <a:pt x="7188" y="0"/>
                    <a:pt x="6562" y="157"/>
                    <a:pt x="5916" y="567"/>
                  </a:cubicBezTo>
                  <a:lnTo>
                    <a:pt x="1" y="8331"/>
                  </a:lnTo>
                  <a:lnTo>
                    <a:pt x="740" y="10512"/>
                  </a:lnTo>
                  <a:cubicBezTo>
                    <a:pt x="740" y="10512"/>
                    <a:pt x="4215" y="6815"/>
                    <a:pt x="5657" y="5928"/>
                  </a:cubicBezTo>
                  <a:cubicBezTo>
                    <a:pt x="7099" y="5078"/>
                    <a:pt x="11018" y="1639"/>
                    <a:pt x="11018" y="1639"/>
                  </a:cubicBezTo>
                  <a:cubicBezTo>
                    <a:pt x="11018" y="1639"/>
                    <a:pt x="9638" y="0"/>
                    <a:pt x="776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7" name="Google Shape;3637;g3048a510704_4_0"/>
            <p:cNvSpPr/>
            <p:nvPr/>
          </p:nvSpPr>
          <p:spPr>
            <a:xfrm>
              <a:off x="5820725" y="2989650"/>
              <a:ext cx="291150" cy="277325"/>
            </a:xfrm>
            <a:custGeom>
              <a:rect b="b" l="l" r="r" t="t"/>
              <a:pathLst>
                <a:path extrusionOk="0" h="11093" w="11646">
                  <a:moveTo>
                    <a:pt x="8060" y="592"/>
                  </a:moveTo>
                  <a:cubicBezTo>
                    <a:pt x="8910" y="592"/>
                    <a:pt x="9649" y="962"/>
                    <a:pt x="10204" y="1369"/>
                  </a:cubicBezTo>
                  <a:cubicBezTo>
                    <a:pt x="10463" y="1554"/>
                    <a:pt x="10685" y="1738"/>
                    <a:pt x="10832" y="1886"/>
                  </a:cubicBezTo>
                  <a:cubicBezTo>
                    <a:pt x="10838" y="1892"/>
                    <a:pt x="10843" y="1897"/>
                    <a:pt x="10848" y="1902"/>
                  </a:cubicBezTo>
                  <a:lnTo>
                    <a:pt x="10848" y="1902"/>
                  </a:lnTo>
                  <a:cubicBezTo>
                    <a:pt x="10749" y="1985"/>
                    <a:pt x="10619" y="2091"/>
                    <a:pt x="10463" y="2219"/>
                  </a:cubicBezTo>
                  <a:cubicBezTo>
                    <a:pt x="9871" y="2737"/>
                    <a:pt x="8984" y="3513"/>
                    <a:pt x="8097" y="4252"/>
                  </a:cubicBezTo>
                  <a:cubicBezTo>
                    <a:pt x="7209" y="4992"/>
                    <a:pt x="6322" y="5657"/>
                    <a:pt x="5804" y="5953"/>
                  </a:cubicBezTo>
                  <a:cubicBezTo>
                    <a:pt x="5398" y="6212"/>
                    <a:pt x="4917" y="6619"/>
                    <a:pt x="4400" y="7062"/>
                  </a:cubicBezTo>
                  <a:cubicBezTo>
                    <a:pt x="3195" y="8129"/>
                    <a:pt x="1809" y="9541"/>
                    <a:pt x="1170" y="10202"/>
                  </a:cubicBezTo>
                  <a:lnTo>
                    <a:pt x="1170" y="10202"/>
                  </a:lnTo>
                  <a:lnTo>
                    <a:pt x="665" y="8689"/>
                  </a:lnTo>
                  <a:lnTo>
                    <a:pt x="6456" y="1054"/>
                  </a:lnTo>
                  <a:lnTo>
                    <a:pt x="6456" y="1054"/>
                  </a:lnTo>
                  <a:cubicBezTo>
                    <a:pt x="7045" y="725"/>
                    <a:pt x="7569" y="592"/>
                    <a:pt x="8060" y="592"/>
                  </a:cubicBezTo>
                  <a:close/>
                  <a:moveTo>
                    <a:pt x="8060" y="1"/>
                  </a:moveTo>
                  <a:cubicBezTo>
                    <a:pt x="7431" y="1"/>
                    <a:pt x="6729" y="149"/>
                    <a:pt x="6063" y="592"/>
                  </a:cubicBezTo>
                  <a:lnTo>
                    <a:pt x="5952" y="666"/>
                  </a:lnTo>
                  <a:lnTo>
                    <a:pt x="74" y="8430"/>
                  </a:lnTo>
                  <a:cubicBezTo>
                    <a:pt x="0" y="8504"/>
                    <a:pt x="0" y="8615"/>
                    <a:pt x="37" y="8726"/>
                  </a:cubicBezTo>
                  <a:lnTo>
                    <a:pt x="739" y="10870"/>
                  </a:lnTo>
                  <a:cubicBezTo>
                    <a:pt x="776" y="10981"/>
                    <a:pt x="850" y="11055"/>
                    <a:pt x="961" y="11092"/>
                  </a:cubicBezTo>
                  <a:cubicBezTo>
                    <a:pt x="1072" y="11092"/>
                    <a:pt x="1183" y="11055"/>
                    <a:pt x="1257" y="10981"/>
                  </a:cubicBezTo>
                  <a:cubicBezTo>
                    <a:pt x="1257" y="10981"/>
                    <a:pt x="1479" y="10759"/>
                    <a:pt x="1812" y="10390"/>
                  </a:cubicBezTo>
                  <a:cubicBezTo>
                    <a:pt x="2329" y="9872"/>
                    <a:pt x="3179" y="9059"/>
                    <a:pt x="3993" y="8282"/>
                  </a:cubicBezTo>
                  <a:cubicBezTo>
                    <a:pt x="4806" y="7506"/>
                    <a:pt x="5620" y="6803"/>
                    <a:pt x="6137" y="6508"/>
                  </a:cubicBezTo>
                  <a:cubicBezTo>
                    <a:pt x="6877" y="6027"/>
                    <a:pt x="8207" y="4955"/>
                    <a:pt x="9354" y="3994"/>
                  </a:cubicBezTo>
                  <a:cubicBezTo>
                    <a:pt x="10537" y="2995"/>
                    <a:pt x="11498" y="2145"/>
                    <a:pt x="11498" y="2145"/>
                  </a:cubicBezTo>
                  <a:cubicBezTo>
                    <a:pt x="11646" y="2034"/>
                    <a:pt x="11646" y="1849"/>
                    <a:pt x="11535" y="1701"/>
                  </a:cubicBezTo>
                  <a:cubicBezTo>
                    <a:pt x="11535" y="1701"/>
                    <a:pt x="11165" y="1295"/>
                    <a:pt x="10574" y="851"/>
                  </a:cubicBezTo>
                  <a:cubicBezTo>
                    <a:pt x="9945" y="444"/>
                    <a:pt x="9095" y="1"/>
                    <a:pt x="80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8" name="Google Shape;3638;g3048a510704_4_0"/>
            <p:cNvSpPr/>
            <p:nvPr/>
          </p:nvSpPr>
          <p:spPr>
            <a:xfrm>
              <a:off x="5256900" y="3187450"/>
              <a:ext cx="816150" cy="609925"/>
            </a:xfrm>
            <a:custGeom>
              <a:rect b="b" l="l" r="r" t="t"/>
              <a:pathLst>
                <a:path extrusionOk="0" h="24397" w="32646">
                  <a:moveTo>
                    <a:pt x="29060" y="1"/>
                  </a:moveTo>
                  <a:cubicBezTo>
                    <a:pt x="29060" y="1"/>
                    <a:pt x="25732" y="1590"/>
                    <a:pt x="24032" y="3882"/>
                  </a:cubicBezTo>
                  <a:cubicBezTo>
                    <a:pt x="22294" y="6175"/>
                    <a:pt x="15381" y="17820"/>
                    <a:pt x="15381" y="17820"/>
                  </a:cubicBezTo>
                  <a:lnTo>
                    <a:pt x="149" y="15085"/>
                  </a:lnTo>
                  <a:lnTo>
                    <a:pt x="1" y="17118"/>
                  </a:lnTo>
                  <a:cubicBezTo>
                    <a:pt x="1" y="17118"/>
                    <a:pt x="8911" y="21702"/>
                    <a:pt x="13089" y="22738"/>
                  </a:cubicBezTo>
                  <a:cubicBezTo>
                    <a:pt x="16084" y="23453"/>
                    <a:pt x="18338" y="24397"/>
                    <a:pt x="19633" y="24397"/>
                  </a:cubicBezTo>
                  <a:cubicBezTo>
                    <a:pt x="20144" y="24397"/>
                    <a:pt x="20506" y="24250"/>
                    <a:pt x="20704" y="23884"/>
                  </a:cubicBezTo>
                  <a:cubicBezTo>
                    <a:pt x="21444" y="22590"/>
                    <a:pt x="27914" y="11794"/>
                    <a:pt x="27914" y="11794"/>
                  </a:cubicBezTo>
                  <a:lnTo>
                    <a:pt x="32646" y="8208"/>
                  </a:lnTo>
                  <a:lnTo>
                    <a:pt x="2906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9" name="Google Shape;3639;g3048a510704_4_0"/>
            <p:cNvSpPr/>
            <p:nvPr/>
          </p:nvSpPr>
          <p:spPr>
            <a:xfrm>
              <a:off x="5248600" y="3179325"/>
              <a:ext cx="832775" cy="625550"/>
            </a:xfrm>
            <a:custGeom>
              <a:rect b="b" l="l" r="r" t="t"/>
              <a:pathLst>
                <a:path extrusionOk="0" h="25022" w="33311">
                  <a:moveTo>
                    <a:pt x="29368" y="1"/>
                  </a:moveTo>
                  <a:cubicBezTo>
                    <a:pt x="29326" y="1"/>
                    <a:pt x="29284" y="10"/>
                    <a:pt x="29244" y="30"/>
                  </a:cubicBezTo>
                  <a:cubicBezTo>
                    <a:pt x="29244" y="67"/>
                    <a:pt x="25917" y="1620"/>
                    <a:pt x="24105" y="4023"/>
                  </a:cubicBezTo>
                  <a:cubicBezTo>
                    <a:pt x="23661" y="4614"/>
                    <a:pt x="22922" y="5760"/>
                    <a:pt x="21998" y="7202"/>
                  </a:cubicBezTo>
                  <a:cubicBezTo>
                    <a:pt x="19602" y="11029"/>
                    <a:pt x="16218" y="16711"/>
                    <a:pt x="15565" y="17810"/>
                  </a:cubicBezTo>
                  <a:lnTo>
                    <a:pt x="15565" y="17810"/>
                  </a:lnTo>
                  <a:lnTo>
                    <a:pt x="518" y="15114"/>
                  </a:lnTo>
                  <a:cubicBezTo>
                    <a:pt x="444" y="15114"/>
                    <a:pt x="333" y="15114"/>
                    <a:pt x="296" y="15188"/>
                  </a:cubicBezTo>
                  <a:cubicBezTo>
                    <a:pt x="222" y="15225"/>
                    <a:pt x="185" y="15299"/>
                    <a:pt x="148" y="15410"/>
                  </a:cubicBezTo>
                  <a:lnTo>
                    <a:pt x="37" y="17406"/>
                  </a:lnTo>
                  <a:cubicBezTo>
                    <a:pt x="0" y="17554"/>
                    <a:pt x="74" y="17665"/>
                    <a:pt x="185" y="17702"/>
                  </a:cubicBezTo>
                  <a:cubicBezTo>
                    <a:pt x="185" y="17702"/>
                    <a:pt x="2403" y="18848"/>
                    <a:pt x="5176" y="20142"/>
                  </a:cubicBezTo>
                  <a:cubicBezTo>
                    <a:pt x="7949" y="21436"/>
                    <a:pt x="11202" y="22841"/>
                    <a:pt x="13347" y="23358"/>
                  </a:cubicBezTo>
                  <a:cubicBezTo>
                    <a:pt x="14825" y="23691"/>
                    <a:pt x="16119" y="24098"/>
                    <a:pt x="17229" y="24430"/>
                  </a:cubicBezTo>
                  <a:cubicBezTo>
                    <a:pt x="18338" y="24763"/>
                    <a:pt x="19225" y="25022"/>
                    <a:pt x="19964" y="25022"/>
                  </a:cubicBezTo>
                  <a:cubicBezTo>
                    <a:pt x="20260" y="25022"/>
                    <a:pt x="20519" y="24985"/>
                    <a:pt x="20741" y="24874"/>
                  </a:cubicBezTo>
                  <a:cubicBezTo>
                    <a:pt x="20963" y="24763"/>
                    <a:pt x="21184" y="24578"/>
                    <a:pt x="21295" y="24357"/>
                  </a:cubicBezTo>
                  <a:cubicBezTo>
                    <a:pt x="21665" y="23728"/>
                    <a:pt x="23477" y="20696"/>
                    <a:pt x="25177" y="17813"/>
                  </a:cubicBezTo>
                  <a:cubicBezTo>
                    <a:pt x="26028" y="16408"/>
                    <a:pt x="26841" y="15003"/>
                    <a:pt x="27469" y="13968"/>
                  </a:cubicBezTo>
                  <a:cubicBezTo>
                    <a:pt x="28016" y="13068"/>
                    <a:pt x="28395" y="12447"/>
                    <a:pt x="28484" y="12300"/>
                  </a:cubicBezTo>
                  <a:lnTo>
                    <a:pt x="28484" y="12300"/>
                  </a:lnTo>
                  <a:lnTo>
                    <a:pt x="33163" y="8755"/>
                  </a:lnTo>
                  <a:cubicBezTo>
                    <a:pt x="33311" y="8644"/>
                    <a:pt x="33311" y="8459"/>
                    <a:pt x="33237" y="8348"/>
                  </a:cubicBezTo>
                  <a:cubicBezTo>
                    <a:pt x="33170" y="8259"/>
                    <a:pt x="33075" y="8210"/>
                    <a:pt x="32979" y="8210"/>
                  </a:cubicBezTo>
                  <a:cubicBezTo>
                    <a:pt x="32916" y="8210"/>
                    <a:pt x="32851" y="8231"/>
                    <a:pt x="32793" y="8274"/>
                  </a:cubicBezTo>
                  <a:lnTo>
                    <a:pt x="28061" y="11860"/>
                  </a:lnTo>
                  <a:lnTo>
                    <a:pt x="27950" y="11971"/>
                  </a:lnTo>
                  <a:cubicBezTo>
                    <a:pt x="27950" y="11971"/>
                    <a:pt x="26360" y="14633"/>
                    <a:pt x="24660" y="17517"/>
                  </a:cubicBezTo>
                  <a:cubicBezTo>
                    <a:pt x="22922" y="20364"/>
                    <a:pt x="21147" y="23395"/>
                    <a:pt x="20778" y="24061"/>
                  </a:cubicBezTo>
                  <a:cubicBezTo>
                    <a:pt x="20704" y="24172"/>
                    <a:pt x="20630" y="24246"/>
                    <a:pt x="20482" y="24320"/>
                  </a:cubicBezTo>
                  <a:cubicBezTo>
                    <a:pt x="20371" y="24357"/>
                    <a:pt x="20186" y="24393"/>
                    <a:pt x="19964" y="24393"/>
                  </a:cubicBezTo>
                  <a:cubicBezTo>
                    <a:pt x="19373" y="24393"/>
                    <a:pt x="18486" y="24172"/>
                    <a:pt x="17413" y="23839"/>
                  </a:cubicBezTo>
                  <a:cubicBezTo>
                    <a:pt x="16304" y="23543"/>
                    <a:pt x="15010" y="23100"/>
                    <a:pt x="13494" y="22730"/>
                  </a:cubicBezTo>
                  <a:cubicBezTo>
                    <a:pt x="11461" y="22249"/>
                    <a:pt x="8171" y="20844"/>
                    <a:pt x="5435" y="19587"/>
                  </a:cubicBezTo>
                  <a:cubicBezTo>
                    <a:pt x="4067" y="18959"/>
                    <a:pt x="2810" y="18330"/>
                    <a:pt x="1923" y="17887"/>
                  </a:cubicBezTo>
                  <a:cubicBezTo>
                    <a:pt x="1318" y="17584"/>
                    <a:pt x="868" y="17351"/>
                    <a:pt x="643" y="17233"/>
                  </a:cubicBezTo>
                  <a:lnTo>
                    <a:pt x="643" y="17233"/>
                  </a:lnTo>
                  <a:lnTo>
                    <a:pt x="740" y="15779"/>
                  </a:lnTo>
                  <a:lnTo>
                    <a:pt x="15676" y="18441"/>
                  </a:lnTo>
                  <a:cubicBezTo>
                    <a:pt x="15695" y="18448"/>
                    <a:pt x="15716" y="18451"/>
                    <a:pt x="15737" y="18451"/>
                  </a:cubicBezTo>
                  <a:cubicBezTo>
                    <a:pt x="15836" y="18451"/>
                    <a:pt x="15941" y="18385"/>
                    <a:pt x="15972" y="18293"/>
                  </a:cubicBezTo>
                  <a:cubicBezTo>
                    <a:pt x="15972" y="18293"/>
                    <a:pt x="16415" y="17591"/>
                    <a:pt x="17081" y="16445"/>
                  </a:cubicBezTo>
                  <a:cubicBezTo>
                    <a:pt x="18116" y="14781"/>
                    <a:pt x="19669" y="12156"/>
                    <a:pt x="21110" y="9790"/>
                  </a:cubicBezTo>
                  <a:cubicBezTo>
                    <a:pt x="22589" y="7424"/>
                    <a:pt x="23957" y="5243"/>
                    <a:pt x="24586" y="4392"/>
                  </a:cubicBezTo>
                  <a:cubicBezTo>
                    <a:pt x="25436" y="3283"/>
                    <a:pt x="26656" y="2322"/>
                    <a:pt x="27691" y="1656"/>
                  </a:cubicBezTo>
                  <a:cubicBezTo>
                    <a:pt x="28209" y="1324"/>
                    <a:pt x="28652" y="1065"/>
                    <a:pt x="28985" y="880"/>
                  </a:cubicBezTo>
                  <a:cubicBezTo>
                    <a:pt x="29170" y="769"/>
                    <a:pt x="29281" y="695"/>
                    <a:pt x="29392" y="658"/>
                  </a:cubicBezTo>
                  <a:cubicBezTo>
                    <a:pt x="29466" y="621"/>
                    <a:pt x="29503" y="584"/>
                    <a:pt x="29503" y="584"/>
                  </a:cubicBezTo>
                  <a:cubicBezTo>
                    <a:pt x="29688" y="510"/>
                    <a:pt x="29725" y="326"/>
                    <a:pt x="29651" y="178"/>
                  </a:cubicBezTo>
                  <a:cubicBezTo>
                    <a:pt x="29597" y="69"/>
                    <a:pt x="29483" y="1"/>
                    <a:pt x="293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0" name="Google Shape;3640;g3048a510704_4_0"/>
            <p:cNvSpPr/>
            <p:nvPr/>
          </p:nvSpPr>
          <p:spPr>
            <a:xfrm>
              <a:off x="5945500" y="3431225"/>
              <a:ext cx="158050" cy="58725"/>
            </a:xfrm>
            <a:custGeom>
              <a:rect b="b" l="l" r="r" t="t"/>
              <a:pathLst>
                <a:path extrusionOk="0" h="2349" w="6322">
                  <a:moveTo>
                    <a:pt x="5955" y="1"/>
                  </a:moveTo>
                  <a:cubicBezTo>
                    <a:pt x="5929" y="1"/>
                    <a:pt x="5903" y="4"/>
                    <a:pt x="5878" y="10"/>
                  </a:cubicBezTo>
                  <a:lnTo>
                    <a:pt x="259" y="1747"/>
                  </a:lnTo>
                  <a:cubicBezTo>
                    <a:pt x="111" y="1784"/>
                    <a:pt x="0" y="1969"/>
                    <a:pt x="74" y="2117"/>
                  </a:cubicBezTo>
                  <a:cubicBezTo>
                    <a:pt x="105" y="2271"/>
                    <a:pt x="238" y="2348"/>
                    <a:pt x="368" y="2348"/>
                  </a:cubicBezTo>
                  <a:cubicBezTo>
                    <a:pt x="393" y="2348"/>
                    <a:pt x="419" y="2345"/>
                    <a:pt x="444" y="2339"/>
                  </a:cubicBezTo>
                  <a:lnTo>
                    <a:pt x="6063" y="601"/>
                  </a:lnTo>
                  <a:cubicBezTo>
                    <a:pt x="6211" y="564"/>
                    <a:pt x="6322" y="380"/>
                    <a:pt x="6248" y="232"/>
                  </a:cubicBezTo>
                  <a:cubicBezTo>
                    <a:pt x="6217" y="78"/>
                    <a:pt x="6084" y="1"/>
                    <a:pt x="595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1" name="Google Shape;3641;g3048a510704_4_0"/>
            <p:cNvSpPr/>
            <p:nvPr/>
          </p:nvSpPr>
          <p:spPr>
            <a:xfrm>
              <a:off x="5066625" y="3521850"/>
              <a:ext cx="194000" cy="95400"/>
            </a:xfrm>
            <a:custGeom>
              <a:rect b="b" l="l" r="r" t="t"/>
              <a:pathLst>
                <a:path extrusionOk="0" h="3816" w="7760">
                  <a:moveTo>
                    <a:pt x="3169" y="1"/>
                  </a:moveTo>
                  <a:cubicBezTo>
                    <a:pt x="2001" y="1"/>
                    <a:pt x="1" y="2029"/>
                    <a:pt x="144" y="2744"/>
                  </a:cubicBezTo>
                  <a:cubicBezTo>
                    <a:pt x="168" y="2894"/>
                    <a:pt x="286" y="2953"/>
                    <a:pt x="457" y="2953"/>
                  </a:cubicBezTo>
                  <a:cubicBezTo>
                    <a:pt x="1087" y="2953"/>
                    <a:pt x="2436" y="2152"/>
                    <a:pt x="2436" y="2152"/>
                  </a:cubicBezTo>
                  <a:cubicBezTo>
                    <a:pt x="2436" y="2152"/>
                    <a:pt x="2843" y="2855"/>
                    <a:pt x="4580" y="3446"/>
                  </a:cubicBezTo>
                  <a:cubicBezTo>
                    <a:pt x="5449" y="3742"/>
                    <a:pt x="6207" y="3816"/>
                    <a:pt x="6748" y="3816"/>
                  </a:cubicBezTo>
                  <a:cubicBezTo>
                    <a:pt x="7288" y="3816"/>
                    <a:pt x="7612" y="3742"/>
                    <a:pt x="7612" y="3742"/>
                  </a:cubicBezTo>
                  <a:lnTo>
                    <a:pt x="7760" y="1709"/>
                  </a:lnTo>
                  <a:cubicBezTo>
                    <a:pt x="7760" y="1709"/>
                    <a:pt x="4432" y="156"/>
                    <a:pt x="3286" y="8"/>
                  </a:cubicBezTo>
                  <a:cubicBezTo>
                    <a:pt x="3248" y="3"/>
                    <a:pt x="3209" y="1"/>
                    <a:pt x="316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2" name="Google Shape;3642;g3048a510704_4_0"/>
            <p:cNvSpPr/>
            <p:nvPr/>
          </p:nvSpPr>
          <p:spPr>
            <a:xfrm>
              <a:off x="5061900" y="3513725"/>
              <a:ext cx="206125" cy="110925"/>
            </a:xfrm>
            <a:custGeom>
              <a:rect b="b" l="l" r="r" t="t"/>
              <a:pathLst>
                <a:path extrusionOk="0" h="4437" w="8245">
                  <a:moveTo>
                    <a:pt x="3438" y="629"/>
                  </a:moveTo>
                  <a:cubicBezTo>
                    <a:pt x="3697" y="666"/>
                    <a:pt x="4104" y="777"/>
                    <a:pt x="4548" y="924"/>
                  </a:cubicBezTo>
                  <a:cubicBezTo>
                    <a:pt x="5250" y="1183"/>
                    <a:pt x="6063" y="1553"/>
                    <a:pt x="6692" y="1812"/>
                  </a:cubicBezTo>
                  <a:cubicBezTo>
                    <a:pt x="7025" y="1960"/>
                    <a:pt x="7283" y="2071"/>
                    <a:pt x="7505" y="2181"/>
                  </a:cubicBezTo>
                  <a:cubicBezTo>
                    <a:pt x="7542" y="2196"/>
                    <a:pt x="7575" y="2211"/>
                    <a:pt x="7605" y="2225"/>
                  </a:cubicBezTo>
                  <a:lnTo>
                    <a:pt x="7605" y="2225"/>
                  </a:lnTo>
                  <a:lnTo>
                    <a:pt x="7519" y="3787"/>
                  </a:lnTo>
                  <a:lnTo>
                    <a:pt x="7519" y="3787"/>
                  </a:lnTo>
                  <a:cubicBezTo>
                    <a:pt x="7386" y="3797"/>
                    <a:pt x="7197" y="3808"/>
                    <a:pt x="6951" y="3808"/>
                  </a:cubicBezTo>
                  <a:cubicBezTo>
                    <a:pt x="6433" y="3808"/>
                    <a:pt x="5694" y="3771"/>
                    <a:pt x="4880" y="3475"/>
                  </a:cubicBezTo>
                  <a:cubicBezTo>
                    <a:pt x="4030" y="3217"/>
                    <a:pt x="3549" y="2884"/>
                    <a:pt x="3254" y="2662"/>
                  </a:cubicBezTo>
                  <a:cubicBezTo>
                    <a:pt x="3106" y="2551"/>
                    <a:pt x="2995" y="2440"/>
                    <a:pt x="2958" y="2403"/>
                  </a:cubicBezTo>
                  <a:lnTo>
                    <a:pt x="2884" y="2329"/>
                  </a:lnTo>
                  <a:cubicBezTo>
                    <a:pt x="2835" y="2231"/>
                    <a:pt x="2720" y="2165"/>
                    <a:pt x="2615" y="2165"/>
                  </a:cubicBezTo>
                  <a:cubicBezTo>
                    <a:pt x="2563" y="2165"/>
                    <a:pt x="2514" y="2181"/>
                    <a:pt x="2477" y="2218"/>
                  </a:cubicBezTo>
                  <a:lnTo>
                    <a:pt x="2403" y="2255"/>
                  </a:lnTo>
                  <a:cubicBezTo>
                    <a:pt x="2292" y="2329"/>
                    <a:pt x="1960" y="2514"/>
                    <a:pt x="1590" y="2662"/>
                  </a:cubicBezTo>
                  <a:cubicBezTo>
                    <a:pt x="1405" y="2736"/>
                    <a:pt x="1220" y="2810"/>
                    <a:pt x="1072" y="2884"/>
                  </a:cubicBezTo>
                  <a:cubicBezTo>
                    <a:pt x="887" y="2921"/>
                    <a:pt x="740" y="2958"/>
                    <a:pt x="666" y="2958"/>
                  </a:cubicBezTo>
                  <a:lnTo>
                    <a:pt x="622" y="2958"/>
                  </a:lnTo>
                  <a:cubicBezTo>
                    <a:pt x="621" y="2855"/>
                    <a:pt x="726" y="2629"/>
                    <a:pt x="887" y="2403"/>
                  </a:cubicBezTo>
                  <a:cubicBezTo>
                    <a:pt x="1146" y="2034"/>
                    <a:pt x="1590" y="1553"/>
                    <a:pt x="2071" y="1220"/>
                  </a:cubicBezTo>
                  <a:cubicBezTo>
                    <a:pt x="2551" y="851"/>
                    <a:pt x="3069" y="629"/>
                    <a:pt x="3364" y="629"/>
                  </a:cubicBezTo>
                  <a:close/>
                  <a:moveTo>
                    <a:pt x="3364" y="0"/>
                  </a:moveTo>
                  <a:cubicBezTo>
                    <a:pt x="2995" y="0"/>
                    <a:pt x="2625" y="148"/>
                    <a:pt x="2255" y="370"/>
                  </a:cubicBezTo>
                  <a:cubicBezTo>
                    <a:pt x="1701" y="666"/>
                    <a:pt x="1183" y="1109"/>
                    <a:pt x="740" y="1590"/>
                  </a:cubicBezTo>
                  <a:cubicBezTo>
                    <a:pt x="555" y="1849"/>
                    <a:pt x="370" y="2071"/>
                    <a:pt x="222" y="2292"/>
                  </a:cubicBezTo>
                  <a:cubicBezTo>
                    <a:pt x="111" y="2514"/>
                    <a:pt x="0" y="2736"/>
                    <a:pt x="0" y="2995"/>
                  </a:cubicBezTo>
                  <a:lnTo>
                    <a:pt x="0" y="3106"/>
                  </a:lnTo>
                  <a:cubicBezTo>
                    <a:pt x="37" y="3254"/>
                    <a:pt x="148" y="3402"/>
                    <a:pt x="259" y="3475"/>
                  </a:cubicBezTo>
                  <a:cubicBezTo>
                    <a:pt x="407" y="3549"/>
                    <a:pt x="518" y="3586"/>
                    <a:pt x="666" y="3586"/>
                  </a:cubicBezTo>
                  <a:cubicBezTo>
                    <a:pt x="887" y="3586"/>
                    <a:pt x="1109" y="3512"/>
                    <a:pt x="1331" y="3438"/>
                  </a:cubicBezTo>
                  <a:cubicBezTo>
                    <a:pt x="1796" y="3267"/>
                    <a:pt x="2277" y="3015"/>
                    <a:pt x="2549" y="2864"/>
                  </a:cubicBezTo>
                  <a:lnTo>
                    <a:pt x="2549" y="2864"/>
                  </a:lnTo>
                  <a:cubicBezTo>
                    <a:pt x="2821" y="3156"/>
                    <a:pt x="3437" y="3656"/>
                    <a:pt x="4695" y="4067"/>
                  </a:cubicBezTo>
                  <a:cubicBezTo>
                    <a:pt x="5583" y="4363"/>
                    <a:pt x="6359" y="4437"/>
                    <a:pt x="6951" y="4437"/>
                  </a:cubicBezTo>
                  <a:cubicBezTo>
                    <a:pt x="7505" y="4437"/>
                    <a:pt x="7838" y="4363"/>
                    <a:pt x="7875" y="4363"/>
                  </a:cubicBezTo>
                  <a:cubicBezTo>
                    <a:pt x="7986" y="4326"/>
                    <a:pt x="8097" y="4215"/>
                    <a:pt x="8097" y="4067"/>
                  </a:cubicBezTo>
                  <a:lnTo>
                    <a:pt x="8245" y="2071"/>
                  </a:lnTo>
                  <a:cubicBezTo>
                    <a:pt x="8245" y="1923"/>
                    <a:pt x="8171" y="1812"/>
                    <a:pt x="8060" y="1775"/>
                  </a:cubicBezTo>
                  <a:cubicBezTo>
                    <a:pt x="8060" y="1775"/>
                    <a:pt x="7246" y="1368"/>
                    <a:pt x="6248" y="961"/>
                  </a:cubicBezTo>
                  <a:cubicBezTo>
                    <a:pt x="5768" y="740"/>
                    <a:pt x="5250" y="518"/>
                    <a:pt x="4769" y="370"/>
                  </a:cubicBezTo>
                  <a:cubicBezTo>
                    <a:pt x="4289" y="185"/>
                    <a:pt x="3845" y="74"/>
                    <a:pt x="35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3" name="Google Shape;3643;g3048a510704_4_0"/>
            <p:cNvSpPr/>
            <p:nvPr/>
          </p:nvSpPr>
          <p:spPr>
            <a:xfrm>
              <a:off x="5958425" y="4206925"/>
              <a:ext cx="147900" cy="871025"/>
            </a:xfrm>
            <a:custGeom>
              <a:rect b="b" l="l" r="r" t="t"/>
              <a:pathLst>
                <a:path extrusionOk="0" h="34841" w="5916">
                  <a:moveTo>
                    <a:pt x="3402" y="0"/>
                  </a:moveTo>
                  <a:lnTo>
                    <a:pt x="38" y="34235"/>
                  </a:lnTo>
                  <a:cubicBezTo>
                    <a:pt x="1" y="34531"/>
                    <a:pt x="185" y="34790"/>
                    <a:pt x="481" y="34827"/>
                  </a:cubicBezTo>
                  <a:cubicBezTo>
                    <a:pt x="525" y="34836"/>
                    <a:pt x="567" y="34841"/>
                    <a:pt x="609" y="34841"/>
                  </a:cubicBezTo>
                  <a:cubicBezTo>
                    <a:pt x="887" y="34841"/>
                    <a:pt x="1119" y="34635"/>
                    <a:pt x="1184" y="34346"/>
                  </a:cubicBezTo>
                  <a:lnTo>
                    <a:pt x="5916" y="555"/>
                  </a:lnTo>
                  <a:lnTo>
                    <a:pt x="340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4" name="Google Shape;3644;g3048a510704_4_0"/>
            <p:cNvSpPr/>
            <p:nvPr/>
          </p:nvSpPr>
          <p:spPr>
            <a:xfrm>
              <a:off x="5951950" y="4199525"/>
              <a:ext cx="162700" cy="886400"/>
            </a:xfrm>
            <a:custGeom>
              <a:rect b="b" l="l" r="r" t="t"/>
              <a:pathLst>
                <a:path extrusionOk="0" h="35456" w="6508">
                  <a:moveTo>
                    <a:pt x="3920" y="703"/>
                  </a:moveTo>
                  <a:lnTo>
                    <a:pt x="5835" y="1125"/>
                  </a:lnTo>
                  <a:lnTo>
                    <a:pt x="5835" y="1125"/>
                  </a:lnTo>
                  <a:lnTo>
                    <a:pt x="1110" y="34605"/>
                  </a:lnTo>
                  <a:cubicBezTo>
                    <a:pt x="1110" y="34753"/>
                    <a:pt x="999" y="34827"/>
                    <a:pt x="851" y="34827"/>
                  </a:cubicBezTo>
                  <a:lnTo>
                    <a:pt x="814" y="34827"/>
                  </a:lnTo>
                  <a:cubicBezTo>
                    <a:pt x="666" y="34790"/>
                    <a:pt x="592" y="34716"/>
                    <a:pt x="592" y="34568"/>
                  </a:cubicBezTo>
                  <a:lnTo>
                    <a:pt x="3920" y="703"/>
                  </a:lnTo>
                  <a:close/>
                  <a:moveTo>
                    <a:pt x="3698" y="0"/>
                  </a:moveTo>
                  <a:cubicBezTo>
                    <a:pt x="3624" y="0"/>
                    <a:pt x="3550" y="0"/>
                    <a:pt x="3476" y="74"/>
                  </a:cubicBezTo>
                  <a:cubicBezTo>
                    <a:pt x="3402" y="111"/>
                    <a:pt x="3328" y="185"/>
                    <a:pt x="3328" y="296"/>
                  </a:cubicBezTo>
                  <a:lnTo>
                    <a:pt x="1" y="34494"/>
                  </a:lnTo>
                  <a:lnTo>
                    <a:pt x="1" y="34568"/>
                  </a:lnTo>
                  <a:cubicBezTo>
                    <a:pt x="1" y="34975"/>
                    <a:pt x="260" y="35344"/>
                    <a:pt x="666" y="35418"/>
                  </a:cubicBezTo>
                  <a:cubicBezTo>
                    <a:pt x="740" y="35455"/>
                    <a:pt x="777" y="35455"/>
                    <a:pt x="851" y="35455"/>
                  </a:cubicBezTo>
                  <a:cubicBezTo>
                    <a:pt x="1295" y="35455"/>
                    <a:pt x="1665" y="35160"/>
                    <a:pt x="1738" y="34716"/>
                  </a:cubicBezTo>
                  <a:lnTo>
                    <a:pt x="6471" y="925"/>
                  </a:lnTo>
                  <a:cubicBezTo>
                    <a:pt x="6508" y="740"/>
                    <a:pt x="6397" y="592"/>
                    <a:pt x="6249" y="555"/>
                  </a:cubicBezTo>
                  <a:lnTo>
                    <a:pt x="369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5" name="Google Shape;3645;g3048a510704_4_0"/>
            <p:cNvSpPr/>
            <p:nvPr/>
          </p:nvSpPr>
          <p:spPr>
            <a:xfrm>
              <a:off x="6388200" y="4228175"/>
              <a:ext cx="260675" cy="847075"/>
            </a:xfrm>
            <a:custGeom>
              <a:rect b="b" l="l" r="r" t="t"/>
              <a:pathLst>
                <a:path extrusionOk="0" h="33883" w="10427">
                  <a:moveTo>
                    <a:pt x="2367" y="1"/>
                  </a:moveTo>
                  <a:lnTo>
                    <a:pt x="1" y="1258"/>
                  </a:lnTo>
                  <a:lnTo>
                    <a:pt x="9244" y="33459"/>
                  </a:lnTo>
                  <a:cubicBezTo>
                    <a:pt x="9307" y="33711"/>
                    <a:pt x="9503" y="33882"/>
                    <a:pt x="9743" y="33882"/>
                  </a:cubicBezTo>
                  <a:cubicBezTo>
                    <a:pt x="9785" y="33882"/>
                    <a:pt x="9828" y="33877"/>
                    <a:pt x="9872" y="33866"/>
                  </a:cubicBezTo>
                  <a:cubicBezTo>
                    <a:pt x="10205" y="33829"/>
                    <a:pt x="10427" y="33496"/>
                    <a:pt x="10316" y="33200"/>
                  </a:cubicBezTo>
                  <a:lnTo>
                    <a:pt x="236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6" name="Google Shape;3646;g3048a510704_4_0"/>
            <p:cNvSpPr/>
            <p:nvPr/>
          </p:nvSpPr>
          <p:spPr>
            <a:xfrm>
              <a:off x="6379900" y="4220175"/>
              <a:ext cx="274525" cy="862975"/>
            </a:xfrm>
            <a:custGeom>
              <a:rect b="b" l="l" r="r" t="t"/>
              <a:pathLst>
                <a:path extrusionOk="0" h="34519" w="10981">
                  <a:moveTo>
                    <a:pt x="2493" y="769"/>
                  </a:moveTo>
                  <a:lnTo>
                    <a:pt x="10352" y="33594"/>
                  </a:lnTo>
                  <a:lnTo>
                    <a:pt x="10352" y="33631"/>
                  </a:lnTo>
                  <a:cubicBezTo>
                    <a:pt x="10352" y="33779"/>
                    <a:pt x="10278" y="33890"/>
                    <a:pt x="10130" y="33890"/>
                  </a:cubicBezTo>
                  <a:lnTo>
                    <a:pt x="10093" y="33890"/>
                  </a:lnTo>
                  <a:cubicBezTo>
                    <a:pt x="9982" y="33890"/>
                    <a:pt x="9871" y="33816"/>
                    <a:pt x="9871" y="33705"/>
                  </a:cubicBezTo>
                  <a:lnTo>
                    <a:pt x="703" y="1725"/>
                  </a:lnTo>
                  <a:lnTo>
                    <a:pt x="2493" y="769"/>
                  </a:lnTo>
                  <a:close/>
                  <a:moveTo>
                    <a:pt x="2741" y="1"/>
                  </a:moveTo>
                  <a:cubicBezTo>
                    <a:pt x="2687" y="1"/>
                    <a:pt x="2631" y="18"/>
                    <a:pt x="2588" y="62"/>
                  </a:cubicBezTo>
                  <a:lnTo>
                    <a:pt x="185" y="1319"/>
                  </a:lnTo>
                  <a:cubicBezTo>
                    <a:pt x="74" y="1393"/>
                    <a:pt x="0" y="1541"/>
                    <a:pt x="37" y="1688"/>
                  </a:cubicBezTo>
                  <a:lnTo>
                    <a:pt x="9280" y="33890"/>
                  </a:lnTo>
                  <a:cubicBezTo>
                    <a:pt x="9391" y="34260"/>
                    <a:pt x="9723" y="34518"/>
                    <a:pt x="10093" y="34518"/>
                  </a:cubicBezTo>
                  <a:lnTo>
                    <a:pt x="10241" y="34518"/>
                  </a:lnTo>
                  <a:cubicBezTo>
                    <a:pt x="10685" y="34445"/>
                    <a:pt x="10980" y="34075"/>
                    <a:pt x="10980" y="33631"/>
                  </a:cubicBezTo>
                  <a:cubicBezTo>
                    <a:pt x="10980" y="33557"/>
                    <a:pt x="10980" y="33520"/>
                    <a:pt x="10980" y="33446"/>
                  </a:cubicBezTo>
                  <a:lnTo>
                    <a:pt x="3032" y="247"/>
                  </a:lnTo>
                  <a:cubicBezTo>
                    <a:pt x="2995" y="173"/>
                    <a:pt x="2921" y="62"/>
                    <a:pt x="2847" y="25"/>
                  </a:cubicBezTo>
                  <a:cubicBezTo>
                    <a:pt x="2816" y="9"/>
                    <a:pt x="2779" y="1"/>
                    <a:pt x="27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7" name="Google Shape;3647;g3048a510704_4_0"/>
            <p:cNvSpPr/>
            <p:nvPr/>
          </p:nvSpPr>
          <p:spPr>
            <a:xfrm>
              <a:off x="6024975" y="4218000"/>
              <a:ext cx="189500" cy="859700"/>
            </a:xfrm>
            <a:custGeom>
              <a:rect b="b" l="l" r="r" t="t"/>
              <a:pathLst>
                <a:path extrusionOk="0" h="34388" w="7580">
                  <a:moveTo>
                    <a:pt x="2478" y="1"/>
                  </a:moveTo>
                  <a:lnTo>
                    <a:pt x="1" y="1073"/>
                  </a:lnTo>
                  <a:lnTo>
                    <a:pt x="6433" y="33940"/>
                  </a:lnTo>
                  <a:cubicBezTo>
                    <a:pt x="6468" y="34180"/>
                    <a:pt x="6692" y="34388"/>
                    <a:pt x="6960" y="34388"/>
                  </a:cubicBezTo>
                  <a:cubicBezTo>
                    <a:pt x="6981" y="34388"/>
                    <a:pt x="7003" y="34386"/>
                    <a:pt x="7025" y="34384"/>
                  </a:cubicBezTo>
                  <a:cubicBezTo>
                    <a:pt x="7358" y="34384"/>
                    <a:pt x="7579" y="34088"/>
                    <a:pt x="7543" y="33755"/>
                  </a:cubicBezTo>
                  <a:lnTo>
                    <a:pt x="247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8" name="Google Shape;3648;g3048a510704_4_0"/>
            <p:cNvSpPr/>
            <p:nvPr/>
          </p:nvSpPr>
          <p:spPr>
            <a:xfrm>
              <a:off x="6016650" y="4210000"/>
              <a:ext cx="205225" cy="875925"/>
            </a:xfrm>
            <a:custGeom>
              <a:rect b="b" l="l" r="r" t="t"/>
              <a:pathLst>
                <a:path extrusionOk="0" h="35037" w="8209">
                  <a:moveTo>
                    <a:pt x="2576" y="766"/>
                  </a:moveTo>
                  <a:lnTo>
                    <a:pt x="7580" y="34112"/>
                  </a:lnTo>
                  <a:lnTo>
                    <a:pt x="7580" y="34149"/>
                  </a:lnTo>
                  <a:cubicBezTo>
                    <a:pt x="7580" y="34297"/>
                    <a:pt x="7469" y="34408"/>
                    <a:pt x="7321" y="34408"/>
                  </a:cubicBezTo>
                  <a:cubicBezTo>
                    <a:pt x="7173" y="34408"/>
                    <a:pt x="7062" y="34334"/>
                    <a:pt x="7062" y="34186"/>
                  </a:cubicBezTo>
                  <a:lnTo>
                    <a:pt x="703" y="1578"/>
                  </a:lnTo>
                  <a:lnTo>
                    <a:pt x="2576" y="766"/>
                  </a:lnTo>
                  <a:close/>
                  <a:moveTo>
                    <a:pt x="2805" y="1"/>
                  </a:moveTo>
                  <a:cubicBezTo>
                    <a:pt x="2767" y="1"/>
                    <a:pt x="2730" y="10"/>
                    <a:pt x="2700" y="25"/>
                  </a:cubicBezTo>
                  <a:lnTo>
                    <a:pt x="223" y="1097"/>
                  </a:lnTo>
                  <a:cubicBezTo>
                    <a:pt x="75" y="1134"/>
                    <a:pt x="1" y="1282"/>
                    <a:pt x="38" y="1430"/>
                  </a:cubicBezTo>
                  <a:lnTo>
                    <a:pt x="6434" y="34334"/>
                  </a:lnTo>
                  <a:cubicBezTo>
                    <a:pt x="6545" y="34741"/>
                    <a:pt x="6877" y="35036"/>
                    <a:pt x="7321" y="35036"/>
                  </a:cubicBezTo>
                  <a:lnTo>
                    <a:pt x="7358" y="35036"/>
                  </a:lnTo>
                  <a:cubicBezTo>
                    <a:pt x="7839" y="34999"/>
                    <a:pt x="8208" y="34593"/>
                    <a:pt x="8208" y="34149"/>
                  </a:cubicBezTo>
                  <a:lnTo>
                    <a:pt x="8171" y="34001"/>
                  </a:lnTo>
                  <a:lnTo>
                    <a:pt x="3106" y="284"/>
                  </a:lnTo>
                  <a:cubicBezTo>
                    <a:pt x="3106" y="173"/>
                    <a:pt x="3069" y="99"/>
                    <a:pt x="2958" y="62"/>
                  </a:cubicBezTo>
                  <a:cubicBezTo>
                    <a:pt x="2915" y="19"/>
                    <a:pt x="2859" y="1"/>
                    <a:pt x="28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9" name="Google Shape;3649;g3048a510704_4_0"/>
            <p:cNvSpPr/>
            <p:nvPr/>
          </p:nvSpPr>
          <p:spPr>
            <a:xfrm>
              <a:off x="5491675" y="4206925"/>
              <a:ext cx="147900" cy="871025"/>
            </a:xfrm>
            <a:custGeom>
              <a:rect b="b" l="l" r="r" t="t"/>
              <a:pathLst>
                <a:path extrusionOk="0" h="34841" w="5916">
                  <a:moveTo>
                    <a:pt x="3365" y="0"/>
                  </a:moveTo>
                  <a:lnTo>
                    <a:pt x="37" y="34235"/>
                  </a:lnTo>
                  <a:cubicBezTo>
                    <a:pt x="0" y="34531"/>
                    <a:pt x="185" y="34790"/>
                    <a:pt x="481" y="34827"/>
                  </a:cubicBezTo>
                  <a:cubicBezTo>
                    <a:pt x="520" y="34836"/>
                    <a:pt x="559" y="34841"/>
                    <a:pt x="598" y="34841"/>
                  </a:cubicBezTo>
                  <a:cubicBezTo>
                    <a:pt x="859" y="34841"/>
                    <a:pt x="1114" y="34635"/>
                    <a:pt x="1147" y="34346"/>
                  </a:cubicBezTo>
                  <a:lnTo>
                    <a:pt x="5916" y="555"/>
                  </a:lnTo>
                  <a:lnTo>
                    <a:pt x="33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0" name="Google Shape;3650;g3048a510704_4_0"/>
            <p:cNvSpPr/>
            <p:nvPr/>
          </p:nvSpPr>
          <p:spPr>
            <a:xfrm>
              <a:off x="5484275" y="4199525"/>
              <a:ext cx="163625" cy="886400"/>
            </a:xfrm>
            <a:custGeom>
              <a:rect b="b" l="l" r="r" t="t"/>
              <a:pathLst>
                <a:path extrusionOk="0" h="35456" w="6545">
                  <a:moveTo>
                    <a:pt x="3957" y="703"/>
                  </a:moveTo>
                  <a:lnTo>
                    <a:pt x="5872" y="1125"/>
                  </a:lnTo>
                  <a:lnTo>
                    <a:pt x="5872" y="1125"/>
                  </a:lnTo>
                  <a:lnTo>
                    <a:pt x="1147" y="34605"/>
                  </a:lnTo>
                  <a:cubicBezTo>
                    <a:pt x="1147" y="34753"/>
                    <a:pt x="1036" y="34827"/>
                    <a:pt x="888" y="34827"/>
                  </a:cubicBezTo>
                  <a:lnTo>
                    <a:pt x="851" y="34827"/>
                  </a:lnTo>
                  <a:cubicBezTo>
                    <a:pt x="703" y="34790"/>
                    <a:pt x="629" y="34716"/>
                    <a:pt x="629" y="34568"/>
                  </a:cubicBezTo>
                  <a:lnTo>
                    <a:pt x="3957" y="703"/>
                  </a:lnTo>
                  <a:close/>
                  <a:moveTo>
                    <a:pt x="3735" y="0"/>
                  </a:moveTo>
                  <a:cubicBezTo>
                    <a:pt x="3661" y="0"/>
                    <a:pt x="3550" y="0"/>
                    <a:pt x="3513" y="74"/>
                  </a:cubicBezTo>
                  <a:cubicBezTo>
                    <a:pt x="3439" y="111"/>
                    <a:pt x="3365" y="185"/>
                    <a:pt x="3365" y="296"/>
                  </a:cubicBezTo>
                  <a:lnTo>
                    <a:pt x="38" y="34494"/>
                  </a:lnTo>
                  <a:lnTo>
                    <a:pt x="1" y="34568"/>
                  </a:lnTo>
                  <a:cubicBezTo>
                    <a:pt x="1" y="34975"/>
                    <a:pt x="296" y="35344"/>
                    <a:pt x="703" y="35418"/>
                  </a:cubicBezTo>
                  <a:cubicBezTo>
                    <a:pt x="777" y="35455"/>
                    <a:pt x="814" y="35455"/>
                    <a:pt x="888" y="35455"/>
                  </a:cubicBezTo>
                  <a:cubicBezTo>
                    <a:pt x="1332" y="35455"/>
                    <a:pt x="1701" y="35160"/>
                    <a:pt x="1775" y="34716"/>
                  </a:cubicBezTo>
                  <a:lnTo>
                    <a:pt x="6508" y="925"/>
                  </a:lnTo>
                  <a:cubicBezTo>
                    <a:pt x="6545" y="740"/>
                    <a:pt x="6434" y="592"/>
                    <a:pt x="6286" y="555"/>
                  </a:cubicBezTo>
                  <a:lnTo>
                    <a:pt x="37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1" name="Google Shape;3651;g3048a510704_4_0"/>
            <p:cNvSpPr/>
            <p:nvPr/>
          </p:nvSpPr>
          <p:spPr>
            <a:xfrm>
              <a:off x="5447300" y="3236425"/>
              <a:ext cx="1197875" cy="1049075"/>
            </a:xfrm>
            <a:custGeom>
              <a:rect b="b" l="l" r="r" t="t"/>
              <a:pathLst>
                <a:path extrusionOk="0" h="41963" w="47915">
                  <a:moveTo>
                    <a:pt x="29171" y="1"/>
                  </a:moveTo>
                  <a:cubicBezTo>
                    <a:pt x="26879" y="1"/>
                    <a:pt x="25104" y="2034"/>
                    <a:pt x="25437" y="4290"/>
                  </a:cubicBezTo>
                  <a:cubicBezTo>
                    <a:pt x="26546" y="11906"/>
                    <a:pt x="27433" y="31315"/>
                    <a:pt x="26842" y="31463"/>
                  </a:cubicBezTo>
                  <a:cubicBezTo>
                    <a:pt x="26831" y="31466"/>
                    <a:pt x="26816" y="31467"/>
                    <a:pt x="26798" y="31467"/>
                  </a:cubicBezTo>
                  <a:cubicBezTo>
                    <a:pt x="25697" y="31467"/>
                    <a:pt x="11235" y="26262"/>
                    <a:pt x="4776" y="26262"/>
                  </a:cubicBezTo>
                  <a:cubicBezTo>
                    <a:pt x="3239" y="26262"/>
                    <a:pt x="2156" y="26556"/>
                    <a:pt x="1812" y="27285"/>
                  </a:cubicBezTo>
                  <a:cubicBezTo>
                    <a:pt x="1" y="31130"/>
                    <a:pt x="592" y="41963"/>
                    <a:pt x="592" y="41963"/>
                  </a:cubicBezTo>
                  <a:lnTo>
                    <a:pt x="41778" y="41963"/>
                  </a:lnTo>
                  <a:lnTo>
                    <a:pt x="47545" y="4327"/>
                  </a:lnTo>
                  <a:cubicBezTo>
                    <a:pt x="47915" y="2071"/>
                    <a:pt x="46140" y="1"/>
                    <a:pt x="4381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2" name="Google Shape;3652;g3048a510704_4_0"/>
            <p:cNvSpPr/>
            <p:nvPr/>
          </p:nvSpPr>
          <p:spPr>
            <a:xfrm>
              <a:off x="5451925" y="3229050"/>
              <a:ext cx="1193250" cy="1063850"/>
            </a:xfrm>
            <a:custGeom>
              <a:rect b="b" l="l" r="r" t="t"/>
              <a:pathLst>
                <a:path extrusionOk="0" h="42554" w="47730">
                  <a:moveTo>
                    <a:pt x="43626" y="592"/>
                  </a:moveTo>
                  <a:cubicBezTo>
                    <a:pt x="44624" y="592"/>
                    <a:pt x="45475" y="998"/>
                    <a:pt x="46103" y="1627"/>
                  </a:cubicBezTo>
                  <a:cubicBezTo>
                    <a:pt x="46732" y="2255"/>
                    <a:pt x="47101" y="3106"/>
                    <a:pt x="47101" y="4067"/>
                  </a:cubicBezTo>
                  <a:cubicBezTo>
                    <a:pt x="47101" y="4215"/>
                    <a:pt x="47101" y="4400"/>
                    <a:pt x="47064" y="4585"/>
                  </a:cubicBezTo>
                  <a:lnTo>
                    <a:pt x="41297" y="41962"/>
                  </a:lnTo>
                  <a:lnTo>
                    <a:pt x="720" y="41962"/>
                  </a:lnTo>
                  <a:cubicBezTo>
                    <a:pt x="706" y="41768"/>
                    <a:pt x="686" y="41469"/>
                    <a:pt x="666" y="41075"/>
                  </a:cubicBezTo>
                  <a:cubicBezTo>
                    <a:pt x="666" y="40335"/>
                    <a:pt x="629" y="39337"/>
                    <a:pt x="629" y="38154"/>
                  </a:cubicBezTo>
                  <a:cubicBezTo>
                    <a:pt x="629" y="36416"/>
                    <a:pt x="703" y="34346"/>
                    <a:pt x="888" y="32461"/>
                  </a:cubicBezTo>
                  <a:cubicBezTo>
                    <a:pt x="1073" y="30538"/>
                    <a:pt x="1406" y="28800"/>
                    <a:pt x="1923" y="27728"/>
                  </a:cubicBezTo>
                  <a:cubicBezTo>
                    <a:pt x="2034" y="27469"/>
                    <a:pt x="2293" y="27248"/>
                    <a:pt x="2774" y="27100"/>
                  </a:cubicBezTo>
                  <a:cubicBezTo>
                    <a:pt x="3217" y="26952"/>
                    <a:pt x="3846" y="26878"/>
                    <a:pt x="4585" y="26878"/>
                  </a:cubicBezTo>
                  <a:cubicBezTo>
                    <a:pt x="7765" y="26878"/>
                    <a:pt x="12977" y="28172"/>
                    <a:pt x="17525" y="29466"/>
                  </a:cubicBezTo>
                  <a:cubicBezTo>
                    <a:pt x="19817" y="30094"/>
                    <a:pt x="21924" y="30760"/>
                    <a:pt x="23551" y="31240"/>
                  </a:cubicBezTo>
                  <a:cubicBezTo>
                    <a:pt x="24327" y="31499"/>
                    <a:pt x="25030" y="31684"/>
                    <a:pt x="25547" y="31832"/>
                  </a:cubicBezTo>
                  <a:cubicBezTo>
                    <a:pt x="25806" y="31906"/>
                    <a:pt x="26028" y="31980"/>
                    <a:pt x="26176" y="32017"/>
                  </a:cubicBezTo>
                  <a:cubicBezTo>
                    <a:pt x="26361" y="32054"/>
                    <a:pt x="26472" y="32091"/>
                    <a:pt x="26620" y="32091"/>
                  </a:cubicBezTo>
                  <a:lnTo>
                    <a:pt x="26730" y="32054"/>
                  </a:lnTo>
                  <a:cubicBezTo>
                    <a:pt x="26804" y="32054"/>
                    <a:pt x="26878" y="31980"/>
                    <a:pt x="26915" y="31943"/>
                  </a:cubicBezTo>
                  <a:cubicBezTo>
                    <a:pt x="26989" y="31869"/>
                    <a:pt x="26989" y="31795"/>
                    <a:pt x="26989" y="31758"/>
                  </a:cubicBezTo>
                  <a:cubicBezTo>
                    <a:pt x="27063" y="31536"/>
                    <a:pt x="27100" y="31240"/>
                    <a:pt x="27100" y="30797"/>
                  </a:cubicBezTo>
                  <a:cubicBezTo>
                    <a:pt x="27137" y="30353"/>
                    <a:pt x="27137" y="29762"/>
                    <a:pt x="27137" y="29096"/>
                  </a:cubicBezTo>
                  <a:cubicBezTo>
                    <a:pt x="27137" y="23477"/>
                    <a:pt x="26435" y="10463"/>
                    <a:pt x="25584" y="4548"/>
                  </a:cubicBezTo>
                  <a:cubicBezTo>
                    <a:pt x="25547" y="4400"/>
                    <a:pt x="25547" y="4215"/>
                    <a:pt x="25547" y="4067"/>
                  </a:cubicBezTo>
                  <a:cubicBezTo>
                    <a:pt x="25547" y="3106"/>
                    <a:pt x="25917" y="2255"/>
                    <a:pt x="26546" y="1627"/>
                  </a:cubicBezTo>
                  <a:cubicBezTo>
                    <a:pt x="27174" y="998"/>
                    <a:pt x="28024" y="592"/>
                    <a:pt x="28986" y="592"/>
                  </a:cubicBezTo>
                  <a:close/>
                  <a:moveTo>
                    <a:pt x="28986" y="0"/>
                  </a:moveTo>
                  <a:cubicBezTo>
                    <a:pt x="26694" y="0"/>
                    <a:pt x="24919" y="1849"/>
                    <a:pt x="24919" y="4067"/>
                  </a:cubicBezTo>
                  <a:cubicBezTo>
                    <a:pt x="24919" y="4252"/>
                    <a:pt x="24919" y="4437"/>
                    <a:pt x="24956" y="4659"/>
                  </a:cubicBezTo>
                  <a:cubicBezTo>
                    <a:pt x="25806" y="10500"/>
                    <a:pt x="26546" y="23514"/>
                    <a:pt x="26546" y="29096"/>
                  </a:cubicBezTo>
                  <a:cubicBezTo>
                    <a:pt x="26546" y="29910"/>
                    <a:pt x="26509" y="30575"/>
                    <a:pt x="26472" y="31019"/>
                  </a:cubicBezTo>
                  <a:cubicBezTo>
                    <a:pt x="26472" y="31208"/>
                    <a:pt x="26445" y="31344"/>
                    <a:pt x="26437" y="31448"/>
                  </a:cubicBezTo>
                  <a:lnTo>
                    <a:pt x="26437" y="31448"/>
                  </a:lnTo>
                  <a:cubicBezTo>
                    <a:pt x="26402" y="31443"/>
                    <a:pt x="26365" y="31436"/>
                    <a:pt x="26324" y="31425"/>
                  </a:cubicBezTo>
                  <a:cubicBezTo>
                    <a:pt x="25732" y="31277"/>
                    <a:pt x="24438" y="30871"/>
                    <a:pt x="22775" y="30353"/>
                  </a:cubicBezTo>
                  <a:cubicBezTo>
                    <a:pt x="20261" y="29614"/>
                    <a:pt x="16859" y="28579"/>
                    <a:pt x="13532" y="27728"/>
                  </a:cubicBezTo>
                  <a:cubicBezTo>
                    <a:pt x="10205" y="26915"/>
                    <a:pt x="6914" y="26249"/>
                    <a:pt x="4585" y="26249"/>
                  </a:cubicBezTo>
                  <a:cubicBezTo>
                    <a:pt x="3809" y="26249"/>
                    <a:pt x="3106" y="26323"/>
                    <a:pt x="2552" y="26508"/>
                  </a:cubicBezTo>
                  <a:cubicBezTo>
                    <a:pt x="2034" y="26693"/>
                    <a:pt x="1554" y="26989"/>
                    <a:pt x="1332" y="27433"/>
                  </a:cubicBezTo>
                  <a:cubicBezTo>
                    <a:pt x="777" y="28653"/>
                    <a:pt x="444" y="30464"/>
                    <a:pt x="260" y="32387"/>
                  </a:cubicBezTo>
                  <a:cubicBezTo>
                    <a:pt x="75" y="34309"/>
                    <a:pt x="1" y="36416"/>
                    <a:pt x="1" y="38154"/>
                  </a:cubicBezTo>
                  <a:cubicBezTo>
                    <a:pt x="1" y="40520"/>
                    <a:pt x="112" y="42258"/>
                    <a:pt x="112" y="42258"/>
                  </a:cubicBezTo>
                  <a:cubicBezTo>
                    <a:pt x="112" y="42443"/>
                    <a:pt x="260" y="42554"/>
                    <a:pt x="407" y="42554"/>
                  </a:cubicBezTo>
                  <a:lnTo>
                    <a:pt x="41593" y="42554"/>
                  </a:lnTo>
                  <a:cubicBezTo>
                    <a:pt x="41741" y="42554"/>
                    <a:pt x="41851" y="42443"/>
                    <a:pt x="41888" y="42295"/>
                  </a:cubicBezTo>
                  <a:lnTo>
                    <a:pt x="47656" y="4696"/>
                  </a:lnTo>
                  <a:cubicBezTo>
                    <a:pt x="47693" y="4474"/>
                    <a:pt x="47730" y="4252"/>
                    <a:pt x="47730" y="4067"/>
                  </a:cubicBezTo>
                  <a:cubicBezTo>
                    <a:pt x="47730" y="1849"/>
                    <a:pt x="45918" y="0"/>
                    <a:pt x="436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3" name="Google Shape;3653;g3048a510704_4_0"/>
            <p:cNvSpPr/>
            <p:nvPr/>
          </p:nvSpPr>
          <p:spPr>
            <a:xfrm>
              <a:off x="5447300" y="3236425"/>
              <a:ext cx="824475" cy="1049075"/>
            </a:xfrm>
            <a:custGeom>
              <a:rect b="b" l="l" r="r" t="t"/>
              <a:pathLst>
                <a:path extrusionOk="0" h="41963" w="32979">
                  <a:moveTo>
                    <a:pt x="29023" y="1"/>
                  </a:moveTo>
                  <a:cubicBezTo>
                    <a:pt x="26805" y="75"/>
                    <a:pt x="25141" y="2071"/>
                    <a:pt x="25437" y="4290"/>
                  </a:cubicBezTo>
                  <a:cubicBezTo>
                    <a:pt x="26546" y="11906"/>
                    <a:pt x="27433" y="31315"/>
                    <a:pt x="26842" y="31463"/>
                  </a:cubicBezTo>
                  <a:cubicBezTo>
                    <a:pt x="26831" y="31466"/>
                    <a:pt x="26816" y="31467"/>
                    <a:pt x="26798" y="31467"/>
                  </a:cubicBezTo>
                  <a:cubicBezTo>
                    <a:pt x="25697" y="31467"/>
                    <a:pt x="11235" y="26262"/>
                    <a:pt x="4776" y="26262"/>
                  </a:cubicBezTo>
                  <a:cubicBezTo>
                    <a:pt x="3239" y="26262"/>
                    <a:pt x="2156" y="26556"/>
                    <a:pt x="1812" y="27285"/>
                  </a:cubicBezTo>
                  <a:cubicBezTo>
                    <a:pt x="1" y="31130"/>
                    <a:pt x="592" y="41963"/>
                    <a:pt x="592" y="41963"/>
                  </a:cubicBezTo>
                  <a:lnTo>
                    <a:pt x="26842" y="41963"/>
                  </a:lnTo>
                  <a:lnTo>
                    <a:pt x="32609" y="4327"/>
                  </a:lnTo>
                  <a:cubicBezTo>
                    <a:pt x="32979" y="2108"/>
                    <a:pt x="31278" y="75"/>
                    <a:pt x="290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4" name="Google Shape;3654;g3048a510704_4_0"/>
            <p:cNvSpPr/>
            <p:nvPr/>
          </p:nvSpPr>
          <p:spPr>
            <a:xfrm>
              <a:off x="5451925" y="3229050"/>
              <a:ext cx="819850" cy="1063850"/>
            </a:xfrm>
            <a:custGeom>
              <a:rect b="b" l="l" r="r" t="t"/>
              <a:pathLst>
                <a:path extrusionOk="0" h="42554" w="32794">
                  <a:moveTo>
                    <a:pt x="28856" y="629"/>
                  </a:moveTo>
                  <a:lnTo>
                    <a:pt x="28856" y="629"/>
                  </a:lnTo>
                  <a:cubicBezTo>
                    <a:pt x="30733" y="676"/>
                    <a:pt x="32165" y="2225"/>
                    <a:pt x="32165" y="4067"/>
                  </a:cubicBezTo>
                  <a:cubicBezTo>
                    <a:pt x="32165" y="4215"/>
                    <a:pt x="32165" y="4400"/>
                    <a:pt x="32128" y="4585"/>
                  </a:cubicBezTo>
                  <a:lnTo>
                    <a:pt x="26398" y="41962"/>
                  </a:lnTo>
                  <a:lnTo>
                    <a:pt x="720" y="41962"/>
                  </a:lnTo>
                  <a:cubicBezTo>
                    <a:pt x="706" y="41768"/>
                    <a:pt x="686" y="41469"/>
                    <a:pt x="666" y="41075"/>
                  </a:cubicBezTo>
                  <a:cubicBezTo>
                    <a:pt x="666" y="40335"/>
                    <a:pt x="629" y="39337"/>
                    <a:pt x="629" y="38154"/>
                  </a:cubicBezTo>
                  <a:cubicBezTo>
                    <a:pt x="629" y="36416"/>
                    <a:pt x="703" y="34346"/>
                    <a:pt x="888" y="32461"/>
                  </a:cubicBezTo>
                  <a:cubicBezTo>
                    <a:pt x="1073" y="30538"/>
                    <a:pt x="1406" y="28800"/>
                    <a:pt x="1923" y="27728"/>
                  </a:cubicBezTo>
                  <a:cubicBezTo>
                    <a:pt x="2034" y="27469"/>
                    <a:pt x="2293" y="27248"/>
                    <a:pt x="2774" y="27100"/>
                  </a:cubicBezTo>
                  <a:cubicBezTo>
                    <a:pt x="3217" y="26952"/>
                    <a:pt x="3846" y="26878"/>
                    <a:pt x="4585" y="26878"/>
                  </a:cubicBezTo>
                  <a:cubicBezTo>
                    <a:pt x="7765" y="26878"/>
                    <a:pt x="12977" y="28172"/>
                    <a:pt x="17525" y="29466"/>
                  </a:cubicBezTo>
                  <a:cubicBezTo>
                    <a:pt x="19817" y="30094"/>
                    <a:pt x="21924" y="30760"/>
                    <a:pt x="23551" y="31240"/>
                  </a:cubicBezTo>
                  <a:cubicBezTo>
                    <a:pt x="24327" y="31499"/>
                    <a:pt x="25030" y="31684"/>
                    <a:pt x="25547" y="31832"/>
                  </a:cubicBezTo>
                  <a:cubicBezTo>
                    <a:pt x="25806" y="31906"/>
                    <a:pt x="26028" y="31980"/>
                    <a:pt x="26176" y="32017"/>
                  </a:cubicBezTo>
                  <a:cubicBezTo>
                    <a:pt x="26361" y="32054"/>
                    <a:pt x="26472" y="32091"/>
                    <a:pt x="26620" y="32091"/>
                  </a:cubicBezTo>
                  <a:lnTo>
                    <a:pt x="26730" y="32054"/>
                  </a:lnTo>
                  <a:cubicBezTo>
                    <a:pt x="26804" y="32054"/>
                    <a:pt x="26878" y="31980"/>
                    <a:pt x="26915" y="31943"/>
                  </a:cubicBezTo>
                  <a:cubicBezTo>
                    <a:pt x="26989" y="31869"/>
                    <a:pt x="26989" y="31795"/>
                    <a:pt x="26989" y="31758"/>
                  </a:cubicBezTo>
                  <a:cubicBezTo>
                    <a:pt x="27063" y="31536"/>
                    <a:pt x="27100" y="31240"/>
                    <a:pt x="27100" y="30797"/>
                  </a:cubicBezTo>
                  <a:cubicBezTo>
                    <a:pt x="27137" y="30353"/>
                    <a:pt x="27137" y="29762"/>
                    <a:pt x="27137" y="29096"/>
                  </a:cubicBezTo>
                  <a:cubicBezTo>
                    <a:pt x="27137" y="23477"/>
                    <a:pt x="26435" y="10463"/>
                    <a:pt x="25584" y="4548"/>
                  </a:cubicBezTo>
                  <a:cubicBezTo>
                    <a:pt x="25547" y="4400"/>
                    <a:pt x="25547" y="4215"/>
                    <a:pt x="25547" y="4067"/>
                  </a:cubicBezTo>
                  <a:cubicBezTo>
                    <a:pt x="25547" y="2225"/>
                    <a:pt x="26980" y="676"/>
                    <a:pt x="28856" y="629"/>
                  </a:cubicBezTo>
                  <a:close/>
                  <a:moveTo>
                    <a:pt x="28838" y="0"/>
                  </a:moveTo>
                  <a:cubicBezTo>
                    <a:pt x="26620" y="74"/>
                    <a:pt x="24919" y="1886"/>
                    <a:pt x="24919" y="4067"/>
                  </a:cubicBezTo>
                  <a:cubicBezTo>
                    <a:pt x="24919" y="4252"/>
                    <a:pt x="24919" y="4437"/>
                    <a:pt x="24956" y="4659"/>
                  </a:cubicBezTo>
                  <a:cubicBezTo>
                    <a:pt x="25806" y="10500"/>
                    <a:pt x="26546" y="23514"/>
                    <a:pt x="26546" y="29096"/>
                  </a:cubicBezTo>
                  <a:cubicBezTo>
                    <a:pt x="26546" y="29910"/>
                    <a:pt x="26509" y="30575"/>
                    <a:pt x="26472" y="31019"/>
                  </a:cubicBezTo>
                  <a:cubicBezTo>
                    <a:pt x="26472" y="31208"/>
                    <a:pt x="26445" y="31344"/>
                    <a:pt x="26437" y="31448"/>
                  </a:cubicBezTo>
                  <a:lnTo>
                    <a:pt x="26437" y="31448"/>
                  </a:lnTo>
                  <a:cubicBezTo>
                    <a:pt x="26402" y="31443"/>
                    <a:pt x="26365" y="31436"/>
                    <a:pt x="26324" y="31425"/>
                  </a:cubicBezTo>
                  <a:cubicBezTo>
                    <a:pt x="25732" y="31277"/>
                    <a:pt x="24438" y="30871"/>
                    <a:pt x="22775" y="30353"/>
                  </a:cubicBezTo>
                  <a:cubicBezTo>
                    <a:pt x="20261" y="29614"/>
                    <a:pt x="16859" y="28579"/>
                    <a:pt x="13532" y="27728"/>
                  </a:cubicBezTo>
                  <a:cubicBezTo>
                    <a:pt x="10205" y="26915"/>
                    <a:pt x="6914" y="26249"/>
                    <a:pt x="4585" y="26249"/>
                  </a:cubicBezTo>
                  <a:cubicBezTo>
                    <a:pt x="3809" y="26249"/>
                    <a:pt x="3106" y="26323"/>
                    <a:pt x="2552" y="26508"/>
                  </a:cubicBezTo>
                  <a:cubicBezTo>
                    <a:pt x="2034" y="26693"/>
                    <a:pt x="1554" y="26989"/>
                    <a:pt x="1332" y="27433"/>
                  </a:cubicBezTo>
                  <a:cubicBezTo>
                    <a:pt x="777" y="28653"/>
                    <a:pt x="444" y="30464"/>
                    <a:pt x="260" y="32387"/>
                  </a:cubicBezTo>
                  <a:cubicBezTo>
                    <a:pt x="75" y="34309"/>
                    <a:pt x="1" y="36416"/>
                    <a:pt x="1" y="38154"/>
                  </a:cubicBezTo>
                  <a:cubicBezTo>
                    <a:pt x="1" y="40520"/>
                    <a:pt x="112" y="42258"/>
                    <a:pt x="112" y="42258"/>
                  </a:cubicBezTo>
                  <a:cubicBezTo>
                    <a:pt x="112" y="42443"/>
                    <a:pt x="260" y="42554"/>
                    <a:pt x="407" y="42554"/>
                  </a:cubicBezTo>
                  <a:lnTo>
                    <a:pt x="26657" y="42554"/>
                  </a:lnTo>
                  <a:cubicBezTo>
                    <a:pt x="26804" y="42554"/>
                    <a:pt x="26915" y="42443"/>
                    <a:pt x="26952" y="42295"/>
                  </a:cubicBezTo>
                  <a:lnTo>
                    <a:pt x="32757" y="4696"/>
                  </a:lnTo>
                  <a:cubicBezTo>
                    <a:pt x="32757" y="4474"/>
                    <a:pt x="32794" y="4252"/>
                    <a:pt x="32794" y="4067"/>
                  </a:cubicBezTo>
                  <a:cubicBezTo>
                    <a:pt x="32794" y="1886"/>
                    <a:pt x="31056" y="74"/>
                    <a:pt x="288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5" name="Google Shape;3655;g3048a510704_4_0"/>
            <p:cNvSpPr/>
            <p:nvPr/>
          </p:nvSpPr>
          <p:spPr>
            <a:xfrm>
              <a:off x="1921250" y="3013700"/>
              <a:ext cx="161750" cy="177475"/>
            </a:xfrm>
            <a:custGeom>
              <a:rect b="b" l="l" r="r" t="t"/>
              <a:pathLst>
                <a:path extrusionOk="0" h="7099" w="6470">
                  <a:moveTo>
                    <a:pt x="4880" y="0"/>
                  </a:moveTo>
                  <a:lnTo>
                    <a:pt x="0" y="4510"/>
                  </a:lnTo>
                  <a:lnTo>
                    <a:pt x="2921" y="7098"/>
                  </a:lnTo>
                  <a:lnTo>
                    <a:pt x="6470" y="4510"/>
                  </a:lnTo>
                  <a:lnTo>
                    <a:pt x="4880" y="0"/>
                  </a:ln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6" name="Google Shape;3656;g3048a510704_4_0"/>
            <p:cNvSpPr/>
            <p:nvPr/>
          </p:nvSpPr>
          <p:spPr>
            <a:xfrm>
              <a:off x="1913850" y="3005375"/>
              <a:ext cx="178400" cy="193650"/>
            </a:xfrm>
            <a:custGeom>
              <a:rect b="b" l="l" r="r" t="t"/>
              <a:pathLst>
                <a:path extrusionOk="0" h="7746" w="7136">
                  <a:moveTo>
                    <a:pt x="5028" y="851"/>
                  </a:moveTo>
                  <a:lnTo>
                    <a:pt x="6435" y="4754"/>
                  </a:lnTo>
                  <a:lnTo>
                    <a:pt x="3254" y="7062"/>
                  </a:lnTo>
                  <a:lnTo>
                    <a:pt x="777" y="4843"/>
                  </a:lnTo>
                  <a:lnTo>
                    <a:pt x="5028" y="851"/>
                  </a:lnTo>
                  <a:close/>
                  <a:moveTo>
                    <a:pt x="5250" y="0"/>
                  </a:moveTo>
                  <a:cubicBezTo>
                    <a:pt x="5139" y="0"/>
                    <a:pt x="5028" y="37"/>
                    <a:pt x="4954" y="74"/>
                  </a:cubicBezTo>
                  <a:lnTo>
                    <a:pt x="74" y="4622"/>
                  </a:lnTo>
                  <a:cubicBezTo>
                    <a:pt x="37" y="4696"/>
                    <a:pt x="0" y="4770"/>
                    <a:pt x="0" y="4843"/>
                  </a:cubicBezTo>
                  <a:cubicBezTo>
                    <a:pt x="0" y="4954"/>
                    <a:pt x="37" y="5028"/>
                    <a:pt x="111" y="5065"/>
                  </a:cubicBezTo>
                  <a:lnTo>
                    <a:pt x="2995" y="7690"/>
                  </a:lnTo>
                  <a:cubicBezTo>
                    <a:pt x="3050" y="7727"/>
                    <a:pt x="3124" y="7746"/>
                    <a:pt x="3198" y="7746"/>
                  </a:cubicBezTo>
                  <a:cubicBezTo>
                    <a:pt x="3272" y="7746"/>
                    <a:pt x="3346" y="7727"/>
                    <a:pt x="3402" y="7690"/>
                  </a:cubicBezTo>
                  <a:lnTo>
                    <a:pt x="6951" y="5102"/>
                  </a:lnTo>
                  <a:cubicBezTo>
                    <a:pt x="7062" y="5028"/>
                    <a:pt x="7136" y="4880"/>
                    <a:pt x="7062" y="4733"/>
                  </a:cubicBezTo>
                  <a:lnTo>
                    <a:pt x="5435" y="222"/>
                  </a:lnTo>
                  <a:cubicBezTo>
                    <a:pt x="5435" y="111"/>
                    <a:pt x="5324" y="37"/>
                    <a:pt x="52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7" name="Google Shape;3657;g3048a510704_4_0"/>
            <p:cNvSpPr/>
            <p:nvPr/>
          </p:nvSpPr>
          <p:spPr>
            <a:xfrm>
              <a:off x="2021050" y="3965400"/>
              <a:ext cx="612825" cy="1046575"/>
            </a:xfrm>
            <a:custGeom>
              <a:rect b="b" l="l" r="r" t="t"/>
              <a:pathLst>
                <a:path extrusionOk="0" h="41863" w="24513">
                  <a:moveTo>
                    <a:pt x="19199" y="0"/>
                  </a:moveTo>
                  <a:cubicBezTo>
                    <a:pt x="13895" y="0"/>
                    <a:pt x="1258" y="2156"/>
                    <a:pt x="1258" y="2156"/>
                  </a:cubicBezTo>
                  <a:cubicBezTo>
                    <a:pt x="1258" y="2156"/>
                    <a:pt x="1" y="6879"/>
                    <a:pt x="2405" y="6879"/>
                  </a:cubicBezTo>
                  <a:cubicBezTo>
                    <a:pt x="2508" y="6879"/>
                    <a:pt x="2619" y="6870"/>
                    <a:pt x="2737" y="6851"/>
                  </a:cubicBezTo>
                  <a:cubicBezTo>
                    <a:pt x="4610" y="6556"/>
                    <a:pt x="9622" y="6506"/>
                    <a:pt x="12754" y="6506"/>
                  </a:cubicBezTo>
                  <a:cubicBezTo>
                    <a:pt x="14321" y="6506"/>
                    <a:pt x="15418" y="6519"/>
                    <a:pt x="15418" y="6519"/>
                  </a:cubicBezTo>
                  <a:cubicBezTo>
                    <a:pt x="15418" y="6519"/>
                    <a:pt x="9096" y="21270"/>
                    <a:pt x="7506" y="29182"/>
                  </a:cubicBezTo>
                  <a:cubicBezTo>
                    <a:pt x="6656" y="33470"/>
                    <a:pt x="4253" y="35800"/>
                    <a:pt x="3698" y="37648"/>
                  </a:cubicBezTo>
                  <a:cubicBezTo>
                    <a:pt x="3143" y="39460"/>
                    <a:pt x="4807" y="38757"/>
                    <a:pt x="6471" y="39829"/>
                  </a:cubicBezTo>
                  <a:cubicBezTo>
                    <a:pt x="8097" y="40938"/>
                    <a:pt x="10870" y="41863"/>
                    <a:pt x="12904" y="41863"/>
                  </a:cubicBezTo>
                  <a:cubicBezTo>
                    <a:pt x="14900" y="41863"/>
                    <a:pt x="9391" y="38203"/>
                    <a:pt x="9391" y="35245"/>
                  </a:cubicBezTo>
                  <a:cubicBezTo>
                    <a:pt x="9391" y="32287"/>
                    <a:pt x="16083" y="22527"/>
                    <a:pt x="19374" y="17018"/>
                  </a:cubicBezTo>
                  <a:cubicBezTo>
                    <a:pt x="21967" y="12729"/>
                    <a:pt x="22246" y="12240"/>
                    <a:pt x="22122" y="12240"/>
                  </a:cubicBezTo>
                  <a:cubicBezTo>
                    <a:pt x="22085" y="12240"/>
                    <a:pt x="22013" y="12282"/>
                    <a:pt x="21955" y="12282"/>
                  </a:cubicBezTo>
                  <a:cubicBezTo>
                    <a:pt x="21846" y="12282"/>
                    <a:pt x="21787" y="12130"/>
                    <a:pt x="22109" y="11251"/>
                  </a:cubicBezTo>
                  <a:cubicBezTo>
                    <a:pt x="22516" y="10733"/>
                    <a:pt x="22849" y="10142"/>
                    <a:pt x="23034" y="9513"/>
                  </a:cubicBezTo>
                  <a:cubicBezTo>
                    <a:pt x="24217" y="5668"/>
                    <a:pt x="24512" y="677"/>
                    <a:pt x="20667" y="86"/>
                  </a:cubicBezTo>
                  <a:cubicBezTo>
                    <a:pt x="20287" y="27"/>
                    <a:pt x="19788" y="0"/>
                    <a:pt x="19199" y="0"/>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8" name="Google Shape;3658;g3048a510704_4_0"/>
            <p:cNvSpPr/>
            <p:nvPr/>
          </p:nvSpPr>
          <p:spPr>
            <a:xfrm>
              <a:off x="2036775" y="3957375"/>
              <a:ext cx="586925" cy="1062000"/>
            </a:xfrm>
            <a:custGeom>
              <a:rect b="b" l="l" r="r" t="t"/>
              <a:pathLst>
                <a:path extrusionOk="0" h="42480" w="23477">
                  <a:moveTo>
                    <a:pt x="18560" y="629"/>
                  </a:moveTo>
                  <a:cubicBezTo>
                    <a:pt x="19151" y="629"/>
                    <a:pt x="19632" y="666"/>
                    <a:pt x="20002" y="703"/>
                  </a:cubicBezTo>
                  <a:cubicBezTo>
                    <a:pt x="21074" y="887"/>
                    <a:pt x="21776" y="1405"/>
                    <a:pt x="22220" y="2181"/>
                  </a:cubicBezTo>
                  <a:cubicBezTo>
                    <a:pt x="22663" y="2958"/>
                    <a:pt x="22885" y="3993"/>
                    <a:pt x="22885" y="5139"/>
                  </a:cubicBezTo>
                  <a:cubicBezTo>
                    <a:pt x="22885" y="6618"/>
                    <a:pt x="22552" y="8245"/>
                    <a:pt x="22109" y="9723"/>
                  </a:cubicBezTo>
                  <a:cubicBezTo>
                    <a:pt x="21924" y="10315"/>
                    <a:pt x="21628" y="10870"/>
                    <a:pt x="21259" y="11387"/>
                  </a:cubicBezTo>
                  <a:lnTo>
                    <a:pt x="21222" y="11461"/>
                  </a:lnTo>
                  <a:cubicBezTo>
                    <a:pt x="21037" y="11979"/>
                    <a:pt x="20926" y="12237"/>
                    <a:pt x="20926" y="12459"/>
                  </a:cubicBezTo>
                  <a:cubicBezTo>
                    <a:pt x="20926" y="12570"/>
                    <a:pt x="20963" y="12644"/>
                    <a:pt x="21037" y="12755"/>
                  </a:cubicBezTo>
                  <a:cubicBezTo>
                    <a:pt x="21048" y="12766"/>
                    <a:pt x="21059" y="12781"/>
                    <a:pt x="21072" y="12796"/>
                  </a:cubicBezTo>
                  <a:lnTo>
                    <a:pt x="21072" y="12796"/>
                  </a:lnTo>
                  <a:cubicBezTo>
                    <a:pt x="20811" y="13316"/>
                    <a:pt x="20071" y="14537"/>
                    <a:pt x="18486" y="17192"/>
                  </a:cubicBezTo>
                  <a:cubicBezTo>
                    <a:pt x="16859" y="19927"/>
                    <a:pt x="14345" y="23735"/>
                    <a:pt x="12275" y="27248"/>
                  </a:cubicBezTo>
                  <a:cubicBezTo>
                    <a:pt x="11203" y="29022"/>
                    <a:pt x="10278" y="30686"/>
                    <a:pt x="9576" y="32128"/>
                  </a:cubicBezTo>
                  <a:cubicBezTo>
                    <a:pt x="9243" y="32830"/>
                    <a:pt x="8984" y="33496"/>
                    <a:pt x="8762" y="34050"/>
                  </a:cubicBezTo>
                  <a:cubicBezTo>
                    <a:pt x="8578" y="34642"/>
                    <a:pt x="8467" y="35159"/>
                    <a:pt x="8467" y="35566"/>
                  </a:cubicBezTo>
                  <a:cubicBezTo>
                    <a:pt x="8467" y="36268"/>
                    <a:pt x="8725" y="36971"/>
                    <a:pt x="9132" y="37636"/>
                  </a:cubicBezTo>
                  <a:cubicBezTo>
                    <a:pt x="9687" y="38635"/>
                    <a:pt x="10537" y="39596"/>
                    <a:pt x="11239" y="40409"/>
                  </a:cubicBezTo>
                  <a:cubicBezTo>
                    <a:pt x="11572" y="40779"/>
                    <a:pt x="11868" y="41149"/>
                    <a:pt x="12090" y="41444"/>
                  </a:cubicBezTo>
                  <a:cubicBezTo>
                    <a:pt x="12201" y="41555"/>
                    <a:pt x="12275" y="41703"/>
                    <a:pt x="12349" y="41777"/>
                  </a:cubicBezTo>
                  <a:lnTo>
                    <a:pt x="12386" y="41888"/>
                  </a:lnTo>
                  <a:lnTo>
                    <a:pt x="12275" y="41888"/>
                  </a:lnTo>
                  <a:cubicBezTo>
                    <a:pt x="10315" y="41888"/>
                    <a:pt x="7579" y="40964"/>
                    <a:pt x="5990" y="39892"/>
                  </a:cubicBezTo>
                  <a:cubicBezTo>
                    <a:pt x="5213" y="39411"/>
                    <a:pt x="4437" y="39263"/>
                    <a:pt x="3919" y="39115"/>
                  </a:cubicBezTo>
                  <a:cubicBezTo>
                    <a:pt x="3661" y="39041"/>
                    <a:pt x="3476" y="38967"/>
                    <a:pt x="3402" y="38893"/>
                  </a:cubicBezTo>
                  <a:cubicBezTo>
                    <a:pt x="3328" y="38819"/>
                    <a:pt x="3291" y="38782"/>
                    <a:pt x="3254" y="38561"/>
                  </a:cubicBezTo>
                  <a:cubicBezTo>
                    <a:pt x="3254" y="38450"/>
                    <a:pt x="3291" y="38265"/>
                    <a:pt x="3365" y="38043"/>
                  </a:cubicBezTo>
                  <a:cubicBezTo>
                    <a:pt x="3624" y="37193"/>
                    <a:pt x="4326" y="36158"/>
                    <a:pt x="5139" y="34827"/>
                  </a:cubicBezTo>
                  <a:cubicBezTo>
                    <a:pt x="5916" y="33459"/>
                    <a:pt x="6729" y="31758"/>
                    <a:pt x="7173" y="29577"/>
                  </a:cubicBezTo>
                  <a:cubicBezTo>
                    <a:pt x="7949" y="25658"/>
                    <a:pt x="9946" y="20001"/>
                    <a:pt x="11720" y="15306"/>
                  </a:cubicBezTo>
                  <a:cubicBezTo>
                    <a:pt x="12607" y="12977"/>
                    <a:pt x="13458" y="10907"/>
                    <a:pt x="14049" y="9391"/>
                  </a:cubicBezTo>
                  <a:cubicBezTo>
                    <a:pt x="14382" y="8651"/>
                    <a:pt x="14641" y="8023"/>
                    <a:pt x="14789" y="7616"/>
                  </a:cubicBezTo>
                  <a:cubicBezTo>
                    <a:pt x="14974" y="7172"/>
                    <a:pt x="15084" y="6951"/>
                    <a:pt x="15084" y="6951"/>
                  </a:cubicBezTo>
                  <a:cubicBezTo>
                    <a:pt x="15121" y="6877"/>
                    <a:pt x="15121" y="6766"/>
                    <a:pt x="15047" y="6655"/>
                  </a:cubicBezTo>
                  <a:cubicBezTo>
                    <a:pt x="15010" y="6581"/>
                    <a:pt x="14900" y="6544"/>
                    <a:pt x="14789" y="6544"/>
                  </a:cubicBezTo>
                  <a:cubicBezTo>
                    <a:pt x="14789" y="6544"/>
                    <a:pt x="13790" y="6507"/>
                    <a:pt x="12312" y="6507"/>
                  </a:cubicBezTo>
                  <a:cubicBezTo>
                    <a:pt x="10722" y="6507"/>
                    <a:pt x="8652" y="6544"/>
                    <a:pt x="6729" y="6581"/>
                  </a:cubicBezTo>
                  <a:cubicBezTo>
                    <a:pt x="4807" y="6618"/>
                    <a:pt x="3032" y="6729"/>
                    <a:pt x="2071" y="6877"/>
                  </a:cubicBezTo>
                  <a:lnTo>
                    <a:pt x="1775" y="6877"/>
                  </a:lnTo>
                  <a:cubicBezTo>
                    <a:pt x="1516" y="6877"/>
                    <a:pt x="1368" y="6840"/>
                    <a:pt x="1220" y="6729"/>
                  </a:cubicBezTo>
                  <a:cubicBezTo>
                    <a:pt x="999" y="6618"/>
                    <a:pt x="851" y="6359"/>
                    <a:pt x="740" y="6063"/>
                  </a:cubicBezTo>
                  <a:cubicBezTo>
                    <a:pt x="666" y="5731"/>
                    <a:pt x="629" y="5324"/>
                    <a:pt x="629" y="4917"/>
                  </a:cubicBezTo>
                  <a:cubicBezTo>
                    <a:pt x="629" y="4326"/>
                    <a:pt x="703" y="3734"/>
                    <a:pt x="777" y="3291"/>
                  </a:cubicBezTo>
                  <a:cubicBezTo>
                    <a:pt x="814" y="3069"/>
                    <a:pt x="851" y="2884"/>
                    <a:pt x="888" y="2736"/>
                  </a:cubicBezTo>
                  <a:cubicBezTo>
                    <a:pt x="888" y="2735"/>
                    <a:pt x="888" y="2735"/>
                    <a:pt x="888" y="2734"/>
                  </a:cubicBezTo>
                  <a:lnTo>
                    <a:pt x="888" y="2734"/>
                  </a:lnTo>
                  <a:cubicBezTo>
                    <a:pt x="1212" y="2678"/>
                    <a:pt x="1868" y="2568"/>
                    <a:pt x="2736" y="2440"/>
                  </a:cubicBezTo>
                  <a:cubicBezTo>
                    <a:pt x="6544" y="1812"/>
                    <a:pt x="14641" y="629"/>
                    <a:pt x="18560" y="629"/>
                  </a:cubicBezTo>
                  <a:close/>
                  <a:moveTo>
                    <a:pt x="18560" y="0"/>
                  </a:moveTo>
                  <a:cubicBezTo>
                    <a:pt x="15898" y="0"/>
                    <a:pt x="11387" y="555"/>
                    <a:pt x="7579" y="1072"/>
                  </a:cubicBezTo>
                  <a:cubicBezTo>
                    <a:pt x="3734" y="1627"/>
                    <a:pt x="592" y="2144"/>
                    <a:pt x="592" y="2144"/>
                  </a:cubicBezTo>
                  <a:cubicBezTo>
                    <a:pt x="444" y="2181"/>
                    <a:pt x="370" y="2255"/>
                    <a:pt x="333" y="2366"/>
                  </a:cubicBezTo>
                  <a:cubicBezTo>
                    <a:pt x="333" y="2403"/>
                    <a:pt x="0" y="3623"/>
                    <a:pt x="0" y="4917"/>
                  </a:cubicBezTo>
                  <a:cubicBezTo>
                    <a:pt x="0" y="5509"/>
                    <a:pt x="74" y="6137"/>
                    <a:pt x="333" y="6618"/>
                  </a:cubicBezTo>
                  <a:cubicBezTo>
                    <a:pt x="444" y="6877"/>
                    <a:pt x="629" y="7099"/>
                    <a:pt x="888" y="7246"/>
                  </a:cubicBezTo>
                  <a:cubicBezTo>
                    <a:pt x="1147" y="7431"/>
                    <a:pt x="1442" y="7505"/>
                    <a:pt x="1775" y="7505"/>
                  </a:cubicBezTo>
                  <a:cubicBezTo>
                    <a:pt x="1886" y="7505"/>
                    <a:pt x="2034" y="7505"/>
                    <a:pt x="2145" y="7468"/>
                  </a:cubicBezTo>
                  <a:cubicBezTo>
                    <a:pt x="3069" y="7320"/>
                    <a:pt x="4844" y="7246"/>
                    <a:pt x="6766" y="7209"/>
                  </a:cubicBezTo>
                  <a:cubicBezTo>
                    <a:pt x="8652" y="7136"/>
                    <a:pt x="10722" y="7136"/>
                    <a:pt x="12312" y="7136"/>
                  </a:cubicBezTo>
                  <a:lnTo>
                    <a:pt x="14323" y="7136"/>
                  </a:lnTo>
                  <a:cubicBezTo>
                    <a:pt x="13873" y="8217"/>
                    <a:pt x="12585" y="11340"/>
                    <a:pt x="11129" y="15084"/>
                  </a:cubicBezTo>
                  <a:cubicBezTo>
                    <a:pt x="9354" y="19779"/>
                    <a:pt x="7395" y="25473"/>
                    <a:pt x="6581" y="29466"/>
                  </a:cubicBezTo>
                  <a:cubicBezTo>
                    <a:pt x="6175" y="31573"/>
                    <a:pt x="5361" y="33163"/>
                    <a:pt x="4585" y="34494"/>
                  </a:cubicBezTo>
                  <a:cubicBezTo>
                    <a:pt x="3808" y="35825"/>
                    <a:pt x="3069" y="36860"/>
                    <a:pt x="2773" y="37858"/>
                  </a:cubicBezTo>
                  <a:cubicBezTo>
                    <a:pt x="2699" y="38117"/>
                    <a:pt x="2662" y="38376"/>
                    <a:pt x="2662" y="38561"/>
                  </a:cubicBezTo>
                  <a:cubicBezTo>
                    <a:pt x="2625" y="38893"/>
                    <a:pt x="2773" y="39189"/>
                    <a:pt x="3032" y="39374"/>
                  </a:cubicBezTo>
                  <a:cubicBezTo>
                    <a:pt x="3365" y="39633"/>
                    <a:pt x="3771" y="39707"/>
                    <a:pt x="4215" y="39818"/>
                  </a:cubicBezTo>
                  <a:cubicBezTo>
                    <a:pt x="4659" y="39929"/>
                    <a:pt x="5176" y="40076"/>
                    <a:pt x="5657" y="40409"/>
                  </a:cubicBezTo>
                  <a:cubicBezTo>
                    <a:pt x="7395" y="41555"/>
                    <a:pt x="10167" y="42480"/>
                    <a:pt x="12275" y="42480"/>
                  </a:cubicBezTo>
                  <a:cubicBezTo>
                    <a:pt x="12460" y="42480"/>
                    <a:pt x="12607" y="42480"/>
                    <a:pt x="12755" y="42406"/>
                  </a:cubicBezTo>
                  <a:cubicBezTo>
                    <a:pt x="12829" y="42332"/>
                    <a:pt x="12903" y="42295"/>
                    <a:pt x="12940" y="42184"/>
                  </a:cubicBezTo>
                  <a:cubicBezTo>
                    <a:pt x="13014" y="42110"/>
                    <a:pt x="13014" y="42036"/>
                    <a:pt x="13014" y="41925"/>
                  </a:cubicBezTo>
                  <a:cubicBezTo>
                    <a:pt x="13014" y="41703"/>
                    <a:pt x="12903" y="41555"/>
                    <a:pt x="12792" y="41370"/>
                  </a:cubicBezTo>
                  <a:cubicBezTo>
                    <a:pt x="12607" y="41038"/>
                    <a:pt x="12238" y="40631"/>
                    <a:pt x="11868" y="40187"/>
                  </a:cubicBezTo>
                  <a:cubicBezTo>
                    <a:pt x="11276" y="39522"/>
                    <a:pt x="10574" y="38745"/>
                    <a:pt x="10019" y="37932"/>
                  </a:cubicBezTo>
                  <a:cubicBezTo>
                    <a:pt x="9465" y="37119"/>
                    <a:pt x="9058" y="36268"/>
                    <a:pt x="9095" y="35566"/>
                  </a:cubicBezTo>
                  <a:cubicBezTo>
                    <a:pt x="9058" y="35270"/>
                    <a:pt x="9169" y="34790"/>
                    <a:pt x="9354" y="34272"/>
                  </a:cubicBezTo>
                  <a:cubicBezTo>
                    <a:pt x="9982" y="32350"/>
                    <a:pt x="11683" y="29355"/>
                    <a:pt x="13606" y="26249"/>
                  </a:cubicBezTo>
                  <a:cubicBezTo>
                    <a:pt x="15491" y="23144"/>
                    <a:pt x="17561" y="19927"/>
                    <a:pt x="19040" y="17524"/>
                  </a:cubicBezTo>
                  <a:cubicBezTo>
                    <a:pt x="20149" y="15602"/>
                    <a:pt x="20852" y="14456"/>
                    <a:pt x="21259" y="13753"/>
                  </a:cubicBezTo>
                  <a:cubicBezTo>
                    <a:pt x="21443" y="13384"/>
                    <a:pt x="21591" y="13162"/>
                    <a:pt x="21665" y="12977"/>
                  </a:cubicBezTo>
                  <a:cubicBezTo>
                    <a:pt x="21702" y="12903"/>
                    <a:pt x="21739" y="12829"/>
                    <a:pt x="21776" y="12792"/>
                  </a:cubicBezTo>
                  <a:cubicBezTo>
                    <a:pt x="21813" y="12718"/>
                    <a:pt x="21813" y="12681"/>
                    <a:pt x="21813" y="12570"/>
                  </a:cubicBezTo>
                  <a:cubicBezTo>
                    <a:pt x="21813" y="12533"/>
                    <a:pt x="21813" y="12422"/>
                    <a:pt x="21739" y="12348"/>
                  </a:cubicBezTo>
                  <a:cubicBezTo>
                    <a:pt x="21681" y="12310"/>
                    <a:pt x="21633" y="12281"/>
                    <a:pt x="21590" y="12263"/>
                  </a:cubicBezTo>
                  <a:lnTo>
                    <a:pt x="21590" y="12263"/>
                  </a:lnTo>
                  <a:cubicBezTo>
                    <a:pt x="21619" y="12141"/>
                    <a:pt x="21670" y="11964"/>
                    <a:pt x="21758" y="11732"/>
                  </a:cubicBezTo>
                  <a:lnTo>
                    <a:pt x="21758" y="11732"/>
                  </a:lnTo>
                  <a:cubicBezTo>
                    <a:pt x="22156" y="11184"/>
                    <a:pt x="22482" y="10600"/>
                    <a:pt x="22700" y="9908"/>
                  </a:cubicBezTo>
                  <a:cubicBezTo>
                    <a:pt x="23181" y="8393"/>
                    <a:pt x="23477" y="6692"/>
                    <a:pt x="23477" y="5139"/>
                  </a:cubicBezTo>
                  <a:cubicBezTo>
                    <a:pt x="23477" y="3919"/>
                    <a:pt x="23292" y="2773"/>
                    <a:pt x="22774" y="1849"/>
                  </a:cubicBezTo>
                  <a:cubicBezTo>
                    <a:pt x="22220" y="961"/>
                    <a:pt x="21332" y="296"/>
                    <a:pt x="20112" y="111"/>
                  </a:cubicBezTo>
                  <a:cubicBezTo>
                    <a:pt x="19706" y="37"/>
                    <a:pt x="19188" y="0"/>
                    <a:pt x="185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9" name="Google Shape;3659;g3048a510704_4_0"/>
            <p:cNvSpPr/>
            <p:nvPr/>
          </p:nvSpPr>
          <p:spPr>
            <a:xfrm>
              <a:off x="2073750" y="4916750"/>
              <a:ext cx="287200" cy="118325"/>
            </a:xfrm>
            <a:custGeom>
              <a:rect b="b" l="l" r="r" t="t"/>
              <a:pathLst>
                <a:path extrusionOk="0" h="4733" w="11488">
                  <a:moveTo>
                    <a:pt x="1072" y="1"/>
                  </a:moveTo>
                  <a:cubicBezTo>
                    <a:pt x="1072" y="1"/>
                    <a:pt x="0" y="1"/>
                    <a:pt x="888" y="888"/>
                  </a:cubicBezTo>
                  <a:cubicBezTo>
                    <a:pt x="1775" y="1775"/>
                    <a:pt x="1775" y="4585"/>
                    <a:pt x="1775" y="4585"/>
                  </a:cubicBezTo>
                  <a:lnTo>
                    <a:pt x="2810" y="4585"/>
                  </a:lnTo>
                  <a:cubicBezTo>
                    <a:pt x="2810" y="4585"/>
                    <a:pt x="2477" y="3180"/>
                    <a:pt x="2995" y="2478"/>
                  </a:cubicBezTo>
                  <a:cubicBezTo>
                    <a:pt x="2995" y="2478"/>
                    <a:pt x="3092" y="2470"/>
                    <a:pt x="3246" y="2470"/>
                  </a:cubicBezTo>
                  <a:cubicBezTo>
                    <a:pt x="3785" y="2470"/>
                    <a:pt x="5028" y="2560"/>
                    <a:pt x="5287" y="3365"/>
                  </a:cubicBezTo>
                  <a:cubicBezTo>
                    <a:pt x="5509" y="4031"/>
                    <a:pt x="6248" y="4733"/>
                    <a:pt x="6248" y="4733"/>
                  </a:cubicBezTo>
                  <a:lnTo>
                    <a:pt x="9650" y="4733"/>
                  </a:lnTo>
                  <a:cubicBezTo>
                    <a:pt x="10574" y="4733"/>
                    <a:pt x="11165" y="4326"/>
                    <a:pt x="11313" y="4031"/>
                  </a:cubicBezTo>
                  <a:cubicBezTo>
                    <a:pt x="11443" y="3804"/>
                    <a:pt x="11487" y="3691"/>
                    <a:pt x="11075" y="3691"/>
                  </a:cubicBezTo>
                  <a:cubicBezTo>
                    <a:pt x="11016" y="3691"/>
                    <a:pt x="10948" y="3693"/>
                    <a:pt x="10870" y="3698"/>
                  </a:cubicBezTo>
                  <a:cubicBezTo>
                    <a:pt x="10782" y="3703"/>
                    <a:pt x="10655" y="3706"/>
                    <a:pt x="10501" y="3706"/>
                  </a:cubicBezTo>
                  <a:cubicBezTo>
                    <a:pt x="9614" y="3706"/>
                    <a:pt x="7819" y="3606"/>
                    <a:pt x="7283" y="3291"/>
                  </a:cubicBezTo>
                  <a:cubicBezTo>
                    <a:pt x="6951" y="3069"/>
                    <a:pt x="6581" y="2626"/>
                    <a:pt x="6322" y="2256"/>
                  </a:cubicBezTo>
                  <a:cubicBezTo>
                    <a:pt x="6063" y="1923"/>
                    <a:pt x="3697" y="814"/>
                    <a:pt x="2403" y="370"/>
                  </a:cubicBezTo>
                  <a:lnTo>
                    <a:pt x="107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0" name="Google Shape;3660;g3048a510704_4_0"/>
            <p:cNvSpPr/>
            <p:nvPr/>
          </p:nvSpPr>
          <p:spPr>
            <a:xfrm>
              <a:off x="2079300" y="4909350"/>
              <a:ext cx="287450" cy="134050"/>
            </a:xfrm>
            <a:custGeom>
              <a:rect b="b" l="l" r="r" t="t"/>
              <a:pathLst>
                <a:path extrusionOk="0" h="5362" w="11498">
                  <a:moveTo>
                    <a:pt x="850" y="613"/>
                  </a:moveTo>
                  <a:lnTo>
                    <a:pt x="2107" y="962"/>
                  </a:lnTo>
                  <a:lnTo>
                    <a:pt x="2113" y="940"/>
                  </a:lnTo>
                  <a:lnTo>
                    <a:pt x="2113" y="940"/>
                  </a:lnTo>
                  <a:cubicBezTo>
                    <a:pt x="2740" y="1165"/>
                    <a:pt x="3640" y="1562"/>
                    <a:pt x="4400" y="1923"/>
                  </a:cubicBezTo>
                  <a:cubicBezTo>
                    <a:pt x="4769" y="2108"/>
                    <a:pt x="5139" y="2293"/>
                    <a:pt x="5398" y="2441"/>
                  </a:cubicBezTo>
                  <a:cubicBezTo>
                    <a:pt x="5546" y="2515"/>
                    <a:pt x="5657" y="2589"/>
                    <a:pt x="5731" y="2663"/>
                  </a:cubicBezTo>
                  <a:lnTo>
                    <a:pt x="5841" y="2737"/>
                  </a:lnTo>
                  <a:cubicBezTo>
                    <a:pt x="6137" y="3107"/>
                    <a:pt x="6507" y="3550"/>
                    <a:pt x="6914" y="3846"/>
                  </a:cubicBezTo>
                  <a:cubicBezTo>
                    <a:pt x="7098" y="3957"/>
                    <a:pt x="7320" y="4031"/>
                    <a:pt x="7616" y="4068"/>
                  </a:cubicBezTo>
                  <a:cubicBezTo>
                    <a:pt x="8429" y="4253"/>
                    <a:pt x="9575" y="4327"/>
                    <a:pt x="10278" y="4327"/>
                  </a:cubicBezTo>
                  <a:cubicBezTo>
                    <a:pt x="10426" y="4327"/>
                    <a:pt x="10574" y="4327"/>
                    <a:pt x="10685" y="4290"/>
                  </a:cubicBezTo>
                  <a:lnTo>
                    <a:pt x="10742" y="4290"/>
                  </a:lnTo>
                  <a:cubicBezTo>
                    <a:pt x="10666" y="4360"/>
                    <a:pt x="10549" y="4443"/>
                    <a:pt x="10389" y="4511"/>
                  </a:cubicBezTo>
                  <a:cubicBezTo>
                    <a:pt x="10167" y="4622"/>
                    <a:pt x="9834" y="4733"/>
                    <a:pt x="9428" y="4733"/>
                  </a:cubicBezTo>
                  <a:lnTo>
                    <a:pt x="6157" y="4733"/>
                  </a:lnTo>
                  <a:cubicBezTo>
                    <a:pt x="6066" y="4661"/>
                    <a:pt x="5917" y="4506"/>
                    <a:pt x="5767" y="4327"/>
                  </a:cubicBezTo>
                  <a:cubicBezTo>
                    <a:pt x="5620" y="4068"/>
                    <a:pt x="5435" y="3809"/>
                    <a:pt x="5361" y="3550"/>
                  </a:cubicBezTo>
                  <a:cubicBezTo>
                    <a:pt x="5250" y="3291"/>
                    <a:pt x="5102" y="3070"/>
                    <a:pt x="4880" y="2922"/>
                  </a:cubicBezTo>
                  <a:cubicBezTo>
                    <a:pt x="4584" y="2700"/>
                    <a:pt x="4215" y="2589"/>
                    <a:pt x="3882" y="2515"/>
                  </a:cubicBezTo>
                  <a:cubicBezTo>
                    <a:pt x="3549" y="2478"/>
                    <a:pt x="3217" y="2441"/>
                    <a:pt x="2995" y="2441"/>
                  </a:cubicBezTo>
                  <a:cubicBezTo>
                    <a:pt x="2847" y="2441"/>
                    <a:pt x="2773" y="2478"/>
                    <a:pt x="2736" y="2478"/>
                  </a:cubicBezTo>
                  <a:cubicBezTo>
                    <a:pt x="2662" y="2478"/>
                    <a:pt x="2588" y="2515"/>
                    <a:pt x="2514" y="2589"/>
                  </a:cubicBezTo>
                  <a:cubicBezTo>
                    <a:pt x="2218" y="2996"/>
                    <a:pt x="2181" y="3476"/>
                    <a:pt x="2181" y="3883"/>
                  </a:cubicBezTo>
                  <a:cubicBezTo>
                    <a:pt x="2181" y="4158"/>
                    <a:pt x="2205" y="4400"/>
                    <a:pt x="2231" y="4585"/>
                  </a:cubicBezTo>
                  <a:lnTo>
                    <a:pt x="1842" y="4585"/>
                  </a:lnTo>
                  <a:cubicBezTo>
                    <a:pt x="1832" y="4295"/>
                    <a:pt x="1806" y="3826"/>
                    <a:pt x="1738" y="3328"/>
                  </a:cubicBezTo>
                  <a:cubicBezTo>
                    <a:pt x="1664" y="2885"/>
                    <a:pt x="1590" y="2441"/>
                    <a:pt x="1479" y="2034"/>
                  </a:cubicBezTo>
                  <a:cubicBezTo>
                    <a:pt x="1331" y="1628"/>
                    <a:pt x="1146" y="1258"/>
                    <a:pt x="887" y="962"/>
                  </a:cubicBezTo>
                  <a:cubicBezTo>
                    <a:pt x="776" y="851"/>
                    <a:pt x="703" y="777"/>
                    <a:pt x="666" y="703"/>
                  </a:cubicBezTo>
                  <a:lnTo>
                    <a:pt x="642" y="656"/>
                  </a:lnTo>
                  <a:lnTo>
                    <a:pt x="642" y="656"/>
                  </a:lnTo>
                  <a:cubicBezTo>
                    <a:pt x="676" y="645"/>
                    <a:pt x="716" y="629"/>
                    <a:pt x="739" y="629"/>
                  </a:cubicBezTo>
                  <a:lnTo>
                    <a:pt x="850" y="629"/>
                  </a:lnTo>
                  <a:lnTo>
                    <a:pt x="850" y="613"/>
                  </a:lnTo>
                  <a:close/>
                  <a:moveTo>
                    <a:pt x="850" y="1"/>
                  </a:moveTo>
                  <a:cubicBezTo>
                    <a:pt x="813" y="1"/>
                    <a:pt x="666" y="1"/>
                    <a:pt x="481" y="38"/>
                  </a:cubicBezTo>
                  <a:cubicBezTo>
                    <a:pt x="407" y="75"/>
                    <a:pt x="296" y="112"/>
                    <a:pt x="185" y="223"/>
                  </a:cubicBezTo>
                  <a:cubicBezTo>
                    <a:pt x="74" y="297"/>
                    <a:pt x="0" y="445"/>
                    <a:pt x="0" y="629"/>
                  </a:cubicBezTo>
                  <a:cubicBezTo>
                    <a:pt x="0" y="740"/>
                    <a:pt x="37" y="888"/>
                    <a:pt x="111" y="999"/>
                  </a:cubicBezTo>
                  <a:cubicBezTo>
                    <a:pt x="185" y="1147"/>
                    <a:pt x="296" y="1258"/>
                    <a:pt x="444" y="1406"/>
                  </a:cubicBezTo>
                  <a:cubicBezTo>
                    <a:pt x="629" y="1554"/>
                    <a:pt x="776" y="1850"/>
                    <a:pt x="887" y="2219"/>
                  </a:cubicBezTo>
                  <a:cubicBezTo>
                    <a:pt x="1035" y="2774"/>
                    <a:pt x="1146" y="3439"/>
                    <a:pt x="1183" y="3957"/>
                  </a:cubicBezTo>
                  <a:cubicBezTo>
                    <a:pt x="1220" y="4216"/>
                    <a:pt x="1220" y="4474"/>
                    <a:pt x="1220" y="4622"/>
                  </a:cubicBezTo>
                  <a:cubicBezTo>
                    <a:pt x="1220" y="4770"/>
                    <a:pt x="1220" y="4881"/>
                    <a:pt x="1220" y="4881"/>
                  </a:cubicBezTo>
                  <a:cubicBezTo>
                    <a:pt x="1220" y="4955"/>
                    <a:pt x="1257" y="5029"/>
                    <a:pt x="1331" y="5103"/>
                  </a:cubicBezTo>
                  <a:cubicBezTo>
                    <a:pt x="1368" y="5140"/>
                    <a:pt x="1479" y="5177"/>
                    <a:pt x="1553" y="5177"/>
                  </a:cubicBezTo>
                  <a:lnTo>
                    <a:pt x="2588" y="5177"/>
                  </a:lnTo>
                  <a:cubicBezTo>
                    <a:pt x="2699" y="5177"/>
                    <a:pt x="2773" y="5140"/>
                    <a:pt x="2847" y="5066"/>
                  </a:cubicBezTo>
                  <a:cubicBezTo>
                    <a:pt x="2884" y="4992"/>
                    <a:pt x="2921" y="4881"/>
                    <a:pt x="2884" y="4807"/>
                  </a:cubicBezTo>
                  <a:lnTo>
                    <a:pt x="2884" y="4770"/>
                  </a:lnTo>
                  <a:cubicBezTo>
                    <a:pt x="2884" y="4696"/>
                    <a:pt x="2773" y="4327"/>
                    <a:pt x="2773" y="3883"/>
                  </a:cubicBezTo>
                  <a:cubicBezTo>
                    <a:pt x="2773" y="3577"/>
                    <a:pt x="2824" y="3271"/>
                    <a:pt x="2946" y="3070"/>
                  </a:cubicBezTo>
                  <a:lnTo>
                    <a:pt x="2995" y="3070"/>
                  </a:lnTo>
                  <a:cubicBezTo>
                    <a:pt x="3253" y="3070"/>
                    <a:pt x="3697" y="3107"/>
                    <a:pt x="4067" y="3217"/>
                  </a:cubicBezTo>
                  <a:cubicBezTo>
                    <a:pt x="4252" y="3254"/>
                    <a:pt x="4400" y="3328"/>
                    <a:pt x="4510" y="3402"/>
                  </a:cubicBezTo>
                  <a:cubicBezTo>
                    <a:pt x="4658" y="3513"/>
                    <a:pt x="4732" y="3624"/>
                    <a:pt x="4769" y="3735"/>
                  </a:cubicBezTo>
                  <a:cubicBezTo>
                    <a:pt x="4880" y="4142"/>
                    <a:pt x="5139" y="4511"/>
                    <a:pt x="5398" y="4807"/>
                  </a:cubicBezTo>
                  <a:cubicBezTo>
                    <a:pt x="5620" y="5066"/>
                    <a:pt x="5804" y="5251"/>
                    <a:pt x="5841" y="5251"/>
                  </a:cubicBezTo>
                  <a:cubicBezTo>
                    <a:pt x="5878" y="5325"/>
                    <a:pt x="5952" y="5362"/>
                    <a:pt x="6026" y="5362"/>
                  </a:cubicBezTo>
                  <a:lnTo>
                    <a:pt x="9428" y="5362"/>
                  </a:lnTo>
                  <a:cubicBezTo>
                    <a:pt x="9945" y="5362"/>
                    <a:pt x="10352" y="5214"/>
                    <a:pt x="10685" y="5066"/>
                  </a:cubicBezTo>
                  <a:cubicBezTo>
                    <a:pt x="11017" y="4918"/>
                    <a:pt x="11239" y="4696"/>
                    <a:pt x="11350" y="4511"/>
                  </a:cubicBezTo>
                  <a:cubicBezTo>
                    <a:pt x="11387" y="4437"/>
                    <a:pt x="11424" y="4401"/>
                    <a:pt x="11424" y="4327"/>
                  </a:cubicBezTo>
                  <a:cubicBezTo>
                    <a:pt x="11461" y="4290"/>
                    <a:pt x="11498" y="4216"/>
                    <a:pt x="11498" y="4105"/>
                  </a:cubicBezTo>
                  <a:cubicBezTo>
                    <a:pt x="11498" y="4031"/>
                    <a:pt x="11461" y="3957"/>
                    <a:pt x="11424" y="3883"/>
                  </a:cubicBezTo>
                  <a:cubicBezTo>
                    <a:pt x="11313" y="3772"/>
                    <a:pt x="11202" y="3735"/>
                    <a:pt x="11128" y="3698"/>
                  </a:cubicBezTo>
                  <a:lnTo>
                    <a:pt x="10278" y="3698"/>
                  </a:lnTo>
                  <a:cubicBezTo>
                    <a:pt x="9834" y="3698"/>
                    <a:pt x="9169" y="3661"/>
                    <a:pt x="8577" y="3587"/>
                  </a:cubicBezTo>
                  <a:cubicBezTo>
                    <a:pt x="8281" y="3587"/>
                    <a:pt x="7986" y="3513"/>
                    <a:pt x="7727" y="3476"/>
                  </a:cubicBezTo>
                  <a:cubicBezTo>
                    <a:pt x="7505" y="3439"/>
                    <a:pt x="7320" y="3365"/>
                    <a:pt x="7246" y="3328"/>
                  </a:cubicBezTo>
                  <a:cubicBezTo>
                    <a:pt x="6951" y="3144"/>
                    <a:pt x="6581" y="2700"/>
                    <a:pt x="6322" y="2367"/>
                  </a:cubicBezTo>
                  <a:cubicBezTo>
                    <a:pt x="6248" y="2256"/>
                    <a:pt x="6174" y="2219"/>
                    <a:pt x="6100" y="2145"/>
                  </a:cubicBezTo>
                  <a:cubicBezTo>
                    <a:pt x="5731" y="1886"/>
                    <a:pt x="5065" y="1554"/>
                    <a:pt x="4363" y="1221"/>
                  </a:cubicBezTo>
                  <a:cubicBezTo>
                    <a:pt x="3660" y="888"/>
                    <a:pt x="2847" y="556"/>
                    <a:pt x="2292" y="371"/>
                  </a:cubicBezTo>
                  <a:lnTo>
                    <a:pt x="2255" y="334"/>
                  </a:lnTo>
                  <a:lnTo>
                    <a:pt x="92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1" name="Google Shape;3661;g3048a510704_4_0"/>
            <p:cNvSpPr/>
            <p:nvPr/>
          </p:nvSpPr>
          <p:spPr>
            <a:xfrm>
              <a:off x="2208675" y="4889025"/>
              <a:ext cx="101700" cy="88750"/>
            </a:xfrm>
            <a:custGeom>
              <a:rect b="b" l="l" r="r" t="t"/>
              <a:pathLst>
                <a:path extrusionOk="0" h="3550" w="4068">
                  <a:moveTo>
                    <a:pt x="2404" y="1"/>
                  </a:moveTo>
                  <a:cubicBezTo>
                    <a:pt x="2404" y="1"/>
                    <a:pt x="1" y="2293"/>
                    <a:pt x="1" y="2552"/>
                  </a:cubicBezTo>
                  <a:cubicBezTo>
                    <a:pt x="38" y="3180"/>
                    <a:pt x="1628" y="3550"/>
                    <a:pt x="1628" y="3550"/>
                  </a:cubicBezTo>
                  <a:lnTo>
                    <a:pt x="4068" y="2071"/>
                  </a:lnTo>
                  <a:lnTo>
                    <a:pt x="3994" y="1295"/>
                  </a:lnTo>
                  <a:cubicBezTo>
                    <a:pt x="3587" y="296"/>
                    <a:pt x="2404" y="1"/>
                    <a:pt x="24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2" name="Google Shape;3662;g3048a510704_4_0"/>
            <p:cNvSpPr/>
            <p:nvPr/>
          </p:nvSpPr>
          <p:spPr>
            <a:xfrm>
              <a:off x="2201300" y="4881625"/>
              <a:ext cx="117400" cy="103925"/>
            </a:xfrm>
            <a:custGeom>
              <a:rect b="b" l="l" r="r" t="t"/>
              <a:pathLst>
                <a:path extrusionOk="0" h="4157" w="4696">
                  <a:moveTo>
                    <a:pt x="2776" y="662"/>
                  </a:moveTo>
                  <a:cubicBezTo>
                    <a:pt x="2896" y="699"/>
                    <a:pt x="3067" y="772"/>
                    <a:pt x="3254" y="888"/>
                  </a:cubicBezTo>
                  <a:cubicBezTo>
                    <a:pt x="3529" y="1026"/>
                    <a:pt x="3805" y="1292"/>
                    <a:pt x="3961" y="1627"/>
                  </a:cubicBezTo>
                  <a:lnTo>
                    <a:pt x="3961" y="1627"/>
                  </a:lnTo>
                  <a:lnTo>
                    <a:pt x="3956" y="1628"/>
                  </a:lnTo>
                  <a:lnTo>
                    <a:pt x="4030" y="2219"/>
                  </a:lnTo>
                  <a:lnTo>
                    <a:pt x="1879" y="3503"/>
                  </a:lnTo>
                  <a:lnTo>
                    <a:pt x="1879" y="3503"/>
                  </a:lnTo>
                  <a:cubicBezTo>
                    <a:pt x="1711" y="3463"/>
                    <a:pt x="1379" y="3389"/>
                    <a:pt x="1109" y="3254"/>
                  </a:cubicBezTo>
                  <a:cubicBezTo>
                    <a:pt x="961" y="3180"/>
                    <a:pt x="814" y="3069"/>
                    <a:pt x="740" y="2995"/>
                  </a:cubicBezTo>
                  <a:cubicBezTo>
                    <a:pt x="680" y="2956"/>
                    <a:pt x="652" y="2916"/>
                    <a:pt x="639" y="2887"/>
                  </a:cubicBezTo>
                  <a:lnTo>
                    <a:pt x="639" y="2887"/>
                  </a:lnTo>
                  <a:cubicBezTo>
                    <a:pt x="665" y="2855"/>
                    <a:pt x="696" y="2802"/>
                    <a:pt x="740" y="2737"/>
                  </a:cubicBezTo>
                  <a:cubicBezTo>
                    <a:pt x="1035" y="2404"/>
                    <a:pt x="1553" y="1849"/>
                    <a:pt x="2034" y="1369"/>
                  </a:cubicBezTo>
                  <a:cubicBezTo>
                    <a:pt x="2340" y="1086"/>
                    <a:pt x="2616" y="819"/>
                    <a:pt x="2776" y="662"/>
                  </a:cubicBezTo>
                  <a:close/>
                  <a:moveTo>
                    <a:pt x="2773" y="1"/>
                  </a:moveTo>
                  <a:cubicBezTo>
                    <a:pt x="2662" y="1"/>
                    <a:pt x="2551" y="1"/>
                    <a:pt x="2477" y="75"/>
                  </a:cubicBezTo>
                  <a:cubicBezTo>
                    <a:pt x="2477" y="75"/>
                    <a:pt x="1886" y="666"/>
                    <a:pt x="1294" y="1258"/>
                  </a:cubicBezTo>
                  <a:cubicBezTo>
                    <a:pt x="998" y="1554"/>
                    <a:pt x="666" y="1886"/>
                    <a:pt x="444" y="2145"/>
                  </a:cubicBezTo>
                  <a:cubicBezTo>
                    <a:pt x="333" y="2256"/>
                    <a:pt x="222" y="2367"/>
                    <a:pt x="148" y="2478"/>
                  </a:cubicBezTo>
                  <a:lnTo>
                    <a:pt x="74" y="2626"/>
                  </a:lnTo>
                  <a:cubicBezTo>
                    <a:pt x="37" y="2700"/>
                    <a:pt x="0" y="2737"/>
                    <a:pt x="0" y="2848"/>
                  </a:cubicBezTo>
                  <a:cubicBezTo>
                    <a:pt x="0" y="2922"/>
                    <a:pt x="0" y="2959"/>
                    <a:pt x="0" y="2959"/>
                  </a:cubicBezTo>
                  <a:lnTo>
                    <a:pt x="6" y="2956"/>
                  </a:lnTo>
                  <a:lnTo>
                    <a:pt x="6" y="2956"/>
                  </a:lnTo>
                  <a:cubicBezTo>
                    <a:pt x="25" y="3070"/>
                    <a:pt x="87" y="3162"/>
                    <a:pt x="148" y="3254"/>
                  </a:cubicBezTo>
                  <a:cubicBezTo>
                    <a:pt x="259" y="3439"/>
                    <a:pt x="407" y="3550"/>
                    <a:pt x="592" y="3661"/>
                  </a:cubicBezTo>
                  <a:cubicBezTo>
                    <a:pt x="1146" y="3994"/>
                    <a:pt x="1812" y="4142"/>
                    <a:pt x="1849" y="4142"/>
                  </a:cubicBezTo>
                  <a:cubicBezTo>
                    <a:pt x="1870" y="4152"/>
                    <a:pt x="1892" y="4157"/>
                    <a:pt x="1914" y="4157"/>
                  </a:cubicBezTo>
                  <a:cubicBezTo>
                    <a:pt x="1966" y="4157"/>
                    <a:pt x="2018" y="4131"/>
                    <a:pt x="2071" y="4105"/>
                  </a:cubicBezTo>
                  <a:lnTo>
                    <a:pt x="4548" y="2663"/>
                  </a:lnTo>
                  <a:cubicBezTo>
                    <a:pt x="4622" y="2589"/>
                    <a:pt x="4695" y="2478"/>
                    <a:pt x="4695" y="2330"/>
                  </a:cubicBezTo>
                  <a:lnTo>
                    <a:pt x="4585" y="1554"/>
                  </a:lnTo>
                  <a:lnTo>
                    <a:pt x="4548" y="1480"/>
                  </a:lnTo>
                  <a:cubicBezTo>
                    <a:pt x="4326" y="888"/>
                    <a:pt x="3882" y="518"/>
                    <a:pt x="3475" y="297"/>
                  </a:cubicBezTo>
                  <a:cubicBezTo>
                    <a:pt x="3106" y="75"/>
                    <a:pt x="2773" y="1"/>
                    <a:pt x="27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3" name="Google Shape;3663;g3048a510704_4_0"/>
            <p:cNvSpPr/>
            <p:nvPr/>
          </p:nvSpPr>
          <p:spPr>
            <a:xfrm>
              <a:off x="2129500" y="3838700"/>
              <a:ext cx="832475" cy="1182875"/>
            </a:xfrm>
            <a:custGeom>
              <a:rect b="b" l="l" r="r" t="t"/>
              <a:pathLst>
                <a:path extrusionOk="0" h="47315" w="33299">
                  <a:moveTo>
                    <a:pt x="13450" y="1"/>
                  </a:moveTo>
                  <a:cubicBezTo>
                    <a:pt x="9313" y="1"/>
                    <a:pt x="4795" y="348"/>
                    <a:pt x="4795" y="348"/>
                  </a:cubicBezTo>
                  <a:cubicBezTo>
                    <a:pt x="2380" y="1336"/>
                    <a:pt x="1" y="10074"/>
                    <a:pt x="1673" y="10074"/>
                  </a:cubicBezTo>
                  <a:cubicBezTo>
                    <a:pt x="1690" y="10074"/>
                    <a:pt x="1708" y="10073"/>
                    <a:pt x="1726" y="10071"/>
                  </a:cubicBezTo>
                  <a:cubicBezTo>
                    <a:pt x="3501" y="9923"/>
                    <a:pt x="14296" y="8962"/>
                    <a:pt x="14296" y="8962"/>
                  </a:cubicBezTo>
                  <a:lnTo>
                    <a:pt x="14296" y="8962"/>
                  </a:lnTo>
                  <a:cubicBezTo>
                    <a:pt x="13963" y="13990"/>
                    <a:pt x="17217" y="23935"/>
                    <a:pt x="19620" y="27040"/>
                  </a:cubicBezTo>
                  <a:cubicBezTo>
                    <a:pt x="21210" y="29000"/>
                    <a:pt x="23095" y="35285"/>
                    <a:pt x="24056" y="37725"/>
                  </a:cubicBezTo>
                  <a:cubicBezTo>
                    <a:pt x="24574" y="39019"/>
                    <a:pt x="24537" y="40461"/>
                    <a:pt x="23982" y="41718"/>
                  </a:cubicBezTo>
                  <a:cubicBezTo>
                    <a:pt x="23687" y="42346"/>
                    <a:pt x="23502" y="43012"/>
                    <a:pt x="23613" y="43419"/>
                  </a:cubicBezTo>
                  <a:cubicBezTo>
                    <a:pt x="23945" y="44380"/>
                    <a:pt x="25092" y="44047"/>
                    <a:pt x="25720" y="44380"/>
                  </a:cubicBezTo>
                  <a:cubicBezTo>
                    <a:pt x="26385" y="44712"/>
                    <a:pt x="28456" y="46635"/>
                    <a:pt x="29047" y="47042"/>
                  </a:cubicBezTo>
                  <a:cubicBezTo>
                    <a:pt x="29371" y="47232"/>
                    <a:pt x="30214" y="47315"/>
                    <a:pt x="31026" y="47315"/>
                  </a:cubicBezTo>
                  <a:cubicBezTo>
                    <a:pt x="31792" y="47315"/>
                    <a:pt x="32530" y="47241"/>
                    <a:pt x="32781" y="47116"/>
                  </a:cubicBezTo>
                  <a:cubicBezTo>
                    <a:pt x="33299" y="46857"/>
                    <a:pt x="32338" y="46561"/>
                    <a:pt x="31746" y="46043"/>
                  </a:cubicBezTo>
                  <a:cubicBezTo>
                    <a:pt x="31155" y="45489"/>
                    <a:pt x="27679" y="39500"/>
                    <a:pt x="27679" y="39500"/>
                  </a:cubicBezTo>
                  <a:cubicBezTo>
                    <a:pt x="27679" y="39500"/>
                    <a:pt x="21357" y="2529"/>
                    <a:pt x="20064" y="902"/>
                  </a:cubicBezTo>
                  <a:cubicBezTo>
                    <a:pt x="19505" y="200"/>
                    <a:pt x="16587" y="1"/>
                    <a:pt x="13450" y="1"/>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4" name="Google Shape;3664;g3048a510704_4_0"/>
            <p:cNvSpPr/>
            <p:nvPr/>
          </p:nvSpPr>
          <p:spPr>
            <a:xfrm>
              <a:off x="2149525" y="3831675"/>
              <a:ext cx="811550" cy="1197875"/>
            </a:xfrm>
            <a:custGeom>
              <a:rect b="b" l="l" r="r" t="t"/>
              <a:pathLst>
                <a:path extrusionOk="0" h="47915" w="32462">
                  <a:moveTo>
                    <a:pt x="12682" y="592"/>
                  </a:moveTo>
                  <a:cubicBezTo>
                    <a:pt x="14235" y="592"/>
                    <a:pt x="15750" y="666"/>
                    <a:pt x="16896" y="777"/>
                  </a:cubicBezTo>
                  <a:cubicBezTo>
                    <a:pt x="17488" y="850"/>
                    <a:pt x="18006" y="924"/>
                    <a:pt x="18375" y="1035"/>
                  </a:cubicBezTo>
                  <a:cubicBezTo>
                    <a:pt x="18745" y="1146"/>
                    <a:pt x="18967" y="1294"/>
                    <a:pt x="19041" y="1368"/>
                  </a:cubicBezTo>
                  <a:cubicBezTo>
                    <a:pt x="19041" y="1405"/>
                    <a:pt x="19078" y="1442"/>
                    <a:pt x="19115" y="1553"/>
                  </a:cubicBezTo>
                  <a:cubicBezTo>
                    <a:pt x="19299" y="1960"/>
                    <a:pt x="19558" y="2921"/>
                    <a:pt x="19891" y="4215"/>
                  </a:cubicBezTo>
                  <a:cubicBezTo>
                    <a:pt x="20963" y="8725"/>
                    <a:pt x="22627" y="17635"/>
                    <a:pt x="24032" y="25436"/>
                  </a:cubicBezTo>
                  <a:cubicBezTo>
                    <a:pt x="24734" y="29318"/>
                    <a:pt x="25363" y="32904"/>
                    <a:pt x="25843" y="35566"/>
                  </a:cubicBezTo>
                  <a:cubicBezTo>
                    <a:pt x="26065" y="36860"/>
                    <a:pt x="26250" y="37932"/>
                    <a:pt x="26361" y="38672"/>
                  </a:cubicBezTo>
                  <a:cubicBezTo>
                    <a:pt x="26509" y="39448"/>
                    <a:pt x="26583" y="39855"/>
                    <a:pt x="26583" y="39855"/>
                  </a:cubicBezTo>
                  <a:lnTo>
                    <a:pt x="26620" y="39965"/>
                  </a:lnTo>
                  <a:cubicBezTo>
                    <a:pt x="26620" y="39965"/>
                    <a:pt x="27470" y="41444"/>
                    <a:pt x="28431" y="42997"/>
                  </a:cubicBezTo>
                  <a:cubicBezTo>
                    <a:pt x="28912" y="43773"/>
                    <a:pt x="29392" y="44587"/>
                    <a:pt x="29799" y="45215"/>
                  </a:cubicBezTo>
                  <a:cubicBezTo>
                    <a:pt x="30021" y="45548"/>
                    <a:pt x="30206" y="45807"/>
                    <a:pt x="30354" y="46029"/>
                  </a:cubicBezTo>
                  <a:cubicBezTo>
                    <a:pt x="30539" y="46251"/>
                    <a:pt x="30649" y="46435"/>
                    <a:pt x="30760" y="46546"/>
                  </a:cubicBezTo>
                  <a:cubicBezTo>
                    <a:pt x="31019" y="46768"/>
                    <a:pt x="31315" y="46953"/>
                    <a:pt x="31574" y="47101"/>
                  </a:cubicBezTo>
                  <a:cubicBezTo>
                    <a:pt x="31611" y="47126"/>
                    <a:pt x="31644" y="47151"/>
                    <a:pt x="31675" y="47174"/>
                  </a:cubicBezTo>
                  <a:lnTo>
                    <a:pt x="31675" y="47174"/>
                  </a:lnTo>
                  <a:cubicBezTo>
                    <a:pt x="31666" y="47175"/>
                    <a:pt x="31657" y="47175"/>
                    <a:pt x="31648" y="47175"/>
                  </a:cubicBezTo>
                  <a:cubicBezTo>
                    <a:pt x="31315" y="47249"/>
                    <a:pt x="30760" y="47286"/>
                    <a:pt x="30206" y="47286"/>
                  </a:cubicBezTo>
                  <a:cubicBezTo>
                    <a:pt x="29799" y="47286"/>
                    <a:pt x="29392" y="47286"/>
                    <a:pt x="29097" y="47249"/>
                  </a:cubicBezTo>
                  <a:cubicBezTo>
                    <a:pt x="28764" y="47175"/>
                    <a:pt x="28468" y="47101"/>
                    <a:pt x="28394" y="47064"/>
                  </a:cubicBezTo>
                  <a:cubicBezTo>
                    <a:pt x="28283" y="46990"/>
                    <a:pt x="28062" y="46768"/>
                    <a:pt x="27766" y="46546"/>
                  </a:cubicBezTo>
                  <a:cubicBezTo>
                    <a:pt x="27322" y="46177"/>
                    <a:pt x="26805" y="45733"/>
                    <a:pt x="26287" y="45289"/>
                  </a:cubicBezTo>
                  <a:cubicBezTo>
                    <a:pt x="26065" y="45104"/>
                    <a:pt x="25806" y="44920"/>
                    <a:pt x="25621" y="44735"/>
                  </a:cubicBezTo>
                  <a:cubicBezTo>
                    <a:pt x="25400" y="44587"/>
                    <a:pt x="25215" y="44476"/>
                    <a:pt x="25067" y="44365"/>
                  </a:cubicBezTo>
                  <a:cubicBezTo>
                    <a:pt x="24660" y="44180"/>
                    <a:pt x="24180" y="44180"/>
                    <a:pt x="23810" y="44106"/>
                  </a:cubicBezTo>
                  <a:cubicBezTo>
                    <a:pt x="23625" y="44069"/>
                    <a:pt x="23477" y="44032"/>
                    <a:pt x="23366" y="43958"/>
                  </a:cubicBezTo>
                  <a:cubicBezTo>
                    <a:pt x="23255" y="43884"/>
                    <a:pt x="23181" y="43773"/>
                    <a:pt x="23107" y="43589"/>
                  </a:cubicBezTo>
                  <a:cubicBezTo>
                    <a:pt x="23107" y="43552"/>
                    <a:pt x="23107" y="43478"/>
                    <a:pt x="23107" y="43404"/>
                  </a:cubicBezTo>
                  <a:cubicBezTo>
                    <a:pt x="23070" y="43071"/>
                    <a:pt x="23255" y="42590"/>
                    <a:pt x="23440" y="42147"/>
                  </a:cubicBezTo>
                  <a:cubicBezTo>
                    <a:pt x="23773" y="41407"/>
                    <a:pt x="23921" y="40631"/>
                    <a:pt x="23921" y="39892"/>
                  </a:cubicBezTo>
                  <a:cubicBezTo>
                    <a:pt x="23921" y="39189"/>
                    <a:pt x="23810" y="38524"/>
                    <a:pt x="23551" y="37895"/>
                  </a:cubicBezTo>
                  <a:cubicBezTo>
                    <a:pt x="23070" y="36675"/>
                    <a:pt x="22368" y="34494"/>
                    <a:pt x="21555" y="32386"/>
                  </a:cubicBezTo>
                  <a:cubicBezTo>
                    <a:pt x="21185" y="31314"/>
                    <a:pt x="20741" y="30242"/>
                    <a:pt x="20335" y="29355"/>
                  </a:cubicBezTo>
                  <a:cubicBezTo>
                    <a:pt x="19928" y="28431"/>
                    <a:pt x="19484" y="27654"/>
                    <a:pt x="19078" y="27100"/>
                  </a:cubicBezTo>
                  <a:cubicBezTo>
                    <a:pt x="18523" y="26434"/>
                    <a:pt x="17895" y="25325"/>
                    <a:pt x="17303" y="23957"/>
                  </a:cubicBezTo>
                  <a:cubicBezTo>
                    <a:pt x="15455" y="19964"/>
                    <a:pt x="13754" y="13827"/>
                    <a:pt x="13754" y="9982"/>
                  </a:cubicBezTo>
                  <a:cubicBezTo>
                    <a:pt x="13754" y="9723"/>
                    <a:pt x="13791" y="9502"/>
                    <a:pt x="13791" y="9280"/>
                  </a:cubicBezTo>
                  <a:cubicBezTo>
                    <a:pt x="13791" y="9169"/>
                    <a:pt x="13754" y="9095"/>
                    <a:pt x="13680" y="9021"/>
                  </a:cubicBezTo>
                  <a:cubicBezTo>
                    <a:pt x="13643" y="8984"/>
                    <a:pt x="13532" y="8947"/>
                    <a:pt x="13458" y="8947"/>
                  </a:cubicBezTo>
                  <a:cubicBezTo>
                    <a:pt x="13458" y="8947"/>
                    <a:pt x="2663" y="9908"/>
                    <a:pt x="888" y="10056"/>
                  </a:cubicBezTo>
                  <a:lnTo>
                    <a:pt x="814" y="10019"/>
                  </a:lnTo>
                  <a:cubicBezTo>
                    <a:pt x="777" y="10019"/>
                    <a:pt x="703" y="9945"/>
                    <a:pt x="666" y="9760"/>
                  </a:cubicBezTo>
                  <a:cubicBezTo>
                    <a:pt x="629" y="9613"/>
                    <a:pt x="629" y="9391"/>
                    <a:pt x="629" y="9132"/>
                  </a:cubicBezTo>
                  <a:cubicBezTo>
                    <a:pt x="592" y="7986"/>
                    <a:pt x="1073" y="6063"/>
                    <a:pt x="1738" y="4363"/>
                  </a:cubicBezTo>
                  <a:cubicBezTo>
                    <a:pt x="2071" y="3512"/>
                    <a:pt x="2478" y="2736"/>
                    <a:pt x="2885" y="2107"/>
                  </a:cubicBezTo>
                  <a:cubicBezTo>
                    <a:pt x="3299" y="1521"/>
                    <a:pt x="3681" y="1127"/>
                    <a:pt x="4030" y="957"/>
                  </a:cubicBezTo>
                  <a:lnTo>
                    <a:pt x="4030" y="957"/>
                  </a:lnTo>
                  <a:lnTo>
                    <a:pt x="4031" y="961"/>
                  </a:lnTo>
                  <a:cubicBezTo>
                    <a:pt x="4031" y="961"/>
                    <a:pt x="4289" y="924"/>
                    <a:pt x="4807" y="887"/>
                  </a:cubicBezTo>
                  <a:cubicBezTo>
                    <a:pt x="6249" y="813"/>
                    <a:pt x="9576" y="592"/>
                    <a:pt x="12682" y="592"/>
                  </a:cubicBezTo>
                  <a:close/>
                  <a:moveTo>
                    <a:pt x="12682" y="0"/>
                  </a:moveTo>
                  <a:cubicBezTo>
                    <a:pt x="8541" y="0"/>
                    <a:pt x="3994" y="333"/>
                    <a:pt x="3957" y="333"/>
                  </a:cubicBezTo>
                  <a:lnTo>
                    <a:pt x="3883" y="370"/>
                  </a:lnTo>
                  <a:cubicBezTo>
                    <a:pt x="3328" y="592"/>
                    <a:pt x="2848" y="1109"/>
                    <a:pt x="2404" y="1775"/>
                  </a:cubicBezTo>
                  <a:cubicBezTo>
                    <a:pt x="1701" y="2773"/>
                    <a:pt x="1110" y="4141"/>
                    <a:pt x="703" y="5472"/>
                  </a:cubicBezTo>
                  <a:cubicBezTo>
                    <a:pt x="260" y="6840"/>
                    <a:pt x="1" y="8171"/>
                    <a:pt x="1" y="9132"/>
                  </a:cubicBezTo>
                  <a:cubicBezTo>
                    <a:pt x="1" y="9539"/>
                    <a:pt x="38" y="9871"/>
                    <a:pt x="149" y="10167"/>
                  </a:cubicBezTo>
                  <a:cubicBezTo>
                    <a:pt x="223" y="10278"/>
                    <a:pt x="297" y="10426"/>
                    <a:pt x="444" y="10537"/>
                  </a:cubicBezTo>
                  <a:cubicBezTo>
                    <a:pt x="555" y="10611"/>
                    <a:pt x="703" y="10685"/>
                    <a:pt x="888" y="10685"/>
                  </a:cubicBezTo>
                  <a:lnTo>
                    <a:pt x="962" y="10685"/>
                  </a:lnTo>
                  <a:cubicBezTo>
                    <a:pt x="1849" y="10574"/>
                    <a:pt x="4992" y="10315"/>
                    <a:pt x="7913" y="10056"/>
                  </a:cubicBezTo>
                  <a:cubicBezTo>
                    <a:pt x="9354" y="9908"/>
                    <a:pt x="10759" y="9797"/>
                    <a:pt x="11794" y="9723"/>
                  </a:cubicBezTo>
                  <a:cubicBezTo>
                    <a:pt x="12393" y="9659"/>
                    <a:pt x="12868" y="9620"/>
                    <a:pt x="13162" y="9598"/>
                  </a:cubicBezTo>
                  <a:lnTo>
                    <a:pt x="13162" y="9598"/>
                  </a:lnTo>
                  <a:cubicBezTo>
                    <a:pt x="13162" y="9723"/>
                    <a:pt x="13162" y="9853"/>
                    <a:pt x="13162" y="9982"/>
                  </a:cubicBezTo>
                  <a:cubicBezTo>
                    <a:pt x="13162" y="12644"/>
                    <a:pt x="13939" y="16267"/>
                    <a:pt x="14974" y="19595"/>
                  </a:cubicBezTo>
                  <a:cubicBezTo>
                    <a:pt x="15528" y="21258"/>
                    <a:pt x="16120" y="22848"/>
                    <a:pt x="16749" y="24216"/>
                  </a:cubicBezTo>
                  <a:cubicBezTo>
                    <a:pt x="17340" y="25584"/>
                    <a:pt x="17969" y="26730"/>
                    <a:pt x="18597" y="27506"/>
                  </a:cubicBezTo>
                  <a:cubicBezTo>
                    <a:pt x="18967" y="27950"/>
                    <a:pt x="19373" y="28726"/>
                    <a:pt x="19780" y="29614"/>
                  </a:cubicBezTo>
                  <a:cubicBezTo>
                    <a:pt x="21000" y="32276"/>
                    <a:pt x="22257" y="36268"/>
                    <a:pt x="22997" y="38117"/>
                  </a:cubicBezTo>
                  <a:cubicBezTo>
                    <a:pt x="23218" y="38672"/>
                    <a:pt x="23329" y="39263"/>
                    <a:pt x="23329" y="39892"/>
                  </a:cubicBezTo>
                  <a:cubicBezTo>
                    <a:pt x="23329" y="40557"/>
                    <a:pt x="23181" y="41259"/>
                    <a:pt x="22886" y="41888"/>
                  </a:cubicBezTo>
                  <a:cubicBezTo>
                    <a:pt x="22664" y="42406"/>
                    <a:pt x="22479" y="42923"/>
                    <a:pt x="22479" y="43404"/>
                  </a:cubicBezTo>
                  <a:cubicBezTo>
                    <a:pt x="22479" y="43515"/>
                    <a:pt x="22479" y="43663"/>
                    <a:pt x="22553" y="43773"/>
                  </a:cubicBezTo>
                  <a:cubicBezTo>
                    <a:pt x="22627" y="44069"/>
                    <a:pt x="22812" y="44328"/>
                    <a:pt x="23034" y="44439"/>
                  </a:cubicBezTo>
                  <a:cubicBezTo>
                    <a:pt x="23366" y="44661"/>
                    <a:pt x="23699" y="44735"/>
                    <a:pt x="24032" y="44772"/>
                  </a:cubicBezTo>
                  <a:cubicBezTo>
                    <a:pt x="24364" y="44809"/>
                    <a:pt x="24623" y="44846"/>
                    <a:pt x="24808" y="44920"/>
                  </a:cubicBezTo>
                  <a:cubicBezTo>
                    <a:pt x="24919" y="44993"/>
                    <a:pt x="25178" y="45178"/>
                    <a:pt x="25437" y="45400"/>
                  </a:cubicBezTo>
                  <a:cubicBezTo>
                    <a:pt x="25880" y="45733"/>
                    <a:pt x="26398" y="46214"/>
                    <a:pt x="26915" y="46620"/>
                  </a:cubicBezTo>
                  <a:cubicBezTo>
                    <a:pt x="27396" y="47027"/>
                    <a:pt x="27803" y="47397"/>
                    <a:pt x="28062" y="47581"/>
                  </a:cubicBezTo>
                  <a:cubicBezTo>
                    <a:pt x="28320" y="47729"/>
                    <a:pt x="28616" y="47803"/>
                    <a:pt x="28986" y="47840"/>
                  </a:cubicBezTo>
                  <a:cubicBezTo>
                    <a:pt x="29355" y="47877"/>
                    <a:pt x="29799" y="47914"/>
                    <a:pt x="30206" y="47914"/>
                  </a:cubicBezTo>
                  <a:cubicBezTo>
                    <a:pt x="30612" y="47914"/>
                    <a:pt x="30982" y="47877"/>
                    <a:pt x="31315" y="47840"/>
                  </a:cubicBezTo>
                  <a:cubicBezTo>
                    <a:pt x="31500" y="47840"/>
                    <a:pt x="31648" y="47803"/>
                    <a:pt x="31759" y="47766"/>
                  </a:cubicBezTo>
                  <a:cubicBezTo>
                    <a:pt x="31906" y="47766"/>
                    <a:pt x="32017" y="47729"/>
                    <a:pt x="32128" y="47655"/>
                  </a:cubicBezTo>
                  <a:cubicBezTo>
                    <a:pt x="32202" y="47618"/>
                    <a:pt x="32276" y="47581"/>
                    <a:pt x="32313" y="47508"/>
                  </a:cubicBezTo>
                  <a:cubicBezTo>
                    <a:pt x="32387" y="47434"/>
                    <a:pt x="32461" y="47323"/>
                    <a:pt x="32461" y="47212"/>
                  </a:cubicBezTo>
                  <a:cubicBezTo>
                    <a:pt x="32424" y="47101"/>
                    <a:pt x="32387" y="47027"/>
                    <a:pt x="32350" y="46953"/>
                  </a:cubicBezTo>
                  <a:cubicBezTo>
                    <a:pt x="32276" y="46879"/>
                    <a:pt x="32202" y="46805"/>
                    <a:pt x="32091" y="46731"/>
                  </a:cubicBezTo>
                  <a:cubicBezTo>
                    <a:pt x="31833" y="46546"/>
                    <a:pt x="31426" y="46324"/>
                    <a:pt x="31167" y="46066"/>
                  </a:cubicBezTo>
                  <a:cubicBezTo>
                    <a:pt x="31130" y="46066"/>
                    <a:pt x="31019" y="45881"/>
                    <a:pt x="30871" y="45696"/>
                  </a:cubicBezTo>
                  <a:cubicBezTo>
                    <a:pt x="30354" y="44957"/>
                    <a:pt x="29429" y="43441"/>
                    <a:pt x="28616" y="42110"/>
                  </a:cubicBezTo>
                  <a:cubicBezTo>
                    <a:pt x="28209" y="41444"/>
                    <a:pt x="27840" y="40816"/>
                    <a:pt x="27581" y="40372"/>
                  </a:cubicBezTo>
                  <a:cubicBezTo>
                    <a:pt x="27378" y="40025"/>
                    <a:pt x="27221" y="39768"/>
                    <a:pt x="27162" y="39673"/>
                  </a:cubicBezTo>
                  <a:lnTo>
                    <a:pt x="27162" y="39673"/>
                  </a:lnTo>
                  <a:cubicBezTo>
                    <a:pt x="27016" y="38804"/>
                    <a:pt x="25533" y="30020"/>
                    <a:pt x="23884" y="21036"/>
                  </a:cubicBezTo>
                  <a:cubicBezTo>
                    <a:pt x="22997" y="16304"/>
                    <a:pt x="22072" y="11535"/>
                    <a:pt x="21296" y="7838"/>
                  </a:cubicBezTo>
                  <a:cubicBezTo>
                    <a:pt x="20926" y="5989"/>
                    <a:pt x="20556" y="4400"/>
                    <a:pt x="20261" y="3254"/>
                  </a:cubicBezTo>
                  <a:cubicBezTo>
                    <a:pt x="20113" y="2662"/>
                    <a:pt x="20002" y="2144"/>
                    <a:pt x="19854" y="1775"/>
                  </a:cubicBezTo>
                  <a:cubicBezTo>
                    <a:pt x="19817" y="1590"/>
                    <a:pt x="19743" y="1442"/>
                    <a:pt x="19706" y="1331"/>
                  </a:cubicBezTo>
                  <a:cubicBezTo>
                    <a:pt x="19632" y="1183"/>
                    <a:pt x="19595" y="1072"/>
                    <a:pt x="19521" y="998"/>
                  </a:cubicBezTo>
                  <a:cubicBezTo>
                    <a:pt x="19299" y="740"/>
                    <a:pt x="18967" y="592"/>
                    <a:pt x="18523" y="444"/>
                  </a:cubicBezTo>
                  <a:cubicBezTo>
                    <a:pt x="17895" y="259"/>
                    <a:pt x="17044" y="148"/>
                    <a:pt x="16009" y="74"/>
                  </a:cubicBezTo>
                  <a:cubicBezTo>
                    <a:pt x="15011" y="0"/>
                    <a:pt x="13865" y="0"/>
                    <a:pt x="126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5" name="Google Shape;3665;g3048a510704_4_0"/>
            <p:cNvSpPr/>
            <p:nvPr/>
          </p:nvSpPr>
          <p:spPr>
            <a:xfrm>
              <a:off x="2676375" y="4926925"/>
              <a:ext cx="287175" cy="118325"/>
            </a:xfrm>
            <a:custGeom>
              <a:rect b="b" l="l" r="r" t="t"/>
              <a:pathLst>
                <a:path extrusionOk="0" h="4733" w="11487">
                  <a:moveTo>
                    <a:pt x="1072" y="0"/>
                  </a:moveTo>
                  <a:cubicBezTo>
                    <a:pt x="1072" y="0"/>
                    <a:pt x="0" y="0"/>
                    <a:pt x="887" y="888"/>
                  </a:cubicBezTo>
                  <a:cubicBezTo>
                    <a:pt x="1775" y="1775"/>
                    <a:pt x="1775" y="4585"/>
                    <a:pt x="1775" y="4585"/>
                  </a:cubicBezTo>
                  <a:lnTo>
                    <a:pt x="2810" y="4585"/>
                  </a:lnTo>
                  <a:cubicBezTo>
                    <a:pt x="2810" y="4585"/>
                    <a:pt x="2477" y="3180"/>
                    <a:pt x="2995" y="2477"/>
                  </a:cubicBezTo>
                  <a:cubicBezTo>
                    <a:pt x="2995" y="2477"/>
                    <a:pt x="3097" y="2470"/>
                    <a:pt x="3259" y="2470"/>
                  </a:cubicBezTo>
                  <a:cubicBezTo>
                    <a:pt x="3805" y="2470"/>
                    <a:pt x="5030" y="2558"/>
                    <a:pt x="5287" y="3328"/>
                  </a:cubicBezTo>
                  <a:cubicBezTo>
                    <a:pt x="5509" y="4030"/>
                    <a:pt x="6248" y="4733"/>
                    <a:pt x="6248" y="4733"/>
                  </a:cubicBezTo>
                  <a:lnTo>
                    <a:pt x="9649" y="4733"/>
                  </a:lnTo>
                  <a:cubicBezTo>
                    <a:pt x="10574" y="4733"/>
                    <a:pt x="11165" y="4289"/>
                    <a:pt x="11313" y="4030"/>
                  </a:cubicBezTo>
                  <a:cubicBezTo>
                    <a:pt x="11442" y="3804"/>
                    <a:pt x="11487" y="3691"/>
                    <a:pt x="11075" y="3691"/>
                  </a:cubicBezTo>
                  <a:cubicBezTo>
                    <a:pt x="11016" y="3691"/>
                    <a:pt x="10948" y="3693"/>
                    <a:pt x="10869" y="3698"/>
                  </a:cubicBezTo>
                  <a:cubicBezTo>
                    <a:pt x="10783" y="3703"/>
                    <a:pt x="10660" y="3706"/>
                    <a:pt x="10509" y="3706"/>
                  </a:cubicBezTo>
                  <a:cubicBezTo>
                    <a:pt x="9626" y="3706"/>
                    <a:pt x="7820" y="3601"/>
                    <a:pt x="7283" y="3254"/>
                  </a:cubicBezTo>
                  <a:cubicBezTo>
                    <a:pt x="6951" y="3032"/>
                    <a:pt x="6581" y="2588"/>
                    <a:pt x="6322" y="2256"/>
                  </a:cubicBezTo>
                  <a:cubicBezTo>
                    <a:pt x="6063" y="1923"/>
                    <a:pt x="3697" y="814"/>
                    <a:pt x="2403" y="333"/>
                  </a:cubicBezTo>
                  <a:lnTo>
                    <a:pt x="107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6" name="Google Shape;3666;g3048a510704_4_0"/>
            <p:cNvSpPr/>
            <p:nvPr/>
          </p:nvSpPr>
          <p:spPr>
            <a:xfrm>
              <a:off x="2681900" y="4919525"/>
              <a:ext cx="287475" cy="133125"/>
            </a:xfrm>
            <a:custGeom>
              <a:rect b="b" l="l" r="r" t="t"/>
              <a:pathLst>
                <a:path extrusionOk="0" h="5325" w="11499">
                  <a:moveTo>
                    <a:pt x="802" y="598"/>
                  </a:moveTo>
                  <a:lnTo>
                    <a:pt x="2074" y="916"/>
                  </a:lnTo>
                  <a:lnTo>
                    <a:pt x="2074" y="916"/>
                  </a:lnTo>
                  <a:lnTo>
                    <a:pt x="2071" y="925"/>
                  </a:lnTo>
                  <a:cubicBezTo>
                    <a:pt x="2700" y="1147"/>
                    <a:pt x="3624" y="1553"/>
                    <a:pt x="4400" y="1923"/>
                  </a:cubicBezTo>
                  <a:cubicBezTo>
                    <a:pt x="4807" y="2108"/>
                    <a:pt x="5140" y="2293"/>
                    <a:pt x="5399" y="2441"/>
                  </a:cubicBezTo>
                  <a:cubicBezTo>
                    <a:pt x="5546" y="2515"/>
                    <a:pt x="5657" y="2589"/>
                    <a:pt x="5731" y="2626"/>
                  </a:cubicBezTo>
                  <a:lnTo>
                    <a:pt x="5842" y="2700"/>
                  </a:lnTo>
                  <a:lnTo>
                    <a:pt x="5842" y="2737"/>
                  </a:lnTo>
                  <a:cubicBezTo>
                    <a:pt x="6138" y="3106"/>
                    <a:pt x="6508" y="3550"/>
                    <a:pt x="6914" y="3809"/>
                  </a:cubicBezTo>
                  <a:cubicBezTo>
                    <a:pt x="7099" y="3957"/>
                    <a:pt x="7321" y="3994"/>
                    <a:pt x="7617" y="4067"/>
                  </a:cubicBezTo>
                  <a:cubicBezTo>
                    <a:pt x="8430" y="4252"/>
                    <a:pt x="9613" y="4289"/>
                    <a:pt x="10279" y="4289"/>
                  </a:cubicBezTo>
                  <a:lnTo>
                    <a:pt x="10744" y="4289"/>
                  </a:lnTo>
                  <a:cubicBezTo>
                    <a:pt x="10673" y="4360"/>
                    <a:pt x="10564" y="4443"/>
                    <a:pt x="10427" y="4511"/>
                  </a:cubicBezTo>
                  <a:cubicBezTo>
                    <a:pt x="10168" y="4622"/>
                    <a:pt x="9835" y="4733"/>
                    <a:pt x="9428" y="4733"/>
                  </a:cubicBezTo>
                  <a:lnTo>
                    <a:pt x="6175" y="4733"/>
                  </a:lnTo>
                  <a:cubicBezTo>
                    <a:pt x="6087" y="4644"/>
                    <a:pt x="5933" y="4480"/>
                    <a:pt x="5805" y="4289"/>
                  </a:cubicBezTo>
                  <a:cubicBezTo>
                    <a:pt x="5620" y="4067"/>
                    <a:pt x="5436" y="3772"/>
                    <a:pt x="5362" y="3550"/>
                  </a:cubicBezTo>
                  <a:cubicBezTo>
                    <a:pt x="5288" y="3291"/>
                    <a:pt x="5103" y="3069"/>
                    <a:pt x="4881" y="2921"/>
                  </a:cubicBezTo>
                  <a:cubicBezTo>
                    <a:pt x="4585" y="2700"/>
                    <a:pt x="4216" y="2589"/>
                    <a:pt x="3883" y="2515"/>
                  </a:cubicBezTo>
                  <a:cubicBezTo>
                    <a:pt x="3550" y="2441"/>
                    <a:pt x="3217" y="2441"/>
                    <a:pt x="3032" y="2441"/>
                  </a:cubicBezTo>
                  <a:lnTo>
                    <a:pt x="2774" y="2441"/>
                  </a:lnTo>
                  <a:cubicBezTo>
                    <a:pt x="2663" y="2441"/>
                    <a:pt x="2589" y="2515"/>
                    <a:pt x="2515" y="2589"/>
                  </a:cubicBezTo>
                  <a:cubicBezTo>
                    <a:pt x="2256" y="2958"/>
                    <a:pt x="2182" y="3439"/>
                    <a:pt x="2182" y="3883"/>
                  </a:cubicBezTo>
                  <a:cubicBezTo>
                    <a:pt x="2182" y="4130"/>
                    <a:pt x="2204" y="4363"/>
                    <a:pt x="2229" y="4548"/>
                  </a:cubicBezTo>
                  <a:lnTo>
                    <a:pt x="1842" y="4548"/>
                  </a:lnTo>
                  <a:cubicBezTo>
                    <a:pt x="1832" y="4256"/>
                    <a:pt x="1805" y="3800"/>
                    <a:pt x="1739" y="3291"/>
                  </a:cubicBezTo>
                  <a:cubicBezTo>
                    <a:pt x="1702" y="2884"/>
                    <a:pt x="1591" y="2441"/>
                    <a:pt x="1480" y="2034"/>
                  </a:cubicBezTo>
                  <a:cubicBezTo>
                    <a:pt x="1332" y="1627"/>
                    <a:pt x="1184" y="1258"/>
                    <a:pt x="888" y="962"/>
                  </a:cubicBezTo>
                  <a:cubicBezTo>
                    <a:pt x="777" y="851"/>
                    <a:pt x="703" y="740"/>
                    <a:pt x="666" y="703"/>
                  </a:cubicBezTo>
                  <a:lnTo>
                    <a:pt x="638" y="647"/>
                  </a:lnTo>
                  <a:lnTo>
                    <a:pt x="638" y="647"/>
                  </a:lnTo>
                  <a:cubicBezTo>
                    <a:pt x="659" y="629"/>
                    <a:pt x="711" y="629"/>
                    <a:pt x="740" y="629"/>
                  </a:cubicBezTo>
                  <a:lnTo>
                    <a:pt x="802" y="598"/>
                  </a:lnTo>
                  <a:close/>
                  <a:moveTo>
                    <a:pt x="851" y="1"/>
                  </a:moveTo>
                  <a:cubicBezTo>
                    <a:pt x="814" y="1"/>
                    <a:pt x="666" y="1"/>
                    <a:pt x="482" y="38"/>
                  </a:cubicBezTo>
                  <a:cubicBezTo>
                    <a:pt x="408" y="75"/>
                    <a:pt x="297" y="112"/>
                    <a:pt x="186" y="186"/>
                  </a:cubicBezTo>
                  <a:cubicBezTo>
                    <a:pt x="112" y="296"/>
                    <a:pt x="1" y="444"/>
                    <a:pt x="1" y="592"/>
                  </a:cubicBezTo>
                  <a:cubicBezTo>
                    <a:pt x="1" y="740"/>
                    <a:pt x="75" y="888"/>
                    <a:pt x="149" y="999"/>
                  </a:cubicBezTo>
                  <a:cubicBezTo>
                    <a:pt x="223" y="1110"/>
                    <a:pt x="297" y="1258"/>
                    <a:pt x="445" y="1406"/>
                  </a:cubicBezTo>
                  <a:cubicBezTo>
                    <a:pt x="629" y="1553"/>
                    <a:pt x="777" y="1849"/>
                    <a:pt x="888" y="2219"/>
                  </a:cubicBezTo>
                  <a:cubicBezTo>
                    <a:pt x="1073" y="2773"/>
                    <a:pt x="1147" y="3439"/>
                    <a:pt x="1184" y="3957"/>
                  </a:cubicBezTo>
                  <a:cubicBezTo>
                    <a:pt x="1221" y="4215"/>
                    <a:pt x="1221" y="4437"/>
                    <a:pt x="1221" y="4622"/>
                  </a:cubicBezTo>
                  <a:cubicBezTo>
                    <a:pt x="1258" y="4770"/>
                    <a:pt x="1258" y="4881"/>
                    <a:pt x="1258" y="4881"/>
                  </a:cubicBezTo>
                  <a:cubicBezTo>
                    <a:pt x="1258" y="4955"/>
                    <a:pt x="1258" y="5029"/>
                    <a:pt x="1332" y="5066"/>
                  </a:cubicBezTo>
                  <a:cubicBezTo>
                    <a:pt x="1406" y="5140"/>
                    <a:pt x="1480" y="5177"/>
                    <a:pt x="1554" y="5177"/>
                  </a:cubicBezTo>
                  <a:lnTo>
                    <a:pt x="2589" y="5177"/>
                  </a:lnTo>
                  <a:cubicBezTo>
                    <a:pt x="2700" y="5177"/>
                    <a:pt x="2774" y="5140"/>
                    <a:pt x="2848" y="5066"/>
                  </a:cubicBezTo>
                  <a:cubicBezTo>
                    <a:pt x="2922" y="4992"/>
                    <a:pt x="2922" y="4881"/>
                    <a:pt x="2885" y="4807"/>
                  </a:cubicBezTo>
                  <a:lnTo>
                    <a:pt x="2885" y="4770"/>
                  </a:lnTo>
                  <a:cubicBezTo>
                    <a:pt x="2885" y="4696"/>
                    <a:pt x="2811" y="4289"/>
                    <a:pt x="2811" y="3883"/>
                  </a:cubicBezTo>
                  <a:cubicBezTo>
                    <a:pt x="2811" y="3577"/>
                    <a:pt x="2836" y="3270"/>
                    <a:pt x="2950" y="3069"/>
                  </a:cubicBezTo>
                  <a:lnTo>
                    <a:pt x="3032" y="3069"/>
                  </a:lnTo>
                  <a:cubicBezTo>
                    <a:pt x="3254" y="3069"/>
                    <a:pt x="3698" y="3069"/>
                    <a:pt x="4068" y="3180"/>
                  </a:cubicBezTo>
                  <a:cubicBezTo>
                    <a:pt x="4253" y="3254"/>
                    <a:pt x="4400" y="3328"/>
                    <a:pt x="4511" y="3402"/>
                  </a:cubicBezTo>
                  <a:cubicBezTo>
                    <a:pt x="4659" y="3513"/>
                    <a:pt x="4733" y="3587"/>
                    <a:pt x="4770" y="3735"/>
                  </a:cubicBezTo>
                  <a:cubicBezTo>
                    <a:pt x="4881" y="4141"/>
                    <a:pt x="5177" y="4511"/>
                    <a:pt x="5399" y="4770"/>
                  </a:cubicBezTo>
                  <a:cubicBezTo>
                    <a:pt x="5620" y="5066"/>
                    <a:pt x="5842" y="5251"/>
                    <a:pt x="5842" y="5251"/>
                  </a:cubicBezTo>
                  <a:cubicBezTo>
                    <a:pt x="5879" y="5287"/>
                    <a:pt x="5953" y="5324"/>
                    <a:pt x="6027" y="5324"/>
                  </a:cubicBezTo>
                  <a:lnTo>
                    <a:pt x="9428" y="5324"/>
                  </a:lnTo>
                  <a:cubicBezTo>
                    <a:pt x="9946" y="5324"/>
                    <a:pt x="10353" y="5214"/>
                    <a:pt x="10685" y="5066"/>
                  </a:cubicBezTo>
                  <a:cubicBezTo>
                    <a:pt x="11018" y="4881"/>
                    <a:pt x="11240" y="4696"/>
                    <a:pt x="11351" y="4474"/>
                  </a:cubicBezTo>
                  <a:cubicBezTo>
                    <a:pt x="11388" y="4437"/>
                    <a:pt x="11425" y="4400"/>
                    <a:pt x="11425" y="4326"/>
                  </a:cubicBezTo>
                  <a:cubicBezTo>
                    <a:pt x="11462" y="4252"/>
                    <a:pt x="11499" y="4215"/>
                    <a:pt x="11499" y="4104"/>
                  </a:cubicBezTo>
                  <a:cubicBezTo>
                    <a:pt x="11499" y="4030"/>
                    <a:pt x="11462" y="3920"/>
                    <a:pt x="11425" y="3846"/>
                  </a:cubicBezTo>
                  <a:cubicBezTo>
                    <a:pt x="11314" y="3735"/>
                    <a:pt x="11240" y="3698"/>
                    <a:pt x="11129" y="3698"/>
                  </a:cubicBezTo>
                  <a:cubicBezTo>
                    <a:pt x="11055" y="3661"/>
                    <a:pt x="10981" y="3661"/>
                    <a:pt x="10870" y="3661"/>
                  </a:cubicBezTo>
                  <a:lnTo>
                    <a:pt x="10648" y="3661"/>
                  </a:lnTo>
                  <a:cubicBezTo>
                    <a:pt x="10574" y="3698"/>
                    <a:pt x="10427" y="3698"/>
                    <a:pt x="10279" y="3698"/>
                  </a:cubicBezTo>
                  <a:cubicBezTo>
                    <a:pt x="9835" y="3698"/>
                    <a:pt x="9170" y="3661"/>
                    <a:pt x="8578" y="3587"/>
                  </a:cubicBezTo>
                  <a:cubicBezTo>
                    <a:pt x="8282" y="3550"/>
                    <a:pt x="7987" y="3513"/>
                    <a:pt x="7728" y="3476"/>
                  </a:cubicBezTo>
                  <a:cubicBezTo>
                    <a:pt x="7506" y="3402"/>
                    <a:pt x="7321" y="3365"/>
                    <a:pt x="7247" y="3291"/>
                  </a:cubicBezTo>
                  <a:cubicBezTo>
                    <a:pt x="6951" y="3143"/>
                    <a:pt x="6582" y="2700"/>
                    <a:pt x="6360" y="2367"/>
                  </a:cubicBezTo>
                  <a:cubicBezTo>
                    <a:pt x="6286" y="2256"/>
                    <a:pt x="6212" y="2219"/>
                    <a:pt x="6101" y="2145"/>
                  </a:cubicBezTo>
                  <a:cubicBezTo>
                    <a:pt x="5731" y="1886"/>
                    <a:pt x="5103" y="1553"/>
                    <a:pt x="4363" y="1221"/>
                  </a:cubicBezTo>
                  <a:cubicBezTo>
                    <a:pt x="3661" y="888"/>
                    <a:pt x="2885" y="555"/>
                    <a:pt x="2293" y="333"/>
                  </a:cubicBezTo>
                  <a:lnTo>
                    <a:pt x="2256" y="333"/>
                  </a:lnTo>
                  <a:lnTo>
                    <a:pt x="9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7" name="Google Shape;3667;g3048a510704_4_0"/>
            <p:cNvSpPr/>
            <p:nvPr/>
          </p:nvSpPr>
          <p:spPr>
            <a:xfrm>
              <a:off x="2816850" y="4909350"/>
              <a:ext cx="98000" cy="95225"/>
            </a:xfrm>
            <a:custGeom>
              <a:rect b="b" l="l" r="r" t="t"/>
              <a:pathLst>
                <a:path extrusionOk="0" h="3809" w="3920">
                  <a:moveTo>
                    <a:pt x="2404" y="1"/>
                  </a:moveTo>
                  <a:cubicBezTo>
                    <a:pt x="2404" y="1"/>
                    <a:pt x="1" y="2293"/>
                    <a:pt x="38" y="2552"/>
                  </a:cubicBezTo>
                  <a:cubicBezTo>
                    <a:pt x="75" y="3144"/>
                    <a:pt x="1442" y="3809"/>
                    <a:pt x="1442" y="3809"/>
                  </a:cubicBezTo>
                  <a:lnTo>
                    <a:pt x="3919" y="2367"/>
                  </a:lnTo>
                  <a:lnTo>
                    <a:pt x="3624" y="1258"/>
                  </a:lnTo>
                  <a:cubicBezTo>
                    <a:pt x="3217" y="260"/>
                    <a:pt x="2404" y="1"/>
                    <a:pt x="24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8" name="Google Shape;3668;g3048a510704_4_0"/>
            <p:cNvSpPr/>
            <p:nvPr/>
          </p:nvSpPr>
          <p:spPr>
            <a:xfrm>
              <a:off x="2809450" y="4901600"/>
              <a:ext cx="113725" cy="111000"/>
            </a:xfrm>
            <a:custGeom>
              <a:rect b="b" l="l" r="r" t="t"/>
              <a:pathLst>
                <a:path extrusionOk="0" h="4440" w="4549">
                  <a:moveTo>
                    <a:pt x="629" y="2751"/>
                  </a:moveTo>
                  <a:lnTo>
                    <a:pt x="614" y="2757"/>
                  </a:lnTo>
                  <a:lnTo>
                    <a:pt x="614" y="2757"/>
                  </a:lnTo>
                  <a:cubicBezTo>
                    <a:pt x="616" y="2753"/>
                    <a:pt x="621" y="2751"/>
                    <a:pt x="629" y="2751"/>
                  </a:cubicBezTo>
                  <a:close/>
                  <a:moveTo>
                    <a:pt x="2769" y="674"/>
                  </a:moveTo>
                  <a:lnTo>
                    <a:pt x="2769" y="674"/>
                  </a:lnTo>
                  <a:cubicBezTo>
                    <a:pt x="2840" y="710"/>
                    <a:pt x="2933" y="762"/>
                    <a:pt x="3032" y="829"/>
                  </a:cubicBezTo>
                  <a:cubicBezTo>
                    <a:pt x="3217" y="1013"/>
                    <a:pt x="3476" y="1272"/>
                    <a:pt x="3624" y="1679"/>
                  </a:cubicBezTo>
                  <a:lnTo>
                    <a:pt x="3846" y="2529"/>
                  </a:lnTo>
                  <a:lnTo>
                    <a:pt x="1733" y="3776"/>
                  </a:lnTo>
                  <a:lnTo>
                    <a:pt x="1733" y="3776"/>
                  </a:lnTo>
                  <a:cubicBezTo>
                    <a:pt x="1584" y="3694"/>
                    <a:pt x="1322" y="3562"/>
                    <a:pt x="1110" y="3380"/>
                  </a:cubicBezTo>
                  <a:cubicBezTo>
                    <a:pt x="962" y="3269"/>
                    <a:pt x="814" y="3158"/>
                    <a:pt x="740" y="3047"/>
                  </a:cubicBezTo>
                  <a:cubicBezTo>
                    <a:pt x="693" y="2999"/>
                    <a:pt x="660" y="2936"/>
                    <a:pt x="643" y="2887"/>
                  </a:cubicBezTo>
                  <a:lnTo>
                    <a:pt x="643" y="2887"/>
                  </a:lnTo>
                  <a:cubicBezTo>
                    <a:pt x="663" y="2849"/>
                    <a:pt x="704" y="2800"/>
                    <a:pt x="777" y="2751"/>
                  </a:cubicBezTo>
                  <a:cubicBezTo>
                    <a:pt x="1036" y="2418"/>
                    <a:pt x="1591" y="1864"/>
                    <a:pt x="2034" y="1383"/>
                  </a:cubicBezTo>
                  <a:cubicBezTo>
                    <a:pt x="2335" y="1082"/>
                    <a:pt x="2608" y="824"/>
                    <a:pt x="2769" y="674"/>
                  </a:cubicBezTo>
                  <a:close/>
                  <a:moveTo>
                    <a:pt x="2722" y="1"/>
                  </a:moveTo>
                  <a:cubicBezTo>
                    <a:pt x="2643" y="1"/>
                    <a:pt x="2569" y="35"/>
                    <a:pt x="2515" y="89"/>
                  </a:cubicBezTo>
                  <a:cubicBezTo>
                    <a:pt x="2515" y="89"/>
                    <a:pt x="1886" y="644"/>
                    <a:pt x="1295" y="1272"/>
                  </a:cubicBezTo>
                  <a:cubicBezTo>
                    <a:pt x="999" y="1568"/>
                    <a:pt x="703" y="1864"/>
                    <a:pt x="481" y="2123"/>
                  </a:cubicBezTo>
                  <a:cubicBezTo>
                    <a:pt x="334" y="2270"/>
                    <a:pt x="260" y="2381"/>
                    <a:pt x="186" y="2492"/>
                  </a:cubicBezTo>
                  <a:lnTo>
                    <a:pt x="75" y="2640"/>
                  </a:lnTo>
                  <a:cubicBezTo>
                    <a:pt x="38" y="2677"/>
                    <a:pt x="1" y="2714"/>
                    <a:pt x="1" y="2862"/>
                  </a:cubicBezTo>
                  <a:cubicBezTo>
                    <a:pt x="1" y="2862"/>
                    <a:pt x="1" y="2862"/>
                    <a:pt x="1" y="2862"/>
                  </a:cubicBezTo>
                  <a:lnTo>
                    <a:pt x="1" y="2862"/>
                  </a:lnTo>
                  <a:cubicBezTo>
                    <a:pt x="1" y="2882"/>
                    <a:pt x="4" y="2897"/>
                    <a:pt x="7" y="2907"/>
                  </a:cubicBezTo>
                  <a:lnTo>
                    <a:pt x="7" y="2907"/>
                  </a:lnTo>
                  <a:cubicBezTo>
                    <a:pt x="53" y="3177"/>
                    <a:pt x="193" y="3352"/>
                    <a:pt x="334" y="3527"/>
                  </a:cubicBezTo>
                  <a:cubicBezTo>
                    <a:pt x="555" y="3786"/>
                    <a:pt x="888" y="4008"/>
                    <a:pt x="1147" y="4156"/>
                  </a:cubicBezTo>
                  <a:cubicBezTo>
                    <a:pt x="1406" y="4304"/>
                    <a:pt x="1628" y="4415"/>
                    <a:pt x="1628" y="4415"/>
                  </a:cubicBezTo>
                  <a:cubicBezTo>
                    <a:pt x="1658" y="4430"/>
                    <a:pt x="1695" y="4439"/>
                    <a:pt x="1733" y="4439"/>
                  </a:cubicBezTo>
                  <a:cubicBezTo>
                    <a:pt x="1787" y="4439"/>
                    <a:pt x="1843" y="4421"/>
                    <a:pt x="1886" y="4378"/>
                  </a:cubicBezTo>
                  <a:lnTo>
                    <a:pt x="4363" y="2936"/>
                  </a:lnTo>
                  <a:cubicBezTo>
                    <a:pt x="4474" y="2862"/>
                    <a:pt x="4548" y="2714"/>
                    <a:pt x="4511" y="2566"/>
                  </a:cubicBezTo>
                  <a:lnTo>
                    <a:pt x="4215" y="1494"/>
                  </a:lnTo>
                  <a:lnTo>
                    <a:pt x="4179" y="1457"/>
                  </a:lnTo>
                  <a:cubicBezTo>
                    <a:pt x="3994" y="903"/>
                    <a:pt x="3624" y="533"/>
                    <a:pt x="3365" y="311"/>
                  </a:cubicBezTo>
                  <a:cubicBezTo>
                    <a:pt x="3069" y="89"/>
                    <a:pt x="2848" y="15"/>
                    <a:pt x="2811" y="15"/>
                  </a:cubicBezTo>
                  <a:cubicBezTo>
                    <a:pt x="2781" y="5"/>
                    <a:pt x="2751" y="1"/>
                    <a:pt x="27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9" name="Google Shape;3669;g3048a510704_4_0"/>
            <p:cNvSpPr/>
            <p:nvPr/>
          </p:nvSpPr>
          <p:spPr>
            <a:xfrm>
              <a:off x="1840825" y="3478600"/>
              <a:ext cx="636850" cy="232925"/>
            </a:xfrm>
            <a:custGeom>
              <a:rect b="b" l="l" r="r" t="t"/>
              <a:pathLst>
                <a:path extrusionOk="0" h="9317" w="25474">
                  <a:moveTo>
                    <a:pt x="22590" y="0"/>
                  </a:moveTo>
                  <a:cubicBezTo>
                    <a:pt x="21628" y="0"/>
                    <a:pt x="20187" y="333"/>
                    <a:pt x="20187" y="333"/>
                  </a:cubicBezTo>
                  <a:lnTo>
                    <a:pt x="17414" y="1442"/>
                  </a:lnTo>
                  <a:lnTo>
                    <a:pt x="1" y="4252"/>
                  </a:lnTo>
                  <a:lnTo>
                    <a:pt x="407" y="9317"/>
                  </a:lnTo>
                  <a:lnTo>
                    <a:pt x="17931" y="3623"/>
                  </a:lnTo>
                  <a:lnTo>
                    <a:pt x="23107" y="2071"/>
                  </a:lnTo>
                  <a:cubicBezTo>
                    <a:pt x="23107" y="2071"/>
                    <a:pt x="24327" y="2921"/>
                    <a:pt x="24845" y="3217"/>
                  </a:cubicBezTo>
                  <a:cubicBezTo>
                    <a:pt x="24954" y="3279"/>
                    <a:pt x="25044" y="3305"/>
                    <a:pt x="25120" y="3305"/>
                  </a:cubicBezTo>
                  <a:cubicBezTo>
                    <a:pt x="25404" y="3305"/>
                    <a:pt x="25473" y="2933"/>
                    <a:pt x="25473" y="2699"/>
                  </a:cubicBezTo>
                  <a:cubicBezTo>
                    <a:pt x="25473" y="2403"/>
                    <a:pt x="23514" y="0"/>
                    <a:pt x="22590" y="0"/>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0" name="Google Shape;3670;g3048a510704_4_0"/>
            <p:cNvSpPr/>
            <p:nvPr/>
          </p:nvSpPr>
          <p:spPr>
            <a:xfrm>
              <a:off x="1832500" y="3471200"/>
              <a:ext cx="652575" cy="248325"/>
            </a:xfrm>
            <a:custGeom>
              <a:rect b="b" l="l" r="r" t="t"/>
              <a:pathLst>
                <a:path extrusionOk="0" h="9933" w="26103">
                  <a:moveTo>
                    <a:pt x="22923" y="592"/>
                  </a:moveTo>
                  <a:cubicBezTo>
                    <a:pt x="22997" y="592"/>
                    <a:pt x="23292" y="703"/>
                    <a:pt x="23588" y="925"/>
                  </a:cubicBezTo>
                  <a:cubicBezTo>
                    <a:pt x="24032" y="1258"/>
                    <a:pt x="24512" y="1738"/>
                    <a:pt x="24919" y="2219"/>
                  </a:cubicBezTo>
                  <a:cubicBezTo>
                    <a:pt x="25104" y="2441"/>
                    <a:pt x="25252" y="2625"/>
                    <a:pt x="25363" y="2810"/>
                  </a:cubicBezTo>
                  <a:cubicBezTo>
                    <a:pt x="25437" y="2884"/>
                    <a:pt x="25474" y="2958"/>
                    <a:pt x="25474" y="2995"/>
                  </a:cubicBezTo>
                  <a:lnTo>
                    <a:pt x="25509" y="3031"/>
                  </a:lnTo>
                  <a:lnTo>
                    <a:pt x="25509" y="3031"/>
                  </a:lnTo>
                  <a:cubicBezTo>
                    <a:pt x="25503" y="3130"/>
                    <a:pt x="25474" y="3225"/>
                    <a:pt x="25474" y="3291"/>
                  </a:cubicBezTo>
                  <a:cubicBezTo>
                    <a:pt x="25474" y="3291"/>
                    <a:pt x="25437" y="3291"/>
                    <a:pt x="25363" y="3254"/>
                  </a:cubicBezTo>
                  <a:cubicBezTo>
                    <a:pt x="25104" y="3106"/>
                    <a:pt x="24660" y="2810"/>
                    <a:pt x="24291" y="2552"/>
                  </a:cubicBezTo>
                  <a:cubicBezTo>
                    <a:pt x="23921" y="2330"/>
                    <a:pt x="23588" y="2108"/>
                    <a:pt x="23588" y="2108"/>
                  </a:cubicBezTo>
                  <a:cubicBezTo>
                    <a:pt x="23536" y="2082"/>
                    <a:pt x="23484" y="2056"/>
                    <a:pt x="23418" y="2056"/>
                  </a:cubicBezTo>
                  <a:cubicBezTo>
                    <a:pt x="23391" y="2056"/>
                    <a:pt x="23362" y="2060"/>
                    <a:pt x="23329" y="2071"/>
                  </a:cubicBezTo>
                  <a:lnTo>
                    <a:pt x="18153" y="3624"/>
                  </a:lnTo>
                  <a:lnTo>
                    <a:pt x="1036" y="9206"/>
                  </a:lnTo>
                  <a:lnTo>
                    <a:pt x="666" y="4807"/>
                  </a:lnTo>
                  <a:lnTo>
                    <a:pt x="17784" y="2071"/>
                  </a:lnTo>
                  <a:lnTo>
                    <a:pt x="17858" y="2034"/>
                  </a:lnTo>
                  <a:lnTo>
                    <a:pt x="20589" y="905"/>
                  </a:lnTo>
                  <a:lnTo>
                    <a:pt x="20589" y="905"/>
                  </a:lnTo>
                  <a:lnTo>
                    <a:pt x="20594" y="925"/>
                  </a:lnTo>
                  <a:cubicBezTo>
                    <a:pt x="20594" y="925"/>
                    <a:pt x="20667" y="888"/>
                    <a:pt x="20815" y="851"/>
                  </a:cubicBezTo>
                  <a:cubicBezTo>
                    <a:pt x="21259" y="777"/>
                    <a:pt x="22257" y="592"/>
                    <a:pt x="22923" y="592"/>
                  </a:cubicBezTo>
                  <a:close/>
                  <a:moveTo>
                    <a:pt x="22923" y="1"/>
                  </a:moveTo>
                  <a:cubicBezTo>
                    <a:pt x="21924" y="1"/>
                    <a:pt x="20483" y="296"/>
                    <a:pt x="20446" y="296"/>
                  </a:cubicBezTo>
                  <a:lnTo>
                    <a:pt x="20409" y="333"/>
                  </a:lnTo>
                  <a:lnTo>
                    <a:pt x="17674" y="1449"/>
                  </a:lnTo>
                  <a:lnTo>
                    <a:pt x="17674" y="1449"/>
                  </a:lnTo>
                  <a:lnTo>
                    <a:pt x="17673" y="1442"/>
                  </a:lnTo>
                  <a:lnTo>
                    <a:pt x="297" y="4252"/>
                  </a:lnTo>
                  <a:cubicBezTo>
                    <a:pt x="112" y="4252"/>
                    <a:pt x="1" y="4400"/>
                    <a:pt x="38" y="4585"/>
                  </a:cubicBezTo>
                  <a:lnTo>
                    <a:pt x="445" y="9650"/>
                  </a:lnTo>
                  <a:cubicBezTo>
                    <a:pt x="445" y="9724"/>
                    <a:pt x="482" y="9835"/>
                    <a:pt x="592" y="9872"/>
                  </a:cubicBezTo>
                  <a:cubicBezTo>
                    <a:pt x="636" y="9915"/>
                    <a:pt x="679" y="9933"/>
                    <a:pt x="730" y="9933"/>
                  </a:cubicBezTo>
                  <a:cubicBezTo>
                    <a:pt x="766" y="9933"/>
                    <a:pt x="805" y="9924"/>
                    <a:pt x="851" y="9909"/>
                  </a:cubicBezTo>
                  <a:lnTo>
                    <a:pt x="18338" y="4215"/>
                  </a:lnTo>
                  <a:lnTo>
                    <a:pt x="23376" y="2704"/>
                  </a:lnTo>
                  <a:lnTo>
                    <a:pt x="23376" y="2704"/>
                  </a:lnTo>
                  <a:cubicBezTo>
                    <a:pt x="23704" y="2916"/>
                    <a:pt x="24610" y="3502"/>
                    <a:pt x="25030" y="3772"/>
                  </a:cubicBezTo>
                  <a:cubicBezTo>
                    <a:pt x="25178" y="3846"/>
                    <a:pt x="25326" y="3919"/>
                    <a:pt x="25474" y="3919"/>
                  </a:cubicBezTo>
                  <a:cubicBezTo>
                    <a:pt x="25622" y="3919"/>
                    <a:pt x="25732" y="3846"/>
                    <a:pt x="25843" y="3772"/>
                  </a:cubicBezTo>
                  <a:cubicBezTo>
                    <a:pt x="25991" y="3661"/>
                    <a:pt x="26028" y="3513"/>
                    <a:pt x="26065" y="3365"/>
                  </a:cubicBezTo>
                  <a:cubicBezTo>
                    <a:pt x="26102" y="3217"/>
                    <a:pt x="26102" y="3106"/>
                    <a:pt x="26102" y="2995"/>
                  </a:cubicBezTo>
                  <a:cubicBezTo>
                    <a:pt x="26102" y="2884"/>
                    <a:pt x="26102" y="2847"/>
                    <a:pt x="26065" y="2773"/>
                  </a:cubicBezTo>
                  <a:cubicBezTo>
                    <a:pt x="25991" y="2589"/>
                    <a:pt x="25843" y="2367"/>
                    <a:pt x="25622" y="2108"/>
                  </a:cubicBezTo>
                  <a:cubicBezTo>
                    <a:pt x="25289" y="1664"/>
                    <a:pt x="24808" y="1184"/>
                    <a:pt x="24365" y="777"/>
                  </a:cubicBezTo>
                  <a:cubicBezTo>
                    <a:pt x="24106" y="555"/>
                    <a:pt x="23884" y="370"/>
                    <a:pt x="23625" y="222"/>
                  </a:cubicBezTo>
                  <a:cubicBezTo>
                    <a:pt x="23403" y="111"/>
                    <a:pt x="23181" y="1"/>
                    <a:pt x="229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1" name="Google Shape;3671;g3048a510704_4_0"/>
            <p:cNvSpPr/>
            <p:nvPr/>
          </p:nvSpPr>
          <p:spPr>
            <a:xfrm>
              <a:off x="2303875" y="3514650"/>
              <a:ext cx="171025" cy="49925"/>
            </a:xfrm>
            <a:custGeom>
              <a:rect b="b" l="l" r="r" t="t"/>
              <a:pathLst>
                <a:path extrusionOk="0" h="1997" w="6841">
                  <a:moveTo>
                    <a:pt x="1665" y="0"/>
                  </a:moveTo>
                  <a:lnTo>
                    <a:pt x="1" y="1997"/>
                  </a:lnTo>
                  <a:cubicBezTo>
                    <a:pt x="1" y="1997"/>
                    <a:pt x="334" y="1997"/>
                    <a:pt x="1665" y="1886"/>
                  </a:cubicBezTo>
                  <a:cubicBezTo>
                    <a:pt x="3033" y="1775"/>
                    <a:pt x="3735" y="1146"/>
                    <a:pt x="3735" y="1146"/>
                  </a:cubicBezTo>
                  <a:cubicBezTo>
                    <a:pt x="3735" y="1146"/>
                    <a:pt x="4992" y="1257"/>
                    <a:pt x="5916" y="1257"/>
                  </a:cubicBezTo>
                  <a:cubicBezTo>
                    <a:pt x="6840" y="1257"/>
                    <a:pt x="6545" y="444"/>
                    <a:pt x="5805" y="333"/>
                  </a:cubicBezTo>
                  <a:cubicBezTo>
                    <a:pt x="5103" y="222"/>
                    <a:pt x="1665" y="0"/>
                    <a:pt x="1665" y="0"/>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2" name="Google Shape;3672;g3048a510704_4_0"/>
            <p:cNvSpPr/>
            <p:nvPr/>
          </p:nvSpPr>
          <p:spPr>
            <a:xfrm>
              <a:off x="2296500" y="3507250"/>
              <a:ext cx="177475" cy="64725"/>
            </a:xfrm>
            <a:custGeom>
              <a:rect b="b" l="l" r="r" t="t"/>
              <a:pathLst>
                <a:path extrusionOk="0" h="2589" w="7099">
                  <a:moveTo>
                    <a:pt x="1997" y="0"/>
                  </a:moveTo>
                  <a:cubicBezTo>
                    <a:pt x="1812" y="0"/>
                    <a:pt x="1664" y="111"/>
                    <a:pt x="1664" y="296"/>
                  </a:cubicBezTo>
                  <a:cubicBezTo>
                    <a:pt x="1664" y="444"/>
                    <a:pt x="1775" y="592"/>
                    <a:pt x="1960" y="629"/>
                  </a:cubicBezTo>
                  <a:cubicBezTo>
                    <a:pt x="1960" y="629"/>
                    <a:pt x="2810" y="666"/>
                    <a:pt x="3734" y="740"/>
                  </a:cubicBezTo>
                  <a:cubicBezTo>
                    <a:pt x="4695" y="814"/>
                    <a:pt x="5731" y="888"/>
                    <a:pt x="6063" y="925"/>
                  </a:cubicBezTo>
                  <a:cubicBezTo>
                    <a:pt x="6211" y="962"/>
                    <a:pt x="6322" y="999"/>
                    <a:pt x="6396" y="1073"/>
                  </a:cubicBezTo>
                  <a:lnTo>
                    <a:pt x="6470" y="1147"/>
                  </a:lnTo>
                  <a:lnTo>
                    <a:pt x="6470" y="1183"/>
                  </a:lnTo>
                  <a:cubicBezTo>
                    <a:pt x="6470" y="1220"/>
                    <a:pt x="6359" y="1257"/>
                    <a:pt x="6211" y="1257"/>
                  </a:cubicBezTo>
                  <a:cubicBezTo>
                    <a:pt x="5768" y="1257"/>
                    <a:pt x="5213" y="1220"/>
                    <a:pt x="4806" y="1183"/>
                  </a:cubicBezTo>
                  <a:cubicBezTo>
                    <a:pt x="4363" y="1183"/>
                    <a:pt x="4067" y="1147"/>
                    <a:pt x="4067" y="1147"/>
                  </a:cubicBezTo>
                  <a:cubicBezTo>
                    <a:pt x="3993" y="1147"/>
                    <a:pt x="3882" y="1147"/>
                    <a:pt x="3845" y="1220"/>
                  </a:cubicBezTo>
                  <a:cubicBezTo>
                    <a:pt x="3808" y="1220"/>
                    <a:pt x="3180" y="1775"/>
                    <a:pt x="1960" y="1849"/>
                  </a:cubicBezTo>
                  <a:cubicBezTo>
                    <a:pt x="1257" y="1923"/>
                    <a:pt x="850" y="1960"/>
                    <a:pt x="629" y="1960"/>
                  </a:cubicBezTo>
                  <a:lnTo>
                    <a:pt x="296" y="1960"/>
                  </a:lnTo>
                  <a:cubicBezTo>
                    <a:pt x="148" y="1960"/>
                    <a:pt x="0" y="2108"/>
                    <a:pt x="0" y="2293"/>
                  </a:cubicBezTo>
                  <a:cubicBezTo>
                    <a:pt x="0" y="2440"/>
                    <a:pt x="148" y="2588"/>
                    <a:pt x="296" y="2588"/>
                  </a:cubicBezTo>
                  <a:cubicBezTo>
                    <a:pt x="333" y="2588"/>
                    <a:pt x="629" y="2588"/>
                    <a:pt x="1997" y="2477"/>
                  </a:cubicBezTo>
                  <a:cubicBezTo>
                    <a:pt x="3158" y="2388"/>
                    <a:pt x="3888" y="1939"/>
                    <a:pt x="4147" y="1748"/>
                  </a:cubicBezTo>
                  <a:lnTo>
                    <a:pt x="4147" y="1748"/>
                  </a:lnTo>
                  <a:cubicBezTo>
                    <a:pt x="4475" y="1775"/>
                    <a:pt x="5429" y="1849"/>
                    <a:pt x="6211" y="1849"/>
                  </a:cubicBezTo>
                  <a:cubicBezTo>
                    <a:pt x="6470" y="1849"/>
                    <a:pt x="6655" y="1812"/>
                    <a:pt x="6840" y="1701"/>
                  </a:cubicBezTo>
                  <a:cubicBezTo>
                    <a:pt x="6988" y="1590"/>
                    <a:pt x="7099" y="1405"/>
                    <a:pt x="7099" y="1220"/>
                  </a:cubicBezTo>
                  <a:cubicBezTo>
                    <a:pt x="7099" y="962"/>
                    <a:pt x="6988" y="777"/>
                    <a:pt x="6803" y="629"/>
                  </a:cubicBezTo>
                  <a:cubicBezTo>
                    <a:pt x="6655" y="481"/>
                    <a:pt x="6433" y="370"/>
                    <a:pt x="6137" y="296"/>
                  </a:cubicBezTo>
                  <a:cubicBezTo>
                    <a:pt x="5768" y="259"/>
                    <a:pt x="4732" y="185"/>
                    <a:pt x="3771" y="111"/>
                  </a:cubicBezTo>
                  <a:cubicBezTo>
                    <a:pt x="2847" y="37"/>
                    <a:pt x="1997" y="0"/>
                    <a:pt x="19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3" name="Google Shape;3673;g3048a510704_4_0"/>
            <p:cNvSpPr/>
            <p:nvPr/>
          </p:nvSpPr>
          <p:spPr>
            <a:xfrm>
              <a:off x="1536750" y="3107250"/>
              <a:ext cx="905800" cy="1073350"/>
            </a:xfrm>
            <a:custGeom>
              <a:rect b="b" l="l" r="r" t="t"/>
              <a:pathLst>
                <a:path extrusionOk="0" h="42934" w="36232">
                  <a:moveTo>
                    <a:pt x="12856" y="1"/>
                  </a:moveTo>
                  <a:cubicBezTo>
                    <a:pt x="7710" y="1"/>
                    <a:pt x="4615" y="2378"/>
                    <a:pt x="4215" y="7090"/>
                  </a:cubicBezTo>
                  <a:cubicBezTo>
                    <a:pt x="3734" y="12784"/>
                    <a:pt x="2921" y="20881"/>
                    <a:pt x="2440" y="25095"/>
                  </a:cubicBezTo>
                  <a:cubicBezTo>
                    <a:pt x="1923" y="29310"/>
                    <a:pt x="0" y="30419"/>
                    <a:pt x="333" y="34819"/>
                  </a:cubicBezTo>
                  <a:cubicBezTo>
                    <a:pt x="629" y="39181"/>
                    <a:pt x="3069" y="42434"/>
                    <a:pt x="7284" y="42730"/>
                  </a:cubicBezTo>
                  <a:cubicBezTo>
                    <a:pt x="9090" y="42873"/>
                    <a:pt x="10563" y="42934"/>
                    <a:pt x="12094" y="42934"/>
                  </a:cubicBezTo>
                  <a:cubicBezTo>
                    <a:pt x="14135" y="42934"/>
                    <a:pt x="16278" y="42825"/>
                    <a:pt x="19447" y="42656"/>
                  </a:cubicBezTo>
                  <a:cubicBezTo>
                    <a:pt x="24105" y="42398"/>
                    <a:pt x="33754" y="41362"/>
                    <a:pt x="33754" y="41362"/>
                  </a:cubicBezTo>
                  <a:cubicBezTo>
                    <a:pt x="33754" y="41362"/>
                    <a:pt x="35455" y="37591"/>
                    <a:pt x="35603" y="35817"/>
                  </a:cubicBezTo>
                  <a:cubicBezTo>
                    <a:pt x="35751" y="34042"/>
                    <a:pt x="36232" y="28681"/>
                    <a:pt x="35270" y="28681"/>
                  </a:cubicBezTo>
                  <a:cubicBezTo>
                    <a:pt x="34309" y="28681"/>
                    <a:pt x="15713" y="29606"/>
                    <a:pt x="15713" y="29606"/>
                  </a:cubicBezTo>
                  <a:lnTo>
                    <a:pt x="16859" y="22507"/>
                  </a:lnTo>
                  <a:cubicBezTo>
                    <a:pt x="16859" y="22507"/>
                    <a:pt x="20741" y="19882"/>
                    <a:pt x="21074" y="18293"/>
                  </a:cubicBezTo>
                  <a:cubicBezTo>
                    <a:pt x="21369" y="16666"/>
                    <a:pt x="21221" y="9678"/>
                    <a:pt x="20408" y="5944"/>
                  </a:cubicBezTo>
                  <a:cubicBezTo>
                    <a:pt x="19595" y="2247"/>
                    <a:pt x="16193" y="288"/>
                    <a:pt x="16193" y="288"/>
                  </a:cubicBezTo>
                  <a:cubicBezTo>
                    <a:pt x="15002" y="97"/>
                    <a:pt x="13888" y="1"/>
                    <a:pt x="128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4" name="Google Shape;3674;g3048a510704_4_0"/>
            <p:cNvSpPr/>
            <p:nvPr/>
          </p:nvSpPr>
          <p:spPr>
            <a:xfrm>
              <a:off x="1535825" y="3099650"/>
              <a:ext cx="904875" cy="1088800"/>
            </a:xfrm>
            <a:custGeom>
              <a:rect b="b" l="l" r="r" t="t"/>
              <a:pathLst>
                <a:path extrusionOk="0" h="43552" w="36195">
                  <a:moveTo>
                    <a:pt x="12940" y="629"/>
                  </a:moveTo>
                  <a:cubicBezTo>
                    <a:pt x="13914" y="629"/>
                    <a:pt x="14958" y="699"/>
                    <a:pt x="16106" y="874"/>
                  </a:cubicBezTo>
                  <a:lnTo>
                    <a:pt x="16106" y="874"/>
                  </a:lnTo>
                  <a:lnTo>
                    <a:pt x="16120" y="888"/>
                  </a:lnTo>
                  <a:cubicBezTo>
                    <a:pt x="16267" y="999"/>
                    <a:pt x="17118" y="1516"/>
                    <a:pt x="18005" y="2440"/>
                  </a:cubicBezTo>
                  <a:cubicBezTo>
                    <a:pt x="18855" y="3365"/>
                    <a:pt x="19780" y="4659"/>
                    <a:pt x="20149" y="6322"/>
                  </a:cubicBezTo>
                  <a:cubicBezTo>
                    <a:pt x="20704" y="8836"/>
                    <a:pt x="20926" y="12903"/>
                    <a:pt x="20926" y="15713"/>
                  </a:cubicBezTo>
                  <a:cubicBezTo>
                    <a:pt x="20926" y="17007"/>
                    <a:pt x="20889" y="18042"/>
                    <a:pt x="20778" y="18523"/>
                  </a:cubicBezTo>
                  <a:cubicBezTo>
                    <a:pt x="20741" y="18818"/>
                    <a:pt x="20445" y="19262"/>
                    <a:pt x="20075" y="19706"/>
                  </a:cubicBezTo>
                  <a:cubicBezTo>
                    <a:pt x="19484" y="20408"/>
                    <a:pt x="18634" y="21111"/>
                    <a:pt x="17931" y="21628"/>
                  </a:cubicBezTo>
                  <a:cubicBezTo>
                    <a:pt x="17598" y="21924"/>
                    <a:pt x="17303" y="22146"/>
                    <a:pt x="17081" y="22294"/>
                  </a:cubicBezTo>
                  <a:cubicBezTo>
                    <a:pt x="16859" y="22442"/>
                    <a:pt x="16711" y="22552"/>
                    <a:pt x="16711" y="22552"/>
                  </a:cubicBezTo>
                  <a:cubicBezTo>
                    <a:pt x="16637" y="22589"/>
                    <a:pt x="16600" y="22663"/>
                    <a:pt x="16563" y="22737"/>
                  </a:cubicBezTo>
                  <a:lnTo>
                    <a:pt x="15454" y="29873"/>
                  </a:lnTo>
                  <a:cubicBezTo>
                    <a:pt x="15417" y="29984"/>
                    <a:pt x="15454" y="30058"/>
                    <a:pt x="15528" y="30131"/>
                  </a:cubicBezTo>
                  <a:cubicBezTo>
                    <a:pt x="15565" y="30205"/>
                    <a:pt x="15676" y="30242"/>
                    <a:pt x="15750" y="30242"/>
                  </a:cubicBezTo>
                  <a:cubicBezTo>
                    <a:pt x="15750" y="30242"/>
                    <a:pt x="16933" y="30168"/>
                    <a:pt x="18671" y="30094"/>
                  </a:cubicBezTo>
                  <a:cubicBezTo>
                    <a:pt x="21332" y="29947"/>
                    <a:pt x="25288" y="29762"/>
                    <a:pt x="28727" y="29614"/>
                  </a:cubicBezTo>
                  <a:cubicBezTo>
                    <a:pt x="30427" y="29503"/>
                    <a:pt x="31980" y="29429"/>
                    <a:pt x="33163" y="29392"/>
                  </a:cubicBezTo>
                  <a:cubicBezTo>
                    <a:pt x="34280" y="29357"/>
                    <a:pt x="35068" y="29322"/>
                    <a:pt x="35276" y="29318"/>
                  </a:cubicBezTo>
                  <a:lnTo>
                    <a:pt x="35276" y="29318"/>
                  </a:lnTo>
                  <a:cubicBezTo>
                    <a:pt x="35311" y="29322"/>
                    <a:pt x="35346" y="29361"/>
                    <a:pt x="35381" y="29466"/>
                  </a:cubicBezTo>
                  <a:cubicBezTo>
                    <a:pt x="35455" y="29651"/>
                    <a:pt x="35529" y="29984"/>
                    <a:pt x="35529" y="30316"/>
                  </a:cubicBezTo>
                  <a:cubicBezTo>
                    <a:pt x="35566" y="30686"/>
                    <a:pt x="35603" y="31130"/>
                    <a:pt x="35603" y="31573"/>
                  </a:cubicBezTo>
                  <a:cubicBezTo>
                    <a:pt x="35603" y="33200"/>
                    <a:pt x="35418" y="35159"/>
                    <a:pt x="35344" y="36121"/>
                  </a:cubicBezTo>
                  <a:cubicBezTo>
                    <a:pt x="35270" y="36934"/>
                    <a:pt x="34790" y="38302"/>
                    <a:pt x="34383" y="39448"/>
                  </a:cubicBezTo>
                  <a:cubicBezTo>
                    <a:pt x="34161" y="40040"/>
                    <a:pt x="33939" y="40557"/>
                    <a:pt x="33755" y="40927"/>
                  </a:cubicBezTo>
                  <a:cubicBezTo>
                    <a:pt x="33681" y="41129"/>
                    <a:pt x="33617" y="41286"/>
                    <a:pt x="33570" y="41392"/>
                  </a:cubicBezTo>
                  <a:lnTo>
                    <a:pt x="33570" y="41392"/>
                  </a:lnTo>
                  <a:cubicBezTo>
                    <a:pt x="33323" y="41419"/>
                    <a:pt x="32836" y="41469"/>
                    <a:pt x="32165" y="41518"/>
                  </a:cubicBezTo>
                  <a:cubicBezTo>
                    <a:pt x="29244" y="41851"/>
                    <a:pt x="22959" y="42443"/>
                    <a:pt x="19484" y="42628"/>
                  </a:cubicBezTo>
                  <a:cubicBezTo>
                    <a:pt x="16230" y="42812"/>
                    <a:pt x="14049" y="42923"/>
                    <a:pt x="11979" y="42923"/>
                  </a:cubicBezTo>
                  <a:cubicBezTo>
                    <a:pt x="10500" y="42923"/>
                    <a:pt x="9095" y="42886"/>
                    <a:pt x="7358" y="42738"/>
                  </a:cubicBezTo>
                  <a:cubicBezTo>
                    <a:pt x="5324" y="42591"/>
                    <a:pt x="3734" y="41740"/>
                    <a:pt x="2625" y="40409"/>
                  </a:cubicBezTo>
                  <a:cubicBezTo>
                    <a:pt x="1479" y="39078"/>
                    <a:pt x="814" y="37230"/>
                    <a:pt x="666" y="35086"/>
                  </a:cubicBezTo>
                  <a:cubicBezTo>
                    <a:pt x="629" y="34753"/>
                    <a:pt x="629" y="34457"/>
                    <a:pt x="629" y="34161"/>
                  </a:cubicBezTo>
                  <a:cubicBezTo>
                    <a:pt x="629" y="32387"/>
                    <a:pt x="1036" y="31241"/>
                    <a:pt x="1516" y="29984"/>
                  </a:cubicBezTo>
                  <a:cubicBezTo>
                    <a:pt x="1997" y="28727"/>
                    <a:pt x="2551" y="27396"/>
                    <a:pt x="2773" y="25436"/>
                  </a:cubicBezTo>
                  <a:cubicBezTo>
                    <a:pt x="3254" y="21222"/>
                    <a:pt x="4067" y="13088"/>
                    <a:pt x="4548" y="7431"/>
                  </a:cubicBezTo>
                  <a:cubicBezTo>
                    <a:pt x="4733" y="5102"/>
                    <a:pt x="5583" y="3439"/>
                    <a:pt x="6988" y="2329"/>
                  </a:cubicBezTo>
                  <a:cubicBezTo>
                    <a:pt x="8393" y="1183"/>
                    <a:pt x="10389" y="629"/>
                    <a:pt x="12940" y="629"/>
                  </a:cubicBezTo>
                  <a:close/>
                  <a:moveTo>
                    <a:pt x="12940" y="0"/>
                  </a:moveTo>
                  <a:cubicBezTo>
                    <a:pt x="10315" y="0"/>
                    <a:pt x="8171" y="592"/>
                    <a:pt x="6618" y="1849"/>
                  </a:cubicBezTo>
                  <a:cubicBezTo>
                    <a:pt x="5065" y="3069"/>
                    <a:pt x="4141" y="4954"/>
                    <a:pt x="3919" y="7358"/>
                  </a:cubicBezTo>
                  <a:cubicBezTo>
                    <a:pt x="3439" y="13051"/>
                    <a:pt x="2625" y="21148"/>
                    <a:pt x="2145" y="25362"/>
                  </a:cubicBezTo>
                  <a:cubicBezTo>
                    <a:pt x="1923" y="27248"/>
                    <a:pt x="1405" y="28505"/>
                    <a:pt x="925" y="29762"/>
                  </a:cubicBezTo>
                  <a:cubicBezTo>
                    <a:pt x="444" y="31019"/>
                    <a:pt x="0" y="32313"/>
                    <a:pt x="0" y="34161"/>
                  </a:cubicBezTo>
                  <a:cubicBezTo>
                    <a:pt x="0" y="34457"/>
                    <a:pt x="37" y="34790"/>
                    <a:pt x="37" y="35123"/>
                  </a:cubicBezTo>
                  <a:cubicBezTo>
                    <a:pt x="222" y="37378"/>
                    <a:pt x="925" y="39337"/>
                    <a:pt x="2145" y="40779"/>
                  </a:cubicBezTo>
                  <a:cubicBezTo>
                    <a:pt x="3365" y="42258"/>
                    <a:pt x="5102" y="43182"/>
                    <a:pt x="7284" y="43367"/>
                  </a:cubicBezTo>
                  <a:cubicBezTo>
                    <a:pt x="9058" y="43478"/>
                    <a:pt x="10500" y="43552"/>
                    <a:pt x="11979" y="43552"/>
                  </a:cubicBezTo>
                  <a:cubicBezTo>
                    <a:pt x="14086" y="43552"/>
                    <a:pt x="16267" y="43441"/>
                    <a:pt x="19521" y="43256"/>
                  </a:cubicBezTo>
                  <a:cubicBezTo>
                    <a:pt x="24179" y="42997"/>
                    <a:pt x="33828" y="41999"/>
                    <a:pt x="33828" y="41999"/>
                  </a:cubicBezTo>
                  <a:cubicBezTo>
                    <a:pt x="33939" y="41962"/>
                    <a:pt x="34013" y="41888"/>
                    <a:pt x="34087" y="41814"/>
                  </a:cubicBezTo>
                  <a:cubicBezTo>
                    <a:pt x="34087" y="41814"/>
                    <a:pt x="34494" y="40853"/>
                    <a:pt x="34938" y="39670"/>
                  </a:cubicBezTo>
                  <a:cubicBezTo>
                    <a:pt x="35381" y="38487"/>
                    <a:pt x="35862" y="37119"/>
                    <a:pt x="35936" y="36158"/>
                  </a:cubicBezTo>
                  <a:cubicBezTo>
                    <a:pt x="36047" y="35196"/>
                    <a:pt x="36195" y="33237"/>
                    <a:pt x="36195" y="31573"/>
                  </a:cubicBezTo>
                  <a:cubicBezTo>
                    <a:pt x="36195" y="30871"/>
                    <a:pt x="36195" y="30205"/>
                    <a:pt x="36084" y="29688"/>
                  </a:cubicBezTo>
                  <a:cubicBezTo>
                    <a:pt x="36047" y="29466"/>
                    <a:pt x="35973" y="29244"/>
                    <a:pt x="35862" y="29059"/>
                  </a:cubicBezTo>
                  <a:cubicBezTo>
                    <a:pt x="35825" y="28948"/>
                    <a:pt x="35751" y="28874"/>
                    <a:pt x="35640" y="28801"/>
                  </a:cubicBezTo>
                  <a:cubicBezTo>
                    <a:pt x="35566" y="28727"/>
                    <a:pt x="35455" y="28690"/>
                    <a:pt x="35307" y="28690"/>
                  </a:cubicBezTo>
                  <a:cubicBezTo>
                    <a:pt x="35048" y="28690"/>
                    <a:pt x="33718" y="28764"/>
                    <a:pt x="31832" y="28837"/>
                  </a:cubicBezTo>
                  <a:cubicBezTo>
                    <a:pt x="26798" y="29068"/>
                    <a:pt x="17985" y="29503"/>
                    <a:pt x="16108" y="29596"/>
                  </a:cubicBezTo>
                  <a:lnTo>
                    <a:pt x="16108" y="29596"/>
                  </a:lnTo>
                  <a:lnTo>
                    <a:pt x="17176" y="22948"/>
                  </a:lnTo>
                  <a:lnTo>
                    <a:pt x="17176" y="22948"/>
                  </a:lnTo>
                  <a:cubicBezTo>
                    <a:pt x="17480" y="22747"/>
                    <a:pt x="18267" y="22211"/>
                    <a:pt x="19077" y="21517"/>
                  </a:cubicBezTo>
                  <a:cubicBezTo>
                    <a:pt x="19595" y="21111"/>
                    <a:pt x="20112" y="20630"/>
                    <a:pt x="20519" y="20112"/>
                  </a:cubicBezTo>
                  <a:cubicBezTo>
                    <a:pt x="20963" y="19632"/>
                    <a:pt x="21295" y="19151"/>
                    <a:pt x="21406" y="18634"/>
                  </a:cubicBezTo>
                  <a:cubicBezTo>
                    <a:pt x="21517" y="18079"/>
                    <a:pt x="21554" y="17044"/>
                    <a:pt x="21554" y="15713"/>
                  </a:cubicBezTo>
                  <a:cubicBezTo>
                    <a:pt x="21554" y="12866"/>
                    <a:pt x="21295" y="8799"/>
                    <a:pt x="20741" y="6211"/>
                  </a:cubicBezTo>
                  <a:cubicBezTo>
                    <a:pt x="20334" y="4252"/>
                    <a:pt x="19225" y="2810"/>
                    <a:pt x="18264" y="1812"/>
                  </a:cubicBezTo>
                  <a:cubicBezTo>
                    <a:pt x="17266" y="851"/>
                    <a:pt x="16415" y="333"/>
                    <a:pt x="16378" y="333"/>
                  </a:cubicBezTo>
                  <a:lnTo>
                    <a:pt x="16267" y="296"/>
                  </a:lnTo>
                  <a:cubicBezTo>
                    <a:pt x="15084" y="111"/>
                    <a:pt x="13975" y="0"/>
                    <a:pt x="129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5" name="Google Shape;3675;g3048a510704_4_0"/>
            <p:cNvSpPr/>
            <p:nvPr/>
          </p:nvSpPr>
          <p:spPr>
            <a:xfrm>
              <a:off x="2022900" y="2863875"/>
              <a:ext cx="279150" cy="311575"/>
            </a:xfrm>
            <a:custGeom>
              <a:rect b="b" l="l" r="r" t="t"/>
              <a:pathLst>
                <a:path extrusionOk="0" h="12463" w="11166">
                  <a:moveTo>
                    <a:pt x="8878" y="1"/>
                  </a:moveTo>
                  <a:cubicBezTo>
                    <a:pt x="8592" y="1"/>
                    <a:pt x="8271" y="46"/>
                    <a:pt x="7913" y="152"/>
                  </a:cubicBezTo>
                  <a:cubicBezTo>
                    <a:pt x="5177" y="965"/>
                    <a:pt x="1" y="8396"/>
                    <a:pt x="1" y="8396"/>
                  </a:cubicBezTo>
                  <a:cubicBezTo>
                    <a:pt x="1" y="8396"/>
                    <a:pt x="1775" y="12463"/>
                    <a:pt x="2737" y="12463"/>
                  </a:cubicBezTo>
                  <a:cubicBezTo>
                    <a:pt x="3735" y="12463"/>
                    <a:pt x="7765" y="10836"/>
                    <a:pt x="9244" y="8248"/>
                  </a:cubicBezTo>
                  <a:cubicBezTo>
                    <a:pt x="10685" y="5660"/>
                    <a:pt x="11166" y="2074"/>
                    <a:pt x="11166" y="2074"/>
                  </a:cubicBezTo>
                  <a:cubicBezTo>
                    <a:pt x="11166" y="2074"/>
                    <a:pt x="10802" y="1"/>
                    <a:pt x="8878" y="1"/>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6" name="Google Shape;3676;g3048a510704_4_0"/>
            <p:cNvSpPr/>
            <p:nvPr/>
          </p:nvSpPr>
          <p:spPr>
            <a:xfrm>
              <a:off x="2014600" y="2855650"/>
              <a:ext cx="294850" cy="327200"/>
            </a:xfrm>
            <a:custGeom>
              <a:rect b="b" l="l" r="r" t="t"/>
              <a:pathLst>
                <a:path extrusionOk="0" h="13088" w="11794">
                  <a:moveTo>
                    <a:pt x="9206" y="629"/>
                  </a:moveTo>
                  <a:cubicBezTo>
                    <a:pt x="9649" y="629"/>
                    <a:pt x="9945" y="739"/>
                    <a:pt x="10204" y="924"/>
                  </a:cubicBezTo>
                  <a:cubicBezTo>
                    <a:pt x="10611" y="1146"/>
                    <a:pt x="10869" y="1553"/>
                    <a:pt x="11017" y="1886"/>
                  </a:cubicBezTo>
                  <a:cubicBezTo>
                    <a:pt x="11091" y="2033"/>
                    <a:pt x="11128" y="2181"/>
                    <a:pt x="11165" y="2292"/>
                  </a:cubicBezTo>
                  <a:lnTo>
                    <a:pt x="11197" y="2418"/>
                  </a:lnTo>
                  <a:lnTo>
                    <a:pt x="11197" y="2418"/>
                  </a:lnTo>
                  <a:cubicBezTo>
                    <a:pt x="11192" y="2445"/>
                    <a:pt x="11183" y="2479"/>
                    <a:pt x="11165" y="2514"/>
                  </a:cubicBezTo>
                  <a:cubicBezTo>
                    <a:pt x="11054" y="3217"/>
                    <a:pt x="10537" y="6211"/>
                    <a:pt x="9280" y="8429"/>
                  </a:cubicBezTo>
                  <a:cubicBezTo>
                    <a:pt x="8614" y="9649"/>
                    <a:pt x="7283" y="10685"/>
                    <a:pt x="5989" y="11387"/>
                  </a:cubicBezTo>
                  <a:cubicBezTo>
                    <a:pt x="5361" y="11757"/>
                    <a:pt x="4695" y="12016"/>
                    <a:pt x="4178" y="12200"/>
                  </a:cubicBezTo>
                  <a:cubicBezTo>
                    <a:pt x="3660" y="12385"/>
                    <a:pt x="3254" y="12496"/>
                    <a:pt x="3069" y="12496"/>
                  </a:cubicBezTo>
                  <a:cubicBezTo>
                    <a:pt x="3069" y="12496"/>
                    <a:pt x="2995" y="12459"/>
                    <a:pt x="2884" y="12385"/>
                  </a:cubicBezTo>
                  <a:cubicBezTo>
                    <a:pt x="2662" y="12200"/>
                    <a:pt x="2403" y="11905"/>
                    <a:pt x="2144" y="11498"/>
                  </a:cubicBezTo>
                  <a:cubicBezTo>
                    <a:pt x="1775" y="10943"/>
                    <a:pt x="1368" y="10204"/>
                    <a:pt x="1072" y="9612"/>
                  </a:cubicBezTo>
                  <a:cubicBezTo>
                    <a:pt x="924" y="9317"/>
                    <a:pt x="813" y="9095"/>
                    <a:pt x="740" y="8910"/>
                  </a:cubicBezTo>
                  <a:cubicBezTo>
                    <a:pt x="719" y="8860"/>
                    <a:pt x="699" y="8815"/>
                    <a:pt x="681" y="8776"/>
                  </a:cubicBezTo>
                  <a:lnTo>
                    <a:pt x="681" y="8776"/>
                  </a:lnTo>
                  <a:cubicBezTo>
                    <a:pt x="715" y="8725"/>
                    <a:pt x="759" y="8659"/>
                    <a:pt x="813" y="8577"/>
                  </a:cubicBezTo>
                  <a:cubicBezTo>
                    <a:pt x="1294" y="7875"/>
                    <a:pt x="2625" y="6063"/>
                    <a:pt x="4104" y="4363"/>
                  </a:cubicBezTo>
                  <a:cubicBezTo>
                    <a:pt x="4880" y="3512"/>
                    <a:pt x="5657" y="2699"/>
                    <a:pt x="6396" y="2033"/>
                  </a:cubicBezTo>
                  <a:cubicBezTo>
                    <a:pt x="7135" y="1405"/>
                    <a:pt x="7838" y="924"/>
                    <a:pt x="8355" y="776"/>
                  </a:cubicBezTo>
                  <a:cubicBezTo>
                    <a:pt x="8688" y="666"/>
                    <a:pt x="8947" y="629"/>
                    <a:pt x="9206" y="629"/>
                  </a:cubicBezTo>
                  <a:close/>
                  <a:moveTo>
                    <a:pt x="9206" y="0"/>
                  </a:moveTo>
                  <a:cubicBezTo>
                    <a:pt x="8910" y="0"/>
                    <a:pt x="8540" y="74"/>
                    <a:pt x="8171" y="185"/>
                  </a:cubicBezTo>
                  <a:cubicBezTo>
                    <a:pt x="7394" y="407"/>
                    <a:pt x="6544" y="1072"/>
                    <a:pt x="5657" y="1886"/>
                  </a:cubicBezTo>
                  <a:cubicBezTo>
                    <a:pt x="2995" y="4363"/>
                    <a:pt x="74" y="8540"/>
                    <a:pt x="74" y="8577"/>
                  </a:cubicBezTo>
                  <a:cubicBezTo>
                    <a:pt x="0" y="8651"/>
                    <a:pt x="0" y="8762"/>
                    <a:pt x="37" y="8873"/>
                  </a:cubicBezTo>
                  <a:cubicBezTo>
                    <a:pt x="37" y="8873"/>
                    <a:pt x="481" y="9871"/>
                    <a:pt x="1072" y="10906"/>
                  </a:cubicBezTo>
                  <a:cubicBezTo>
                    <a:pt x="1368" y="11424"/>
                    <a:pt x="1664" y="11942"/>
                    <a:pt x="1997" y="12348"/>
                  </a:cubicBezTo>
                  <a:cubicBezTo>
                    <a:pt x="2144" y="12533"/>
                    <a:pt x="2329" y="12718"/>
                    <a:pt x="2477" y="12866"/>
                  </a:cubicBezTo>
                  <a:cubicBezTo>
                    <a:pt x="2662" y="12977"/>
                    <a:pt x="2847" y="13088"/>
                    <a:pt x="3069" y="13088"/>
                  </a:cubicBezTo>
                  <a:cubicBezTo>
                    <a:pt x="3401" y="13088"/>
                    <a:pt x="3845" y="12977"/>
                    <a:pt x="4400" y="12792"/>
                  </a:cubicBezTo>
                  <a:cubicBezTo>
                    <a:pt x="5250" y="12496"/>
                    <a:pt x="6285" y="11979"/>
                    <a:pt x="7283" y="11313"/>
                  </a:cubicBezTo>
                  <a:cubicBezTo>
                    <a:pt x="8282" y="10611"/>
                    <a:pt x="9243" y="9760"/>
                    <a:pt x="9834" y="8725"/>
                  </a:cubicBezTo>
                  <a:cubicBezTo>
                    <a:pt x="11313" y="6063"/>
                    <a:pt x="11794" y="2477"/>
                    <a:pt x="11794" y="2440"/>
                  </a:cubicBezTo>
                  <a:lnTo>
                    <a:pt x="11794" y="2366"/>
                  </a:lnTo>
                  <a:cubicBezTo>
                    <a:pt x="11794" y="2329"/>
                    <a:pt x="11720" y="1775"/>
                    <a:pt x="11350" y="1220"/>
                  </a:cubicBezTo>
                  <a:cubicBezTo>
                    <a:pt x="11165" y="924"/>
                    <a:pt x="10906" y="629"/>
                    <a:pt x="10537" y="407"/>
                  </a:cubicBezTo>
                  <a:cubicBezTo>
                    <a:pt x="10204" y="148"/>
                    <a:pt x="9760" y="0"/>
                    <a:pt x="92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7" name="Google Shape;3677;g3048a510704_4_0"/>
            <p:cNvSpPr/>
            <p:nvPr/>
          </p:nvSpPr>
          <p:spPr>
            <a:xfrm>
              <a:off x="1440650" y="2636575"/>
              <a:ext cx="1007450" cy="899975"/>
            </a:xfrm>
            <a:custGeom>
              <a:rect b="b" l="l" r="r" t="t"/>
              <a:pathLst>
                <a:path extrusionOk="0" h="35999" w="40298">
                  <a:moveTo>
                    <a:pt x="25818" y="0"/>
                  </a:moveTo>
                  <a:cubicBezTo>
                    <a:pt x="24898" y="0"/>
                    <a:pt x="23943" y="132"/>
                    <a:pt x="22958" y="482"/>
                  </a:cubicBezTo>
                  <a:cubicBezTo>
                    <a:pt x="18891" y="1960"/>
                    <a:pt x="18891" y="6471"/>
                    <a:pt x="18743" y="9392"/>
                  </a:cubicBezTo>
                  <a:cubicBezTo>
                    <a:pt x="18596" y="12312"/>
                    <a:pt x="18411" y="13126"/>
                    <a:pt x="12089" y="15381"/>
                  </a:cubicBezTo>
                  <a:cubicBezTo>
                    <a:pt x="5767" y="17673"/>
                    <a:pt x="2070" y="21703"/>
                    <a:pt x="924" y="27544"/>
                  </a:cubicBezTo>
                  <a:cubicBezTo>
                    <a:pt x="0" y="32252"/>
                    <a:pt x="3927" y="35999"/>
                    <a:pt x="8040" y="35999"/>
                  </a:cubicBezTo>
                  <a:cubicBezTo>
                    <a:pt x="9031" y="35999"/>
                    <a:pt x="10033" y="35782"/>
                    <a:pt x="10980" y="35308"/>
                  </a:cubicBezTo>
                  <a:cubicBezTo>
                    <a:pt x="15823" y="32905"/>
                    <a:pt x="15823" y="21703"/>
                    <a:pt x="19409" y="20409"/>
                  </a:cubicBezTo>
                  <a:cubicBezTo>
                    <a:pt x="22958" y="19115"/>
                    <a:pt x="27653" y="18967"/>
                    <a:pt x="29428" y="14087"/>
                  </a:cubicBezTo>
                  <a:cubicBezTo>
                    <a:pt x="29428" y="14087"/>
                    <a:pt x="29280" y="12978"/>
                    <a:pt x="33014" y="12978"/>
                  </a:cubicBezTo>
                  <a:cubicBezTo>
                    <a:pt x="36711" y="12978"/>
                    <a:pt x="39632" y="9392"/>
                    <a:pt x="39965" y="5510"/>
                  </a:cubicBezTo>
                  <a:cubicBezTo>
                    <a:pt x="40297" y="1628"/>
                    <a:pt x="36083" y="1295"/>
                    <a:pt x="33310" y="1295"/>
                  </a:cubicBezTo>
                  <a:cubicBezTo>
                    <a:pt x="31237" y="1295"/>
                    <a:pt x="28697" y="0"/>
                    <a:pt x="258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8" name="Google Shape;3678;g3048a510704_4_0"/>
            <p:cNvSpPr/>
            <p:nvPr/>
          </p:nvSpPr>
          <p:spPr>
            <a:xfrm>
              <a:off x="1452650" y="2629200"/>
              <a:ext cx="995450" cy="915050"/>
            </a:xfrm>
            <a:custGeom>
              <a:rect b="b" l="l" r="r" t="t"/>
              <a:pathLst>
                <a:path extrusionOk="0" h="36602" w="39818">
                  <a:moveTo>
                    <a:pt x="25325" y="592"/>
                  </a:moveTo>
                  <a:cubicBezTo>
                    <a:pt x="26730" y="592"/>
                    <a:pt x="28061" y="925"/>
                    <a:pt x="29318" y="1257"/>
                  </a:cubicBezTo>
                  <a:cubicBezTo>
                    <a:pt x="30575" y="1553"/>
                    <a:pt x="31758" y="1886"/>
                    <a:pt x="32830" y="1886"/>
                  </a:cubicBezTo>
                  <a:cubicBezTo>
                    <a:pt x="34161" y="1886"/>
                    <a:pt x="35788" y="1960"/>
                    <a:pt x="37045" y="2477"/>
                  </a:cubicBezTo>
                  <a:cubicBezTo>
                    <a:pt x="37710" y="2699"/>
                    <a:pt x="38228" y="3032"/>
                    <a:pt x="38597" y="3512"/>
                  </a:cubicBezTo>
                  <a:cubicBezTo>
                    <a:pt x="38967" y="3993"/>
                    <a:pt x="39189" y="4585"/>
                    <a:pt x="39189" y="5398"/>
                  </a:cubicBezTo>
                  <a:cubicBezTo>
                    <a:pt x="39189" y="5509"/>
                    <a:pt x="39189" y="5657"/>
                    <a:pt x="39189" y="5768"/>
                  </a:cubicBezTo>
                  <a:cubicBezTo>
                    <a:pt x="39041" y="7653"/>
                    <a:pt x="38228" y="9465"/>
                    <a:pt x="37045" y="10796"/>
                  </a:cubicBezTo>
                  <a:cubicBezTo>
                    <a:pt x="35861" y="12090"/>
                    <a:pt x="34272" y="12940"/>
                    <a:pt x="32534" y="12940"/>
                  </a:cubicBezTo>
                  <a:cubicBezTo>
                    <a:pt x="30797" y="12940"/>
                    <a:pt x="29835" y="13199"/>
                    <a:pt x="29318" y="13495"/>
                  </a:cubicBezTo>
                  <a:cubicBezTo>
                    <a:pt x="29022" y="13642"/>
                    <a:pt x="28874" y="13827"/>
                    <a:pt x="28763" y="13975"/>
                  </a:cubicBezTo>
                  <a:cubicBezTo>
                    <a:pt x="28686" y="14078"/>
                    <a:pt x="28662" y="14181"/>
                    <a:pt x="28655" y="14272"/>
                  </a:cubicBezTo>
                  <a:lnTo>
                    <a:pt x="28652" y="14271"/>
                  </a:lnTo>
                  <a:cubicBezTo>
                    <a:pt x="27802" y="16637"/>
                    <a:pt x="26286" y="17820"/>
                    <a:pt x="24475" y="18597"/>
                  </a:cubicBezTo>
                  <a:cubicBezTo>
                    <a:pt x="22700" y="19410"/>
                    <a:pt x="20630" y="19743"/>
                    <a:pt x="18818" y="20408"/>
                  </a:cubicBezTo>
                  <a:cubicBezTo>
                    <a:pt x="18300" y="20593"/>
                    <a:pt x="17857" y="20963"/>
                    <a:pt x="17487" y="21443"/>
                  </a:cubicBezTo>
                  <a:cubicBezTo>
                    <a:pt x="16822" y="22257"/>
                    <a:pt x="16341" y="23403"/>
                    <a:pt x="15860" y="24697"/>
                  </a:cubicBezTo>
                  <a:cubicBezTo>
                    <a:pt x="15158" y="26656"/>
                    <a:pt x="14566" y="28948"/>
                    <a:pt x="13716" y="30945"/>
                  </a:cubicBezTo>
                  <a:cubicBezTo>
                    <a:pt x="12866" y="32941"/>
                    <a:pt x="11831" y="34605"/>
                    <a:pt x="10352" y="35344"/>
                  </a:cubicBezTo>
                  <a:cubicBezTo>
                    <a:pt x="9464" y="35788"/>
                    <a:pt x="8503" y="36010"/>
                    <a:pt x="7579" y="36010"/>
                  </a:cubicBezTo>
                  <a:cubicBezTo>
                    <a:pt x="5804" y="36010"/>
                    <a:pt x="4067" y="35270"/>
                    <a:pt x="2773" y="34050"/>
                  </a:cubicBezTo>
                  <a:cubicBezTo>
                    <a:pt x="1479" y="32830"/>
                    <a:pt x="629" y="31130"/>
                    <a:pt x="629" y="29207"/>
                  </a:cubicBezTo>
                  <a:cubicBezTo>
                    <a:pt x="629" y="28800"/>
                    <a:pt x="665" y="28357"/>
                    <a:pt x="739" y="27913"/>
                  </a:cubicBezTo>
                  <a:cubicBezTo>
                    <a:pt x="1294" y="25029"/>
                    <a:pt x="2477" y="22626"/>
                    <a:pt x="4326" y="20630"/>
                  </a:cubicBezTo>
                  <a:cubicBezTo>
                    <a:pt x="6137" y="18670"/>
                    <a:pt x="8614" y="17081"/>
                    <a:pt x="11720" y="15972"/>
                  </a:cubicBezTo>
                  <a:cubicBezTo>
                    <a:pt x="14899" y="14825"/>
                    <a:pt x="16526" y="14086"/>
                    <a:pt x="17487" y="13162"/>
                  </a:cubicBezTo>
                  <a:cubicBezTo>
                    <a:pt x="17931" y="12681"/>
                    <a:pt x="18190" y="12164"/>
                    <a:pt x="18337" y="11609"/>
                  </a:cubicBezTo>
                  <a:cubicBezTo>
                    <a:pt x="18485" y="11054"/>
                    <a:pt x="18522" y="10426"/>
                    <a:pt x="18559" y="9724"/>
                  </a:cubicBezTo>
                  <a:cubicBezTo>
                    <a:pt x="18633" y="8245"/>
                    <a:pt x="18707" y="6396"/>
                    <a:pt x="19188" y="4769"/>
                  </a:cubicBezTo>
                  <a:cubicBezTo>
                    <a:pt x="19705" y="3143"/>
                    <a:pt x="20667" y="1775"/>
                    <a:pt x="22589" y="1072"/>
                  </a:cubicBezTo>
                  <a:cubicBezTo>
                    <a:pt x="23513" y="740"/>
                    <a:pt x="24438" y="592"/>
                    <a:pt x="25325" y="592"/>
                  </a:cubicBezTo>
                  <a:close/>
                  <a:moveTo>
                    <a:pt x="25325" y="0"/>
                  </a:moveTo>
                  <a:cubicBezTo>
                    <a:pt x="24401" y="0"/>
                    <a:pt x="23402" y="111"/>
                    <a:pt x="22367" y="481"/>
                  </a:cubicBezTo>
                  <a:cubicBezTo>
                    <a:pt x="20260" y="1257"/>
                    <a:pt x="19151" y="2847"/>
                    <a:pt x="18633" y="4585"/>
                  </a:cubicBezTo>
                  <a:cubicBezTo>
                    <a:pt x="18079" y="6322"/>
                    <a:pt x="18042" y="8208"/>
                    <a:pt x="17968" y="9687"/>
                  </a:cubicBezTo>
                  <a:cubicBezTo>
                    <a:pt x="17931" y="10389"/>
                    <a:pt x="17857" y="10981"/>
                    <a:pt x="17746" y="11461"/>
                  </a:cubicBezTo>
                  <a:cubicBezTo>
                    <a:pt x="17561" y="12164"/>
                    <a:pt x="17191" y="12681"/>
                    <a:pt x="16304" y="13310"/>
                  </a:cubicBezTo>
                  <a:cubicBezTo>
                    <a:pt x="15380" y="13901"/>
                    <a:pt x="13864" y="14567"/>
                    <a:pt x="11535" y="15380"/>
                  </a:cubicBezTo>
                  <a:cubicBezTo>
                    <a:pt x="8318" y="16526"/>
                    <a:pt x="5767" y="18153"/>
                    <a:pt x="3845" y="20223"/>
                  </a:cubicBezTo>
                  <a:cubicBezTo>
                    <a:pt x="1959" y="22294"/>
                    <a:pt x="702" y="24808"/>
                    <a:pt x="148" y="27765"/>
                  </a:cubicBezTo>
                  <a:cubicBezTo>
                    <a:pt x="37" y="28283"/>
                    <a:pt x="0" y="28726"/>
                    <a:pt x="0" y="29207"/>
                  </a:cubicBezTo>
                  <a:cubicBezTo>
                    <a:pt x="0" y="31314"/>
                    <a:pt x="924" y="33163"/>
                    <a:pt x="2329" y="34494"/>
                  </a:cubicBezTo>
                  <a:cubicBezTo>
                    <a:pt x="3734" y="35825"/>
                    <a:pt x="5620" y="36601"/>
                    <a:pt x="7579" y="36601"/>
                  </a:cubicBezTo>
                  <a:cubicBezTo>
                    <a:pt x="8614" y="36601"/>
                    <a:pt x="9649" y="36379"/>
                    <a:pt x="10611" y="35899"/>
                  </a:cubicBezTo>
                  <a:cubicBezTo>
                    <a:pt x="11942" y="35233"/>
                    <a:pt x="12866" y="34013"/>
                    <a:pt x="13642" y="32571"/>
                  </a:cubicBezTo>
                  <a:cubicBezTo>
                    <a:pt x="14751" y="30427"/>
                    <a:pt x="15491" y="27728"/>
                    <a:pt x="16267" y="25436"/>
                  </a:cubicBezTo>
                  <a:cubicBezTo>
                    <a:pt x="16637" y="24327"/>
                    <a:pt x="17043" y="23292"/>
                    <a:pt x="17487" y="22515"/>
                  </a:cubicBezTo>
                  <a:cubicBezTo>
                    <a:pt x="17931" y="21739"/>
                    <a:pt x="18448" y="21184"/>
                    <a:pt x="19003" y="21000"/>
                  </a:cubicBezTo>
                  <a:cubicBezTo>
                    <a:pt x="20777" y="20371"/>
                    <a:pt x="22848" y="20001"/>
                    <a:pt x="24733" y="19151"/>
                  </a:cubicBezTo>
                  <a:cubicBezTo>
                    <a:pt x="26619" y="18338"/>
                    <a:pt x="28319" y="17007"/>
                    <a:pt x="29244" y="14493"/>
                  </a:cubicBezTo>
                  <a:cubicBezTo>
                    <a:pt x="29271" y="14466"/>
                    <a:pt x="29278" y="14419"/>
                    <a:pt x="29266" y="14382"/>
                  </a:cubicBezTo>
                  <a:lnTo>
                    <a:pt x="29281" y="14382"/>
                  </a:lnTo>
                  <a:lnTo>
                    <a:pt x="29281" y="14345"/>
                  </a:lnTo>
                  <a:cubicBezTo>
                    <a:pt x="29281" y="14308"/>
                    <a:pt x="29318" y="14123"/>
                    <a:pt x="29761" y="13938"/>
                  </a:cubicBezTo>
                  <a:cubicBezTo>
                    <a:pt x="30205" y="13753"/>
                    <a:pt x="31055" y="13568"/>
                    <a:pt x="32534" y="13568"/>
                  </a:cubicBezTo>
                  <a:cubicBezTo>
                    <a:pt x="34494" y="13568"/>
                    <a:pt x="36231" y="12607"/>
                    <a:pt x="37525" y="11202"/>
                  </a:cubicBezTo>
                  <a:cubicBezTo>
                    <a:pt x="38782" y="9761"/>
                    <a:pt x="39632" y="7838"/>
                    <a:pt x="39780" y="5842"/>
                  </a:cubicBezTo>
                  <a:cubicBezTo>
                    <a:pt x="39817" y="5694"/>
                    <a:pt x="39817" y="5546"/>
                    <a:pt x="39817" y="5398"/>
                  </a:cubicBezTo>
                  <a:cubicBezTo>
                    <a:pt x="39817" y="4474"/>
                    <a:pt x="39559" y="3697"/>
                    <a:pt x="39078" y="3143"/>
                  </a:cubicBezTo>
                  <a:cubicBezTo>
                    <a:pt x="38375" y="2255"/>
                    <a:pt x="37303" y="1812"/>
                    <a:pt x="36194" y="1553"/>
                  </a:cubicBezTo>
                  <a:cubicBezTo>
                    <a:pt x="35048" y="1331"/>
                    <a:pt x="33865" y="1294"/>
                    <a:pt x="32830" y="1294"/>
                  </a:cubicBezTo>
                  <a:cubicBezTo>
                    <a:pt x="31869" y="1294"/>
                    <a:pt x="30723" y="961"/>
                    <a:pt x="29466" y="629"/>
                  </a:cubicBezTo>
                  <a:cubicBezTo>
                    <a:pt x="28209" y="333"/>
                    <a:pt x="26841" y="0"/>
                    <a:pt x="253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9" name="Google Shape;3679;g3048a510704_4_0"/>
            <p:cNvSpPr/>
            <p:nvPr/>
          </p:nvSpPr>
          <p:spPr>
            <a:xfrm>
              <a:off x="1917550" y="3189350"/>
              <a:ext cx="738725" cy="637725"/>
            </a:xfrm>
            <a:custGeom>
              <a:rect b="b" l="l" r="r" t="t"/>
              <a:pathLst>
                <a:path extrusionOk="0" h="25509" w="29549">
                  <a:moveTo>
                    <a:pt x="3335" y="0"/>
                  </a:moveTo>
                  <a:cubicBezTo>
                    <a:pt x="3240" y="0"/>
                    <a:pt x="3151" y="24"/>
                    <a:pt x="3069" y="72"/>
                  </a:cubicBezTo>
                  <a:lnTo>
                    <a:pt x="0" y="7873"/>
                  </a:lnTo>
                  <a:cubicBezTo>
                    <a:pt x="0" y="7873"/>
                    <a:pt x="8245" y="25508"/>
                    <a:pt x="9391" y="25508"/>
                  </a:cubicBezTo>
                  <a:cubicBezTo>
                    <a:pt x="10537" y="25508"/>
                    <a:pt x="23477" y="16783"/>
                    <a:pt x="23477" y="16783"/>
                  </a:cubicBezTo>
                  <a:cubicBezTo>
                    <a:pt x="23477" y="16783"/>
                    <a:pt x="23986" y="16931"/>
                    <a:pt x="24512" y="16931"/>
                  </a:cubicBezTo>
                  <a:cubicBezTo>
                    <a:pt x="24775" y="16931"/>
                    <a:pt x="25042" y="16894"/>
                    <a:pt x="25251" y="16783"/>
                  </a:cubicBezTo>
                  <a:cubicBezTo>
                    <a:pt x="25917" y="16450"/>
                    <a:pt x="27211" y="14824"/>
                    <a:pt x="27211" y="14824"/>
                  </a:cubicBezTo>
                  <a:cubicBezTo>
                    <a:pt x="27211" y="14824"/>
                    <a:pt x="28673" y="15931"/>
                    <a:pt x="29258" y="15931"/>
                  </a:cubicBezTo>
                  <a:cubicBezTo>
                    <a:pt x="29451" y="15931"/>
                    <a:pt x="29548" y="15810"/>
                    <a:pt x="29466" y="15489"/>
                  </a:cubicBezTo>
                  <a:cubicBezTo>
                    <a:pt x="29170" y="14195"/>
                    <a:pt x="27543" y="12901"/>
                    <a:pt x="26064" y="12901"/>
                  </a:cubicBezTo>
                  <a:cubicBezTo>
                    <a:pt x="24623" y="12901"/>
                    <a:pt x="22515" y="16303"/>
                    <a:pt x="22515" y="16303"/>
                  </a:cubicBezTo>
                  <a:lnTo>
                    <a:pt x="11165" y="20332"/>
                  </a:lnTo>
                  <a:cubicBezTo>
                    <a:pt x="11165" y="20332"/>
                    <a:pt x="8245" y="7688"/>
                    <a:pt x="6803" y="4620"/>
                  </a:cubicBezTo>
                  <a:cubicBezTo>
                    <a:pt x="5474" y="1862"/>
                    <a:pt x="4175" y="0"/>
                    <a:pt x="33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0" name="Google Shape;3680;g3048a510704_4_0"/>
            <p:cNvSpPr/>
            <p:nvPr/>
          </p:nvSpPr>
          <p:spPr>
            <a:xfrm>
              <a:off x="1908300" y="3181900"/>
              <a:ext cx="755150" cy="653500"/>
            </a:xfrm>
            <a:custGeom>
              <a:rect b="b" l="l" r="r" t="t"/>
              <a:pathLst>
                <a:path extrusionOk="0" h="26140" w="30206">
                  <a:moveTo>
                    <a:pt x="3698" y="1"/>
                  </a:moveTo>
                  <a:cubicBezTo>
                    <a:pt x="3550" y="1"/>
                    <a:pt x="3402" y="38"/>
                    <a:pt x="3291" y="112"/>
                  </a:cubicBezTo>
                  <a:cubicBezTo>
                    <a:pt x="3143" y="223"/>
                    <a:pt x="3106" y="407"/>
                    <a:pt x="3180" y="555"/>
                  </a:cubicBezTo>
                  <a:cubicBezTo>
                    <a:pt x="3225" y="645"/>
                    <a:pt x="3310" y="694"/>
                    <a:pt x="3403" y="694"/>
                  </a:cubicBezTo>
                  <a:cubicBezTo>
                    <a:pt x="3464" y="694"/>
                    <a:pt x="3528" y="673"/>
                    <a:pt x="3587" y="629"/>
                  </a:cubicBezTo>
                  <a:lnTo>
                    <a:pt x="3698" y="629"/>
                  </a:lnTo>
                  <a:cubicBezTo>
                    <a:pt x="3808" y="629"/>
                    <a:pt x="3993" y="666"/>
                    <a:pt x="4215" y="888"/>
                  </a:cubicBezTo>
                  <a:cubicBezTo>
                    <a:pt x="4585" y="1184"/>
                    <a:pt x="4992" y="1701"/>
                    <a:pt x="5472" y="2404"/>
                  </a:cubicBezTo>
                  <a:cubicBezTo>
                    <a:pt x="5916" y="3143"/>
                    <a:pt x="6396" y="4031"/>
                    <a:pt x="6877" y="5066"/>
                  </a:cubicBezTo>
                  <a:cubicBezTo>
                    <a:pt x="7247" y="5805"/>
                    <a:pt x="7690" y="7136"/>
                    <a:pt x="8171" y="8763"/>
                  </a:cubicBezTo>
                  <a:cubicBezTo>
                    <a:pt x="8873" y="11166"/>
                    <a:pt x="9650" y="14161"/>
                    <a:pt x="10241" y="16564"/>
                  </a:cubicBezTo>
                  <a:cubicBezTo>
                    <a:pt x="10537" y="17747"/>
                    <a:pt x="10796" y="18782"/>
                    <a:pt x="10981" y="19521"/>
                  </a:cubicBezTo>
                  <a:cubicBezTo>
                    <a:pt x="11129" y="20261"/>
                    <a:pt x="11240" y="20704"/>
                    <a:pt x="11240" y="20704"/>
                  </a:cubicBezTo>
                  <a:cubicBezTo>
                    <a:pt x="11277" y="20778"/>
                    <a:pt x="11314" y="20852"/>
                    <a:pt x="11387" y="20889"/>
                  </a:cubicBezTo>
                  <a:cubicBezTo>
                    <a:pt x="11431" y="20932"/>
                    <a:pt x="11487" y="20950"/>
                    <a:pt x="11541" y="20950"/>
                  </a:cubicBezTo>
                  <a:cubicBezTo>
                    <a:pt x="11579" y="20950"/>
                    <a:pt x="11616" y="20941"/>
                    <a:pt x="11646" y="20926"/>
                  </a:cubicBezTo>
                  <a:lnTo>
                    <a:pt x="22996" y="16859"/>
                  </a:lnTo>
                  <a:cubicBezTo>
                    <a:pt x="23070" y="16859"/>
                    <a:pt x="23107" y="16822"/>
                    <a:pt x="23144" y="16748"/>
                  </a:cubicBezTo>
                  <a:cubicBezTo>
                    <a:pt x="23144" y="16748"/>
                    <a:pt x="23181" y="16711"/>
                    <a:pt x="23218" y="16601"/>
                  </a:cubicBezTo>
                  <a:cubicBezTo>
                    <a:pt x="23440" y="16305"/>
                    <a:pt x="23994" y="15491"/>
                    <a:pt x="24623" y="14789"/>
                  </a:cubicBezTo>
                  <a:cubicBezTo>
                    <a:pt x="24956" y="14419"/>
                    <a:pt x="25288" y="14087"/>
                    <a:pt x="25621" y="13865"/>
                  </a:cubicBezTo>
                  <a:cubicBezTo>
                    <a:pt x="25917" y="13606"/>
                    <a:pt x="26250" y="13495"/>
                    <a:pt x="26434" y="13495"/>
                  </a:cubicBezTo>
                  <a:cubicBezTo>
                    <a:pt x="27100" y="13495"/>
                    <a:pt x="27802" y="13791"/>
                    <a:pt x="28394" y="14234"/>
                  </a:cubicBezTo>
                  <a:cubicBezTo>
                    <a:pt x="28985" y="14678"/>
                    <a:pt x="29429" y="15307"/>
                    <a:pt x="29540" y="15861"/>
                  </a:cubicBezTo>
                  <a:cubicBezTo>
                    <a:pt x="29556" y="15877"/>
                    <a:pt x="29565" y="15892"/>
                    <a:pt x="29570" y="15908"/>
                  </a:cubicBezTo>
                  <a:lnTo>
                    <a:pt x="29570" y="15908"/>
                  </a:lnTo>
                  <a:cubicBezTo>
                    <a:pt x="29496" y="15903"/>
                    <a:pt x="29352" y="15845"/>
                    <a:pt x="29207" y="15787"/>
                  </a:cubicBezTo>
                  <a:cubicBezTo>
                    <a:pt x="28875" y="15639"/>
                    <a:pt x="28542" y="15418"/>
                    <a:pt x="28246" y="15233"/>
                  </a:cubicBezTo>
                  <a:cubicBezTo>
                    <a:pt x="28098" y="15122"/>
                    <a:pt x="27987" y="15048"/>
                    <a:pt x="27913" y="14974"/>
                  </a:cubicBezTo>
                  <a:cubicBezTo>
                    <a:pt x="27802" y="14900"/>
                    <a:pt x="27765" y="14900"/>
                    <a:pt x="27765" y="14900"/>
                  </a:cubicBezTo>
                  <a:cubicBezTo>
                    <a:pt x="27697" y="14848"/>
                    <a:pt x="27620" y="14821"/>
                    <a:pt x="27550" y="14821"/>
                  </a:cubicBezTo>
                  <a:cubicBezTo>
                    <a:pt x="27470" y="14821"/>
                    <a:pt x="27398" y="14858"/>
                    <a:pt x="27359" y="14937"/>
                  </a:cubicBezTo>
                  <a:cubicBezTo>
                    <a:pt x="27359" y="14937"/>
                    <a:pt x="27248" y="15048"/>
                    <a:pt x="27137" y="15196"/>
                  </a:cubicBezTo>
                  <a:cubicBezTo>
                    <a:pt x="26952" y="15418"/>
                    <a:pt x="26619" y="15787"/>
                    <a:pt x="26324" y="16083"/>
                  </a:cubicBezTo>
                  <a:cubicBezTo>
                    <a:pt x="25991" y="16416"/>
                    <a:pt x="25658" y="16711"/>
                    <a:pt x="25510" y="16785"/>
                  </a:cubicBezTo>
                  <a:cubicBezTo>
                    <a:pt x="25362" y="16859"/>
                    <a:pt x="25141" y="16896"/>
                    <a:pt x="24882" y="16896"/>
                  </a:cubicBezTo>
                  <a:cubicBezTo>
                    <a:pt x="24660" y="16896"/>
                    <a:pt x="24401" y="16859"/>
                    <a:pt x="24216" y="16859"/>
                  </a:cubicBezTo>
                  <a:cubicBezTo>
                    <a:pt x="24142" y="16822"/>
                    <a:pt x="24068" y="16822"/>
                    <a:pt x="24031" y="16785"/>
                  </a:cubicBezTo>
                  <a:lnTo>
                    <a:pt x="23957" y="16785"/>
                  </a:lnTo>
                  <a:cubicBezTo>
                    <a:pt x="23912" y="16770"/>
                    <a:pt x="23872" y="16761"/>
                    <a:pt x="23836" y="16761"/>
                  </a:cubicBezTo>
                  <a:cubicBezTo>
                    <a:pt x="23785" y="16761"/>
                    <a:pt x="23742" y="16779"/>
                    <a:pt x="23699" y="16822"/>
                  </a:cubicBezTo>
                  <a:cubicBezTo>
                    <a:pt x="23699" y="16822"/>
                    <a:pt x="23477" y="16970"/>
                    <a:pt x="23107" y="17192"/>
                  </a:cubicBezTo>
                  <a:cubicBezTo>
                    <a:pt x="21887" y="18042"/>
                    <a:pt x="18745" y="20113"/>
                    <a:pt x="15787" y="21998"/>
                  </a:cubicBezTo>
                  <a:cubicBezTo>
                    <a:pt x="14308" y="22960"/>
                    <a:pt x="12903" y="23847"/>
                    <a:pt x="11794" y="24475"/>
                  </a:cubicBezTo>
                  <a:cubicBezTo>
                    <a:pt x="11240" y="24808"/>
                    <a:pt x="10759" y="25067"/>
                    <a:pt x="10389" y="25252"/>
                  </a:cubicBezTo>
                  <a:cubicBezTo>
                    <a:pt x="10204" y="25363"/>
                    <a:pt x="10057" y="25400"/>
                    <a:pt x="9946" y="25474"/>
                  </a:cubicBezTo>
                  <a:cubicBezTo>
                    <a:pt x="9885" y="25474"/>
                    <a:pt x="9849" y="25498"/>
                    <a:pt x="9818" y="25507"/>
                  </a:cubicBezTo>
                  <a:lnTo>
                    <a:pt x="9818" y="25507"/>
                  </a:lnTo>
                  <a:cubicBezTo>
                    <a:pt x="9771" y="25492"/>
                    <a:pt x="9673" y="25419"/>
                    <a:pt x="9576" y="25289"/>
                  </a:cubicBezTo>
                  <a:cubicBezTo>
                    <a:pt x="9095" y="24697"/>
                    <a:pt x="8282" y="23292"/>
                    <a:pt x="7321" y="21555"/>
                  </a:cubicBezTo>
                  <a:cubicBezTo>
                    <a:pt x="5953" y="18967"/>
                    <a:pt x="4252" y="15565"/>
                    <a:pt x="2921" y="12830"/>
                  </a:cubicBezTo>
                  <a:cubicBezTo>
                    <a:pt x="2293" y="11462"/>
                    <a:pt x="1701" y="10279"/>
                    <a:pt x="1294" y="9428"/>
                  </a:cubicBezTo>
                  <a:cubicBezTo>
                    <a:pt x="888" y="8541"/>
                    <a:pt x="629" y="8023"/>
                    <a:pt x="629" y="8023"/>
                  </a:cubicBezTo>
                  <a:cubicBezTo>
                    <a:pt x="575" y="7915"/>
                    <a:pt x="461" y="7846"/>
                    <a:pt x="346" y="7846"/>
                  </a:cubicBezTo>
                  <a:cubicBezTo>
                    <a:pt x="304" y="7846"/>
                    <a:pt x="262" y="7856"/>
                    <a:pt x="222" y="7875"/>
                  </a:cubicBezTo>
                  <a:cubicBezTo>
                    <a:pt x="74" y="7949"/>
                    <a:pt x="1" y="8134"/>
                    <a:pt x="74" y="8282"/>
                  </a:cubicBezTo>
                  <a:cubicBezTo>
                    <a:pt x="74" y="8282"/>
                    <a:pt x="2145" y="12719"/>
                    <a:pt x="4363" y="17118"/>
                  </a:cubicBezTo>
                  <a:cubicBezTo>
                    <a:pt x="5472" y="19336"/>
                    <a:pt x="6618" y="21555"/>
                    <a:pt x="7543" y="23218"/>
                  </a:cubicBezTo>
                  <a:cubicBezTo>
                    <a:pt x="8023" y="24032"/>
                    <a:pt x="8430" y="24734"/>
                    <a:pt x="8763" y="25252"/>
                  </a:cubicBezTo>
                  <a:cubicBezTo>
                    <a:pt x="8947" y="25474"/>
                    <a:pt x="9095" y="25695"/>
                    <a:pt x="9243" y="25843"/>
                  </a:cubicBezTo>
                  <a:cubicBezTo>
                    <a:pt x="9317" y="25917"/>
                    <a:pt x="9391" y="25991"/>
                    <a:pt x="9465" y="26028"/>
                  </a:cubicBezTo>
                  <a:cubicBezTo>
                    <a:pt x="9539" y="26065"/>
                    <a:pt x="9613" y="26139"/>
                    <a:pt x="9761" y="26139"/>
                  </a:cubicBezTo>
                  <a:cubicBezTo>
                    <a:pt x="9909" y="26139"/>
                    <a:pt x="10057" y="26065"/>
                    <a:pt x="10204" y="25991"/>
                  </a:cubicBezTo>
                  <a:cubicBezTo>
                    <a:pt x="10870" y="25732"/>
                    <a:pt x="12016" y="25104"/>
                    <a:pt x="13421" y="24217"/>
                  </a:cubicBezTo>
                  <a:cubicBezTo>
                    <a:pt x="17312" y="21862"/>
                    <a:pt x="23062" y="17994"/>
                    <a:pt x="23922" y="17414"/>
                  </a:cubicBezTo>
                  <a:lnTo>
                    <a:pt x="23922" y="17414"/>
                  </a:lnTo>
                  <a:cubicBezTo>
                    <a:pt x="24118" y="17458"/>
                    <a:pt x="24483" y="17525"/>
                    <a:pt x="24882" y="17525"/>
                  </a:cubicBezTo>
                  <a:cubicBezTo>
                    <a:pt x="25177" y="17525"/>
                    <a:pt x="25473" y="17488"/>
                    <a:pt x="25769" y="17340"/>
                  </a:cubicBezTo>
                  <a:cubicBezTo>
                    <a:pt x="25991" y="17229"/>
                    <a:pt x="26213" y="17081"/>
                    <a:pt x="26434" y="16859"/>
                  </a:cubicBezTo>
                  <a:cubicBezTo>
                    <a:pt x="26896" y="16424"/>
                    <a:pt x="27375" y="15863"/>
                    <a:pt x="27638" y="15548"/>
                  </a:cubicBezTo>
                  <a:lnTo>
                    <a:pt x="27638" y="15548"/>
                  </a:lnTo>
                  <a:cubicBezTo>
                    <a:pt x="27786" y="15650"/>
                    <a:pt x="27988" y="15788"/>
                    <a:pt x="28209" y="15935"/>
                  </a:cubicBezTo>
                  <a:cubicBezTo>
                    <a:pt x="28431" y="16083"/>
                    <a:pt x="28690" y="16231"/>
                    <a:pt x="28948" y="16342"/>
                  </a:cubicBezTo>
                  <a:cubicBezTo>
                    <a:pt x="29170" y="16453"/>
                    <a:pt x="29392" y="16527"/>
                    <a:pt x="29614" y="16527"/>
                  </a:cubicBezTo>
                  <a:cubicBezTo>
                    <a:pt x="29762" y="16527"/>
                    <a:pt x="29910" y="16490"/>
                    <a:pt x="30021" y="16379"/>
                  </a:cubicBezTo>
                  <a:cubicBezTo>
                    <a:pt x="30132" y="16268"/>
                    <a:pt x="30205" y="16120"/>
                    <a:pt x="30169" y="15972"/>
                  </a:cubicBezTo>
                  <a:cubicBezTo>
                    <a:pt x="30169" y="15898"/>
                    <a:pt x="30169" y="15787"/>
                    <a:pt x="30132" y="15713"/>
                  </a:cubicBezTo>
                  <a:cubicBezTo>
                    <a:pt x="29947" y="14974"/>
                    <a:pt x="29429" y="14271"/>
                    <a:pt x="28764" y="13754"/>
                  </a:cubicBezTo>
                  <a:cubicBezTo>
                    <a:pt x="28098" y="13236"/>
                    <a:pt x="27285" y="12867"/>
                    <a:pt x="26434" y="12867"/>
                  </a:cubicBezTo>
                  <a:cubicBezTo>
                    <a:pt x="25954" y="12867"/>
                    <a:pt x="25510" y="13125"/>
                    <a:pt x="25067" y="13458"/>
                  </a:cubicBezTo>
                  <a:cubicBezTo>
                    <a:pt x="24438" y="13976"/>
                    <a:pt x="23847" y="14715"/>
                    <a:pt x="23366" y="15344"/>
                  </a:cubicBezTo>
                  <a:cubicBezTo>
                    <a:pt x="23027" y="15796"/>
                    <a:pt x="22774" y="16183"/>
                    <a:pt x="22674" y="16341"/>
                  </a:cubicBezTo>
                  <a:lnTo>
                    <a:pt x="22674" y="16341"/>
                  </a:lnTo>
                  <a:lnTo>
                    <a:pt x="11754" y="20217"/>
                  </a:lnTo>
                  <a:lnTo>
                    <a:pt x="11754" y="20217"/>
                  </a:lnTo>
                  <a:cubicBezTo>
                    <a:pt x="11548" y="19314"/>
                    <a:pt x="10948" y="16721"/>
                    <a:pt x="10204" y="13865"/>
                  </a:cubicBezTo>
                  <a:cubicBezTo>
                    <a:pt x="9761" y="12090"/>
                    <a:pt x="9243" y="10205"/>
                    <a:pt x="8763" y="8578"/>
                  </a:cubicBezTo>
                  <a:cubicBezTo>
                    <a:pt x="8282" y="6951"/>
                    <a:pt x="7838" y="5583"/>
                    <a:pt x="7432" y="4807"/>
                  </a:cubicBezTo>
                  <a:cubicBezTo>
                    <a:pt x="6803" y="3402"/>
                    <a:pt x="6138" y="2219"/>
                    <a:pt x="5509" y="1406"/>
                  </a:cubicBezTo>
                  <a:cubicBezTo>
                    <a:pt x="5213" y="962"/>
                    <a:pt x="4918" y="629"/>
                    <a:pt x="4622" y="407"/>
                  </a:cubicBezTo>
                  <a:cubicBezTo>
                    <a:pt x="4326" y="149"/>
                    <a:pt x="4030" y="1"/>
                    <a:pt x="36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1" name="Google Shape;3681;g3048a510704_4_0"/>
            <p:cNvSpPr/>
            <p:nvPr/>
          </p:nvSpPr>
          <p:spPr>
            <a:xfrm>
              <a:off x="2058950" y="3511875"/>
              <a:ext cx="597325" cy="315200"/>
            </a:xfrm>
            <a:custGeom>
              <a:rect b="b" l="l" r="r" t="t"/>
              <a:pathLst>
                <a:path extrusionOk="0" h="12608" w="23893">
                  <a:moveTo>
                    <a:pt x="20408" y="0"/>
                  </a:moveTo>
                  <a:cubicBezTo>
                    <a:pt x="18967" y="0"/>
                    <a:pt x="16859" y="3402"/>
                    <a:pt x="16859" y="3402"/>
                  </a:cubicBezTo>
                  <a:lnTo>
                    <a:pt x="5509" y="7431"/>
                  </a:lnTo>
                  <a:cubicBezTo>
                    <a:pt x="5509" y="7431"/>
                    <a:pt x="5140" y="5842"/>
                    <a:pt x="4622" y="3623"/>
                  </a:cubicBezTo>
                  <a:lnTo>
                    <a:pt x="1" y="6544"/>
                  </a:lnTo>
                  <a:cubicBezTo>
                    <a:pt x="1738" y="9871"/>
                    <a:pt x="3291" y="12607"/>
                    <a:pt x="3735" y="12607"/>
                  </a:cubicBezTo>
                  <a:cubicBezTo>
                    <a:pt x="4881" y="12607"/>
                    <a:pt x="17821" y="3882"/>
                    <a:pt x="17821" y="3882"/>
                  </a:cubicBezTo>
                  <a:cubicBezTo>
                    <a:pt x="17821" y="3882"/>
                    <a:pt x="18330" y="4030"/>
                    <a:pt x="18856" y="4030"/>
                  </a:cubicBezTo>
                  <a:cubicBezTo>
                    <a:pt x="19119" y="4030"/>
                    <a:pt x="19386" y="3993"/>
                    <a:pt x="19595" y="3882"/>
                  </a:cubicBezTo>
                  <a:cubicBezTo>
                    <a:pt x="20261" y="3549"/>
                    <a:pt x="21555" y="1923"/>
                    <a:pt x="21555" y="1923"/>
                  </a:cubicBezTo>
                  <a:cubicBezTo>
                    <a:pt x="21555" y="1923"/>
                    <a:pt x="23017" y="3030"/>
                    <a:pt x="23602" y="3030"/>
                  </a:cubicBezTo>
                  <a:cubicBezTo>
                    <a:pt x="23795" y="3030"/>
                    <a:pt x="23892" y="2909"/>
                    <a:pt x="23810" y="2588"/>
                  </a:cubicBezTo>
                  <a:cubicBezTo>
                    <a:pt x="23514" y="1294"/>
                    <a:pt x="21887" y="0"/>
                    <a:pt x="20408" y="0"/>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2" name="Google Shape;3682;g3048a510704_4_0"/>
            <p:cNvSpPr/>
            <p:nvPr/>
          </p:nvSpPr>
          <p:spPr>
            <a:xfrm>
              <a:off x="2050625" y="3503550"/>
              <a:ext cx="612825" cy="331850"/>
            </a:xfrm>
            <a:custGeom>
              <a:rect b="b" l="l" r="r" t="t"/>
              <a:pathLst>
                <a:path extrusionOk="0" h="13274" w="24513">
                  <a:moveTo>
                    <a:pt x="20741" y="629"/>
                  </a:moveTo>
                  <a:cubicBezTo>
                    <a:pt x="21407" y="629"/>
                    <a:pt x="22109" y="925"/>
                    <a:pt x="22701" y="1368"/>
                  </a:cubicBezTo>
                  <a:cubicBezTo>
                    <a:pt x="23292" y="1812"/>
                    <a:pt x="23736" y="2441"/>
                    <a:pt x="23847" y="2995"/>
                  </a:cubicBezTo>
                  <a:cubicBezTo>
                    <a:pt x="23863" y="3011"/>
                    <a:pt x="23872" y="3026"/>
                    <a:pt x="23877" y="3042"/>
                  </a:cubicBezTo>
                  <a:lnTo>
                    <a:pt x="23877" y="3042"/>
                  </a:lnTo>
                  <a:cubicBezTo>
                    <a:pt x="23803" y="3037"/>
                    <a:pt x="23659" y="2979"/>
                    <a:pt x="23514" y="2921"/>
                  </a:cubicBezTo>
                  <a:cubicBezTo>
                    <a:pt x="23182" y="2773"/>
                    <a:pt x="22849" y="2552"/>
                    <a:pt x="22553" y="2367"/>
                  </a:cubicBezTo>
                  <a:cubicBezTo>
                    <a:pt x="22405" y="2256"/>
                    <a:pt x="22294" y="2182"/>
                    <a:pt x="22220" y="2108"/>
                  </a:cubicBezTo>
                  <a:cubicBezTo>
                    <a:pt x="22109" y="2034"/>
                    <a:pt x="22072" y="2034"/>
                    <a:pt x="22072" y="2034"/>
                  </a:cubicBezTo>
                  <a:cubicBezTo>
                    <a:pt x="22004" y="1982"/>
                    <a:pt x="21927" y="1955"/>
                    <a:pt x="21857" y="1955"/>
                  </a:cubicBezTo>
                  <a:cubicBezTo>
                    <a:pt x="21777" y="1955"/>
                    <a:pt x="21705" y="1992"/>
                    <a:pt x="21666" y="2071"/>
                  </a:cubicBezTo>
                  <a:cubicBezTo>
                    <a:pt x="21666" y="2071"/>
                    <a:pt x="21555" y="2182"/>
                    <a:pt x="21444" y="2330"/>
                  </a:cubicBezTo>
                  <a:cubicBezTo>
                    <a:pt x="21259" y="2552"/>
                    <a:pt x="20926" y="2921"/>
                    <a:pt x="20631" y="3217"/>
                  </a:cubicBezTo>
                  <a:cubicBezTo>
                    <a:pt x="20298" y="3550"/>
                    <a:pt x="19965" y="3845"/>
                    <a:pt x="19817" y="3919"/>
                  </a:cubicBezTo>
                  <a:cubicBezTo>
                    <a:pt x="19669" y="3993"/>
                    <a:pt x="19448" y="4030"/>
                    <a:pt x="19189" y="4030"/>
                  </a:cubicBezTo>
                  <a:cubicBezTo>
                    <a:pt x="18967" y="4030"/>
                    <a:pt x="18708" y="3993"/>
                    <a:pt x="18523" y="3993"/>
                  </a:cubicBezTo>
                  <a:cubicBezTo>
                    <a:pt x="18449" y="3956"/>
                    <a:pt x="18375" y="3956"/>
                    <a:pt x="18338" y="3919"/>
                  </a:cubicBezTo>
                  <a:lnTo>
                    <a:pt x="18264" y="3919"/>
                  </a:lnTo>
                  <a:cubicBezTo>
                    <a:pt x="18219" y="3904"/>
                    <a:pt x="18179" y="3895"/>
                    <a:pt x="18143" y="3895"/>
                  </a:cubicBezTo>
                  <a:cubicBezTo>
                    <a:pt x="18092" y="3895"/>
                    <a:pt x="18049" y="3913"/>
                    <a:pt x="18006" y="3956"/>
                  </a:cubicBezTo>
                  <a:cubicBezTo>
                    <a:pt x="18006" y="3956"/>
                    <a:pt x="17784" y="4104"/>
                    <a:pt x="17414" y="4326"/>
                  </a:cubicBezTo>
                  <a:cubicBezTo>
                    <a:pt x="16194" y="5176"/>
                    <a:pt x="13052" y="7247"/>
                    <a:pt x="10094" y="9132"/>
                  </a:cubicBezTo>
                  <a:cubicBezTo>
                    <a:pt x="8615" y="10094"/>
                    <a:pt x="7210" y="10981"/>
                    <a:pt x="6101" y="11609"/>
                  </a:cubicBezTo>
                  <a:cubicBezTo>
                    <a:pt x="5547" y="11942"/>
                    <a:pt x="5066" y="12201"/>
                    <a:pt x="4696" y="12386"/>
                  </a:cubicBezTo>
                  <a:cubicBezTo>
                    <a:pt x="4511" y="12497"/>
                    <a:pt x="4364" y="12534"/>
                    <a:pt x="4253" y="12608"/>
                  </a:cubicBezTo>
                  <a:cubicBezTo>
                    <a:pt x="4179" y="12608"/>
                    <a:pt x="4142" y="12645"/>
                    <a:pt x="4105" y="12645"/>
                  </a:cubicBezTo>
                  <a:cubicBezTo>
                    <a:pt x="4031" y="12608"/>
                    <a:pt x="3846" y="12386"/>
                    <a:pt x="3624" y="12053"/>
                  </a:cubicBezTo>
                  <a:cubicBezTo>
                    <a:pt x="2948" y="11092"/>
                    <a:pt x="1894" y="9171"/>
                    <a:pt x="761" y="6983"/>
                  </a:cubicBezTo>
                  <a:lnTo>
                    <a:pt x="761" y="6983"/>
                  </a:lnTo>
                  <a:lnTo>
                    <a:pt x="4740" y="4480"/>
                  </a:lnTo>
                  <a:lnTo>
                    <a:pt x="4740" y="4480"/>
                  </a:lnTo>
                  <a:cubicBezTo>
                    <a:pt x="4978" y="5399"/>
                    <a:pt x="5160" y="6192"/>
                    <a:pt x="5288" y="6766"/>
                  </a:cubicBezTo>
                  <a:cubicBezTo>
                    <a:pt x="5473" y="7432"/>
                    <a:pt x="5547" y="7838"/>
                    <a:pt x="5547" y="7838"/>
                  </a:cubicBezTo>
                  <a:cubicBezTo>
                    <a:pt x="5584" y="7912"/>
                    <a:pt x="5621" y="7986"/>
                    <a:pt x="5694" y="8023"/>
                  </a:cubicBezTo>
                  <a:cubicBezTo>
                    <a:pt x="5738" y="8066"/>
                    <a:pt x="5794" y="8084"/>
                    <a:pt x="5848" y="8084"/>
                  </a:cubicBezTo>
                  <a:cubicBezTo>
                    <a:pt x="5886" y="8084"/>
                    <a:pt x="5923" y="8075"/>
                    <a:pt x="5953" y="8060"/>
                  </a:cubicBezTo>
                  <a:lnTo>
                    <a:pt x="17303" y="3993"/>
                  </a:lnTo>
                  <a:cubicBezTo>
                    <a:pt x="17377" y="3993"/>
                    <a:pt x="17414" y="3956"/>
                    <a:pt x="17451" y="3882"/>
                  </a:cubicBezTo>
                  <a:cubicBezTo>
                    <a:pt x="17451" y="3882"/>
                    <a:pt x="17488" y="3845"/>
                    <a:pt x="17525" y="3735"/>
                  </a:cubicBezTo>
                  <a:cubicBezTo>
                    <a:pt x="17747" y="3439"/>
                    <a:pt x="18301" y="2625"/>
                    <a:pt x="18930" y="1923"/>
                  </a:cubicBezTo>
                  <a:cubicBezTo>
                    <a:pt x="19263" y="1553"/>
                    <a:pt x="19595" y="1221"/>
                    <a:pt x="19928" y="999"/>
                  </a:cubicBezTo>
                  <a:cubicBezTo>
                    <a:pt x="20224" y="740"/>
                    <a:pt x="20557" y="629"/>
                    <a:pt x="20741" y="629"/>
                  </a:cubicBezTo>
                  <a:close/>
                  <a:moveTo>
                    <a:pt x="20741" y="1"/>
                  </a:moveTo>
                  <a:cubicBezTo>
                    <a:pt x="20261" y="1"/>
                    <a:pt x="19817" y="259"/>
                    <a:pt x="19374" y="592"/>
                  </a:cubicBezTo>
                  <a:cubicBezTo>
                    <a:pt x="18745" y="1110"/>
                    <a:pt x="18154" y="1849"/>
                    <a:pt x="17673" y="2478"/>
                  </a:cubicBezTo>
                  <a:cubicBezTo>
                    <a:pt x="17334" y="2930"/>
                    <a:pt x="17081" y="3317"/>
                    <a:pt x="16981" y="3475"/>
                  </a:cubicBezTo>
                  <a:lnTo>
                    <a:pt x="16981" y="3475"/>
                  </a:lnTo>
                  <a:lnTo>
                    <a:pt x="6059" y="7352"/>
                  </a:lnTo>
                  <a:lnTo>
                    <a:pt x="6059" y="7352"/>
                  </a:lnTo>
                  <a:cubicBezTo>
                    <a:pt x="5924" y="6772"/>
                    <a:pt x="5627" y="5493"/>
                    <a:pt x="5251" y="3882"/>
                  </a:cubicBezTo>
                  <a:cubicBezTo>
                    <a:pt x="5214" y="3809"/>
                    <a:pt x="5140" y="3735"/>
                    <a:pt x="5066" y="3698"/>
                  </a:cubicBezTo>
                  <a:cubicBezTo>
                    <a:pt x="5011" y="3679"/>
                    <a:pt x="4955" y="3670"/>
                    <a:pt x="4904" y="3670"/>
                  </a:cubicBezTo>
                  <a:cubicBezTo>
                    <a:pt x="4853" y="3670"/>
                    <a:pt x="4807" y="3679"/>
                    <a:pt x="4770" y="3698"/>
                  </a:cubicBezTo>
                  <a:lnTo>
                    <a:pt x="186" y="6618"/>
                  </a:lnTo>
                  <a:cubicBezTo>
                    <a:pt x="38" y="6692"/>
                    <a:pt x="1" y="6877"/>
                    <a:pt x="75" y="7025"/>
                  </a:cubicBezTo>
                  <a:cubicBezTo>
                    <a:pt x="925" y="8689"/>
                    <a:pt x="1739" y="10204"/>
                    <a:pt x="2404" y="11314"/>
                  </a:cubicBezTo>
                  <a:cubicBezTo>
                    <a:pt x="2737" y="11868"/>
                    <a:pt x="3033" y="12349"/>
                    <a:pt x="3291" y="12645"/>
                  </a:cubicBezTo>
                  <a:cubicBezTo>
                    <a:pt x="3402" y="12829"/>
                    <a:pt x="3513" y="12940"/>
                    <a:pt x="3624" y="13051"/>
                  </a:cubicBezTo>
                  <a:cubicBezTo>
                    <a:pt x="3698" y="13125"/>
                    <a:pt x="3735" y="13162"/>
                    <a:pt x="3809" y="13199"/>
                  </a:cubicBezTo>
                  <a:cubicBezTo>
                    <a:pt x="3883" y="13236"/>
                    <a:pt x="3957" y="13273"/>
                    <a:pt x="4068" y="13273"/>
                  </a:cubicBezTo>
                  <a:cubicBezTo>
                    <a:pt x="4216" y="13273"/>
                    <a:pt x="4364" y="13199"/>
                    <a:pt x="4511" y="13125"/>
                  </a:cubicBezTo>
                  <a:cubicBezTo>
                    <a:pt x="5177" y="12866"/>
                    <a:pt x="6323" y="12238"/>
                    <a:pt x="7728" y="11351"/>
                  </a:cubicBezTo>
                  <a:cubicBezTo>
                    <a:pt x="11619" y="8996"/>
                    <a:pt x="17369" y="5128"/>
                    <a:pt x="18229" y="4548"/>
                  </a:cubicBezTo>
                  <a:lnTo>
                    <a:pt x="18229" y="4548"/>
                  </a:lnTo>
                  <a:cubicBezTo>
                    <a:pt x="18425" y="4592"/>
                    <a:pt x="18790" y="4659"/>
                    <a:pt x="19189" y="4659"/>
                  </a:cubicBezTo>
                  <a:cubicBezTo>
                    <a:pt x="19484" y="4659"/>
                    <a:pt x="19780" y="4622"/>
                    <a:pt x="20076" y="4474"/>
                  </a:cubicBezTo>
                  <a:cubicBezTo>
                    <a:pt x="20298" y="4363"/>
                    <a:pt x="20520" y="4215"/>
                    <a:pt x="20741" y="3993"/>
                  </a:cubicBezTo>
                  <a:cubicBezTo>
                    <a:pt x="21203" y="3558"/>
                    <a:pt x="21682" y="2997"/>
                    <a:pt x="21945" y="2682"/>
                  </a:cubicBezTo>
                  <a:lnTo>
                    <a:pt x="21945" y="2682"/>
                  </a:lnTo>
                  <a:cubicBezTo>
                    <a:pt x="22093" y="2784"/>
                    <a:pt x="22295" y="2922"/>
                    <a:pt x="22516" y="3069"/>
                  </a:cubicBezTo>
                  <a:cubicBezTo>
                    <a:pt x="22738" y="3217"/>
                    <a:pt x="22997" y="3365"/>
                    <a:pt x="23255" y="3476"/>
                  </a:cubicBezTo>
                  <a:cubicBezTo>
                    <a:pt x="23477" y="3587"/>
                    <a:pt x="23699" y="3661"/>
                    <a:pt x="23921" y="3661"/>
                  </a:cubicBezTo>
                  <a:cubicBezTo>
                    <a:pt x="24069" y="3661"/>
                    <a:pt x="24217" y="3624"/>
                    <a:pt x="24328" y="3513"/>
                  </a:cubicBezTo>
                  <a:cubicBezTo>
                    <a:pt x="24439" y="3402"/>
                    <a:pt x="24512" y="3254"/>
                    <a:pt x="24476" y="3106"/>
                  </a:cubicBezTo>
                  <a:cubicBezTo>
                    <a:pt x="24476" y="3032"/>
                    <a:pt x="24476" y="2921"/>
                    <a:pt x="24439" y="2847"/>
                  </a:cubicBezTo>
                  <a:cubicBezTo>
                    <a:pt x="24254" y="2108"/>
                    <a:pt x="23736" y="1405"/>
                    <a:pt x="23071" y="888"/>
                  </a:cubicBezTo>
                  <a:cubicBezTo>
                    <a:pt x="22405" y="370"/>
                    <a:pt x="21592" y="1"/>
                    <a:pt x="207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3" name="Google Shape;3683;g3048a510704_4_0"/>
            <p:cNvSpPr/>
            <p:nvPr/>
          </p:nvSpPr>
          <p:spPr>
            <a:xfrm>
              <a:off x="1660600" y="4206925"/>
              <a:ext cx="147900" cy="871025"/>
            </a:xfrm>
            <a:custGeom>
              <a:rect b="b" l="l" r="r" t="t"/>
              <a:pathLst>
                <a:path extrusionOk="0" h="34841" w="5916">
                  <a:moveTo>
                    <a:pt x="2514" y="0"/>
                  </a:moveTo>
                  <a:lnTo>
                    <a:pt x="0" y="555"/>
                  </a:lnTo>
                  <a:lnTo>
                    <a:pt x="4733" y="34346"/>
                  </a:lnTo>
                  <a:cubicBezTo>
                    <a:pt x="4765" y="34635"/>
                    <a:pt x="5021" y="34841"/>
                    <a:pt x="5306" y="34841"/>
                  </a:cubicBezTo>
                  <a:cubicBezTo>
                    <a:pt x="5348" y="34841"/>
                    <a:pt x="5392" y="34836"/>
                    <a:pt x="5435" y="34827"/>
                  </a:cubicBezTo>
                  <a:cubicBezTo>
                    <a:pt x="5731" y="34790"/>
                    <a:pt x="5916" y="34531"/>
                    <a:pt x="5879" y="34235"/>
                  </a:cubicBezTo>
                  <a:lnTo>
                    <a:pt x="25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4" name="Google Shape;3684;g3048a510704_4_0"/>
            <p:cNvSpPr/>
            <p:nvPr/>
          </p:nvSpPr>
          <p:spPr>
            <a:xfrm>
              <a:off x="1652275" y="4199525"/>
              <a:ext cx="162700" cy="886400"/>
            </a:xfrm>
            <a:custGeom>
              <a:rect b="b" l="l" r="r" t="t"/>
              <a:pathLst>
                <a:path extrusionOk="0" h="35456" w="6508">
                  <a:moveTo>
                    <a:pt x="2589" y="703"/>
                  </a:moveTo>
                  <a:lnTo>
                    <a:pt x="5912" y="34531"/>
                  </a:lnTo>
                  <a:lnTo>
                    <a:pt x="5879" y="34531"/>
                  </a:lnTo>
                  <a:lnTo>
                    <a:pt x="5916" y="34568"/>
                  </a:lnTo>
                  <a:cubicBezTo>
                    <a:pt x="5916" y="34716"/>
                    <a:pt x="5805" y="34790"/>
                    <a:pt x="5694" y="34827"/>
                  </a:cubicBezTo>
                  <a:lnTo>
                    <a:pt x="5620" y="34827"/>
                  </a:lnTo>
                  <a:cubicBezTo>
                    <a:pt x="5509" y="34827"/>
                    <a:pt x="5398" y="34753"/>
                    <a:pt x="5361" y="34605"/>
                  </a:cubicBezTo>
                  <a:lnTo>
                    <a:pt x="672" y="1118"/>
                  </a:lnTo>
                  <a:lnTo>
                    <a:pt x="672" y="1118"/>
                  </a:lnTo>
                  <a:lnTo>
                    <a:pt x="2589" y="703"/>
                  </a:lnTo>
                  <a:close/>
                  <a:moveTo>
                    <a:pt x="2773" y="0"/>
                  </a:moveTo>
                  <a:lnTo>
                    <a:pt x="259" y="555"/>
                  </a:lnTo>
                  <a:cubicBezTo>
                    <a:pt x="112" y="592"/>
                    <a:pt x="1" y="740"/>
                    <a:pt x="1" y="925"/>
                  </a:cubicBezTo>
                  <a:lnTo>
                    <a:pt x="4770" y="34716"/>
                  </a:lnTo>
                  <a:cubicBezTo>
                    <a:pt x="4844" y="35160"/>
                    <a:pt x="5214" y="35455"/>
                    <a:pt x="5620" y="35455"/>
                  </a:cubicBezTo>
                  <a:cubicBezTo>
                    <a:pt x="5694" y="35455"/>
                    <a:pt x="5768" y="35455"/>
                    <a:pt x="5842" y="35418"/>
                  </a:cubicBezTo>
                  <a:cubicBezTo>
                    <a:pt x="6249" y="35344"/>
                    <a:pt x="6507" y="34975"/>
                    <a:pt x="6507" y="34568"/>
                  </a:cubicBezTo>
                  <a:lnTo>
                    <a:pt x="6507" y="34494"/>
                  </a:lnTo>
                  <a:lnTo>
                    <a:pt x="3143" y="296"/>
                  </a:lnTo>
                  <a:cubicBezTo>
                    <a:pt x="3143" y="185"/>
                    <a:pt x="3106" y="111"/>
                    <a:pt x="3032" y="74"/>
                  </a:cubicBezTo>
                  <a:cubicBezTo>
                    <a:pt x="2958" y="0"/>
                    <a:pt x="2884" y="0"/>
                    <a:pt x="27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5" name="Google Shape;3685;g3048a510704_4_0"/>
            <p:cNvSpPr/>
            <p:nvPr/>
          </p:nvSpPr>
          <p:spPr>
            <a:xfrm>
              <a:off x="1118050" y="4228175"/>
              <a:ext cx="260675" cy="847075"/>
            </a:xfrm>
            <a:custGeom>
              <a:rect b="b" l="l" r="r" t="t"/>
              <a:pathLst>
                <a:path extrusionOk="0" h="33883" w="10427">
                  <a:moveTo>
                    <a:pt x="8023" y="1"/>
                  </a:moveTo>
                  <a:lnTo>
                    <a:pt x="75" y="33200"/>
                  </a:lnTo>
                  <a:cubicBezTo>
                    <a:pt x="1" y="33496"/>
                    <a:pt x="222" y="33829"/>
                    <a:pt x="555" y="33866"/>
                  </a:cubicBezTo>
                  <a:cubicBezTo>
                    <a:pt x="599" y="33877"/>
                    <a:pt x="643" y="33882"/>
                    <a:pt x="685" y="33882"/>
                  </a:cubicBezTo>
                  <a:cubicBezTo>
                    <a:pt x="924" y="33882"/>
                    <a:pt x="1121" y="33711"/>
                    <a:pt x="1184" y="33459"/>
                  </a:cubicBezTo>
                  <a:lnTo>
                    <a:pt x="10426" y="1258"/>
                  </a:lnTo>
                  <a:lnTo>
                    <a:pt x="802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6" name="Google Shape;3686;g3048a510704_4_0"/>
            <p:cNvSpPr/>
            <p:nvPr/>
          </p:nvSpPr>
          <p:spPr>
            <a:xfrm>
              <a:off x="1112500" y="4220175"/>
              <a:ext cx="274550" cy="862975"/>
            </a:xfrm>
            <a:custGeom>
              <a:rect b="b" l="l" r="r" t="t"/>
              <a:pathLst>
                <a:path extrusionOk="0" h="34519" w="10982">
                  <a:moveTo>
                    <a:pt x="8452" y="766"/>
                  </a:moveTo>
                  <a:lnTo>
                    <a:pt x="10279" y="1725"/>
                  </a:lnTo>
                  <a:lnTo>
                    <a:pt x="1110" y="33705"/>
                  </a:lnTo>
                  <a:cubicBezTo>
                    <a:pt x="1073" y="33816"/>
                    <a:pt x="962" y="33890"/>
                    <a:pt x="851" y="33890"/>
                  </a:cubicBezTo>
                  <a:lnTo>
                    <a:pt x="814" y="33890"/>
                  </a:lnTo>
                  <a:cubicBezTo>
                    <a:pt x="703" y="33890"/>
                    <a:pt x="592" y="33779"/>
                    <a:pt x="592" y="33631"/>
                  </a:cubicBezTo>
                  <a:lnTo>
                    <a:pt x="592" y="33594"/>
                  </a:lnTo>
                  <a:lnTo>
                    <a:pt x="8452" y="766"/>
                  </a:lnTo>
                  <a:close/>
                  <a:moveTo>
                    <a:pt x="8240" y="1"/>
                  </a:moveTo>
                  <a:cubicBezTo>
                    <a:pt x="8202" y="1"/>
                    <a:pt x="8165" y="9"/>
                    <a:pt x="8134" y="25"/>
                  </a:cubicBezTo>
                  <a:cubicBezTo>
                    <a:pt x="8060" y="62"/>
                    <a:pt x="7986" y="173"/>
                    <a:pt x="7950" y="247"/>
                  </a:cubicBezTo>
                  <a:lnTo>
                    <a:pt x="1" y="33446"/>
                  </a:lnTo>
                  <a:cubicBezTo>
                    <a:pt x="1" y="33483"/>
                    <a:pt x="1" y="33557"/>
                    <a:pt x="1" y="33631"/>
                  </a:cubicBezTo>
                  <a:cubicBezTo>
                    <a:pt x="1" y="34075"/>
                    <a:pt x="297" y="34445"/>
                    <a:pt x="740" y="34518"/>
                  </a:cubicBezTo>
                  <a:lnTo>
                    <a:pt x="851" y="34518"/>
                  </a:lnTo>
                  <a:cubicBezTo>
                    <a:pt x="1258" y="34518"/>
                    <a:pt x="1591" y="34260"/>
                    <a:pt x="1701" y="33890"/>
                  </a:cubicBezTo>
                  <a:lnTo>
                    <a:pt x="10944" y="1688"/>
                  </a:lnTo>
                  <a:cubicBezTo>
                    <a:pt x="10981" y="1541"/>
                    <a:pt x="10907" y="1393"/>
                    <a:pt x="10796" y="1319"/>
                  </a:cubicBezTo>
                  <a:lnTo>
                    <a:pt x="8393" y="62"/>
                  </a:lnTo>
                  <a:cubicBezTo>
                    <a:pt x="8350" y="18"/>
                    <a:pt x="8294" y="1"/>
                    <a:pt x="82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7" name="Google Shape;3687;g3048a510704_4_0"/>
            <p:cNvSpPr/>
            <p:nvPr/>
          </p:nvSpPr>
          <p:spPr>
            <a:xfrm>
              <a:off x="1551525" y="4218000"/>
              <a:ext cx="190425" cy="859700"/>
            </a:xfrm>
            <a:custGeom>
              <a:rect b="b" l="l" r="r" t="t"/>
              <a:pathLst>
                <a:path extrusionOk="0" h="34388" w="7617">
                  <a:moveTo>
                    <a:pt x="5140" y="1"/>
                  </a:moveTo>
                  <a:lnTo>
                    <a:pt x="75" y="33755"/>
                  </a:lnTo>
                  <a:cubicBezTo>
                    <a:pt x="1" y="34088"/>
                    <a:pt x="260" y="34384"/>
                    <a:pt x="592" y="34384"/>
                  </a:cubicBezTo>
                  <a:cubicBezTo>
                    <a:pt x="614" y="34386"/>
                    <a:pt x="636" y="34388"/>
                    <a:pt x="657" y="34388"/>
                  </a:cubicBezTo>
                  <a:cubicBezTo>
                    <a:pt x="925" y="34388"/>
                    <a:pt x="1150" y="34180"/>
                    <a:pt x="1184" y="33940"/>
                  </a:cubicBezTo>
                  <a:lnTo>
                    <a:pt x="7617" y="1073"/>
                  </a:lnTo>
                  <a:lnTo>
                    <a:pt x="514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8" name="Google Shape;3688;g3048a510704_4_0"/>
            <p:cNvSpPr/>
            <p:nvPr/>
          </p:nvSpPr>
          <p:spPr>
            <a:xfrm>
              <a:off x="1545075" y="4210000"/>
              <a:ext cx="205200" cy="875925"/>
            </a:xfrm>
            <a:custGeom>
              <a:rect b="b" l="l" r="r" t="t"/>
              <a:pathLst>
                <a:path extrusionOk="0" h="35037" w="8208">
                  <a:moveTo>
                    <a:pt x="5630" y="779"/>
                  </a:moveTo>
                  <a:lnTo>
                    <a:pt x="7505" y="1578"/>
                  </a:lnTo>
                  <a:lnTo>
                    <a:pt x="1146" y="34186"/>
                  </a:lnTo>
                  <a:cubicBezTo>
                    <a:pt x="1109" y="34334"/>
                    <a:pt x="998" y="34408"/>
                    <a:pt x="887" y="34408"/>
                  </a:cubicBezTo>
                  <a:cubicBezTo>
                    <a:pt x="739" y="34408"/>
                    <a:pt x="629" y="34297"/>
                    <a:pt x="629" y="34149"/>
                  </a:cubicBezTo>
                  <a:lnTo>
                    <a:pt x="629" y="34112"/>
                  </a:lnTo>
                  <a:lnTo>
                    <a:pt x="5630" y="779"/>
                  </a:lnTo>
                  <a:close/>
                  <a:moveTo>
                    <a:pt x="5385" y="1"/>
                  </a:moveTo>
                  <a:cubicBezTo>
                    <a:pt x="5330" y="1"/>
                    <a:pt x="5278" y="19"/>
                    <a:pt x="5213" y="62"/>
                  </a:cubicBezTo>
                  <a:cubicBezTo>
                    <a:pt x="5139" y="99"/>
                    <a:pt x="5102" y="173"/>
                    <a:pt x="5065" y="284"/>
                  </a:cubicBezTo>
                  <a:lnTo>
                    <a:pt x="0" y="34001"/>
                  </a:lnTo>
                  <a:lnTo>
                    <a:pt x="37" y="34001"/>
                  </a:lnTo>
                  <a:lnTo>
                    <a:pt x="0" y="34149"/>
                  </a:lnTo>
                  <a:cubicBezTo>
                    <a:pt x="0" y="34593"/>
                    <a:pt x="370" y="34999"/>
                    <a:pt x="850" y="35036"/>
                  </a:cubicBezTo>
                  <a:lnTo>
                    <a:pt x="887" y="35036"/>
                  </a:lnTo>
                  <a:cubicBezTo>
                    <a:pt x="1294" y="35036"/>
                    <a:pt x="1664" y="34741"/>
                    <a:pt x="1738" y="34334"/>
                  </a:cubicBezTo>
                  <a:lnTo>
                    <a:pt x="8171" y="1430"/>
                  </a:lnTo>
                  <a:cubicBezTo>
                    <a:pt x="8208" y="1282"/>
                    <a:pt x="8134" y="1134"/>
                    <a:pt x="7986" y="1097"/>
                  </a:cubicBezTo>
                  <a:lnTo>
                    <a:pt x="5509" y="25"/>
                  </a:lnTo>
                  <a:cubicBezTo>
                    <a:pt x="5463" y="10"/>
                    <a:pt x="5423" y="1"/>
                    <a:pt x="538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9" name="Google Shape;3689;g3048a510704_4_0"/>
            <p:cNvSpPr/>
            <p:nvPr/>
          </p:nvSpPr>
          <p:spPr>
            <a:xfrm>
              <a:off x="2127350" y="4206925"/>
              <a:ext cx="147900" cy="871025"/>
            </a:xfrm>
            <a:custGeom>
              <a:rect b="b" l="l" r="r" t="t"/>
              <a:pathLst>
                <a:path extrusionOk="0" h="34841" w="5916">
                  <a:moveTo>
                    <a:pt x="2515" y="0"/>
                  </a:moveTo>
                  <a:lnTo>
                    <a:pt x="1" y="555"/>
                  </a:lnTo>
                  <a:lnTo>
                    <a:pt x="4733" y="34346"/>
                  </a:lnTo>
                  <a:cubicBezTo>
                    <a:pt x="4797" y="34635"/>
                    <a:pt x="5029" y="34841"/>
                    <a:pt x="5307" y="34841"/>
                  </a:cubicBezTo>
                  <a:cubicBezTo>
                    <a:pt x="5349" y="34841"/>
                    <a:pt x="5392" y="34836"/>
                    <a:pt x="5435" y="34827"/>
                  </a:cubicBezTo>
                  <a:cubicBezTo>
                    <a:pt x="5731" y="34790"/>
                    <a:pt x="5916" y="34531"/>
                    <a:pt x="5879" y="34235"/>
                  </a:cubicBezTo>
                  <a:lnTo>
                    <a:pt x="25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0" name="Google Shape;3690;g3048a510704_4_0"/>
            <p:cNvSpPr/>
            <p:nvPr/>
          </p:nvSpPr>
          <p:spPr>
            <a:xfrm>
              <a:off x="2119025" y="4199525"/>
              <a:ext cx="162700" cy="886400"/>
            </a:xfrm>
            <a:custGeom>
              <a:rect b="b" l="l" r="r" t="t"/>
              <a:pathLst>
                <a:path extrusionOk="0" h="35456" w="6508">
                  <a:moveTo>
                    <a:pt x="2589" y="703"/>
                  </a:moveTo>
                  <a:lnTo>
                    <a:pt x="5916" y="34568"/>
                  </a:lnTo>
                  <a:cubicBezTo>
                    <a:pt x="5916" y="34716"/>
                    <a:pt x="5805" y="34790"/>
                    <a:pt x="5694" y="34827"/>
                  </a:cubicBezTo>
                  <a:lnTo>
                    <a:pt x="5657" y="34827"/>
                  </a:lnTo>
                  <a:cubicBezTo>
                    <a:pt x="5509" y="34827"/>
                    <a:pt x="5399" y="34753"/>
                    <a:pt x="5399" y="34605"/>
                  </a:cubicBezTo>
                  <a:lnTo>
                    <a:pt x="673" y="1125"/>
                  </a:lnTo>
                  <a:lnTo>
                    <a:pt x="673" y="1125"/>
                  </a:lnTo>
                  <a:lnTo>
                    <a:pt x="2589" y="703"/>
                  </a:lnTo>
                  <a:close/>
                  <a:moveTo>
                    <a:pt x="2811" y="0"/>
                  </a:moveTo>
                  <a:lnTo>
                    <a:pt x="260" y="555"/>
                  </a:lnTo>
                  <a:cubicBezTo>
                    <a:pt x="112" y="592"/>
                    <a:pt x="1" y="740"/>
                    <a:pt x="1" y="925"/>
                  </a:cubicBezTo>
                  <a:lnTo>
                    <a:pt x="4770" y="34716"/>
                  </a:lnTo>
                  <a:cubicBezTo>
                    <a:pt x="4844" y="35160"/>
                    <a:pt x="5214" y="35455"/>
                    <a:pt x="5657" y="35455"/>
                  </a:cubicBezTo>
                  <a:cubicBezTo>
                    <a:pt x="5694" y="35455"/>
                    <a:pt x="5768" y="35455"/>
                    <a:pt x="5842" y="35418"/>
                  </a:cubicBezTo>
                  <a:cubicBezTo>
                    <a:pt x="6249" y="35344"/>
                    <a:pt x="6508" y="34975"/>
                    <a:pt x="6508" y="34568"/>
                  </a:cubicBezTo>
                  <a:lnTo>
                    <a:pt x="6508" y="34494"/>
                  </a:lnTo>
                  <a:lnTo>
                    <a:pt x="3180" y="296"/>
                  </a:lnTo>
                  <a:cubicBezTo>
                    <a:pt x="3143" y="185"/>
                    <a:pt x="3106" y="111"/>
                    <a:pt x="3032" y="74"/>
                  </a:cubicBezTo>
                  <a:cubicBezTo>
                    <a:pt x="2958" y="0"/>
                    <a:pt x="2885" y="0"/>
                    <a:pt x="28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1" name="Google Shape;3691;g3048a510704_4_0"/>
            <p:cNvSpPr/>
            <p:nvPr/>
          </p:nvSpPr>
          <p:spPr>
            <a:xfrm>
              <a:off x="1121750" y="3236425"/>
              <a:ext cx="1197875" cy="1049075"/>
            </a:xfrm>
            <a:custGeom>
              <a:rect b="b" l="l" r="r" t="t"/>
              <a:pathLst>
                <a:path extrusionOk="0" h="41963" w="47915">
                  <a:moveTo>
                    <a:pt x="4067" y="1"/>
                  </a:moveTo>
                  <a:cubicBezTo>
                    <a:pt x="1775" y="1"/>
                    <a:pt x="1" y="2071"/>
                    <a:pt x="370" y="4327"/>
                  </a:cubicBezTo>
                  <a:lnTo>
                    <a:pt x="6138" y="41963"/>
                  </a:lnTo>
                  <a:lnTo>
                    <a:pt x="47286" y="41963"/>
                  </a:lnTo>
                  <a:cubicBezTo>
                    <a:pt x="47286" y="41963"/>
                    <a:pt x="47914" y="31130"/>
                    <a:pt x="46103" y="27285"/>
                  </a:cubicBezTo>
                  <a:cubicBezTo>
                    <a:pt x="45759" y="26556"/>
                    <a:pt x="44676" y="26262"/>
                    <a:pt x="43140" y="26262"/>
                  </a:cubicBezTo>
                  <a:cubicBezTo>
                    <a:pt x="36681" y="26262"/>
                    <a:pt x="22218" y="31467"/>
                    <a:pt x="21118" y="31467"/>
                  </a:cubicBezTo>
                  <a:cubicBezTo>
                    <a:pt x="21099" y="31467"/>
                    <a:pt x="21085" y="31466"/>
                    <a:pt x="21074" y="31463"/>
                  </a:cubicBezTo>
                  <a:cubicBezTo>
                    <a:pt x="20482" y="31315"/>
                    <a:pt x="21370" y="11906"/>
                    <a:pt x="22442" y="4290"/>
                  </a:cubicBezTo>
                  <a:cubicBezTo>
                    <a:pt x="22774" y="2034"/>
                    <a:pt x="21037" y="1"/>
                    <a:pt x="187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2" name="Google Shape;3692;g3048a510704_4_0"/>
            <p:cNvSpPr/>
            <p:nvPr/>
          </p:nvSpPr>
          <p:spPr>
            <a:xfrm>
              <a:off x="1121750" y="3229050"/>
              <a:ext cx="1192325" cy="1063850"/>
            </a:xfrm>
            <a:custGeom>
              <a:rect b="b" l="l" r="r" t="t"/>
              <a:pathLst>
                <a:path extrusionOk="0" h="42554" w="47693">
                  <a:moveTo>
                    <a:pt x="18745" y="592"/>
                  </a:moveTo>
                  <a:cubicBezTo>
                    <a:pt x="19706" y="592"/>
                    <a:pt x="20556" y="998"/>
                    <a:pt x="21185" y="1627"/>
                  </a:cubicBezTo>
                  <a:cubicBezTo>
                    <a:pt x="21813" y="2255"/>
                    <a:pt x="22183" y="3106"/>
                    <a:pt x="22183" y="4067"/>
                  </a:cubicBezTo>
                  <a:cubicBezTo>
                    <a:pt x="22183" y="4215"/>
                    <a:pt x="22183" y="4400"/>
                    <a:pt x="22146" y="4548"/>
                  </a:cubicBezTo>
                  <a:cubicBezTo>
                    <a:pt x="21296" y="10463"/>
                    <a:pt x="20556" y="23477"/>
                    <a:pt x="20556" y="29096"/>
                  </a:cubicBezTo>
                  <a:cubicBezTo>
                    <a:pt x="20556" y="29910"/>
                    <a:pt x="20593" y="30575"/>
                    <a:pt x="20630" y="31056"/>
                  </a:cubicBezTo>
                  <a:cubicBezTo>
                    <a:pt x="20630" y="31277"/>
                    <a:pt x="20667" y="31462"/>
                    <a:pt x="20704" y="31610"/>
                  </a:cubicBezTo>
                  <a:cubicBezTo>
                    <a:pt x="20704" y="31684"/>
                    <a:pt x="20704" y="31758"/>
                    <a:pt x="20741" y="31832"/>
                  </a:cubicBezTo>
                  <a:lnTo>
                    <a:pt x="20815" y="31943"/>
                  </a:lnTo>
                  <a:cubicBezTo>
                    <a:pt x="20852" y="31980"/>
                    <a:pt x="20889" y="32054"/>
                    <a:pt x="21000" y="32054"/>
                  </a:cubicBezTo>
                  <a:lnTo>
                    <a:pt x="21111" y="32091"/>
                  </a:lnTo>
                  <a:cubicBezTo>
                    <a:pt x="21222" y="32091"/>
                    <a:pt x="21370" y="32054"/>
                    <a:pt x="21517" y="32017"/>
                  </a:cubicBezTo>
                  <a:cubicBezTo>
                    <a:pt x="22183" y="31869"/>
                    <a:pt x="23477" y="31462"/>
                    <a:pt x="25141" y="30945"/>
                  </a:cubicBezTo>
                  <a:cubicBezTo>
                    <a:pt x="27655" y="30205"/>
                    <a:pt x="31019" y="29170"/>
                    <a:pt x="34346" y="28320"/>
                  </a:cubicBezTo>
                  <a:cubicBezTo>
                    <a:pt x="37637" y="27506"/>
                    <a:pt x="40927" y="26878"/>
                    <a:pt x="43145" y="26878"/>
                  </a:cubicBezTo>
                  <a:cubicBezTo>
                    <a:pt x="43885" y="26878"/>
                    <a:pt x="44513" y="26952"/>
                    <a:pt x="44957" y="27100"/>
                  </a:cubicBezTo>
                  <a:cubicBezTo>
                    <a:pt x="45437" y="27248"/>
                    <a:pt x="45696" y="27469"/>
                    <a:pt x="45807" y="27728"/>
                  </a:cubicBezTo>
                  <a:cubicBezTo>
                    <a:pt x="46325" y="28800"/>
                    <a:pt x="46657" y="30538"/>
                    <a:pt x="46842" y="32461"/>
                  </a:cubicBezTo>
                  <a:cubicBezTo>
                    <a:pt x="47027" y="34346"/>
                    <a:pt x="47101" y="36416"/>
                    <a:pt x="47101" y="38154"/>
                  </a:cubicBezTo>
                  <a:cubicBezTo>
                    <a:pt x="47101" y="39337"/>
                    <a:pt x="47064" y="40335"/>
                    <a:pt x="47027" y="41075"/>
                  </a:cubicBezTo>
                  <a:cubicBezTo>
                    <a:pt x="47027" y="41469"/>
                    <a:pt x="47017" y="41768"/>
                    <a:pt x="47007" y="41962"/>
                  </a:cubicBezTo>
                  <a:lnTo>
                    <a:pt x="6396" y="41962"/>
                  </a:lnTo>
                  <a:lnTo>
                    <a:pt x="666" y="4585"/>
                  </a:lnTo>
                  <a:cubicBezTo>
                    <a:pt x="629" y="4400"/>
                    <a:pt x="629" y="4215"/>
                    <a:pt x="629" y="4067"/>
                  </a:cubicBezTo>
                  <a:cubicBezTo>
                    <a:pt x="629" y="3106"/>
                    <a:pt x="999" y="2255"/>
                    <a:pt x="1627" y="1627"/>
                  </a:cubicBezTo>
                  <a:cubicBezTo>
                    <a:pt x="2256" y="998"/>
                    <a:pt x="3106" y="592"/>
                    <a:pt x="4067" y="592"/>
                  </a:cubicBezTo>
                  <a:close/>
                  <a:moveTo>
                    <a:pt x="4067" y="0"/>
                  </a:moveTo>
                  <a:cubicBezTo>
                    <a:pt x="1812" y="0"/>
                    <a:pt x="1" y="1849"/>
                    <a:pt x="1" y="4067"/>
                  </a:cubicBezTo>
                  <a:cubicBezTo>
                    <a:pt x="1" y="4252"/>
                    <a:pt x="38" y="4474"/>
                    <a:pt x="38" y="4696"/>
                  </a:cubicBezTo>
                  <a:lnTo>
                    <a:pt x="5842" y="42295"/>
                  </a:lnTo>
                  <a:cubicBezTo>
                    <a:pt x="5879" y="42443"/>
                    <a:pt x="5990" y="42554"/>
                    <a:pt x="6138" y="42554"/>
                  </a:cubicBezTo>
                  <a:lnTo>
                    <a:pt x="47286" y="42554"/>
                  </a:lnTo>
                  <a:cubicBezTo>
                    <a:pt x="47471" y="42554"/>
                    <a:pt x="47582" y="42443"/>
                    <a:pt x="47619" y="42258"/>
                  </a:cubicBezTo>
                  <a:cubicBezTo>
                    <a:pt x="47619" y="42258"/>
                    <a:pt x="47693" y="40520"/>
                    <a:pt x="47693" y="38154"/>
                  </a:cubicBezTo>
                  <a:cubicBezTo>
                    <a:pt x="47693" y="36416"/>
                    <a:pt x="47656" y="34309"/>
                    <a:pt x="47471" y="32387"/>
                  </a:cubicBezTo>
                  <a:cubicBezTo>
                    <a:pt x="47249" y="30464"/>
                    <a:pt x="46953" y="28653"/>
                    <a:pt x="46362" y="27433"/>
                  </a:cubicBezTo>
                  <a:cubicBezTo>
                    <a:pt x="46140" y="26989"/>
                    <a:pt x="45696" y="26693"/>
                    <a:pt x="45142" y="26508"/>
                  </a:cubicBezTo>
                  <a:cubicBezTo>
                    <a:pt x="44587" y="26323"/>
                    <a:pt x="43922" y="26249"/>
                    <a:pt x="43145" y="26249"/>
                  </a:cubicBezTo>
                  <a:cubicBezTo>
                    <a:pt x="39818" y="26249"/>
                    <a:pt x="34568" y="27580"/>
                    <a:pt x="30021" y="28874"/>
                  </a:cubicBezTo>
                  <a:cubicBezTo>
                    <a:pt x="27728" y="29503"/>
                    <a:pt x="25621" y="30168"/>
                    <a:pt x="23994" y="30649"/>
                  </a:cubicBezTo>
                  <a:cubicBezTo>
                    <a:pt x="23181" y="30908"/>
                    <a:pt x="22516" y="31093"/>
                    <a:pt x="21998" y="31240"/>
                  </a:cubicBezTo>
                  <a:cubicBezTo>
                    <a:pt x="21776" y="31314"/>
                    <a:pt x="21554" y="31388"/>
                    <a:pt x="21407" y="31425"/>
                  </a:cubicBezTo>
                  <a:cubicBezTo>
                    <a:pt x="21362" y="31436"/>
                    <a:pt x="21318" y="31444"/>
                    <a:pt x="21277" y="31450"/>
                  </a:cubicBezTo>
                  <a:lnTo>
                    <a:pt x="21277" y="31450"/>
                  </a:lnTo>
                  <a:cubicBezTo>
                    <a:pt x="21247" y="31286"/>
                    <a:pt x="21222" y="31024"/>
                    <a:pt x="21222" y="30686"/>
                  </a:cubicBezTo>
                  <a:cubicBezTo>
                    <a:pt x="21185" y="30242"/>
                    <a:pt x="21185" y="29725"/>
                    <a:pt x="21185" y="29096"/>
                  </a:cubicBezTo>
                  <a:cubicBezTo>
                    <a:pt x="21185" y="23514"/>
                    <a:pt x="21924" y="10500"/>
                    <a:pt x="22774" y="4659"/>
                  </a:cubicBezTo>
                  <a:cubicBezTo>
                    <a:pt x="22774" y="4437"/>
                    <a:pt x="22811" y="4252"/>
                    <a:pt x="22811" y="4067"/>
                  </a:cubicBezTo>
                  <a:cubicBezTo>
                    <a:pt x="22811" y="1849"/>
                    <a:pt x="21000" y="0"/>
                    <a:pt x="187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3" name="Google Shape;3693;g3048a510704_4_0"/>
            <p:cNvSpPr/>
            <p:nvPr/>
          </p:nvSpPr>
          <p:spPr>
            <a:xfrm>
              <a:off x="1495150" y="3236425"/>
              <a:ext cx="824475" cy="1049075"/>
            </a:xfrm>
            <a:custGeom>
              <a:rect b="b" l="l" r="r" t="t"/>
              <a:pathLst>
                <a:path extrusionOk="0" h="41963" w="32979">
                  <a:moveTo>
                    <a:pt x="3920" y="1"/>
                  </a:moveTo>
                  <a:cubicBezTo>
                    <a:pt x="1701" y="75"/>
                    <a:pt x="1" y="2108"/>
                    <a:pt x="333" y="4327"/>
                  </a:cubicBezTo>
                  <a:lnTo>
                    <a:pt x="6138" y="41963"/>
                  </a:lnTo>
                  <a:lnTo>
                    <a:pt x="32350" y="41963"/>
                  </a:lnTo>
                  <a:cubicBezTo>
                    <a:pt x="32350" y="41963"/>
                    <a:pt x="32978" y="31130"/>
                    <a:pt x="31167" y="27285"/>
                  </a:cubicBezTo>
                  <a:cubicBezTo>
                    <a:pt x="30823" y="26556"/>
                    <a:pt x="29740" y="26262"/>
                    <a:pt x="28204" y="26262"/>
                  </a:cubicBezTo>
                  <a:cubicBezTo>
                    <a:pt x="21745" y="26262"/>
                    <a:pt x="7282" y="31467"/>
                    <a:pt x="6182" y="31467"/>
                  </a:cubicBezTo>
                  <a:cubicBezTo>
                    <a:pt x="6163" y="31467"/>
                    <a:pt x="6149" y="31466"/>
                    <a:pt x="6138" y="31463"/>
                  </a:cubicBezTo>
                  <a:cubicBezTo>
                    <a:pt x="5546" y="31315"/>
                    <a:pt x="6434" y="11906"/>
                    <a:pt x="7506" y="4290"/>
                  </a:cubicBezTo>
                  <a:cubicBezTo>
                    <a:pt x="7838" y="2071"/>
                    <a:pt x="6175" y="75"/>
                    <a:pt x="39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4" name="Google Shape;3694;g3048a510704_4_0"/>
            <p:cNvSpPr/>
            <p:nvPr/>
          </p:nvSpPr>
          <p:spPr>
            <a:xfrm>
              <a:off x="1495150" y="3229050"/>
              <a:ext cx="818925" cy="1063850"/>
            </a:xfrm>
            <a:custGeom>
              <a:rect b="b" l="l" r="r" t="t"/>
              <a:pathLst>
                <a:path extrusionOk="0" h="42554" w="32757">
                  <a:moveTo>
                    <a:pt x="3938" y="629"/>
                  </a:moveTo>
                  <a:cubicBezTo>
                    <a:pt x="5814" y="676"/>
                    <a:pt x="7247" y="2225"/>
                    <a:pt x="7247" y="4067"/>
                  </a:cubicBezTo>
                  <a:cubicBezTo>
                    <a:pt x="7247" y="4215"/>
                    <a:pt x="7247" y="4400"/>
                    <a:pt x="7210" y="4548"/>
                  </a:cubicBezTo>
                  <a:cubicBezTo>
                    <a:pt x="6360" y="10463"/>
                    <a:pt x="5620" y="23477"/>
                    <a:pt x="5620" y="29096"/>
                  </a:cubicBezTo>
                  <a:cubicBezTo>
                    <a:pt x="5620" y="29910"/>
                    <a:pt x="5657" y="30575"/>
                    <a:pt x="5694" y="31056"/>
                  </a:cubicBezTo>
                  <a:cubicBezTo>
                    <a:pt x="5694" y="31277"/>
                    <a:pt x="5731" y="31462"/>
                    <a:pt x="5768" y="31610"/>
                  </a:cubicBezTo>
                  <a:cubicBezTo>
                    <a:pt x="5768" y="31684"/>
                    <a:pt x="5768" y="31758"/>
                    <a:pt x="5805" y="31832"/>
                  </a:cubicBezTo>
                  <a:lnTo>
                    <a:pt x="5879" y="31943"/>
                  </a:lnTo>
                  <a:cubicBezTo>
                    <a:pt x="5916" y="31980"/>
                    <a:pt x="5953" y="32054"/>
                    <a:pt x="6064" y="32054"/>
                  </a:cubicBezTo>
                  <a:lnTo>
                    <a:pt x="6175" y="32091"/>
                  </a:lnTo>
                  <a:cubicBezTo>
                    <a:pt x="6286" y="32091"/>
                    <a:pt x="6434" y="32054"/>
                    <a:pt x="6581" y="32017"/>
                  </a:cubicBezTo>
                  <a:cubicBezTo>
                    <a:pt x="7247" y="31869"/>
                    <a:pt x="8541" y="31462"/>
                    <a:pt x="10205" y="30945"/>
                  </a:cubicBezTo>
                  <a:cubicBezTo>
                    <a:pt x="12719" y="30205"/>
                    <a:pt x="16083" y="29170"/>
                    <a:pt x="19410" y="28320"/>
                  </a:cubicBezTo>
                  <a:cubicBezTo>
                    <a:pt x="22701" y="27506"/>
                    <a:pt x="25991" y="26878"/>
                    <a:pt x="28209" y="26878"/>
                  </a:cubicBezTo>
                  <a:cubicBezTo>
                    <a:pt x="28949" y="26878"/>
                    <a:pt x="29577" y="26952"/>
                    <a:pt x="30021" y="27100"/>
                  </a:cubicBezTo>
                  <a:cubicBezTo>
                    <a:pt x="30501" y="27248"/>
                    <a:pt x="30760" y="27469"/>
                    <a:pt x="30871" y="27728"/>
                  </a:cubicBezTo>
                  <a:cubicBezTo>
                    <a:pt x="31389" y="28800"/>
                    <a:pt x="31721" y="30538"/>
                    <a:pt x="31906" y="32461"/>
                  </a:cubicBezTo>
                  <a:cubicBezTo>
                    <a:pt x="32091" y="34346"/>
                    <a:pt x="32165" y="36416"/>
                    <a:pt x="32165" y="38154"/>
                  </a:cubicBezTo>
                  <a:cubicBezTo>
                    <a:pt x="32165" y="39337"/>
                    <a:pt x="32128" y="40335"/>
                    <a:pt x="32091" y="41075"/>
                  </a:cubicBezTo>
                  <a:cubicBezTo>
                    <a:pt x="32091" y="41469"/>
                    <a:pt x="32081" y="41768"/>
                    <a:pt x="32071" y="41962"/>
                  </a:cubicBezTo>
                  <a:lnTo>
                    <a:pt x="6397" y="41962"/>
                  </a:lnTo>
                  <a:lnTo>
                    <a:pt x="666" y="4585"/>
                  </a:lnTo>
                  <a:cubicBezTo>
                    <a:pt x="629" y="4400"/>
                    <a:pt x="629" y="4215"/>
                    <a:pt x="629" y="4067"/>
                  </a:cubicBezTo>
                  <a:cubicBezTo>
                    <a:pt x="629" y="2225"/>
                    <a:pt x="2062" y="676"/>
                    <a:pt x="3938" y="629"/>
                  </a:cubicBezTo>
                  <a:close/>
                  <a:moveTo>
                    <a:pt x="3920" y="0"/>
                  </a:moveTo>
                  <a:cubicBezTo>
                    <a:pt x="1701" y="74"/>
                    <a:pt x="1" y="1886"/>
                    <a:pt x="1" y="4067"/>
                  </a:cubicBezTo>
                  <a:cubicBezTo>
                    <a:pt x="1" y="4252"/>
                    <a:pt x="1" y="4474"/>
                    <a:pt x="38" y="4696"/>
                  </a:cubicBezTo>
                  <a:lnTo>
                    <a:pt x="5842" y="42295"/>
                  </a:lnTo>
                  <a:cubicBezTo>
                    <a:pt x="5842" y="42443"/>
                    <a:pt x="5990" y="42554"/>
                    <a:pt x="6138" y="42554"/>
                  </a:cubicBezTo>
                  <a:lnTo>
                    <a:pt x="32350" y="42554"/>
                  </a:lnTo>
                  <a:cubicBezTo>
                    <a:pt x="32535" y="42554"/>
                    <a:pt x="32646" y="42443"/>
                    <a:pt x="32683" y="42258"/>
                  </a:cubicBezTo>
                  <a:cubicBezTo>
                    <a:pt x="32683" y="42258"/>
                    <a:pt x="32757" y="40520"/>
                    <a:pt x="32757" y="38154"/>
                  </a:cubicBezTo>
                  <a:cubicBezTo>
                    <a:pt x="32757" y="36416"/>
                    <a:pt x="32720" y="34309"/>
                    <a:pt x="32535" y="32387"/>
                  </a:cubicBezTo>
                  <a:cubicBezTo>
                    <a:pt x="32313" y="30464"/>
                    <a:pt x="32017" y="28653"/>
                    <a:pt x="31426" y="27433"/>
                  </a:cubicBezTo>
                  <a:cubicBezTo>
                    <a:pt x="31204" y="26989"/>
                    <a:pt x="30760" y="26693"/>
                    <a:pt x="30206" y="26508"/>
                  </a:cubicBezTo>
                  <a:cubicBezTo>
                    <a:pt x="29651" y="26323"/>
                    <a:pt x="28986" y="26249"/>
                    <a:pt x="28209" y="26249"/>
                  </a:cubicBezTo>
                  <a:cubicBezTo>
                    <a:pt x="24882" y="26249"/>
                    <a:pt x="19632" y="27580"/>
                    <a:pt x="15085" y="28874"/>
                  </a:cubicBezTo>
                  <a:cubicBezTo>
                    <a:pt x="12792" y="29503"/>
                    <a:pt x="10685" y="30168"/>
                    <a:pt x="9058" y="30649"/>
                  </a:cubicBezTo>
                  <a:cubicBezTo>
                    <a:pt x="8245" y="30908"/>
                    <a:pt x="7580" y="31093"/>
                    <a:pt x="7062" y="31240"/>
                  </a:cubicBezTo>
                  <a:cubicBezTo>
                    <a:pt x="6840" y="31314"/>
                    <a:pt x="6618" y="31388"/>
                    <a:pt x="6471" y="31425"/>
                  </a:cubicBezTo>
                  <a:cubicBezTo>
                    <a:pt x="6426" y="31436"/>
                    <a:pt x="6382" y="31444"/>
                    <a:pt x="6341" y="31450"/>
                  </a:cubicBezTo>
                  <a:lnTo>
                    <a:pt x="6341" y="31450"/>
                  </a:lnTo>
                  <a:cubicBezTo>
                    <a:pt x="6311" y="31286"/>
                    <a:pt x="6286" y="31024"/>
                    <a:pt x="6286" y="30686"/>
                  </a:cubicBezTo>
                  <a:cubicBezTo>
                    <a:pt x="6249" y="30242"/>
                    <a:pt x="6249" y="29725"/>
                    <a:pt x="6249" y="29096"/>
                  </a:cubicBezTo>
                  <a:cubicBezTo>
                    <a:pt x="6249" y="23514"/>
                    <a:pt x="6988" y="10500"/>
                    <a:pt x="7838" y="4659"/>
                  </a:cubicBezTo>
                  <a:cubicBezTo>
                    <a:pt x="7838" y="4437"/>
                    <a:pt x="7875" y="4252"/>
                    <a:pt x="7875" y="4067"/>
                  </a:cubicBezTo>
                  <a:cubicBezTo>
                    <a:pt x="7875" y="1886"/>
                    <a:pt x="6138" y="74"/>
                    <a:pt x="39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95" name="Google Shape;3695;g3048a510704_4_0"/>
          <p:cNvSpPr txBox="1"/>
          <p:nvPr>
            <p:ph type="title"/>
          </p:nvPr>
        </p:nvSpPr>
        <p:spPr>
          <a:xfrm>
            <a:off x="2208175" y="342775"/>
            <a:ext cx="47277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Our Team Members</a:t>
            </a:r>
            <a:endParaRPr/>
          </a:p>
        </p:txBody>
      </p:sp>
      <p:grpSp>
        <p:nvGrpSpPr>
          <p:cNvPr id="3696" name="Google Shape;3696;g3048a510704_4_0"/>
          <p:cNvGrpSpPr/>
          <p:nvPr/>
        </p:nvGrpSpPr>
        <p:grpSpPr>
          <a:xfrm>
            <a:off x="6314876" y="2434370"/>
            <a:ext cx="203915" cy="203915"/>
            <a:chOff x="-6354300" y="2757075"/>
            <a:chExt cx="292225" cy="292225"/>
          </a:xfrm>
        </p:grpSpPr>
        <p:sp>
          <p:nvSpPr>
            <p:cNvPr id="3697" name="Google Shape;3697;g3048a510704_4_0"/>
            <p:cNvSpPr/>
            <p:nvPr/>
          </p:nvSpPr>
          <p:spPr>
            <a:xfrm>
              <a:off x="-6354300" y="2757075"/>
              <a:ext cx="292225" cy="292225"/>
            </a:xfrm>
            <a:custGeom>
              <a:rect b="b" l="l" r="r" t="t"/>
              <a:pathLst>
                <a:path extrusionOk="0" h="11689" w="11689">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8" name="Google Shape;3698;g3048a510704_4_0"/>
            <p:cNvSpPr/>
            <p:nvPr/>
          </p:nvSpPr>
          <p:spPr>
            <a:xfrm>
              <a:off x="-6268450" y="2790150"/>
              <a:ext cx="119750" cy="18125"/>
            </a:xfrm>
            <a:custGeom>
              <a:rect b="b" l="l" r="r" t="t"/>
              <a:pathLst>
                <a:path extrusionOk="0" h="725" w="479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9" name="Google Shape;3699;g3048a510704_4_0"/>
            <p:cNvSpPr/>
            <p:nvPr/>
          </p:nvSpPr>
          <p:spPr>
            <a:xfrm>
              <a:off x="-6268450" y="2825600"/>
              <a:ext cx="119750" cy="18125"/>
            </a:xfrm>
            <a:custGeom>
              <a:rect b="b" l="l" r="r" t="t"/>
              <a:pathLst>
                <a:path extrusionOk="0" h="725" w="479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0" name="Google Shape;3700;g3048a510704_4_0"/>
            <p:cNvSpPr/>
            <p:nvPr/>
          </p:nvSpPr>
          <p:spPr>
            <a:xfrm>
              <a:off x="-6268450" y="2860250"/>
              <a:ext cx="119750" cy="17350"/>
            </a:xfrm>
            <a:custGeom>
              <a:rect b="b" l="l" r="r" t="t"/>
              <a:pathLst>
                <a:path extrusionOk="0" h="694" w="479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01" name="Google Shape;3701;g3048a510704_4_0"/>
          <p:cNvGrpSpPr/>
          <p:nvPr/>
        </p:nvGrpSpPr>
        <p:grpSpPr>
          <a:xfrm>
            <a:off x="6900735" y="2634964"/>
            <a:ext cx="203374" cy="203915"/>
            <a:chOff x="-1700225" y="2768875"/>
            <a:chExt cx="291450" cy="292225"/>
          </a:xfrm>
        </p:grpSpPr>
        <p:sp>
          <p:nvSpPr>
            <p:cNvPr id="3702" name="Google Shape;3702;g3048a510704_4_0"/>
            <p:cNvSpPr/>
            <p:nvPr/>
          </p:nvSpPr>
          <p:spPr>
            <a:xfrm>
              <a:off x="-1700225" y="2768875"/>
              <a:ext cx="291450" cy="292225"/>
            </a:xfrm>
            <a:custGeom>
              <a:rect b="b" l="l" r="r" t="t"/>
              <a:pathLst>
                <a:path extrusionOk="0" h="11689" w="11658">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3" name="Google Shape;3703;g3048a510704_4_0"/>
            <p:cNvSpPr/>
            <p:nvPr/>
          </p:nvSpPr>
          <p:spPr>
            <a:xfrm>
              <a:off x="-1667150" y="2801950"/>
              <a:ext cx="18150" cy="18150"/>
            </a:xfrm>
            <a:custGeom>
              <a:rect b="b" l="l" r="r" t="t"/>
              <a:pathLst>
                <a:path extrusionOk="0" h="726" w="726">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4" name="Google Shape;3704;g3048a510704_4_0"/>
            <p:cNvSpPr/>
            <p:nvPr/>
          </p:nvSpPr>
          <p:spPr>
            <a:xfrm>
              <a:off x="-1632500" y="2801950"/>
              <a:ext cx="17350" cy="18150"/>
            </a:xfrm>
            <a:custGeom>
              <a:rect b="b" l="l" r="r" t="t"/>
              <a:pathLst>
                <a:path extrusionOk="0" h="726" w="694">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5" name="Google Shape;3705;g3048a510704_4_0"/>
            <p:cNvSpPr/>
            <p:nvPr/>
          </p:nvSpPr>
          <p:spPr>
            <a:xfrm>
              <a:off x="-1597850" y="2801950"/>
              <a:ext cx="17375" cy="18150"/>
            </a:xfrm>
            <a:custGeom>
              <a:rect b="b" l="l" r="r" t="t"/>
              <a:pathLst>
                <a:path extrusionOk="0" h="726" w="695">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6" name="Google Shape;3706;g3048a510704_4_0"/>
            <p:cNvSpPr/>
            <p:nvPr/>
          </p:nvSpPr>
          <p:spPr>
            <a:xfrm>
              <a:off x="-1564750" y="2801950"/>
              <a:ext cx="120525" cy="18150"/>
            </a:xfrm>
            <a:custGeom>
              <a:rect b="b" l="l" r="r" t="t"/>
              <a:pathLst>
                <a:path extrusionOk="0" h="726" w="4821">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7" name="Google Shape;3707;g3048a510704_4_0"/>
            <p:cNvSpPr/>
            <p:nvPr/>
          </p:nvSpPr>
          <p:spPr>
            <a:xfrm>
              <a:off x="-1597850" y="2924050"/>
              <a:ext cx="85100" cy="85075"/>
            </a:xfrm>
            <a:custGeom>
              <a:rect b="b" l="l" r="r" t="t"/>
              <a:pathLst>
                <a:path extrusionOk="0" h="3403" w="3404">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08" name="Google Shape;3708;g3048a510704_4_0"/>
          <p:cNvGrpSpPr/>
          <p:nvPr/>
        </p:nvGrpSpPr>
        <p:grpSpPr>
          <a:xfrm>
            <a:off x="657276" y="906360"/>
            <a:ext cx="5183251" cy="3541786"/>
            <a:chOff x="277900" y="420125"/>
            <a:chExt cx="6852526" cy="4682425"/>
          </a:xfrm>
        </p:grpSpPr>
        <p:sp>
          <p:nvSpPr>
            <p:cNvPr id="3709" name="Google Shape;3709;g3048a510704_4_0"/>
            <p:cNvSpPr/>
            <p:nvPr/>
          </p:nvSpPr>
          <p:spPr>
            <a:xfrm>
              <a:off x="277900" y="420125"/>
              <a:ext cx="6852526" cy="4609425"/>
            </a:xfrm>
            <a:custGeom>
              <a:rect b="b" l="l" r="r" t="t"/>
              <a:pathLst>
                <a:path extrusionOk="0" h="184377" w="274101">
                  <a:moveTo>
                    <a:pt x="136337" y="1"/>
                  </a:moveTo>
                  <a:cubicBezTo>
                    <a:pt x="108563" y="1"/>
                    <a:pt x="91709" y="26310"/>
                    <a:pt x="78045" y="41336"/>
                  </a:cubicBezTo>
                  <a:cubicBezTo>
                    <a:pt x="62518" y="58454"/>
                    <a:pt x="45178" y="46845"/>
                    <a:pt x="22479" y="65183"/>
                  </a:cubicBezTo>
                  <a:cubicBezTo>
                    <a:pt x="0" y="83335"/>
                    <a:pt x="19077" y="165447"/>
                    <a:pt x="35677" y="184376"/>
                  </a:cubicBezTo>
                  <a:lnTo>
                    <a:pt x="253434" y="184376"/>
                  </a:lnTo>
                  <a:cubicBezTo>
                    <a:pt x="255208" y="177574"/>
                    <a:pt x="261124" y="154837"/>
                    <a:pt x="265116" y="131804"/>
                  </a:cubicBezTo>
                  <a:cubicBezTo>
                    <a:pt x="269923" y="104298"/>
                    <a:pt x="274100" y="66403"/>
                    <a:pt x="254987" y="50505"/>
                  </a:cubicBezTo>
                  <a:cubicBezTo>
                    <a:pt x="249034" y="45561"/>
                    <a:pt x="242499" y="43992"/>
                    <a:pt x="235926" y="43992"/>
                  </a:cubicBezTo>
                  <a:cubicBezTo>
                    <a:pt x="230211" y="43992"/>
                    <a:pt x="224467" y="45178"/>
                    <a:pt x="219051" y="46365"/>
                  </a:cubicBezTo>
                  <a:cubicBezTo>
                    <a:pt x="213642" y="47537"/>
                    <a:pt x="208543" y="48726"/>
                    <a:pt x="204134" y="48726"/>
                  </a:cubicBezTo>
                  <a:cubicBezTo>
                    <a:pt x="201733" y="48726"/>
                    <a:pt x="199538" y="48373"/>
                    <a:pt x="197608" y="47474"/>
                  </a:cubicBezTo>
                  <a:cubicBezTo>
                    <a:pt x="184447" y="41336"/>
                    <a:pt x="183855" y="10799"/>
                    <a:pt x="148585" y="1630"/>
                  </a:cubicBezTo>
                  <a:cubicBezTo>
                    <a:pt x="144277" y="510"/>
                    <a:pt x="140202" y="1"/>
                    <a:pt x="13633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10" name="Google Shape;3710;g3048a510704_4_0"/>
            <p:cNvSpPr/>
            <p:nvPr/>
          </p:nvSpPr>
          <p:spPr>
            <a:xfrm>
              <a:off x="482160" y="420200"/>
              <a:ext cx="6424602" cy="4609350"/>
            </a:xfrm>
            <a:custGeom>
              <a:rect b="b" l="l" r="r" t="t"/>
              <a:pathLst>
                <a:path extrusionOk="0" h="184374" w="256984">
                  <a:moveTo>
                    <a:pt x="124148" y="0"/>
                  </a:moveTo>
                  <a:cubicBezTo>
                    <a:pt x="96383" y="0"/>
                    <a:pt x="79487" y="26323"/>
                    <a:pt x="65845" y="41333"/>
                  </a:cubicBezTo>
                  <a:cubicBezTo>
                    <a:pt x="50318" y="58451"/>
                    <a:pt x="32978" y="46842"/>
                    <a:pt x="10279" y="65180"/>
                  </a:cubicBezTo>
                  <a:cubicBezTo>
                    <a:pt x="2921" y="71095"/>
                    <a:pt x="38" y="83887"/>
                    <a:pt x="38" y="99082"/>
                  </a:cubicBezTo>
                  <a:cubicBezTo>
                    <a:pt x="1" y="130285"/>
                    <a:pt x="12312" y="171618"/>
                    <a:pt x="23477" y="184373"/>
                  </a:cubicBezTo>
                  <a:lnTo>
                    <a:pt x="241234" y="184373"/>
                  </a:lnTo>
                  <a:cubicBezTo>
                    <a:pt x="243008" y="177571"/>
                    <a:pt x="248924" y="154834"/>
                    <a:pt x="252916" y="131801"/>
                  </a:cubicBezTo>
                  <a:cubicBezTo>
                    <a:pt x="254987" y="119896"/>
                    <a:pt x="256946" y="106032"/>
                    <a:pt x="256983" y="92834"/>
                  </a:cubicBezTo>
                  <a:cubicBezTo>
                    <a:pt x="256983" y="75605"/>
                    <a:pt x="253619" y="59523"/>
                    <a:pt x="242787" y="50502"/>
                  </a:cubicBezTo>
                  <a:cubicBezTo>
                    <a:pt x="236834" y="45548"/>
                    <a:pt x="230290" y="43995"/>
                    <a:pt x="223710" y="43995"/>
                  </a:cubicBezTo>
                  <a:cubicBezTo>
                    <a:pt x="218016" y="43995"/>
                    <a:pt x="212286" y="45178"/>
                    <a:pt x="206851" y="46362"/>
                  </a:cubicBezTo>
                  <a:cubicBezTo>
                    <a:pt x="201453" y="47545"/>
                    <a:pt x="196388" y="48728"/>
                    <a:pt x="191989" y="48728"/>
                  </a:cubicBezTo>
                  <a:cubicBezTo>
                    <a:pt x="189549" y="48728"/>
                    <a:pt x="187331" y="48358"/>
                    <a:pt x="185408" y="47471"/>
                  </a:cubicBezTo>
                  <a:cubicBezTo>
                    <a:pt x="172247" y="41333"/>
                    <a:pt x="171655" y="10796"/>
                    <a:pt x="136385" y="1627"/>
                  </a:cubicBezTo>
                  <a:cubicBezTo>
                    <a:pt x="132097" y="481"/>
                    <a:pt x="127993" y="0"/>
                    <a:pt x="12414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11" name="Google Shape;3711;g3048a510704_4_0"/>
            <p:cNvSpPr/>
            <p:nvPr/>
          </p:nvSpPr>
          <p:spPr>
            <a:xfrm>
              <a:off x="702125" y="5036900"/>
              <a:ext cx="6191675" cy="65650"/>
            </a:xfrm>
            <a:custGeom>
              <a:rect b="b" l="l" r="r" t="t"/>
              <a:pathLst>
                <a:path extrusionOk="0" h="2626" w="247667">
                  <a:moveTo>
                    <a:pt x="1" y="1"/>
                  </a:moveTo>
                  <a:lnTo>
                    <a:pt x="1" y="2626"/>
                  </a:lnTo>
                  <a:lnTo>
                    <a:pt x="247667" y="2626"/>
                  </a:lnTo>
                  <a:lnTo>
                    <a:pt x="24766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12" name="Google Shape;3712;g3048a510704_4_0"/>
            <p:cNvSpPr/>
            <p:nvPr/>
          </p:nvSpPr>
          <p:spPr>
            <a:xfrm>
              <a:off x="665175" y="3566050"/>
              <a:ext cx="125725" cy="97450"/>
            </a:xfrm>
            <a:custGeom>
              <a:rect b="b" l="l" r="r" t="t"/>
              <a:pathLst>
                <a:path extrusionOk="0" h="3898" w="5029">
                  <a:moveTo>
                    <a:pt x="1558" y="0"/>
                  </a:moveTo>
                  <a:cubicBezTo>
                    <a:pt x="1494" y="0"/>
                    <a:pt x="1431" y="5"/>
                    <a:pt x="1368" y="15"/>
                  </a:cubicBezTo>
                  <a:cubicBezTo>
                    <a:pt x="481" y="125"/>
                    <a:pt x="0" y="976"/>
                    <a:pt x="185" y="1789"/>
                  </a:cubicBezTo>
                  <a:cubicBezTo>
                    <a:pt x="407" y="2639"/>
                    <a:pt x="1257" y="3231"/>
                    <a:pt x="1996" y="3564"/>
                  </a:cubicBezTo>
                  <a:cubicBezTo>
                    <a:pt x="2705" y="3872"/>
                    <a:pt x="4312" y="3897"/>
                    <a:pt x="4828" y="3897"/>
                  </a:cubicBezTo>
                  <a:cubicBezTo>
                    <a:pt x="4932" y="3897"/>
                    <a:pt x="4991" y="3896"/>
                    <a:pt x="4991" y="3896"/>
                  </a:cubicBezTo>
                  <a:cubicBezTo>
                    <a:pt x="5028" y="3896"/>
                    <a:pt x="4547" y="2529"/>
                    <a:pt x="4510" y="2418"/>
                  </a:cubicBezTo>
                  <a:cubicBezTo>
                    <a:pt x="4055" y="1507"/>
                    <a:pt x="2705" y="0"/>
                    <a:pt x="15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13" name="Google Shape;3713;g3048a510704_4_0"/>
            <p:cNvSpPr/>
            <p:nvPr/>
          </p:nvSpPr>
          <p:spPr>
            <a:xfrm>
              <a:off x="667950" y="3411900"/>
              <a:ext cx="777325" cy="1632425"/>
            </a:xfrm>
            <a:custGeom>
              <a:rect b="b" l="l" r="r" t="t"/>
              <a:pathLst>
                <a:path extrusionOk="0" h="65297" w="31093">
                  <a:moveTo>
                    <a:pt x="14640" y="31764"/>
                  </a:moveTo>
                  <a:cubicBezTo>
                    <a:pt x="15232" y="32430"/>
                    <a:pt x="16822" y="33206"/>
                    <a:pt x="17043" y="33317"/>
                  </a:cubicBezTo>
                  <a:cubicBezTo>
                    <a:pt x="16822" y="33835"/>
                    <a:pt x="16600" y="34352"/>
                    <a:pt x="16378" y="34833"/>
                  </a:cubicBezTo>
                  <a:cubicBezTo>
                    <a:pt x="15676" y="36533"/>
                    <a:pt x="15010" y="37901"/>
                    <a:pt x="14529" y="38826"/>
                  </a:cubicBezTo>
                  <a:cubicBezTo>
                    <a:pt x="14419" y="39011"/>
                    <a:pt x="14345" y="39195"/>
                    <a:pt x="14234" y="39343"/>
                  </a:cubicBezTo>
                  <a:lnTo>
                    <a:pt x="14160" y="39343"/>
                  </a:lnTo>
                  <a:cubicBezTo>
                    <a:pt x="14160" y="39158"/>
                    <a:pt x="14123" y="38974"/>
                    <a:pt x="14086" y="38752"/>
                  </a:cubicBezTo>
                  <a:cubicBezTo>
                    <a:pt x="13938" y="37680"/>
                    <a:pt x="13716" y="36164"/>
                    <a:pt x="13346" y="34352"/>
                  </a:cubicBezTo>
                  <a:cubicBezTo>
                    <a:pt x="13235" y="33761"/>
                    <a:pt x="13125" y="33169"/>
                    <a:pt x="12977" y="32541"/>
                  </a:cubicBezTo>
                  <a:cubicBezTo>
                    <a:pt x="13125" y="32467"/>
                    <a:pt x="13901" y="32171"/>
                    <a:pt x="14640" y="31764"/>
                  </a:cubicBezTo>
                  <a:close/>
                  <a:moveTo>
                    <a:pt x="6531" y="0"/>
                  </a:moveTo>
                  <a:cubicBezTo>
                    <a:pt x="6326" y="0"/>
                    <a:pt x="6117" y="49"/>
                    <a:pt x="5915" y="154"/>
                  </a:cubicBezTo>
                  <a:cubicBezTo>
                    <a:pt x="4843" y="709"/>
                    <a:pt x="4547" y="2853"/>
                    <a:pt x="4732" y="3925"/>
                  </a:cubicBezTo>
                  <a:cubicBezTo>
                    <a:pt x="4769" y="4036"/>
                    <a:pt x="5176" y="5441"/>
                    <a:pt x="5176" y="5441"/>
                  </a:cubicBezTo>
                  <a:lnTo>
                    <a:pt x="5213" y="5404"/>
                  </a:lnTo>
                  <a:lnTo>
                    <a:pt x="5213" y="5404"/>
                  </a:lnTo>
                  <a:cubicBezTo>
                    <a:pt x="5139" y="5737"/>
                    <a:pt x="5102" y="6107"/>
                    <a:pt x="5065" y="6513"/>
                  </a:cubicBezTo>
                  <a:cubicBezTo>
                    <a:pt x="4991" y="7253"/>
                    <a:pt x="4917" y="8103"/>
                    <a:pt x="4880" y="9027"/>
                  </a:cubicBezTo>
                  <a:cubicBezTo>
                    <a:pt x="4880" y="9952"/>
                    <a:pt x="4880" y="10950"/>
                    <a:pt x="4954" y="11985"/>
                  </a:cubicBezTo>
                  <a:cubicBezTo>
                    <a:pt x="5065" y="13057"/>
                    <a:pt x="5213" y="14166"/>
                    <a:pt x="5509" y="15275"/>
                  </a:cubicBezTo>
                  <a:lnTo>
                    <a:pt x="5509" y="15312"/>
                  </a:lnTo>
                  <a:cubicBezTo>
                    <a:pt x="5324" y="15017"/>
                    <a:pt x="4769" y="14203"/>
                    <a:pt x="4732" y="14129"/>
                  </a:cubicBezTo>
                  <a:cubicBezTo>
                    <a:pt x="4142" y="13446"/>
                    <a:pt x="2744" y="12502"/>
                    <a:pt x="1654" y="12502"/>
                  </a:cubicBezTo>
                  <a:cubicBezTo>
                    <a:pt x="1446" y="12502"/>
                    <a:pt x="1250" y="12536"/>
                    <a:pt x="1072" y="12613"/>
                  </a:cubicBezTo>
                  <a:cubicBezTo>
                    <a:pt x="259" y="12946"/>
                    <a:pt x="0" y="13907"/>
                    <a:pt x="407" y="14647"/>
                  </a:cubicBezTo>
                  <a:cubicBezTo>
                    <a:pt x="850" y="15423"/>
                    <a:pt x="1812" y="15793"/>
                    <a:pt x="2625" y="15904"/>
                  </a:cubicBezTo>
                  <a:cubicBezTo>
                    <a:pt x="2705" y="15914"/>
                    <a:pt x="2794" y="15918"/>
                    <a:pt x="2889" y="15918"/>
                  </a:cubicBezTo>
                  <a:cubicBezTo>
                    <a:pt x="3840" y="15918"/>
                    <a:pt x="5414" y="15457"/>
                    <a:pt x="5583" y="15423"/>
                  </a:cubicBezTo>
                  <a:cubicBezTo>
                    <a:pt x="5878" y="16495"/>
                    <a:pt x="6248" y="17568"/>
                    <a:pt x="6729" y="18603"/>
                  </a:cubicBezTo>
                  <a:cubicBezTo>
                    <a:pt x="6987" y="19231"/>
                    <a:pt x="7246" y="19823"/>
                    <a:pt x="7542" y="20414"/>
                  </a:cubicBezTo>
                  <a:cubicBezTo>
                    <a:pt x="7357" y="20155"/>
                    <a:pt x="7209" y="19934"/>
                    <a:pt x="7209" y="19897"/>
                  </a:cubicBezTo>
                  <a:cubicBezTo>
                    <a:pt x="6584" y="19208"/>
                    <a:pt x="5164" y="18282"/>
                    <a:pt x="4070" y="18282"/>
                  </a:cubicBezTo>
                  <a:cubicBezTo>
                    <a:pt x="3871" y="18282"/>
                    <a:pt x="3683" y="18313"/>
                    <a:pt x="3512" y="18381"/>
                  </a:cubicBezTo>
                  <a:cubicBezTo>
                    <a:pt x="2736" y="18751"/>
                    <a:pt x="2477" y="19712"/>
                    <a:pt x="2884" y="20451"/>
                  </a:cubicBezTo>
                  <a:cubicBezTo>
                    <a:pt x="3290" y="21191"/>
                    <a:pt x="4289" y="21560"/>
                    <a:pt x="5102" y="21671"/>
                  </a:cubicBezTo>
                  <a:cubicBezTo>
                    <a:pt x="5187" y="21683"/>
                    <a:pt x="5282" y="21689"/>
                    <a:pt x="5385" y="21689"/>
                  </a:cubicBezTo>
                  <a:cubicBezTo>
                    <a:pt x="6221" y="21689"/>
                    <a:pt x="7554" y="21326"/>
                    <a:pt x="7949" y="21228"/>
                  </a:cubicBezTo>
                  <a:cubicBezTo>
                    <a:pt x="8060" y="21449"/>
                    <a:pt x="8171" y="21671"/>
                    <a:pt x="8281" y="21930"/>
                  </a:cubicBezTo>
                  <a:cubicBezTo>
                    <a:pt x="8836" y="23002"/>
                    <a:pt x="9391" y="24111"/>
                    <a:pt x="9908" y="25183"/>
                  </a:cubicBezTo>
                  <a:cubicBezTo>
                    <a:pt x="10093" y="25553"/>
                    <a:pt x="10241" y="25960"/>
                    <a:pt x="10426" y="26330"/>
                  </a:cubicBezTo>
                  <a:cubicBezTo>
                    <a:pt x="10241" y="26108"/>
                    <a:pt x="10130" y="25923"/>
                    <a:pt x="10093" y="25886"/>
                  </a:cubicBezTo>
                  <a:cubicBezTo>
                    <a:pt x="9499" y="25198"/>
                    <a:pt x="8084" y="24271"/>
                    <a:pt x="6990" y="24271"/>
                  </a:cubicBezTo>
                  <a:cubicBezTo>
                    <a:pt x="6792" y="24271"/>
                    <a:pt x="6604" y="24302"/>
                    <a:pt x="6433" y="24370"/>
                  </a:cubicBezTo>
                  <a:cubicBezTo>
                    <a:pt x="5620" y="24740"/>
                    <a:pt x="5398" y="25701"/>
                    <a:pt x="5804" y="26404"/>
                  </a:cubicBezTo>
                  <a:cubicBezTo>
                    <a:pt x="6211" y="27180"/>
                    <a:pt x="7209" y="27550"/>
                    <a:pt x="7986" y="27661"/>
                  </a:cubicBezTo>
                  <a:cubicBezTo>
                    <a:pt x="8077" y="27674"/>
                    <a:pt x="8179" y="27680"/>
                    <a:pt x="8289" y="27680"/>
                  </a:cubicBezTo>
                  <a:cubicBezTo>
                    <a:pt x="9106" y="27680"/>
                    <a:pt x="10339" y="27352"/>
                    <a:pt x="10795" y="27254"/>
                  </a:cubicBezTo>
                  <a:cubicBezTo>
                    <a:pt x="10943" y="27624"/>
                    <a:pt x="11091" y="28030"/>
                    <a:pt x="11239" y="28437"/>
                  </a:cubicBezTo>
                  <a:cubicBezTo>
                    <a:pt x="11313" y="28696"/>
                    <a:pt x="11424" y="28955"/>
                    <a:pt x="11498" y="29213"/>
                  </a:cubicBezTo>
                  <a:cubicBezTo>
                    <a:pt x="11572" y="29509"/>
                    <a:pt x="11646" y="29768"/>
                    <a:pt x="11720" y="30027"/>
                  </a:cubicBezTo>
                  <a:cubicBezTo>
                    <a:pt x="11831" y="30544"/>
                    <a:pt x="11978" y="31062"/>
                    <a:pt x="12089" y="31579"/>
                  </a:cubicBezTo>
                  <a:cubicBezTo>
                    <a:pt x="12163" y="31949"/>
                    <a:pt x="12237" y="32282"/>
                    <a:pt x="12274" y="32615"/>
                  </a:cubicBezTo>
                  <a:cubicBezTo>
                    <a:pt x="12126" y="32245"/>
                    <a:pt x="11757" y="31505"/>
                    <a:pt x="11720" y="31432"/>
                  </a:cubicBezTo>
                  <a:cubicBezTo>
                    <a:pt x="11183" y="30593"/>
                    <a:pt x="9793" y="29358"/>
                    <a:pt x="8657" y="29358"/>
                  </a:cubicBezTo>
                  <a:cubicBezTo>
                    <a:pt x="8541" y="29358"/>
                    <a:pt x="8428" y="29371"/>
                    <a:pt x="8318" y="29398"/>
                  </a:cubicBezTo>
                  <a:cubicBezTo>
                    <a:pt x="7468" y="29583"/>
                    <a:pt x="7098" y="30507"/>
                    <a:pt x="7394" y="31284"/>
                  </a:cubicBezTo>
                  <a:cubicBezTo>
                    <a:pt x="7690" y="32097"/>
                    <a:pt x="8614" y="32615"/>
                    <a:pt x="9354" y="32836"/>
                  </a:cubicBezTo>
                  <a:cubicBezTo>
                    <a:pt x="9658" y="32929"/>
                    <a:pt x="10095" y="32960"/>
                    <a:pt x="10542" y="32960"/>
                  </a:cubicBezTo>
                  <a:cubicBezTo>
                    <a:pt x="11345" y="32960"/>
                    <a:pt x="12182" y="32860"/>
                    <a:pt x="12348" y="32836"/>
                  </a:cubicBezTo>
                  <a:cubicBezTo>
                    <a:pt x="12459" y="33391"/>
                    <a:pt x="12570" y="33946"/>
                    <a:pt x="12644" y="34463"/>
                  </a:cubicBezTo>
                  <a:cubicBezTo>
                    <a:pt x="12977" y="36275"/>
                    <a:pt x="13162" y="37791"/>
                    <a:pt x="13272" y="38826"/>
                  </a:cubicBezTo>
                  <a:cubicBezTo>
                    <a:pt x="13309" y="39011"/>
                    <a:pt x="13309" y="39195"/>
                    <a:pt x="13346" y="39343"/>
                  </a:cubicBezTo>
                  <a:lnTo>
                    <a:pt x="9686" y="39343"/>
                  </a:lnTo>
                  <a:lnTo>
                    <a:pt x="11017" y="65297"/>
                  </a:lnTo>
                  <a:lnTo>
                    <a:pt x="17228" y="65297"/>
                  </a:lnTo>
                  <a:lnTo>
                    <a:pt x="18559" y="39343"/>
                  </a:lnTo>
                  <a:lnTo>
                    <a:pt x="15158" y="39343"/>
                  </a:lnTo>
                  <a:lnTo>
                    <a:pt x="15232" y="39195"/>
                  </a:lnTo>
                  <a:cubicBezTo>
                    <a:pt x="15712" y="38234"/>
                    <a:pt x="16341" y="36829"/>
                    <a:pt x="17043" y="35129"/>
                  </a:cubicBezTo>
                  <a:cubicBezTo>
                    <a:pt x="17265" y="34574"/>
                    <a:pt x="17487" y="34019"/>
                    <a:pt x="17746" y="33391"/>
                  </a:cubicBezTo>
                  <a:cubicBezTo>
                    <a:pt x="17924" y="33450"/>
                    <a:pt x="19154" y="33701"/>
                    <a:pt x="20090" y="33701"/>
                  </a:cubicBezTo>
                  <a:cubicBezTo>
                    <a:pt x="20318" y="33701"/>
                    <a:pt x="20529" y="33686"/>
                    <a:pt x="20704" y="33650"/>
                  </a:cubicBezTo>
                  <a:cubicBezTo>
                    <a:pt x="21480" y="33465"/>
                    <a:pt x="22441" y="33021"/>
                    <a:pt x="22774" y="32245"/>
                  </a:cubicBezTo>
                  <a:cubicBezTo>
                    <a:pt x="23144" y="31469"/>
                    <a:pt x="22811" y="30544"/>
                    <a:pt x="21997" y="30248"/>
                  </a:cubicBezTo>
                  <a:cubicBezTo>
                    <a:pt x="21860" y="30204"/>
                    <a:pt x="21713" y="30184"/>
                    <a:pt x="21561" y="30184"/>
                  </a:cubicBezTo>
                  <a:cubicBezTo>
                    <a:pt x="20442" y="30184"/>
                    <a:pt x="19001" y="31279"/>
                    <a:pt x="18448" y="32060"/>
                  </a:cubicBezTo>
                  <a:cubicBezTo>
                    <a:pt x="18411" y="32097"/>
                    <a:pt x="18079" y="32689"/>
                    <a:pt x="17857" y="33095"/>
                  </a:cubicBezTo>
                  <a:cubicBezTo>
                    <a:pt x="17931" y="32836"/>
                    <a:pt x="18042" y="32615"/>
                    <a:pt x="18116" y="32356"/>
                  </a:cubicBezTo>
                  <a:cubicBezTo>
                    <a:pt x="18300" y="31838"/>
                    <a:pt x="18485" y="31358"/>
                    <a:pt x="18670" y="30803"/>
                  </a:cubicBezTo>
                  <a:cubicBezTo>
                    <a:pt x="18744" y="30544"/>
                    <a:pt x="18818" y="30285"/>
                    <a:pt x="18892" y="29990"/>
                  </a:cubicBezTo>
                  <a:cubicBezTo>
                    <a:pt x="18966" y="29731"/>
                    <a:pt x="19040" y="29435"/>
                    <a:pt x="19114" y="29176"/>
                  </a:cubicBezTo>
                  <a:cubicBezTo>
                    <a:pt x="19262" y="28511"/>
                    <a:pt x="19410" y="27845"/>
                    <a:pt x="19520" y="27143"/>
                  </a:cubicBezTo>
                  <a:cubicBezTo>
                    <a:pt x="19949" y="27321"/>
                    <a:pt x="21412" y="27810"/>
                    <a:pt x="22244" y="27810"/>
                  </a:cubicBezTo>
                  <a:cubicBezTo>
                    <a:pt x="22274" y="27810"/>
                    <a:pt x="22302" y="27810"/>
                    <a:pt x="22330" y="27808"/>
                  </a:cubicBezTo>
                  <a:cubicBezTo>
                    <a:pt x="23107" y="27734"/>
                    <a:pt x="24142" y="27439"/>
                    <a:pt x="24585" y="26736"/>
                  </a:cubicBezTo>
                  <a:cubicBezTo>
                    <a:pt x="25066" y="26034"/>
                    <a:pt x="24881" y="25073"/>
                    <a:pt x="24105" y="24666"/>
                  </a:cubicBezTo>
                  <a:cubicBezTo>
                    <a:pt x="23888" y="24554"/>
                    <a:pt x="23637" y="24505"/>
                    <a:pt x="23368" y="24505"/>
                  </a:cubicBezTo>
                  <a:cubicBezTo>
                    <a:pt x="22303" y="24505"/>
                    <a:pt x="20953" y="25266"/>
                    <a:pt x="20334" y="25886"/>
                  </a:cubicBezTo>
                  <a:cubicBezTo>
                    <a:pt x="20297" y="25923"/>
                    <a:pt x="19816" y="26551"/>
                    <a:pt x="19557" y="26884"/>
                  </a:cubicBezTo>
                  <a:cubicBezTo>
                    <a:pt x="19594" y="26477"/>
                    <a:pt x="19668" y="26071"/>
                    <a:pt x="19742" y="25664"/>
                  </a:cubicBezTo>
                  <a:cubicBezTo>
                    <a:pt x="19890" y="24444"/>
                    <a:pt x="20001" y="23224"/>
                    <a:pt x="20112" y="22004"/>
                  </a:cubicBezTo>
                  <a:cubicBezTo>
                    <a:pt x="20149" y="21634"/>
                    <a:pt x="20186" y="21265"/>
                    <a:pt x="20223" y="20895"/>
                  </a:cubicBezTo>
                  <a:cubicBezTo>
                    <a:pt x="20367" y="20967"/>
                    <a:pt x="22121" y="21599"/>
                    <a:pt x="23067" y="21599"/>
                  </a:cubicBezTo>
                  <a:cubicBezTo>
                    <a:pt x="23093" y="21599"/>
                    <a:pt x="23119" y="21598"/>
                    <a:pt x="23144" y="21597"/>
                  </a:cubicBezTo>
                  <a:cubicBezTo>
                    <a:pt x="23920" y="21523"/>
                    <a:pt x="24955" y="21228"/>
                    <a:pt x="25399" y="20525"/>
                  </a:cubicBezTo>
                  <a:cubicBezTo>
                    <a:pt x="25879" y="19823"/>
                    <a:pt x="25695" y="18825"/>
                    <a:pt x="24918" y="18418"/>
                  </a:cubicBezTo>
                  <a:cubicBezTo>
                    <a:pt x="24707" y="18309"/>
                    <a:pt x="24463" y="18261"/>
                    <a:pt x="24201" y="18261"/>
                  </a:cubicBezTo>
                  <a:cubicBezTo>
                    <a:pt x="23133" y="18261"/>
                    <a:pt x="21771" y="19051"/>
                    <a:pt x="21147" y="19675"/>
                  </a:cubicBezTo>
                  <a:cubicBezTo>
                    <a:pt x="21110" y="19712"/>
                    <a:pt x="20408" y="20599"/>
                    <a:pt x="20223" y="20821"/>
                  </a:cubicBezTo>
                  <a:cubicBezTo>
                    <a:pt x="20334" y="20008"/>
                    <a:pt x="20408" y="19194"/>
                    <a:pt x="20556" y="18418"/>
                  </a:cubicBezTo>
                  <a:cubicBezTo>
                    <a:pt x="20704" y="17309"/>
                    <a:pt x="20925" y="16237"/>
                    <a:pt x="21221" y="15201"/>
                  </a:cubicBezTo>
                  <a:cubicBezTo>
                    <a:pt x="21293" y="15237"/>
                    <a:pt x="23120" y="15905"/>
                    <a:pt x="24069" y="15905"/>
                  </a:cubicBezTo>
                  <a:cubicBezTo>
                    <a:pt x="24094" y="15905"/>
                    <a:pt x="24118" y="15905"/>
                    <a:pt x="24142" y="15904"/>
                  </a:cubicBezTo>
                  <a:cubicBezTo>
                    <a:pt x="24955" y="15830"/>
                    <a:pt x="25990" y="15534"/>
                    <a:pt x="26434" y="14832"/>
                  </a:cubicBezTo>
                  <a:cubicBezTo>
                    <a:pt x="26915" y="14129"/>
                    <a:pt x="26730" y="13131"/>
                    <a:pt x="25953" y="12761"/>
                  </a:cubicBezTo>
                  <a:cubicBezTo>
                    <a:pt x="25732" y="12639"/>
                    <a:pt x="25474" y="12586"/>
                    <a:pt x="25198" y="12586"/>
                  </a:cubicBezTo>
                  <a:cubicBezTo>
                    <a:pt x="24136" y="12586"/>
                    <a:pt x="22798" y="13365"/>
                    <a:pt x="22182" y="13981"/>
                  </a:cubicBezTo>
                  <a:cubicBezTo>
                    <a:pt x="22145" y="14018"/>
                    <a:pt x="21369" y="14980"/>
                    <a:pt x="21258" y="15164"/>
                  </a:cubicBezTo>
                  <a:cubicBezTo>
                    <a:pt x="21258" y="15090"/>
                    <a:pt x="21295" y="15017"/>
                    <a:pt x="21295" y="14980"/>
                  </a:cubicBezTo>
                  <a:cubicBezTo>
                    <a:pt x="21628" y="13870"/>
                    <a:pt x="22071" y="12872"/>
                    <a:pt x="22552" y="11948"/>
                  </a:cubicBezTo>
                  <a:cubicBezTo>
                    <a:pt x="22848" y="11393"/>
                    <a:pt x="23144" y="10913"/>
                    <a:pt x="23439" y="10432"/>
                  </a:cubicBezTo>
                  <a:cubicBezTo>
                    <a:pt x="23772" y="10617"/>
                    <a:pt x="25362" y="11356"/>
                    <a:pt x="26212" y="11393"/>
                  </a:cubicBezTo>
                  <a:cubicBezTo>
                    <a:pt x="26274" y="11396"/>
                    <a:pt x="26337" y="11398"/>
                    <a:pt x="26402" y="11398"/>
                  </a:cubicBezTo>
                  <a:cubicBezTo>
                    <a:pt x="27150" y="11398"/>
                    <a:pt x="28068" y="11193"/>
                    <a:pt x="28578" y="10580"/>
                  </a:cubicBezTo>
                  <a:cubicBezTo>
                    <a:pt x="29096" y="9952"/>
                    <a:pt x="29059" y="8953"/>
                    <a:pt x="28319" y="8473"/>
                  </a:cubicBezTo>
                  <a:cubicBezTo>
                    <a:pt x="28057" y="8298"/>
                    <a:pt x="27723" y="8225"/>
                    <a:pt x="27357" y="8225"/>
                  </a:cubicBezTo>
                  <a:cubicBezTo>
                    <a:pt x="26333" y="8225"/>
                    <a:pt x="25064" y="8796"/>
                    <a:pt x="24438" y="9286"/>
                  </a:cubicBezTo>
                  <a:cubicBezTo>
                    <a:pt x="24401" y="9323"/>
                    <a:pt x="23957" y="9730"/>
                    <a:pt x="23661" y="10062"/>
                  </a:cubicBezTo>
                  <a:cubicBezTo>
                    <a:pt x="23809" y="9841"/>
                    <a:pt x="23957" y="9619"/>
                    <a:pt x="24068" y="9397"/>
                  </a:cubicBezTo>
                  <a:cubicBezTo>
                    <a:pt x="24585" y="8658"/>
                    <a:pt x="25103" y="7992"/>
                    <a:pt x="25547" y="7401"/>
                  </a:cubicBezTo>
                  <a:cubicBezTo>
                    <a:pt x="25805" y="7068"/>
                    <a:pt x="26064" y="6772"/>
                    <a:pt x="26286" y="6513"/>
                  </a:cubicBezTo>
                  <a:cubicBezTo>
                    <a:pt x="26730" y="6476"/>
                    <a:pt x="28430" y="6439"/>
                    <a:pt x="29170" y="6070"/>
                  </a:cubicBezTo>
                  <a:cubicBezTo>
                    <a:pt x="29909" y="5737"/>
                    <a:pt x="30760" y="5108"/>
                    <a:pt x="30907" y="4258"/>
                  </a:cubicBezTo>
                  <a:cubicBezTo>
                    <a:pt x="31092" y="3445"/>
                    <a:pt x="30575" y="2594"/>
                    <a:pt x="29724" y="2483"/>
                  </a:cubicBezTo>
                  <a:cubicBezTo>
                    <a:pt x="29685" y="2480"/>
                    <a:pt x="29646" y="2478"/>
                    <a:pt x="29607" y="2478"/>
                  </a:cubicBezTo>
                  <a:cubicBezTo>
                    <a:pt x="28415" y="2478"/>
                    <a:pt x="27085" y="4067"/>
                    <a:pt x="26656" y="4997"/>
                  </a:cubicBezTo>
                  <a:cubicBezTo>
                    <a:pt x="26619" y="5108"/>
                    <a:pt x="26175" y="6513"/>
                    <a:pt x="26175" y="6513"/>
                  </a:cubicBezTo>
                  <a:lnTo>
                    <a:pt x="26212" y="6513"/>
                  </a:lnTo>
                  <a:cubicBezTo>
                    <a:pt x="25990" y="6772"/>
                    <a:pt x="25732" y="7031"/>
                    <a:pt x="25473" y="7364"/>
                  </a:cubicBezTo>
                  <a:cubicBezTo>
                    <a:pt x="25029" y="7918"/>
                    <a:pt x="24511" y="8584"/>
                    <a:pt x="23957" y="9323"/>
                  </a:cubicBezTo>
                  <a:cubicBezTo>
                    <a:pt x="23439" y="10099"/>
                    <a:pt x="22885" y="10913"/>
                    <a:pt x="22404" y="11837"/>
                  </a:cubicBezTo>
                  <a:cubicBezTo>
                    <a:pt x="21887" y="12798"/>
                    <a:pt x="21406" y="13797"/>
                    <a:pt x="21036" y="14906"/>
                  </a:cubicBezTo>
                  <a:lnTo>
                    <a:pt x="21036" y="14943"/>
                  </a:lnTo>
                  <a:cubicBezTo>
                    <a:pt x="21036" y="14573"/>
                    <a:pt x="21036" y="13575"/>
                    <a:pt x="20999" y="13501"/>
                  </a:cubicBezTo>
                  <a:cubicBezTo>
                    <a:pt x="20888" y="12429"/>
                    <a:pt x="19964" y="10432"/>
                    <a:pt x="18781" y="10210"/>
                  </a:cubicBezTo>
                  <a:cubicBezTo>
                    <a:pt x="18701" y="10196"/>
                    <a:pt x="18622" y="10190"/>
                    <a:pt x="18544" y="10190"/>
                  </a:cubicBezTo>
                  <a:cubicBezTo>
                    <a:pt x="17797" y="10190"/>
                    <a:pt x="17184" y="10808"/>
                    <a:pt x="17117" y="11578"/>
                  </a:cubicBezTo>
                  <a:cubicBezTo>
                    <a:pt x="17043" y="12429"/>
                    <a:pt x="17672" y="13279"/>
                    <a:pt x="18263" y="13797"/>
                  </a:cubicBezTo>
                  <a:cubicBezTo>
                    <a:pt x="18966" y="14425"/>
                    <a:pt x="20851" y="15017"/>
                    <a:pt x="20999" y="15054"/>
                  </a:cubicBezTo>
                  <a:cubicBezTo>
                    <a:pt x="20667" y="16089"/>
                    <a:pt x="20408" y="17198"/>
                    <a:pt x="20186" y="18344"/>
                  </a:cubicBezTo>
                  <a:cubicBezTo>
                    <a:pt x="20075" y="19009"/>
                    <a:pt x="20001" y="19638"/>
                    <a:pt x="19890" y="20303"/>
                  </a:cubicBezTo>
                  <a:cubicBezTo>
                    <a:pt x="19890" y="20008"/>
                    <a:pt x="19890" y="19712"/>
                    <a:pt x="19890" y="19675"/>
                  </a:cubicBezTo>
                  <a:cubicBezTo>
                    <a:pt x="19742" y="18603"/>
                    <a:pt x="18855" y="16606"/>
                    <a:pt x="17672" y="16421"/>
                  </a:cubicBezTo>
                  <a:cubicBezTo>
                    <a:pt x="17571" y="16400"/>
                    <a:pt x="17472" y="16390"/>
                    <a:pt x="17377" y="16390"/>
                  </a:cubicBezTo>
                  <a:cubicBezTo>
                    <a:pt x="16633" y="16390"/>
                    <a:pt x="16074" y="16999"/>
                    <a:pt x="16008" y="17752"/>
                  </a:cubicBezTo>
                  <a:cubicBezTo>
                    <a:pt x="15934" y="18603"/>
                    <a:pt x="16563" y="19453"/>
                    <a:pt x="17154" y="20008"/>
                  </a:cubicBezTo>
                  <a:cubicBezTo>
                    <a:pt x="17746" y="20525"/>
                    <a:pt x="19373" y="21080"/>
                    <a:pt x="19779" y="21191"/>
                  </a:cubicBezTo>
                  <a:cubicBezTo>
                    <a:pt x="19742" y="21449"/>
                    <a:pt x="19705" y="21708"/>
                    <a:pt x="19705" y="21967"/>
                  </a:cubicBezTo>
                  <a:cubicBezTo>
                    <a:pt x="19557" y="23187"/>
                    <a:pt x="19410" y="24407"/>
                    <a:pt x="19225" y="25590"/>
                  </a:cubicBezTo>
                  <a:cubicBezTo>
                    <a:pt x="19188" y="25997"/>
                    <a:pt x="19077" y="26404"/>
                    <a:pt x="19003" y="26810"/>
                  </a:cubicBezTo>
                  <a:cubicBezTo>
                    <a:pt x="19003" y="26551"/>
                    <a:pt x="19003" y="26330"/>
                    <a:pt x="19003" y="26293"/>
                  </a:cubicBezTo>
                  <a:cubicBezTo>
                    <a:pt x="18855" y="25220"/>
                    <a:pt x="17968" y="23224"/>
                    <a:pt x="16785" y="23002"/>
                  </a:cubicBezTo>
                  <a:cubicBezTo>
                    <a:pt x="16704" y="22988"/>
                    <a:pt x="16625" y="22982"/>
                    <a:pt x="16547" y="22982"/>
                  </a:cubicBezTo>
                  <a:cubicBezTo>
                    <a:pt x="15800" y="22982"/>
                    <a:pt x="15188" y="23597"/>
                    <a:pt x="15121" y="24333"/>
                  </a:cubicBezTo>
                  <a:cubicBezTo>
                    <a:pt x="15047" y="25183"/>
                    <a:pt x="15676" y="26034"/>
                    <a:pt x="16267" y="26588"/>
                  </a:cubicBezTo>
                  <a:cubicBezTo>
                    <a:pt x="16859" y="27106"/>
                    <a:pt x="18337" y="27624"/>
                    <a:pt x="18818" y="27771"/>
                  </a:cubicBezTo>
                  <a:cubicBezTo>
                    <a:pt x="18744" y="28178"/>
                    <a:pt x="18670" y="28622"/>
                    <a:pt x="18559" y="29028"/>
                  </a:cubicBezTo>
                  <a:cubicBezTo>
                    <a:pt x="18485" y="29287"/>
                    <a:pt x="18411" y="29546"/>
                    <a:pt x="18337" y="29842"/>
                  </a:cubicBezTo>
                  <a:cubicBezTo>
                    <a:pt x="18226" y="30101"/>
                    <a:pt x="18153" y="30359"/>
                    <a:pt x="18079" y="30618"/>
                  </a:cubicBezTo>
                  <a:cubicBezTo>
                    <a:pt x="17894" y="31136"/>
                    <a:pt x="17709" y="31653"/>
                    <a:pt x="17524" y="32134"/>
                  </a:cubicBezTo>
                  <a:cubicBezTo>
                    <a:pt x="17376" y="32467"/>
                    <a:pt x="17265" y="32762"/>
                    <a:pt x="17117" y="33095"/>
                  </a:cubicBezTo>
                  <a:cubicBezTo>
                    <a:pt x="17191" y="32689"/>
                    <a:pt x="17302" y="31875"/>
                    <a:pt x="17302" y="31801"/>
                  </a:cubicBezTo>
                  <a:cubicBezTo>
                    <a:pt x="17302" y="31062"/>
                    <a:pt x="17080" y="29916"/>
                    <a:pt x="16563" y="29102"/>
                  </a:cubicBezTo>
                  <a:cubicBezTo>
                    <a:pt x="16563" y="28991"/>
                    <a:pt x="16563" y="28881"/>
                    <a:pt x="16526" y="28770"/>
                  </a:cubicBezTo>
                  <a:cubicBezTo>
                    <a:pt x="16430" y="28068"/>
                    <a:pt x="15840" y="27505"/>
                    <a:pt x="15134" y="27505"/>
                  </a:cubicBezTo>
                  <a:cubicBezTo>
                    <a:pt x="15021" y="27505"/>
                    <a:pt x="14905" y="27519"/>
                    <a:pt x="14788" y="27550"/>
                  </a:cubicBezTo>
                  <a:cubicBezTo>
                    <a:pt x="13605" y="27882"/>
                    <a:pt x="12866" y="29916"/>
                    <a:pt x="12829" y="30988"/>
                  </a:cubicBezTo>
                  <a:cubicBezTo>
                    <a:pt x="12829" y="31062"/>
                    <a:pt x="12866" y="31764"/>
                    <a:pt x="12903" y="32208"/>
                  </a:cubicBezTo>
                  <a:cubicBezTo>
                    <a:pt x="12829" y="31949"/>
                    <a:pt x="12792" y="31690"/>
                    <a:pt x="12718" y="31432"/>
                  </a:cubicBezTo>
                  <a:cubicBezTo>
                    <a:pt x="12607" y="30914"/>
                    <a:pt x="12459" y="30396"/>
                    <a:pt x="12311" y="29842"/>
                  </a:cubicBezTo>
                  <a:cubicBezTo>
                    <a:pt x="12237" y="29583"/>
                    <a:pt x="12126" y="29324"/>
                    <a:pt x="12052" y="29065"/>
                  </a:cubicBezTo>
                  <a:cubicBezTo>
                    <a:pt x="11978" y="28770"/>
                    <a:pt x="11868" y="28511"/>
                    <a:pt x="11794" y="28252"/>
                  </a:cubicBezTo>
                  <a:cubicBezTo>
                    <a:pt x="11535" y="27587"/>
                    <a:pt x="11276" y="26958"/>
                    <a:pt x="11017" y="26330"/>
                  </a:cubicBezTo>
                  <a:cubicBezTo>
                    <a:pt x="11461" y="26219"/>
                    <a:pt x="13051" y="25812"/>
                    <a:pt x="13716" y="25331"/>
                  </a:cubicBezTo>
                  <a:cubicBezTo>
                    <a:pt x="14345" y="24851"/>
                    <a:pt x="15010" y="24037"/>
                    <a:pt x="15010" y="23187"/>
                  </a:cubicBezTo>
                  <a:cubicBezTo>
                    <a:pt x="15010" y="22378"/>
                    <a:pt x="14408" y="21703"/>
                    <a:pt x="13585" y="21703"/>
                  </a:cubicBezTo>
                  <a:cubicBezTo>
                    <a:pt x="13543" y="21703"/>
                    <a:pt x="13500" y="21705"/>
                    <a:pt x="13457" y="21708"/>
                  </a:cubicBezTo>
                  <a:cubicBezTo>
                    <a:pt x="12274" y="21856"/>
                    <a:pt x="11202" y="23779"/>
                    <a:pt x="11017" y="24814"/>
                  </a:cubicBezTo>
                  <a:cubicBezTo>
                    <a:pt x="10980" y="24888"/>
                    <a:pt x="10906" y="25664"/>
                    <a:pt x="10869" y="26108"/>
                  </a:cubicBezTo>
                  <a:cubicBezTo>
                    <a:pt x="10721" y="25701"/>
                    <a:pt x="10537" y="25331"/>
                    <a:pt x="10352" y="24962"/>
                  </a:cubicBezTo>
                  <a:cubicBezTo>
                    <a:pt x="9834" y="23890"/>
                    <a:pt x="9243" y="22817"/>
                    <a:pt x="8651" y="21708"/>
                  </a:cubicBezTo>
                  <a:cubicBezTo>
                    <a:pt x="8503" y="21376"/>
                    <a:pt x="8318" y="21043"/>
                    <a:pt x="8134" y="20710"/>
                  </a:cubicBezTo>
                  <a:cubicBezTo>
                    <a:pt x="8318" y="20673"/>
                    <a:pt x="10241" y="20229"/>
                    <a:pt x="10943" y="19675"/>
                  </a:cubicBezTo>
                  <a:cubicBezTo>
                    <a:pt x="11572" y="19194"/>
                    <a:pt x="12274" y="18381"/>
                    <a:pt x="12274" y="17531"/>
                  </a:cubicBezTo>
                  <a:cubicBezTo>
                    <a:pt x="12274" y="16772"/>
                    <a:pt x="11663" y="16078"/>
                    <a:pt x="10891" y="16078"/>
                  </a:cubicBezTo>
                  <a:cubicBezTo>
                    <a:pt x="10835" y="16078"/>
                    <a:pt x="10779" y="16081"/>
                    <a:pt x="10721" y="16089"/>
                  </a:cubicBezTo>
                  <a:cubicBezTo>
                    <a:pt x="9501" y="16200"/>
                    <a:pt x="8466" y="18122"/>
                    <a:pt x="8244" y="19194"/>
                  </a:cubicBezTo>
                  <a:cubicBezTo>
                    <a:pt x="8244" y="19268"/>
                    <a:pt x="8134" y="20377"/>
                    <a:pt x="8134" y="20673"/>
                  </a:cubicBezTo>
                  <a:cubicBezTo>
                    <a:pt x="7727" y="19934"/>
                    <a:pt x="7357" y="19194"/>
                    <a:pt x="7024" y="18455"/>
                  </a:cubicBezTo>
                  <a:cubicBezTo>
                    <a:pt x="6581" y="17457"/>
                    <a:pt x="6174" y="16421"/>
                    <a:pt x="5841" y="15423"/>
                  </a:cubicBezTo>
                  <a:cubicBezTo>
                    <a:pt x="5915" y="15386"/>
                    <a:pt x="7912" y="14943"/>
                    <a:pt x="8651" y="14388"/>
                  </a:cubicBezTo>
                  <a:cubicBezTo>
                    <a:pt x="9317" y="13870"/>
                    <a:pt x="9982" y="13094"/>
                    <a:pt x="9982" y="12244"/>
                  </a:cubicBezTo>
                  <a:cubicBezTo>
                    <a:pt x="9982" y="11451"/>
                    <a:pt x="9403" y="10754"/>
                    <a:pt x="8605" y="10754"/>
                  </a:cubicBezTo>
                  <a:cubicBezTo>
                    <a:pt x="8548" y="10754"/>
                    <a:pt x="8489" y="10757"/>
                    <a:pt x="8429" y="10765"/>
                  </a:cubicBezTo>
                  <a:cubicBezTo>
                    <a:pt x="7209" y="10876"/>
                    <a:pt x="6174" y="12798"/>
                    <a:pt x="5952" y="13870"/>
                  </a:cubicBezTo>
                  <a:cubicBezTo>
                    <a:pt x="5952" y="13944"/>
                    <a:pt x="5841" y="15164"/>
                    <a:pt x="5841" y="15386"/>
                  </a:cubicBezTo>
                  <a:cubicBezTo>
                    <a:pt x="5804" y="15312"/>
                    <a:pt x="5804" y="15238"/>
                    <a:pt x="5767" y="15201"/>
                  </a:cubicBezTo>
                  <a:cubicBezTo>
                    <a:pt x="5435" y="14092"/>
                    <a:pt x="5287" y="13020"/>
                    <a:pt x="5176" y="11985"/>
                  </a:cubicBezTo>
                  <a:cubicBezTo>
                    <a:pt x="5102" y="11356"/>
                    <a:pt x="5065" y="10802"/>
                    <a:pt x="5028" y="10210"/>
                  </a:cubicBezTo>
                  <a:cubicBezTo>
                    <a:pt x="5435" y="10173"/>
                    <a:pt x="7172" y="9952"/>
                    <a:pt x="7875" y="9508"/>
                  </a:cubicBezTo>
                  <a:cubicBezTo>
                    <a:pt x="8577" y="9101"/>
                    <a:pt x="9354" y="8362"/>
                    <a:pt x="9427" y="7511"/>
                  </a:cubicBezTo>
                  <a:cubicBezTo>
                    <a:pt x="9501" y="6698"/>
                    <a:pt x="8910" y="5885"/>
                    <a:pt x="8060" y="5885"/>
                  </a:cubicBezTo>
                  <a:cubicBezTo>
                    <a:pt x="6840" y="5885"/>
                    <a:pt x="5583" y="7696"/>
                    <a:pt x="5250" y="8695"/>
                  </a:cubicBezTo>
                  <a:cubicBezTo>
                    <a:pt x="5250" y="8768"/>
                    <a:pt x="5102" y="9360"/>
                    <a:pt x="5028" y="9804"/>
                  </a:cubicBezTo>
                  <a:cubicBezTo>
                    <a:pt x="5028" y="9545"/>
                    <a:pt x="5028" y="9286"/>
                    <a:pt x="5028" y="9027"/>
                  </a:cubicBezTo>
                  <a:cubicBezTo>
                    <a:pt x="5028" y="8103"/>
                    <a:pt x="5102" y="7253"/>
                    <a:pt x="5139" y="6513"/>
                  </a:cubicBezTo>
                  <a:cubicBezTo>
                    <a:pt x="5176" y="6107"/>
                    <a:pt x="5213" y="5737"/>
                    <a:pt x="5250" y="5367"/>
                  </a:cubicBezTo>
                  <a:cubicBezTo>
                    <a:pt x="5620" y="5145"/>
                    <a:pt x="7024" y="4147"/>
                    <a:pt x="7431" y="3445"/>
                  </a:cubicBezTo>
                  <a:cubicBezTo>
                    <a:pt x="7875" y="2742"/>
                    <a:pt x="8207" y="1744"/>
                    <a:pt x="7912" y="968"/>
                  </a:cubicBezTo>
                  <a:cubicBezTo>
                    <a:pt x="7665" y="393"/>
                    <a:pt x="7115" y="0"/>
                    <a:pt x="65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14" name="Google Shape;3714;g3048a510704_4_0"/>
            <p:cNvSpPr/>
            <p:nvPr/>
          </p:nvSpPr>
          <p:spPr>
            <a:xfrm>
              <a:off x="1174425" y="3532200"/>
              <a:ext cx="91525" cy="134975"/>
            </a:xfrm>
            <a:custGeom>
              <a:rect b="b" l="l" r="r" t="t"/>
              <a:pathLst>
                <a:path extrusionOk="0" h="5399" w="3661">
                  <a:moveTo>
                    <a:pt x="1633" y="1"/>
                  </a:moveTo>
                  <a:cubicBezTo>
                    <a:pt x="1052" y="1"/>
                    <a:pt x="518" y="417"/>
                    <a:pt x="297" y="999"/>
                  </a:cubicBezTo>
                  <a:cubicBezTo>
                    <a:pt x="1" y="1812"/>
                    <a:pt x="371" y="2773"/>
                    <a:pt x="814" y="3476"/>
                  </a:cubicBezTo>
                  <a:cubicBezTo>
                    <a:pt x="1332" y="4252"/>
                    <a:pt x="3106" y="5398"/>
                    <a:pt x="3106" y="5398"/>
                  </a:cubicBezTo>
                  <a:cubicBezTo>
                    <a:pt x="3143" y="5398"/>
                    <a:pt x="3513" y="3993"/>
                    <a:pt x="3513" y="3883"/>
                  </a:cubicBezTo>
                  <a:cubicBezTo>
                    <a:pt x="3661" y="2810"/>
                    <a:pt x="3328" y="666"/>
                    <a:pt x="2219" y="149"/>
                  </a:cubicBezTo>
                  <a:cubicBezTo>
                    <a:pt x="2025" y="47"/>
                    <a:pt x="1826" y="1"/>
                    <a:pt x="16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15" name="Google Shape;3715;g3048a510704_4_0"/>
            <p:cNvSpPr/>
            <p:nvPr/>
          </p:nvSpPr>
          <p:spPr>
            <a:xfrm>
              <a:off x="4182000" y="4206925"/>
              <a:ext cx="147900" cy="871025"/>
            </a:xfrm>
            <a:custGeom>
              <a:rect b="b" l="l" r="r" t="t"/>
              <a:pathLst>
                <a:path extrusionOk="0" h="34841" w="5916">
                  <a:moveTo>
                    <a:pt x="2551" y="0"/>
                  </a:moveTo>
                  <a:lnTo>
                    <a:pt x="0" y="555"/>
                  </a:lnTo>
                  <a:lnTo>
                    <a:pt x="4769" y="34346"/>
                  </a:lnTo>
                  <a:cubicBezTo>
                    <a:pt x="4802" y="34635"/>
                    <a:pt x="5057" y="34841"/>
                    <a:pt x="5342" y="34841"/>
                  </a:cubicBezTo>
                  <a:cubicBezTo>
                    <a:pt x="5385" y="34841"/>
                    <a:pt x="5428" y="34836"/>
                    <a:pt x="5472" y="34827"/>
                  </a:cubicBezTo>
                  <a:cubicBezTo>
                    <a:pt x="5731" y="34790"/>
                    <a:pt x="5915" y="34531"/>
                    <a:pt x="5878" y="34235"/>
                  </a:cubicBezTo>
                  <a:lnTo>
                    <a:pt x="25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16" name="Google Shape;3716;g3048a510704_4_0"/>
            <p:cNvSpPr/>
            <p:nvPr/>
          </p:nvSpPr>
          <p:spPr>
            <a:xfrm>
              <a:off x="4173675" y="4199525"/>
              <a:ext cx="163625" cy="886400"/>
            </a:xfrm>
            <a:custGeom>
              <a:rect b="b" l="l" r="r" t="t"/>
              <a:pathLst>
                <a:path extrusionOk="0" h="35456" w="6545">
                  <a:moveTo>
                    <a:pt x="2588" y="703"/>
                  </a:moveTo>
                  <a:lnTo>
                    <a:pt x="5916" y="34568"/>
                  </a:lnTo>
                  <a:cubicBezTo>
                    <a:pt x="5916" y="34716"/>
                    <a:pt x="5842" y="34790"/>
                    <a:pt x="5731" y="34827"/>
                  </a:cubicBezTo>
                  <a:lnTo>
                    <a:pt x="5657" y="34827"/>
                  </a:lnTo>
                  <a:cubicBezTo>
                    <a:pt x="5546" y="34827"/>
                    <a:pt x="5398" y="34753"/>
                    <a:pt x="5398" y="34605"/>
                  </a:cubicBezTo>
                  <a:lnTo>
                    <a:pt x="673" y="1125"/>
                  </a:lnTo>
                  <a:lnTo>
                    <a:pt x="673" y="1125"/>
                  </a:lnTo>
                  <a:lnTo>
                    <a:pt x="2588" y="703"/>
                  </a:lnTo>
                  <a:close/>
                  <a:moveTo>
                    <a:pt x="2810" y="0"/>
                  </a:moveTo>
                  <a:lnTo>
                    <a:pt x="259" y="555"/>
                  </a:lnTo>
                  <a:cubicBezTo>
                    <a:pt x="111" y="592"/>
                    <a:pt x="0" y="740"/>
                    <a:pt x="37" y="925"/>
                  </a:cubicBezTo>
                  <a:lnTo>
                    <a:pt x="4770" y="34716"/>
                  </a:lnTo>
                  <a:cubicBezTo>
                    <a:pt x="4844" y="35160"/>
                    <a:pt x="5213" y="35455"/>
                    <a:pt x="5657" y="35455"/>
                  </a:cubicBezTo>
                  <a:cubicBezTo>
                    <a:pt x="5731" y="35455"/>
                    <a:pt x="5805" y="35455"/>
                    <a:pt x="5842" y="35418"/>
                  </a:cubicBezTo>
                  <a:cubicBezTo>
                    <a:pt x="6248" y="35344"/>
                    <a:pt x="6544" y="34975"/>
                    <a:pt x="6544" y="34568"/>
                  </a:cubicBezTo>
                  <a:lnTo>
                    <a:pt x="6544" y="34494"/>
                  </a:lnTo>
                  <a:lnTo>
                    <a:pt x="3180" y="296"/>
                  </a:lnTo>
                  <a:cubicBezTo>
                    <a:pt x="3180" y="185"/>
                    <a:pt x="3143" y="111"/>
                    <a:pt x="3069" y="74"/>
                  </a:cubicBezTo>
                  <a:cubicBezTo>
                    <a:pt x="2995" y="0"/>
                    <a:pt x="2884" y="0"/>
                    <a:pt x="28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17" name="Google Shape;3717;g3048a510704_4_0"/>
            <p:cNvSpPr/>
            <p:nvPr/>
          </p:nvSpPr>
          <p:spPr>
            <a:xfrm>
              <a:off x="3355700" y="4206925"/>
              <a:ext cx="147900" cy="871025"/>
            </a:xfrm>
            <a:custGeom>
              <a:rect b="b" l="l" r="r" t="t"/>
              <a:pathLst>
                <a:path extrusionOk="0" h="34841" w="5916">
                  <a:moveTo>
                    <a:pt x="3365" y="0"/>
                  </a:moveTo>
                  <a:lnTo>
                    <a:pt x="37" y="34235"/>
                  </a:lnTo>
                  <a:cubicBezTo>
                    <a:pt x="0" y="34531"/>
                    <a:pt x="185" y="34790"/>
                    <a:pt x="481" y="34827"/>
                  </a:cubicBezTo>
                  <a:cubicBezTo>
                    <a:pt x="520" y="34836"/>
                    <a:pt x="559" y="34841"/>
                    <a:pt x="598" y="34841"/>
                  </a:cubicBezTo>
                  <a:cubicBezTo>
                    <a:pt x="859" y="34841"/>
                    <a:pt x="1114" y="34635"/>
                    <a:pt x="1147" y="34346"/>
                  </a:cubicBezTo>
                  <a:lnTo>
                    <a:pt x="5916" y="555"/>
                  </a:lnTo>
                  <a:lnTo>
                    <a:pt x="33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18" name="Google Shape;3718;g3048a510704_4_0"/>
            <p:cNvSpPr/>
            <p:nvPr/>
          </p:nvSpPr>
          <p:spPr>
            <a:xfrm>
              <a:off x="3348300" y="4199525"/>
              <a:ext cx="163625" cy="886400"/>
            </a:xfrm>
            <a:custGeom>
              <a:rect b="b" l="l" r="r" t="t"/>
              <a:pathLst>
                <a:path extrusionOk="0" h="35456" w="6545">
                  <a:moveTo>
                    <a:pt x="3957" y="703"/>
                  </a:moveTo>
                  <a:lnTo>
                    <a:pt x="5872" y="1125"/>
                  </a:lnTo>
                  <a:lnTo>
                    <a:pt x="5872" y="1125"/>
                  </a:lnTo>
                  <a:lnTo>
                    <a:pt x="1147" y="34605"/>
                  </a:lnTo>
                  <a:cubicBezTo>
                    <a:pt x="1147" y="34753"/>
                    <a:pt x="1036" y="34827"/>
                    <a:pt x="888" y="34827"/>
                  </a:cubicBezTo>
                  <a:lnTo>
                    <a:pt x="851" y="34827"/>
                  </a:lnTo>
                  <a:cubicBezTo>
                    <a:pt x="703" y="34790"/>
                    <a:pt x="629" y="34716"/>
                    <a:pt x="629" y="34568"/>
                  </a:cubicBezTo>
                  <a:lnTo>
                    <a:pt x="3957" y="703"/>
                  </a:lnTo>
                  <a:close/>
                  <a:moveTo>
                    <a:pt x="3735" y="0"/>
                  </a:moveTo>
                  <a:cubicBezTo>
                    <a:pt x="3661" y="0"/>
                    <a:pt x="3550" y="0"/>
                    <a:pt x="3513" y="74"/>
                  </a:cubicBezTo>
                  <a:cubicBezTo>
                    <a:pt x="3439" y="111"/>
                    <a:pt x="3365" y="185"/>
                    <a:pt x="3365" y="296"/>
                  </a:cubicBezTo>
                  <a:lnTo>
                    <a:pt x="38" y="34494"/>
                  </a:lnTo>
                  <a:lnTo>
                    <a:pt x="1" y="34568"/>
                  </a:lnTo>
                  <a:cubicBezTo>
                    <a:pt x="1" y="34975"/>
                    <a:pt x="296" y="35344"/>
                    <a:pt x="703" y="35418"/>
                  </a:cubicBezTo>
                  <a:cubicBezTo>
                    <a:pt x="777" y="35455"/>
                    <a:pt x="814" y="35455"/>
                    <a:pt x="888" y="35455"/>
                  </a:cubicBezTo>
                  <a:cubicBezTo>
                    <a:pt x="1332" y="35455"/>
                    <a:pt x="1701" y="35160"/>
                    <a:pt x="1775" y="34716"/>
                  </a:cubicBezTo>
                  <a:lnTo>
                    <a:pt x="6508" y="925"/>
                  </a:lnTo>
                  <a:cubicBezTo>
                    <a:pt x="6544" y="740"/>
                    <a:pt x="6434" y="592"/>
                    <a:pt x="6286" y="555"/>
                  </a:cubicBezTo>
                  <a:lnTo>
                    <a:pt x="37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19" name="Google Shape;3719;g3048a510704_4_0"/>
            <p:cNvSpPr/>
            <p:nvPr/>
          </p:nvSpPr>
          <p:spPr>
            <a:xfrm>
              <a:off x="3415775" y="3231825"/>
              <a:ext cx="889175" cy="1075875"/>
            </a:xfrm>
            <a:custGeom>
              <a:rect b="b" l="l" r="r" t="t"/>
              <a:pathLst>
                <a:path extrusionOk="0" h="43035" w="35567">
                  <a:moveTo>
                    <a:pt x="4178" y="0"/>
                  </a:moveTo>
                  <a:cubicBezTo>
                    <a:pt x="1849" y="0"/>
                    <a:pt x="1" y="1923"/>
                    <a:pt x="111" y="4215"/>
                  </a:cubicBezTo>
                  <a:lnTo>
                    <a:pt x="1738" y="43034"/>
                  </a:lnTo>
                  <a:lnTo>
                    <a:pt x="32387" y="43034"/>
                  </a:lnTo>
                  <a:lnTo>
                    <a:pt x="35381" y="4363"/>
                  </a:lnTo>
                  <a:cubicBezTo>
                    <a:pt x="35566" y="1997"/>
                    <a:pt x="33718" y="0"/>
                    <a:pt x="313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20" name="Google Shape;3720;g3048a510704_4_0"/>
            <p:cNvSpPr/>
            <p:nvPr/>
          </p:nvSpPr>
          <p:spPr>
            <a:xfrm>
              <a:off x="3410225" y="3223500"/>
              <a:ext cx="898425" cy="1091575"/>
            </a:xfrm>
            <a:custGeom>
              <a:rect b="b" l="l" r="r" t="t"/>
              <a:pathLst>
                <a:path extrusionOk="0" h="43663" w="35937">
                  <a:moveTo>
                    <a:pt x="31574" y="629"/>
                  </a:moveTo>
                  <a:cubicBezTo>
                    <a:pt x="32609" y="629"/>
                    <a:pt x="33533" y="1073"/>
                    <a:pt x="34235" y="1738"/>
                  </a:cubicBezTo>
                  <a:cubicBezTo>
                    <a:pt x="34901" y="2440"/>
                    <a:pt x="35308" y="3365"/>
                    <a:pt x="35308" y="4400"/>
                  </a:cubicBezTo>
                  <a:cubicBezTo>
                    <a:pt x="35308" y="4474"/>
                    <a:pt x="35308" y="4585"/>
                    <a:pt x="35308" y="4696"/>
                  </a:cubicBezTo>
                  <a:lnTo>
                    <a:pt x="32313" y="43034"/>
                  </a:lnTo>
                  <a:lnTo>
                    <a:pt x="2244" y="43034"/>
                  </a:lnTo>
                  <a:lnTo>
                    <a:pt x="629" y="4548"/>
                  </a:lnTo>
                  <a:cubicBezTo>
                    <a:pt x="629" y="4511"/>
                    <a:pt x="629" y="4437"/>
                    <a:pt x="629" y="4400"/>
                  </a:cubicBezTo>
                  <a:cubicBezTo>
                    <a:pt x="629" y="3365"/>
                    <a:pt x="1036" y="2404"/>
                    <a:pt x="1738" y="1738"/>
                  </a:cubicBezTo>
                  <a:cubicBezTo>
                    <a:pt x="2404" y="1073"/>
                    <a:pt x="3328" y="629"/>
                    <a:pt x="4400" y="629"/>
                  </a:cubicBezTo>
                  <a:close/>
                  <a:moveTo>
                    <a:pt x="4400" y="0"/>
                  </a:moveTo>
                  <a:cubicBezTo>
                    <a:pt x="1960" y="0"/>
                    <a:pt x="1" y="1997"/>
                    <a:pt x="1" y="4400"/>
                  </a:cubicBezTo>
                  <a:cubicBezTo>
                    <a:pt x="1" y="4437"/>
                    <a:pt x="1" y="4511"/>
                    <a:pt x="1" y="4585"/>
                  </a:cubicBezTo>
                  <a:lnTo>
                    <a:pt x="1627" y="43367"/>
                  </a:lnTo>
                  <a:cubicBezTo>
                    <a:pt x="1664" y="43552"/>
                    <a:pt x="1775" y="43663"/>
                    <a:pt x="1960" y="43663"/>
                  </a:cubicBezTo>
                  <a:lnTo>
                    <a:pt x="32609" y="43663"/>
                  </a:lnTo>
                  <a:cubicBezTo>
                    <a:pt x="32757" y="43663"/>
                    <a:pt x="32905" y="43552"/>
                    <a:pt x="32905" y="43367"/>
                  </a:cubicBezTo>
                  <a:lnTo>
                    <a:pt x="35936" y="4733"/>
                  </a:lnTo>
                  <a:cubicBezTo>
                    <a:pt x="35936" y="4622"/>
                    <a:pt x="35936" y="4511"/>
                    <a:pt x="35936" y="4400"/>
                  </a:cubicBezTo>
                  <a:cubicBezTo>
                    <a:pt x="35936" y="1997"/>
                    <a:pt x="34014" y="0"/>
                    <a:pt x="315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21" name="Google Shape;3721;g3048a510704_4_0"/>
            <p:cNvSpPr/>
            <p:nvPr/>
          </p:nvSpPr>
          <p:spPr>
            <a:xfrm>
              <a:off x="3388050" y="4095075"/>
              <a:ext cx="902100" cy="212625"/>
            </a:xfrm>
            <a:custGeom>
              <a:rect b="b" l="l" r="r" t="t"/>
              <a:pathLst>
                <a:path extrusionOk="0" h="8505" w="36084">
                  <a:moveTo>
                    <a:pt x="0" y="1"/>
                  </a:moveTo>
                  <a:lnTo>
                    <a:pt x="0" y="8504"/>
                  </a:lnTo>
                  <a:lnTo>
                    <a:pt x="36084" y="8504"/>
                  </a:lnTo>
                  <a:lnTo>
                    <a:pt x="3608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22" name="Google Shape;3722;g3048a510704_4_0"/>
            <p:cNvSpPr/>
            <p:nvPr/>
          </p:nvSpPr>
          <p:spPr>
            <a:xfrm>
              <a:off x="3380650" y="4086775"/>
              <a:ext cx="916900" cy="228300"/>
            </a:xfrm>
            <a:custGeom>
              <a:rect b="b" l="l" r="r" t="t"/>
              <a:pathLst>
                <a:path extrusionOk="0" h="9132" w="36676">
                  <a:moveTo>
                    <a:pt x="36047" y="629"/>
                  </a:moveTo>
                  <a:lnTo>
                    <a:pt x="36047" y="8503"/>
                  </a:lnTo>
                  <a:lnTo>
                    <a:pt x="592" y="8503"/>
                  </a:lnTo>
                  <a:lnTo>
                    <a:pt x="592" y="629"/>
                  </a:lnTo>
                  <a:close/>
                  <a:moveTo>
                    <a:pt x="296" y="0"/>
                  </a:moveTo>
                  <a:cubicBezTo>
                    <a:pt x="222" y="0"/>
                    <a:pt x="149" y="37"/>
                    <a:pt x="75" y="111"/>
                  </a:cubicBezTo>
                  <a:cubicBezTo>
                    <a:pt x="1" y="148"/>
                    <a:pt x="1" y="259"/>
                    <a:pt x="1" y="333"/>
                  </a:cubicBezTo>
                  <a:lnTo>
                    <a:pt x="1" y="8836"/>
                  </a:lnTo>
                  <a:cubicBezTo>
                    <a:pt x="1" y="8910"/>
                    <a:pt x="1" y="8984"/>
                    <a:pt x="75" y="9058"/>
                  </a:cubicBezTo>
                  <a:cubicBezTo>
                    <a:pt x="149" y="9095"/>
                    <a:pt x="222" y="9132"/>
                    <a:pt x="296" y="9132"/>
                  </a:cubicBezTo>
                  <a:lnTo>
                    <a:pt x="36380" y="9132"/>
                  </a:lnTo>
                  <a:cubicBezTo>
                    <a:pt x="36454" y="9132"/>
                    <a:pt x="36528" y="9095"/>
                    <a:pt x="36602" y="9058"/>
                  </a:cubicBezTo>
                  <a:cubicBezTo>
                    <a:pt x="36639" y="8984"/>
                    <a:pt x="36675" y="8910"/>
                    <a:pt x="36675" y="8836"/>
                  </a:cubicBezTo>
                  <a:lnTo>
                    <a:pt x="36675" y="333"/>
                  </a:lnTo>
                  <a:cubicBezTo>
                    <a:pt x="36675" y="259"/>
                    <a:pt x="36639" y="148"/>
                    <a:pt x="36602" y="111"/>
                  </a:cubicBezTo>
                  <a:cubicBezTo>
                    <a:pt x="36528" y="37"/>
                    <a:pt x="36454" y="0"/>
                    <a:pt x="363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23" name="Google Shape;3723;g3048a510704_4_0"/>
            <p:cNvSpPr/>
            <p:nvPr/>
          </p:nvSpPr>
          <p:spPr>
            <a:xfrm>
              <a:off x="3342750" y="3850150"/>
              <a:ext cx="116500" cy="457550"/>
            </a:xfrm>
            <a:custGeom>
              <a:rect b="b" l="l" r="r" t="t"/>
              <a:pathLst>
                <a:path extrusionOk="0" h="18302" w="4660">
                  <a:moveTo>
                    <a:pt x="2330" y="1"/>
                  </a:moveTo>
                  <a:cubicBezTo>
                    <a:pt x="1036" y="1"/>
                    <a:pt x="1" y="1036"/>
                    <a:pt x="1" y="2330"/>
                  </a:cubicBezTo>
                  <a:lnTo>
                    <a:pt x="1923" y="18301"/>
                  </a:lnTo>
                  <a:lnTo>
                    <a:pt x="4659" y="18301"/>
                  </a:lnTo>
                  <a:lnTo>
                    <a:pt x="4659" y="2330"/>
                  </a:lnTo>
                  <a:cubicBezTo>
                    <a:pt x="4659" y="1036"/>
                    <a:pt x="3624" y="1"/>
                    <a:pt x="23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24" name="Google Shape;3724;g3048a510704_4_0"/>
            <p:cNvSpPr/>
            <p:nvPr/>
          </p:nvSpPr>
          <p:spPr>
            <a:xfrm>
              <a:off x="3335375" y="3842750"/>
              <a:ext cx="131250" cy="472325"/>
            </a:xfrm>
            <a:custGeom>
              <a:rect b="b" l="l" r="r" t="t"/>
              <a:pathLst>
                <a:path extrusionOk="0" h="18893" w="5250">
                  <a:moveTo>
                    <a:pt x="2625" y="592"/>
                  </a:moveTo>
                  <a:cubicBezTo>
                    <a:pt x="3734" y="592"/>
                    <a:pt x="4621" y="1517"/>
                    <a:pt x="4621" y="2626"/>
                  </a:cubicBezTo>
                  <a:lnTo>
                    <a:pt x="4621" y="18264"/>
                  </a:lnTo>
                  <a:lnTo>
                    <a:pt x="2477" y="18264"/>
                  </a:lnTo>
                  <a:lnTo>
                    <a:pt x="593" y="2598"/>
                  </a:lnTo>
                  <a:lnTo>
                    <a:pt x="593" y="2598"/>
                  </a:lnTo>
                  <a:cubicBezTo>
                    <a:pt x="643" y="1501"/>
                    <a:pt x="1525" y="592"/>
                    <a:pt x="2625" y="592"/>
                  </a:cubicBezTo>
                  <a:close/>
                  <a:moveTo>
                    <a:pt x="2625" y="1"/>
                  </a:moveTo>
                  <a:cubicBezTo>
                    <a:pt x="1183" y="1"/>
                    <a:pt x="0" y="1147"/>
                    <a:pt x="0" y="2626"/>
                  </a:cubicBezTo>
                  <a:lnTo>
                    <a:pt x="0" y="2663"/>
                  </a:lnTo>
                  <a:lnTo>
                    <a:pt x="1923" y="18634"/>
                  </a:lnTo>
                  <a:cubicBezTo>
                    <a:pt x="1923" y="18782"/>
                    <a:pt x="2070" y="18893"/>
                    <a:pt x="2218" y="18893"/>
                  </a:cubicBezTo>
                  <a:lnTo>
                    <a:pt x="4954" y="18893"/>
                  </a:lnTo>
                  <a:cubicBezTo>
                    <a:pt x="5028" y="18893"/>
                    <a:pt x="5102" y="18856"/>
                    <a:pt x="5176" y="18819"/>
                  </a:cubicBezTo>
                  <a:cubicBezTo>
                    <a:pt x="5213" y="18745"/>
                    <a:pt x="5250" y="18671"/>
                    <a:pt x="5250" y="18597"/>
                  </a:cubicBezTo>
                  <a:lnTo>
                    <a:pt x="5250" y="2626"/>
                  </a:lnTo>
                  <a:cubicBezTo>
                    <a:pt x="5250" y="1147"/>
                    <a:pt x="4067" y="1"/>
                    <a:pt x="26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25" name="Google Shape;3725;g3048a510704_4_0"/>
            <p:cNvSpPr/>
            <p:nvPr/>
          </p:nvSpPr>
          <p:spPr>
            <a:xfrm>
              <a:off x="4225425" y="3850150"/>
              <a:ext cx="116500" cy="457550"/>
            </a:xfrm>
            <a:custGeom>
              <a:rect b="b" l="l" r="r" t="t"/>
              <a:pathLst>
                <a:path extrusionOk="0" h="18302" w="4660">
                  <a:moveTo>
                    <a:pt x="2330" y="1"/>
                  </a:moveTo>
                  <a:cubicBezTo>
                    <a:pt x="1036" y="1"/>
                    <a:pt x="1" y="1036"/>
                    <a:pt x="1" y="2330"/>
                  </a:cubicBezTo>
                  <a:lnTo>
                    <a:pt x="1" y="18301"/>
                  </a:lnTo>
                  <a:lnTo>
                    <a:pt x="2737" y="18301"/>
                  </a:lnTo>
                  <a:lnTo>
                    <a:pt x="4659" y="2330"/>
                  </a:lnTo>
                  <a:cubicBezTo>
                    <a:pt x="4659" y="1036"/>
                    <a:pt x="3587" y="1"/>
                    <a:pt x="23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26" name="Google Shape;3726;g3048a510704_4_0"/>
            <p:cNvSpPr/>
            <p:nvPr/>
          </p:nvSpPr>
          <p:spPr>
            <a:xfrm>
              <a:off x="4218050" y="3842750"/>
              <a:ext cx="131250" cy="472325"/>
            </a:xfrm>
            <a:custGeom>
              <a:rect b="b" l="l" r="r" t="t"/>
              <a:pathLst>
                <a:path extrusionOk="0" h="18893" w="5250">
                  <a:moveTo>
                    <a:pt x="2625" y="592"/>
                  </a:moveTo>
                  <a:cubicBezTo>
                    <a:pt x="3723" y="592"/>
                    <a:pt x="4603" y="1497"/>
                    <a:pt x="4621" y="2591"/>
                  </a:cubicBezTo>
                  <a:lnTo>
                    <a:pt x="4621" y="2591"/>
                  </a:lnTo>
                  <a:lnTo>
                    <a:pt x="2736" y="18264"/>
                  </a:lnTo>
                  <a:lnTo>
                    <a:pt x="592" y="18264"/>
                  </a:lnTo>
                  <a:lnTo>
                    <a:pt x="592" y="2626"/>
                  </a:lnTo>
                  <a:cubicBezTo>
                    <a:pt x="592" y="1517"/>
                    <a:pt x="1516" y="592"/>
                    <a:pt x="2625" y="592"/>
                  </a:cubicBezTo>
                  <a:close/>
                  <a:moveTo>
                    <a:pt x="2625" y="1"/>
                  </a:moveTo>
                  <a:cubicBezTo>
                    <a:pt x="1183" y="1"/>
                    <a:pt x="0" y="1147"/>
                    <a:pt x="0" y="2626"/>
                  </a:cubicBezTo>
                  <a:lnTo>
                    <a:pt x="0" y="18597"/>
                  </a:lnTo>
                  <a:cubicBezTo>
                    <a:pt x="0" y="18671"/>
                    <a:pt x="37" y="18745"/>
                    <a:pt x="74" y="18819"/>
                  </a:cubicBezTo>
                  <a:cubicBezTo>
                    <a:pt x="148" y="18856"/>
                    <a:pt x="222" y="18893"/>
                    <a:pt x="296" y="18893"/>
                  </a:cubicBezTo>
                  <a:lnTo>
                    <a:pt x="3032" y="18893"/>
                  </a:lnTo>
                  <a:cubicBezTo>
                    <a:pt x="3179" y="18893"/>
                    <a:pt x="3327" y="18782"/>
                    <a:pt x="3327" y="18634"/>
                  </a:cubicBezTo>
                  <a:lnTo>
                    <a:pt x="5250" y="2663"/>
                  </a:lnTo>
                  <a:lnTo>
                    <a:pt x="5250" y="2626"/>
                  </a:lnTo>
                  <a:cubicBezTo>
                    <a:pt x="5250" y="1147"/>
                    <a:pt x="4067" y="1"/>
                    <a:pt x="26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27" name="Google Shape;3727;g3048a510704_4_0"/>
            <p:cNvSpPr/>
            <p:nvPr/>
          </p:nvSpPr>
          <p:spPr>
            <a:xfrm>
              <a:off x="3548875" y="3556225"/>
              <a:ext cx="574000" cy="329075"/>
            </a:xfrm>
            <a:custGeom>
              <a:rect b="b" l="l" r="r" t="t"/>
              <a:pathLst>
                <a:path extrusionOk="0" h="13163" w="22960">
                  <a:moveTo>
                    <a:pt x="0" y="1"/>
                  </a:moveTo>
                  <a:lnTo>
                    <a:pt x="1294" y="13162"/>
                  </a:lnTo>
                  <a:lnTo>
                    <a:pt x="21665" y="13162"/>
                  </a:lnTo>
                  <a:lnTo>
                    <a:pt x="2295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28" name="Google Shape;3728;g3048a510704_4_0"/>
            <p:cNvSpPr/>
            <p:nvPr/>
          </p:nvSpPr>
          <p:spPr>
            <a:xfrm>
              <a:off x="3541475" y="3548850"/>
              <a:ext cx="588775" cy="343850"/>
            </a:xfrm>
            <a:custGeom>
              <a:rect b="b" l="l" r="r" t="t"/>
              <a:pathLst>
                <a:path extrusionOk="0" h="13754" w="23551">
                  <a:moveTo>
                    <a:pt x="22885" y="592"/>
                  </a:moveTo>
                  <a:lnTo>
                    <a:pt x="21665" y="13125"/>
                  </a:lnTo>
                  <a:lnTo>
                    <a:pt x="1886" y="13125"/>
                  </a:lnTo>
                  <a:lnTo>
                    <a:pt x="626" y="592"/>
                  </a:lnTo>
                  <a:close/>
                  <a:moveTo>
                    <a:pt x="296" y="0"/>
                  </a:moveTo>
                  <a:cubicBezTo>
                    <a:pt x="222" y="0"/>
                    <a:pt x="148" y="37"/>
                    <a:pt x="74" y="74"/>
                  </a:cubicBezTo>
                  <a:cubicBezTo>
                    <a:pt x="1" y="148"/>
                    <a:pt x="1" y="259"/>
                    <a:pt x="1" y="333"/>
                  </a:cubicBezTo>
                  <a:lnTo>
                    <a:pt x="1295" y="13457"/>
                  </a:lnTo>
                  <a:cubicBezTo>
                    <a:pt x="1295" y="13642"/>
                    <a:pt x="1442" y="13753"/>
                    <a:pt x="1590" y="13753"/>
                  </a:cubicBezTo>
                  <a:lnTo>
                    <a:pt x="21961" y="13753"/>
                  </a:lnTo>
                  <a:cubicBezTo>
                    <a:pt x="22109" y="13753"/>
                    <a:pt x="22257" y="13642"/>
                    <a:pt x="22257" y="13457"/>
                  </a:cubicBezTo>
                  <a:lnTo>
                    <a:pt x="23551" y="333"/>
                  </a:lnTo>
                  <a:cubicBezTo>
                    <a:pt x="23551" y="259"/>
                    <a:pt x="23514" y="148"/>
                    <a:pt x="23477" y="74"/>
                  </a:cubicBezTo>
                  <a:cubicBezTo>
                    <a:pt x="23403" y="37"/>
                    <a:pt x="23329" y="0"/>
                    <a:pt x="232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29" name="Google Shape;3729;g3048a510704_4_0"/>
            <p:cNvSpPr/>
            <p:nvPr/>
          </p:nvSpPr>
          <p:spPr>
            <a:xfrm>
              <a:off x="3337225" y="3015525"/>
              <a:ext cx="1061075" cy="603575"/>
            </a:xfrm>
            <a:custGeom>
              <a:rect b="b" l="l" r="r" t="t"/>
              <a:pathLst>
                <a:path extrusionOk="0" h="24143" w="42443">
                  <a:moveTo>
                    <a:pt x="22552" y="1"/>
                  </a:moveTo>
                  <a:lnTo>
                    <a:pt x="16748" y="112"/>
                  </a:lnTo>
                  <a:lnTo>
                    <a:pt x="5878" y="6212"/>
                  </a:lnTo>
                  <a:lnTo>
                    <a:pt x="0" y="24143"/>
                  </a:lnTo>
                  <a:lnTo>
                    <a:pt x="42442" y="24143"/>
                  </a:lnTo>
                  <a:cubicBezTo>
                    <a:pt x="42442" y="24143"/>
                    <a:pt x="35640" y="6693"/>
                    <a:pt x="34309" y="5805"/>
                  </a:cubicBezTo>
                  <a:cubicBezTo>
                    <a:pt x="32978" y="4881"/>
                    <a:pt x="22552" y="1"/>
                    <a:pt x="225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30" name="Google Shape;3730;g3048a510704_4_0"/>
            <p:cNvSpPr/>
            <p:nvPr/>
          </p:nvSpPr>
          <p:spPr>
            <a:xfrm>
              <a:off x="3328900" y="3008150"/>
              <a:ext cx="1076800" cy="619275"/>
            </a:xfrm>
            <a:custGeom>
              <a:rect b="b" l="l" r="r" t="t"/>
              <a:pathLst>
                <a:path extrusionOk="0" h="24771" w="43072">
                  <a:moveTo>
                    <a:pt x="22743" y="594"/>
                  </a:moveTo>
                  <a:cubicBezTo>
                    <a:pt x="22812" y="625"/>
                    <a:pt x="23458" y="914"/>
                    <a:pt x="24401" y="1368"/>
                  </a:cubicBezTo>
                  <a:cubicBezTo>
                    <a:pt x="25880" y="2071"/>
                    <a:pt x="28172" y="3143"/>
                    <a:pt x="30205" y="4141"/>
                  </a:cubicBezTo>
                  <a:cubicBezTo>
                    <a:pt x="31203" y="4622"/>
                    <a:pt x="32165" y="5102"/>
                    <a:pt x="32941" y="5472"/>
                  </a:cubicBezTo>
                  <a:cubicBezTo>
                    <a:pt x="33681" y="5879"/>
                    <a:pt x="34235" y="6174"/>
                    <a:pt x="34457" y="6322"/>
                  </a:cubicBezTo>
                  <a:cubicBezTo>
                    <a:pt x="34494" y="6359"/>
                    <a:pt x="34605" y="6433"/>
                    <a:pt x="34716" y="6618"/>
                  </a:cubicBezTo>
                  <a:cubicBezTo>
                    <a:pt x="35122" y="7246"/>
                    <a:pt x="35862" y="8688"/>
                    <a:pt x="36675" y="10500"/>
                  </a:cubicBezTo>
                  <a:cubicBezTo>
                    <a:pt x="37895" y="13236"/>
                    <a:pt x="39337" y="16748"/>
                    <a:pt x="40483" y="19558"/>
                  </a:cubicBezTo>
                  <a:cubicBezTo>
                    <a:pt x="41075" y="21000"/>
                    <a:pt x="41555" y="22257"/>
                    <a:pt x="41925" y="23144"/>
                  </a:cubicBezTo>
                  <a:cubicBezTo>
                    <a:pt x="42082" y="23563"/>
                    <a:pt x="42215" y="23900"/>
                    <a:pt x="42311" y="24142"/>
                  </a:cubicBezTo>
                  <a:lnTo>
                    <a:pt x="777" y="24142"/>
                  </a:lnTo>
                  <a:lnTo>
                    <a:pt x="6470" y="6692"/>
                  </a:lnTo>
                  <a:lnTo>
                    <a:pt x="17166" y="701"/>
                  </a:lnTo>
                  <a:lnTo>
                    <a:pt x="17166" y="701"/>
                  </a:lnTo>
                  <a:lnTo>
                    <a:pt x="22743" y="594"/>
                  </a:lnTo>
                  <a:close/>
                  <a:moveTo>
                    <a:pt x="22848" y="0"/>
                  </a:moveTo>
                  <a:lnTo>
                    <a:pt x="17081" y="74"/>
                  </a:lnTo>
                  <a:lnTo>
                    <a:pt x="16933" y="148"/>
                  </a:lnTo>
                  <a:lnTo>
                    <a:pt x="6063" y="6211"/>
                  </a:lnTo>
                  <a:cubicBezTo>
                    <a:pt x="5990" y="6248"/>
                    <a:pt x="5953" y="6322"/>
                    <a:pt x="5916" y="6396"/>
                  </a:cubicBezTo>
                  <a:lnTo>
                    <a:pt x="37" y="24364"/>
                  </a:lnTo>
                  <a:cubicBezTo>
                    <a:pt x="0" y="24438"/>
                    <a:pt x="37" y="24549"/>
                    <a:pt x="74" y="24623"/>
                  </a:cubicBezTo>
                  <a:cubicBezTo>
                    <a:pt x="148" y="24734"/>
                    <a:pt x="222" y="24771"/>
                    <a:pt x="333" y="24771"/>
                  </a:cubicBezTo>
                  <a:lnTo>
                    <a:pt x="42775" y="24771"/>
                  </a:lnTo>
                  <a:cubicBezTo>
                    <a:pt x="42849" y="24771"/>
                    <a:pt x="42960" y="24697"/>
                    <a:pt x="43034" y="24623"/>
                  </a:cubicBezTo>
                  <a:cubicBezTo>
                    <a:pt x="43071" y="24549"/>
                    <a:pt x="43071" y="24438"/>
                    <a:pt x="43034" y="24327"/>
                  </a:cubicBezTo>
                  <a:cubicBezTo>
                    <a:pt x="43034" y="24327"/>
                    <a:pt x="41333" y="19964"/>
                    <a:pt x="39485" y="15491"/>
                  </a:cubicBezTo>
                  <a:cubicBezTo>
                    <a:pt x="38561" y="13236"/>
                    <a:pt x="37562" y="10981"/>
                    <a:pt x="36749" y="9206"/>
                  </a:cubicBezTo>
                  <a:cubicBezTo>
                    <a:pt x="36342" y="8319"/>
                    <a:pt x="35973" y="7579"/>
                    <a:pt x="35640" y="6988"/>
                  </a:cubicBezTo>
                  <a:cubicBezTo>
                    <a:pt x="35492" y="6692"/>
                    <a:pt x="35344" y="6470"/>
                    <a:pt x="35196" y="6285"/>
                  </a:cubicBezTo>
                  <a:cubicBezTo>
                    <a:pt x="35085" y="6063"/>
                    <a:pt x="34974" y="5953"/>
                    <a:pt x="34827" y="5842"/>
                  </a:cubicBezTo>
                  <a:cubicBezTo>
                    <a:pt x="34642" y="5694"/>
                    <a:pt x="34309" y="5509"/>
                    <a:pt x="33902" y="5287"/>
                  </a:cubicBezTo>
                  <a:cubicBezTo>
                    <a:pt x="31019" y="3734"/>
                    <a:pt x="22996" y="37"/>
                    <a:pt x="22996" y="37"/>
                  </a:cubicBezTo>
                  <a:lnTo>
                    <a:pt x="2284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31" name="Google Shape;3731;g3048a510704_4_0"/>
            <p:cNvSpPr/>
            <p:nvPr/>
          </p:nvSpPr>
          <p:spPr>
            <a:xfrm>
              <a:off x="3938900" y="2856775"/>
              <a:ext cx="52725" cy="82300"/>
            </a:xfrm>
            <a:custGeom>
              <a:rect b="b" l="l" r="r" t="t"/>
              <a:pathLst>
                <a:path extrusionOk="0" h="3292" w="2109">
                  <a:moveTo>
                    <a:pt x="1480" y="0"/>
                  </a:moveTo>
                  <a:cubicBezTo>
                    <a:pt x="1085" y="0"/>
                    <a:pt x="592" y="362"/>
                    <a:pt x="592" y="362"/>
                  </a:cubicBezTo>
                  <a:lnTo>
                    <a:pt x="518" y="768"/>
                  </a:lnTo>
                  <a:lnTo>
                    <a:pt x="1" y="2913"/>
                  </a:lnTo>
                  <a:cubicBezTo>
                    <a:pt x="1" y="2913"/>
                    <a:pt x="332" y="3291"/>
                    <a:pt x="824" y="3291"/>
                  </a:cubicBezTo>
                  <a:cubicBezTo>
                    <a:pt x="947" y="3291"/>
                    <a:pt x="1080" y="3268"/>
                    <a:pt x="1221" y="3208"/>
                  </a:cubicBezTo>
                  <a:cubicBezTo>
                    <a:pt x="1923" y="2913"/>
                    <a:pt x="2108" y="1175"/>
                    <a:pt x="1923" y="362"/>
                  </a:cubicBezTo>
                  <a:cubicBezTo>
                    <a:pt x="1849" y="91"/>
                    <a:pt x="1677" y="0"/>
                    <a:pt x="1480"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32" name="Google Shape;3732;g3048a510704_4_0"/>
            <p:cNvSpPr/>
            <p:nvPr/>
          </p:nvSpPr>
          <p:spPr>
            <a:xfrm>
              <a:off x="3930600" y="2849175"/>
              <a:ext cx="65650" cy="98000"/>
            </a:xfrm>
            <a:custGeom>
              <a:rect b="b" l="l" r="r" t="t"/>
              <a:pathLst>
                <a:path extrusionOk="0" h="3920" w="2626">
                  <a:moveTo>
                    <a:pt x="1886" y="629"/>
                  </a:moveTo>
                  <a:cubicBezTo>
                    <a:pt x="1923" y="629"/>
                    <a:pt x="1923" y="666"/>
                    <a:pt x="1960" y="740"/>
                  </a:cubicBezTo>
                  <a:cubicBezTo>
                    <a:pt x="1997" y="888"/>
                    <a:pt x="2034" y="1146"/>
                    <a:pt x="2034" y="1405"/>
                  </a:cubicBezTo>
                  <a:cubicBezTo>
                    <a:pt x="2034" y="1775"/>
                    <a:pt x="1960" y="2219"/>
                    <a:pt x="1849" y="2588"/>
                  </a:cubicBezTo>
                  <a:cubicBezTo>
                    <a:pt x="1738" y="2958"/>
                    <a:pt x="1553" y="3180"/>
                    <a:pt x="1405" y="3217"/>
                  </a:cubicBezTo>
                  <a:cubicBezTo>
                    <a:pt x="1331" y="3291"/>
                    <a:pt x="1220" y="3291"/>
                    <a:pt x="1146" y="3291"/>
                  </a:cubicBezTo>
                  <a:cubicBezTo>
                    <a:pt x="961" y="3291"/>
                    <a:pt x="850" y="3217"/>
                    <a:pt x="740" y="3143"/>
                  </a:cubicBezTo>
                  <a:lnTo>
                    <a:pt x="676" y="3095"/>
                  </a:lnTo>
                  <a:lnTo>
                    <a:pt x="676" y="3095"/>
                  </a:lnTo>
                  <a:lnTo>
                    <a:pt x="1146" y="1146"/>
                  </a:lnTo>
                  <a:lnTo>
                    <a:pt x="1194" y="886"/>
                  </a:lnTo>
                  <a:lnTo>
                    <a:pt x="1194" y="886"/>
                  </a:lnTo>
                  <a:cubicBezTo>
                    <a:pt x="1248" y="846"/>
                    <a:pt x="1335" y="793"/>
                    <a:pt x="1442" y="740"/>
                  </a:cubicBezTo>
                  <a:cubicBezTo>
                    <a:pt x="1553" y="666"/>
                    <a:pt x="1738" y="629"/>
                    <a:pt x="1812" y="629"/>
                  </a:cubicBezTo>
                  <a:close/>
                  <a:moveTo>
                    <a:pt x="1812" y="0"/>
                  </a:moveTo>
                  <a:cubicBezTo>
                    <a:pt x="1516" y="0"/>
                    <a:pt x="1294" y="111"/>
                    <a:pt x="1072" y="222"/>
                  </a:cubicBezTo>
                  <a:cubicBezTo>
                    <a:pt x="887" y="333"/>
                    <a:pt x="777" y="407"/>
                    <a:pt x="740" y="407"/>
                  </a:cubicBezTo>
                  <a:cubicBezTo>
                    <a:pt x="703" y="481"/>
                    <a:pt x="666" y="518"/>
                    <a:pt x="629" y="592"/>
                  </a:cubicBezTo>
                  <a:lnTo>
                    <a:pt x="518" y="998"/>
                  </a:lnTo>
                  <a:lnTo>
                    <a:pt x="37" y="3143"/>
                  </a:lnTo>
                  <a:cubicBezTo>
                    <a:pt x="0" y="3217"/>
                    <a:pt x="37" y="3328"/>
                    <a:pt x="74" y="3402"/>
                  </a:cubicBezTo>
                  <a:cubicBezTo>
                    <a:pt x="111" y="3402"/>
                    <a:pt x="185" y="3549"/>
                    <a:pt x="370" y="3660"/>
                  </a:cubicBezTo>
                  <a:cubicBezTo>
                    <a:pt x="555" y="3771"/>
                    <a:pt x="814" y="3919"/>
                    <a:pt x="1146" y="3919"/>
                  </a:cubicBezTo>
                  <a:cubicBezTo>
                    <a:pt x="1294" y="3919"/>
                    <a:pt x="1479" y="3882"/>
                    <a:pt x="1664" y="3808"/>
                  </a:cubicBezTo>
                  <a:cubicBezTo>
                    <a:pt x="2071" y="3623"/>
                    <a:pt x="2292" y="3217"/>
                    <a:pt x="2440" y="2773"/>
                  </a:cubicBezTo>
                  <a:cubicBezTo>
                    <a:pt x="2588" y="2329"/>
                    <a:pt x="2625" y="1849"/>
                    <a:pt x="2625" y="1405"/>
                  </a:cubicBezTo>
                  <a:cubicBezTo>
                    <a:pt x="2625" y="1109"/>
                    <a:pt x="2625" y="814"/>
                    <a:pt x="2551" y="592"/>
                  </a:cubicBezTo>
                  <a:cubicBezTo>
                    <a:pt x="2514" y="407"/>
                    <a:pt x="2403" y="259"/>
                    <a:pt x="2255" y="148"/>
                  </a:cubicBezTo>
                  <a:cubicBezTo>
                    <a:pt x="2144" y="37"/>
                    <a:pt x="1960" y="0"/>
                    <a:pt x="18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33" name="Google Shape;3733;g3048a510704_4_0"/>
            <p:cNvSpPr/>
            <p:nvPr/>
          </p:nvSpPr>
          <p:spPr>
            <a:xfrm>
              <a:off x="3667175" y="2856775"/>
              <a:ext cx="53625" cy="82300"/>
            </a:xfrm>
            <a:custGeom>
              <a:rect b="b" l="l" r="r" t="t"/>
              <a:pathLst>
                <a:path extrusionOk="0" h="3292" w="2145">
                  <a:moveTo>
                    <a:pt x="640" y="0"/>
                  </a:moveTo>
                  <a:cubicBezTo>
                    <a:pt x="448" y="0"/>
                    <a:pt x="284" y="91"/>
                    <a:pt x="222" y="362"/>
                  </a:cubicBezTo>
                  <a:cubicBezTo>
                    <a:pt x="1" y="1175"/>
                    <a:pt x="222" y="2913"/>
                    <a:pt x="925" y="3208"/>
                  </a:cubicBezTo>
                  <a:cubicBezTo>
                    <a:pt x="1065" y="3268"/>
                    <a:pt x="1198" y="3291"/>
                    <a:pt x="1321" y="3291"/>
                  </a:cubicBezTo>
                  <a:cubicBezTo>
                    <a:pt x="1814" y="3291"/>
                    <a:pt x="2145" y="2913"/>
                    <a:pt x="2145" y="2913"/>
                  </a:cubicBezTo>
                  <a:lnTo>
                    <a:pt x="1627" y="768"/>
                  </a:lnTo>
                  <a:lnTo>
                    <a:pt x="1516" y="362"/>
                  </a:lnTo>
                  <a:cubicBezTo>
                    <a:pt x="1516" y="362"/>
                    <a:pt x="1023" y="0"/>
                    <a:pt x="640"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34" name="Google Shape;3734;g3048a510704_4_0"/>
            <p:cNvSpPr/>
            <p:nvPr/>
          </p:nvSpPr>
          <p:spPr>
            <a:xfrm>
              <a:off x="3662550" y="2849175"/>
              <a:ext cx="65650" cy="98000"/>
            </a:xfrm>
            <a:custGeom>
              <a:rect b="b" l="l" r="r" t="t"/>
              <a:pathLst>
                <a:path extrusionOk="0" h="3920" w="2626">
                  <a:moveTo>
                    <a:pt x="814" y="629"/>
                  </a:moveTo>
                  <a:cubicBezTo>
                    <a:pt x="925" y="629"/>
                    <a:pt x="1110" y="666"/>
                    <a:pt x="1258" y="777"/>
                  </a:cubicBezTo>
                  <a:cubicBezTo>
                    <a:pt x="1332" y="814"/>
                    <a:pt x="1406" y="851"/>
                    <a:pt x="1443" y="888"/>
                  </a:cubicBezTo>
                  <a:lnTo>
                    <a:pt x="1446" y="890"/>
                  </a:lnTo>
                  <a:lnTo>
                    <a:pt x="1516" y="1146"/>
                  </a:lnTo>
                  <a:lnTo>
                    <a:pt x="1987" y="3094"/>
                  </a:lnTo>
                  <a:lnTo>
                    <a:pt x="1987" y="3094"/>
                  </a:lnTo>
                  <a:cubicBezTo>
                    <a:pt x="1959" y="3113"/>
                    <a:pt x="1925" y="3130"/>
                    <a:pt x="1886" y="3143"/>
                  </a:cubicBezTo>
                  <a:cubicBezTo>
                    <a:pt x="1775" y="3217"/>
                    <a:pt x="1664" y="3291"/>
                    <a:pt x="1516" y="3291"/>
                  </a:cubicBezTo>
                  <a:cubicBezTo>
                    <a:pt x="1406" y="3291"/>
                    <a:pt x="1332" y="3291"/>
                    <a:pt x="1221" y="3217"/>
                  </a:cubicBezTo>
                  <a:cubicBezTo>
                    <a:pt x="1110" y="3180"/>
                    <a:pt x="925" y="2958"/>
                    <a:pt x="814" y="2588"/>
                  </a:cubicBezTo>
                  <a:cubicBezTo>
                    <a:pt x="666" y="2219"/>
                    <a:pt x="629" y="1775"/>
                    <a:pt x="629" y="1405"/>
                  </a:cubicBezTo>
                  <a:cubicBezTo>
                    <a:pt x="629" y="1146"/>
                    <a:pt x="629" y="925"/>
                    <a:pt x="703" y="740"/>
                  </a:cubicBezTo>
                  <a:cubicBezTo>
                    <a:pt x="703" y="666"/>
                    <a:pt x="740" y="629"/>
                    <a:pt x="740" y="629"/>
                  </a:cubicBezTo>
                  <a:close/>
                  <a:moveTo>
                    <a:pt x="814" y="0"/>
                  </a:moveTo>
                  <a:cubicBezTo>
                    <a:pt x="666" y="0"/>
                    <a:pt x="518" y="37"/>
                    <a:pt x="370" y="148"/>
                  </a:cubicBezTo>
                  <a:cubicBezTo>
                    <a:pt x="223" y="259"/>
                    <a:pt x="149" y="407"/>
                    <a:pt x="75" y="592"/>
                  </a:cubicBezTo>
                  <a:cubicBezTo>
                    <a:pt x="38" y="814"/>
                    <a:pt x="1" y="1109"/>
                    <a:pt x="1" y="1405"/>
                  </a:cubicBezTo>
                  <a:cubicBezTo>
                    <a:pt x="1" y="1849"/>
                    <a:pt x="75" y="2329"/>
                    <a:pt x="223" y="2773"/>
                  </a:cubicBezTo>
                  <a:cubicBezTo>
                    <a:pt x="370" y="3217"/>
                    <a:pt x="555" y="3623"/>
                    <a:pt x="962" y="3808"/>
                  </a:cubicBezTo>
                  <a:cubicBezTo>
                    <a:pt x="1147" y="3882"/>
                    <a:pt x="1332" y="3919"/>
                    <a:pt x="1516" y="3919"/>
                  </a:cubicBezTo>
                  <a:cubicBezTo>
                    <a:pt x="1812" y="3919"/>
                    <a:pt x="2108" y="3771"/>
                    <a:pt x="2256" y="3660"/>
                  </a:cubicBezTo>
                  <a:cubicBezTo>
                    <a:pt x="2441" y="3549"/>
                    <a:pt x="2552" y="3402"/>
                    <a:pt x="2552" y="3402"/>
                  </a:cubicBezTo>
                  <a:cubicBezTo>
                    <a:pt x="2626" y="3328"/>
                    <a:pt x="2626" y="3217"/>
                    <a:pt x="2626" y="3143"/>
                  </a:cubicBezTo>
                  <a:lnTo>
                    <a:pt x="2108" y="998"/>
                  </a:lnTo>
                  <a:lnTo>
                    <a:pt x="1997" y="592"/>
                  </a:lnTo>
                  <a:cubicBezTo>
                    <a:pt x="1997" y="518"/>
                    <a:pt x="1960" y="481"/>
                    <a:pt x="1886" y="407"/>
                  </a:cubicBezTo>
                  <a:cubicBezTo>
                    <a:pt x="1886" y="407"/>
                    <a:pt x="1738" y="333"/>
                    <a:pt x="1553" y="222"/>
                  </a:cubicBezTo>
                  <a:cubicBezTo>
                    <a:pt x="1369" y="111"/>
                    <a:pt x="1110" y="0"/>
                    <a:pt x="8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35" name="Google Shape;3735;g3048a510704_4_0"/>
            <p:cNvSpPr/>
            <p:nvPr/>
          </p:nvSpPr>
          <p:spPr>
            <a:xfrm>
              <a:off x="3694900" y="2954900"/>
              <a:ext cx="289325" cy="233500"/>
            </a:xfrm>
            <a:custGeom>
              <a:rect b="b" l="l" r="r" t="t"/>
              <a:pathLst>
                <a:path extrusionOk="0" h="9340" w="11573">
                  <a:moveTo>
                    <a:pt x="5371" y="0"/>
                  </a:moveTo>
                  <a:cubicBezTo>
                    <a:pt x="4082" y="0"/>
                    <a:pt x="2795" y="308"/>
                    <a:pt x="2034" y="1021"/>
                  </a:cubicBezTo>
                  <a:cubicBezTo>
                    <a:pt x="2034" y="1021"/>
                    <a:pt x="1110" y="1724"/>
                    <a:pt x="925" y="2426"/>
                  </a:cubicBezTo>
                  <a:cubicBezTo>
                    <a:pt x="703" y="3128"/>
                    <a:pt x="1" y="8933"/>
                    <a:pt x="1" y="8933"/>
                  </a:cubicBezTo>
                  <a:cubicBezTo>
                    <a:pt x="1" y="8933"/>
                    <a:pt x="3883" y="6382"/>
                    <a:pt x="4992" y="6197"/>
                  </a:cubicBezTo>
                  <a:cubicBezTo>
                    <a:pt x="5027" y="6190"/>
                    <a:pt x="5067" y="6187"/>
                    <a:pt x="5111" y="6187"/>
                  </a:cubicBezTo>
                  <a:cubicBezTo>
                    <a:pt x="6444" y="6187"/>
                    <a:pt x="11572" y="9340"/>
                    <a:pt x="11572" y="9340"/>
                  </a:cubicBezTo>
                  <a:cubicBezTo>
                    <a:pt x="11572" y="9340"/>
                    <a:pt x="10278" y="2722"/>
                    <a:pt x="9243" y="1317"/>
                  </a:cubicBezTo>
                  <a:cubicBezTo>
                    <a:pt x="8682" y="507"/>
                    <a:pt x="7025" y="0"/>
                    <a:pt x="537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36" name="Google Shape;3736;g3048a510704_4_0"/>
            <p:cNvSpPr/>
            <p:nvPr/>
          </p:nvSpPr>
          <p:spPr>
            <a:xfrm>
              <a:off x="3687500" y="2947150"/>
              <a:ext cx="305050" cy="249100"/>
            </a:xfrm>
            <a:custGeom>
              <a:rect b="b" l="l" r="r" t="t"/>
              <a:pathLst>
                <a:path extrusionOk="0" h="9964" w="12202">
                  <a:moveTo>
                    <a:pt x="2146" y="1074"/>
                  </a:moveTo>
                  <a:lnTo>
                    <a:pt x="2146" y="1074"/>
                  </a:lnTo>
                  <a:cubicBezTo>
                    <a:pt x="2146" y="1074"/>
                    <a:pt x="2146" y="1074"/>
                    <a:pt x="2146" y="1074"/>
                  </a:cubicBezTo>
                  <a:lnTo>
                    <a:pt x="2146" y="1074"/>
                  </a:lnTo>
                  <a:lnTo>
                    <a:pt x="2146" y="1074"/>
                  </a:lnTo>
                  <a:close/>
                  <a:moveTo>
                    <a:pt x="5620" y="629"/>
                  </a:moveTo>
                  <a:cubicBezTo>
                    <a:pt x="6434" y="629"/>
                    <a:pt x="7247" y="740"/>
                    <a:pt x="7913" y="961"/>
                  </a:cubicBezTo>
                  <a:cubicBezTo>
                    <a:pt x="8578" y="1183"/>
                    <a:pt x="9059" y="1479"/>
                    <a:pt x="9281" y="1812"/>
                  </a:cubicBezTo>
                  <a:cubicBezTo>
                    <a:pt x="9502" y="2107"/>
                    <a:pt x="9798" y="2773"/>
                    <a:pt x="10057" y="3586"/>
                  </a:cubicBezTo>
                  <a:cubicBezTo>
                    <a:pt x="10427" y="4769"/>
                    <a:pt x="10833" y="6322"/>
                    <a:pt x="11092" y="7542"/>
                  </a:cubicBezTo>
                  <a:cubicBezTo>
                    <a:pt x="11233" y="8141"/>
                    <a:pt x="11340" y="8639"/>
                    <a:pt x="11446" y="9037"/>
                  </a:cubicBezTo>
                  <a:lnTo>
                    <a:pt x="11446" y="9037"/>
                  </a:lnTo>
                  <a:cubicBezTo>
                    <a:pt x="10926" y="8727"/>
                    <a:pt x="10129" y="8258"/>
                    <a:pt x="9281" y="7801"/>
                  </a:cubicBezTo>
                  <a:cubicBezTo>
                    <a:pt x="8541" y="7394"/>
                    <a:pt x="7765" y="6988"/>
                    <a:pt x="7099" y="6692"/>
                  </a:cubicBezTo>
                  <a:cubicBezTo>
                    <a:pt x="6730" y="6544"/>
                    <a:pt x="6434" y="6433"/>
                    <a:pt x="6138" y="6322"/>
                  </a:cubicBezTo>
                  <a:cubicBezTo>
                    <a:pt x="5842" y="6248"/>
                    <a:pt x="5620" y="6174"/>
                    <a:pt x="5399" y="6174"/>
                  </a:cubicBezTo>
                  <a:lnTo>
                    <a:pt x="5214" y="6174"/>
                  </a:lnTo>
                  <a:cubicBezTo>
                    <a:pt x="4881" y="6248"/>
                    <a:pt x="4437" y="6470"/>
                    <a:pt x="3883" y="6729"/>
                  </a:cubicBezTo>
                  <a:cubicBezTo>
                    <a:pt x="2781" y="7293"/>
                    <a:pt x="1413" y="8158"/>
                    <a:pt x="676" y="8637"/>
                  </a:cubicBezTo>
                  <a:lnTo>
                    <a:pt x="676" y="8637"/>
                  </a:lnTo>
                  <a:cubicBezTo>
                    <a:pt x="751" y="8071"/>
                    <a:pt x="869" y="7197"/>
                    <a:pt x="999" y="6285"/>
                  </a:cubicBezTo>
                  <a:cubicBezTo>
                    <a:pt x="1110" y="5509"/>
                    <a:pt x="1184" y="4732"/>
                    <a:pt x="1295" y="4104"/>
                  </a:cubicBezTo>
                  <a:cubicBezTo>
                    <a:pt x="1332" y="3771"/>
                    <a:pt x="1369" y="3512"/>
                    <a:pt x="1406" y="3291"/>
                  </a:cubicBezTo>
                  <a:cubicBezTo>
                    <a:pt x="1480" y="3069"/>
                    <a:pt x="1480" y="2884"/>
                    <a:pt x="1517" y="2810"/>
                  </a:cubicBezTo>
                  <a:cubicBezTo>
                    <a:pt x="1591" y="2551"/>
                    <a:pt x="1849" y="2218"/>
                    <a:pt x="2071" y="1960"/>
                  </a:cubicBezTo>
                  <a:cubicBezTo>
                    <a:pt x="2182" y="1849"/>
                    <a:pt x="2293" y="1738"/>
                    <a:pt x="2404" y="1664"/>
                  </a:cubicBezTo>
                  <a:lnTo>
                    <a:pt x="2478" y="1590"/>
                  </a:lnTo>
                  <a:lnTo>
                    <a:pt x="2515" y="1553"/>
                  </a:lnTo>
                  <a:lnTo>
                    <a:pt x="2552" y="1553"/>
                  </a:lnTo>
                  <a:cubicBezTo>
                    <a:pt x="3180" y="924"/>
                    <a:pt x="4400" y="629"/>
                    <a:pt x="5620" y="629"/>
                  </a:cubicBezTo>
                  <a:close/>
                  <a:moveTo>
                    <a:pt x="5620" y="0"/>
                  </a:moveTo>
                  <a:cubicBezTo>
                    <a:pt x="4309" y="0"/>
                    <a:pt x="2998" y="287"/>
                    <a:pt x="2146" y="1074"/>
                  </a:cubicBezTo>
                  <a:lnTo>
                    <a:pt x="2145" y="1072"/>
                  </a:lnTo>
                  <a:cubicBezTo>
                    <a:pt x="2145" y="1072"/>
                    <a:pt x="1886" y="1257"/>
                    <a:pt x="1628" y="1553"/>
                  </a:cubicBezTo>
                  <a:cubicBezTo>
                    <a:pt x="1369" y="1849"/>
                    <a:pt x="1036" y="2218"/>
                    <a:pt x="925" y="2662"/>
                  </a:cubicBezTo>
                  <a:cubicBezTo>
                    <a:pt x="888" y="2773"/>
                    <a:pt x="851" y="2921"/>
                    <a:pt x="814" y="3180"/>
                  </a:cubicBezTo>
                  <a:cubicBezTo>
                    <a:pt x="555" y="4769"/>
                    <a:pt x="1" y="9206"/>
                    <a:pt x="1" y="9206"/>
                  </a:cubicBezTo>
                  <a:cubicBezTo>
                    <a:pt x="1" y="9317"/>
                    <a:pt x="38" y="9428"/>
                    <a:pt x="149" y="9502"/>
                  </a:cubicBezTo>
                  <a:cubicBezTo>
                    <a:pt x="204" y="9539"/>
                    <a:pt x="260" y="9557"/>
                    <a:pt x="315" y="9557"/>
                  </a:cubicBezTo>
                  <a:cubicBezTo>
                    <a:pt x="371" y="9557"/>
                    <a:pt x="426" y="9539"/>
                    <a:pt x="482" y="9502"/>
                  </a:cubicBezTo>
                  <a:cubicBezTo>
                    <a:pt x="482" y="9502"/>
                    <a:pt x="703" y="9317"/>
                    <a:pt x="1073" y="9095"/>
                  </a:cubicBezTo>
                  <a:cubicBezTo>
                    <a:pt x="1665" y="8725"/>
                    <a:pt x="2515" y="8208"/>
                    <a:pt x="3365" y="7727"/>
                  </a:cubicBezTo>
                  <a:cubicBezTo>
                    <a:pt x="3772" y="7468"/>
                    <a:pt x="4179" y="7283"/>
                    <a:pt x="4548" y="7099"/>
                  </a:cubicBezTo>
                  <a:cubicBezTo>
                    <a:pt x="4881" y="6951"/>
                    <a:pt x="5177" y="6840"/>
                    <a:pt x="5325" y="6803"/>
                  </a:cubicBezTo>
                  <a:lnTo>
                    <a:pt x="5399" y="6803"/>
                  </a:lnTo>
                  <a:cubicBezTo>
                    <a:pt x="5510" y="6803"/>
                    <a:pt x="5694" y="6840"/>
                    <a:pt x="5953" y="6914"/>
                  </a:cubicBezTo>
                  <a:cubicBezTo>
                    <a:pt x="6840" y="7209"/>
                    <a:pt x="8319" y="7949"/>
                    <a:pt x="9502" y="8614"/>
                  </a:cubicBezTo>
                  <a:cubicBezTo>
                    <a:pt x="10131" y="8947"/>
                    <a:pt x="10685" y="9280"/>
                    <a:pt x="11055" y="9502"/>
                  </a:cubicBezTo>
                  <a:cubicBezTo>
                    <a:pt x="11462" y="9760"/>
                    <a:pt x="11721" y="9908"/>
                    <a:pt x="11721" y="9908"/>
                  </a:cubicBezTo>
                  <a:cubicBezTo>
                    <a:pt x="11776" y="9945"/>
                    <a:pt x="11831" y="9964"/>
                    <a:pt x="11887" y="9964"/>
                  </a:cubicBezTo>
                  <a:cubicBezTo>
                    <a:pt x="11942" y="9964"/>
                    <a:pt x="11998" y="9945"/>
                    <a:pt x="12053" y="9908"/>
                  </a:cubicBezTo>
                  <a:cubicBezTo>
                    <a:pt x="12164" y="9834"/>
                    <a:pt x="12201" y="9686"/>
                    <a:pt x="12164" y="9576"/>
                  </a:cubicBezTo>
                  <a:cubicBezTo>
                    <a:pt x="12164" y="9576"/>
                    <a:pt x="11831" y="7912"/>
                    <a:pt x="11388" y="6100"/>
                  </a:cubicBezTo>
                  <a:cubicBezTo>
                    <a:pt x="11166" y="5176"/>
                    <a:pt x="10907" y="4215"/>
                    <a:pt x="10611" y="3364"/>
                  </a:cubicBezTo>
                  <a:cubicBezTo>
                    <a:pt x="10353" y="2551"/>
                    <a:pt x="10094" y="1849"/>
                    <a:pt x="9798" y="1442"/>
                  </a:cubicBezTo>
                  <a:cubicBezTo>
                    <a:pt x="9428" y="961"/>
                    <a:pt x="8837" y="629"/>
                    <a:pt x="8097" y="370"/>
                  </a:cubicBezTo>
                  <a:cubicBezTo>
                    <a:pt x="7358" y="148"/>
                    <a:pt x="6508" y="0"/>
                    <a:pt x="56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37" name="Google Shape;3737;g3048a510704_4_0"/>
            <p:cNvSpPr/>
            <p:nvPr/>
          </p:nvSpPr>
          <p:spPr>
            <a:xfrm>
              <a:off x="3761450" y="3038650"/>
              <a:ext cx="139600" cy="207225"/>
            </a:xfrm>
            <a:custGeom>
              <a:rect b="b" l="l" r="r" t="t"/>
              <a:pathLst>
                <a:path extrusionOk="0" h="8289" w="5584">
                  <a:moveTo>
                    <a:pt x="1" y="0"/>
                  </a:moveTo>
                  <a:cubicBezTo>
                    <a:pt x="1" y="1"/>
                    <a:pt x="2454" y="8289"/>
                    <a:pt x="2871" y="8289"/>
                  </a:cubicBezTo>
                  <a:cubicBezTo>
                    <a:pt x="2894" y="8289"/>
                    <a:pt x="2911" y="8263"/>
                    <a:pt x="2921" y="8208"/>
                  </a:cubicBezTo>
                  <a:cubicBezTo>
                    <a:pt x="3143" y="7210"/>
                    <a:pt x="5583" y="296"/>
                    <a:pt x="5583" y="296"/>
                  </a:cubicBezTo>
                  <a:lnTo>
                    <a:pt x="5583" y="296"/>
                  </a:lnTo>
                  <a:cubicBezTo>
                    <a:pt x="5583" y="296"/>
                    <a:pt x="4263" y="413"/>
                    <a:pt x="2886" y="413"/>
                  </a:cubicBezTo>
                  <a:cubicBezTo>
                    <a:pt x="1696" y="413"/>
                    <a:pt x="463" y="326"/>
                    <a:pt x="1"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38" name="Google Shape;3738;g3048a510704_4_0"/>
            <p:cNvSpPr/>
            <p:nvPr/>
          </p:nvSpPr>
          <p:spPr>
            <a:xfrm>
              <a:off x="3753125" y="3030800"/>
              <a:ext cx="155300" cy="223225"/>
            </a:xfrm>
            <a:custGeom>
              <a:rect b="b" l="l" r="r" t="t"/>
              <a:pathLst>
                <a:path extrusionOk="0" h="8929" w="6212">
                  <a:moveTo>
                    <a:pt x="793" y="828"/>
                  </a:moveTo>
                  <a:cubicBezTo>
                    <a:pt x="999" y="876"/>
                    <a:pt x="1228" y="909"/>
                    <a:pt x="1480" y="943"/>
                  </a:cubicBezTo>
                  <a:cubicBezTo>
                    <a:pt x="1997" y="1017"/>
                    <a:pt x="2626" y="1017"/>
                    <a:pt x="3217" y="1017"/>
                  </a:cubicBezTo>
                  <a:cubicBezTo>
                    <a:pt x="4113" y="1017"/>
                    <a:pt x="4963" y="972"/>
                    <a:pt x="5462" y="939"/>
                  </a:cubicBezTo>
                  <a:lnTo>
                    <a:pt x="5462" y="939"/>
                  </a:lnTo>
                  <a:cubicBezTo>
                    <a:pt x="5236" y="1571"/>
                    <a:pt x="4800" y="2801"/>
                    <a:pt x="4363" y="4085"/>
                  </a:cubicBezTo>
                  <a:cubicBezTo>
                    <a:pt x="4031" y="5010"/>
                    <a:pt x="3735" y="5971"/>
                    <a:pt x="3476" y="6784"/>
                  </a:cubicBezTo>
                  <a:cubicBezTo>
                    <a:pt x="3336" y="7205"/>
                    <a:pt x="3217" y="7583"/>
                    <a:pt x="3126" y="7888"/>
                  </a:cubicBezTo>
                  <a:lnTo>
                    <a:pt x="3126" y="7888"/>
                  </a:lnTo>
                  <a:cubicBezTo>
                    <a:pt x="3107" y="7843"/>
                    <a:pt x="3088" y="7796"/>
                    <a:pt x="3069" y="7745"/>
                  </a:cubicBezTo>
                  <a:cubicBezTo>
                    <a:pt x="2663" y="6747"/>
                    <a:pt x="2034" y="4862"/>
                    <a:pt x="1517" y="3235"/>
                  </a:cubicBezTo>
                  <a:cubicBezTo>
                    <a:pt x="1295" y="2422"/>
                    <a:pt x="1036" y="1645"/>
                    <a:pt x="888" y="1128"/>
                  </a:cubicBezTo>
                  <a:cubicBezTo>
                    <a:pt x="852" y="1020"/>
                    <a:pt x="821" y="920"/>
                    <a:pt x="793" y="828"/>
                  </a:cubicBezTo>
                  <a:close/>
                  <a:moveTo>
                    <a:pt x="315" y="0"/>
                  </a:moveTo>
                  <a:cubicBezTo>
                    <a:pt x="260" y="0"/>
                    <a:pt x="204" y="18"/>
                    <a:pt x="149" y="55"/>
                  </a:cubicBezTo>
                  <a:cubicBezTo>
                    <a:pt x="38" y="129"/>
                    <a:pt x="1" y="277"/>
                    <a:pt x="38" y="388"/>
                  </a:cubicBezTo>
                  <a:cubicBezTo>
                    <a:pt x="38" y="388"/>
                    <a:pt x="629" y="2459"/>
                    <a:pt x="1295" y="4566"/>
                  </a:cubicBezTo>
                  <a:cubicBezTo>
                    <a:pt x="1628" y="5601"/>
                    <a:pt x="1997" y="6636"/>
                    <a:pt x="2293" y="7413"/>
                  </a:cubicBezTo>
                  <a:cubicBezTo>
                    <a:pt x="2441" y="7819"/>
                    <a:pt x="2552" y="8152"/>
                    <a:pt x="2700" y="8374"/>
                  </a:cubicBezTo>
                  <a:cubicBezTo>
                    <a:pt x="2737" y="8522"/>
                    <a:pt x="2811" y="8596"/>
                    <a:pt x="2848" y="8670"/>
                  </a:cubicBezTo>
                  <a:lnTo>
                    <a:pt x="2958" y="8818"/>
                  </a:lnTo>
                  <a:cubicBezTo>
                    <a:pt x="2995" y="8854"/>
                    <a:pt x="3069" y="8891"/>
                    <a:pt x="3217" y="8928"/>
                  </a:cubicBezTo>
                  <a:cubicBezTo>
                    <a:pt x="3254" y="8928"/>
                    <a:pt x="3328" y="8891"/>
                    <a:pt x="3402" y="8854"/>
                  </a:cubicBezTo>
                  <a:cubicBezTo>
                    <a:pt x="3476" y="8818"/>
                    <a:pt x="3513" y="8744"/>
                    <a:pt x="3513" y="8707"/>
                  </a:cubicBezTo>
                  <a:lnTo>
                    <a:pt x="3550" y="8596"/>
                  </a:lnTo>
                  <a:cubicBezTo>
                    <a:pt x="3624" y="8374"/>
                    <a:pt x="3809" y="7745"/>
                    <a:pt x="4068" y="6969"/>
                  </a:cubicBezTo>
                  <a:cubicBezTo>
                    <a:pt x="4437" y="5786"/>
                    <a:pt x="4955" y="4233"/>
                    <a:pt x="5399" y="2939"/>
                  </a:cubicBezTo>
                  <a:cubicBezTo>
                    <a:pt x="5842" y="1682"/>
                    <a:pt x="6175" y="721"/>
                    <a:pt x="6175" y="721"/>
                  </a:cubicBezTo>
                  <a:cubicBezTo>
                    <a:pt x="6212" y="610"/>
                    <a:pt x="6212" y="499"/>
                    <a:pt x="6138" y="425"/>
                  </a:cubicBezTo>
                  <a:cubicBezTo>
                    <a:pt x="6078" y="365"/>
                    <a:pt x="6017" y="304"/>
                    <a:pt x="5937" y="304"/>
                  </a:cubicBezTo>
                  <a:cubicBezTo>
                    <a:pt x="5919" y="304"/>
                    <a:pt x="5899" y="307"/>
                    <a:pt x="5879" y="314"/>
                  </a:cubicBezTo>
                  <a:cubicBezTo>
                    <a:pt x="5879" y="314"/>
                    <a:pt x="5546" y="314"/>
                    <a:pt x="5066" y="351"/>
                  </a:cubicBezTo>
                  <a:cubicBezTo>
                    <a:pt x="4585" y="388"/>
                    <a:pt x="3920" y="425"/>
                    <a:pt x="3217" y="425"/>
                  </a:cubicBezTo>
                  <a:cubicBezTo>
                    <a:pt x="2663" y="425"/>
                    <a:pt x="2034" y="388"/>
                    <a:pt x="1554" y="351"/>
                  </a:cubicBezTo>
                  <a:cubicBezTo>
                    <a:pt x="1036" y="277"/>
                    <a:pt x="629" y="166"/>
                    <a:pt x="481" y="55"/>
                  </a:cubicBezTo>
                  <a:cubicBezTo>
                    <a:pt x="426" y="18"/>
                    <a:pt x="371" y="0"/>
                    <a:pt x="3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39" name="Google Shape;3739;g3048a510704_4_0"/>
            <p:cNvSpPr/>
            <p:nvPr/>
          </p:nvSpPr>
          <p:spPr>
            <a:xfrm>
              <a:off x="3715250" y="2777775"/>
              <a:ext cx="241250" cy="327075"/>
            </a:xfrm>
            <a:custGeom>
              <a:rect b="b" l="l" r="r" t="t"/>
              <a:pathLst>
                <a:path extrusionOk="0" h="13083" w="9650">
                  <a:moveTo>
                    <a:pt x="7210" y="0"/>
                  </a:moveTo>
                  <a:cubicBezTo>
                    <a:pt x="6721" y="0"/>
                    <a:pt x="6145" y="80"/>
                    <a:pt x="5472" y="268"/>
                  </a:cubicBezTo>
                  <a:cubicBezTo>
                    <a:pt x="2329" y="1193"/>
                    <a:pt x="111" y="2597"/>
                    <a:pt x="0" y="4631"/>
                  </a:cubicBezTo>
                  <a:cubicBezTo>
                    <a:pt x="0" y="4631"/>
                    <a:pt x="629" y="7995"/>
                    <a:pt x="1109" y="9326"/>
                  </a:cubicBezTo>
                  <a:cubicBezTo>
                    <a:pt x="1600" y="10555"/>
                    <a:pt x="3291" y="13082"/>
                    <a:pt x="4663" y="13082"/>
                  </a:cubicBezTo>
                  <a:cubicBezTo>
                    <a:pt x="4737" y="13082"/>
                    <a:pt x="4809" y="13075"/>
                    <a:pt x="4880" y="13060"/>
                  </a:cubicBezTo>
                  <a:cubicBezTo>
                    <a:pt x="6285" y="12764"/>
                    <a:pt x="8651" y="9807"/>
                    <a:pt x="8947" y="8698"/>
                  </a:cubicBezTo>
                  <a:cubicBezTo>
                    <a:pt x="9243" y="7589"/>
                    <a:pt x="9649" y="2930"/>
                    <a:pt x="9649" y="1895"/>
                  </a:cubicBezTo>
                  <a:cubicBezTo>
                    <a:pt x="9649" y="1108"/>
                    <a:pt x="9029" y="0"/>
                    <a:pt x="7210"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40" name="Google Shape;3740;g3048a510704_4_0"/>
            <p:cNvSpPr/>
            <p:nvPr/>
          </p:nvSpPr>
          <p:spPr>
            <a:xfrm>
              <a:off x="3707850" y="2769675"/>
              <a:ext cx="256050" cy="342925"/>
            </a:xfrm>
            <a:custGeom>
              <a:rect b="b" l="l" r="r" t="t"/>
              <a:pathLst>
                <a:path extrusionOk="0" h="13717" w="10242">
                  <a:moveTo>
                    <a:pt x="7542" y="629"/>
                  </a:moveTo>
                  <a:cubicBezTo>
                    <a:pt x="8356" y="629"/>
                    <a:pt x="8873" y="888"/>
                    <a:pt x="9206" y="1184"/>
                  </a:cubicBezTo>
                  <a:cubicBezTo>
                    <a:pt x="9502" y="1517"/>
                    <a:pt x="9650" y="1923"/>
                    <a:pt x="9650" y="2219"/>
                  </a:cubicBezTo>
                  <a:cubicBezTo>
                    <a:pt x="9650" y="2700"/>
                    <a:pt x="9539" y="4142"/>
                    <a:pt x="9391" y="5546"/>
                  </a:cubicBezTo>
                  <a:cubicBezTo>
                    <a:pt x="9317" y="6286"/>
                    <a:pt x="9243" y="6988"/>
                    <a:pt x="9169" y="7580"/>
                  </a:cubicBezTo>
                  <a:cubicBezTo>
                    <a:pt x="9095" y="8208"/>
                    <a:pt x="9021" y="8689"/>
                    <a:pt x="8947" y="8948"/>
                  </a:cubicBezTo>
                  <a:cubicBezTo>
                    <a:pt x="8873" y="9170"/>
                    <a:pt x="8688" y="9539"/>
                    <a:pt x="8430" y="9983"/>
                  </a:cubicBezTo>
                  <a:cubicBezTo>
                    <a:pt x="7986" y="10611"/>
                    <a:pt x="7394" y="11351"/>
                    <a:pt x="6803" y="11942"/>
                  </a:cubicBezTo>
                  <a:cubicBezTo>
                    <a:pt x="6174" y="12571"/>
                    <a:pt x="5509" y="13014"/>
                    <a:pt x="5102" y="13088"/>
                  </a:cubicBezTo>
                  <a:lnTo>
                    <a:pt x="4954" y="13088"/>
                  </a:lnTo>
                  <a:cubicBezTo>
                    <a:pt x="4928" y="13092"/>
                    <a:pt x="4901" y="13094"/>
                    <a:pt x="4873" y="13094"/>
                  </a:cubicBezTo>
                  <a:cubicBezTo>
                    <a:pt x="4634" y="13094"/>
                    <a:pt x="4365" y="12955"/>
                    <a:pt x="4067" y="12756"/>
                  </a:cubicBezTo>
                  <a:cubicBezTo>
                    <a:pt x="3586" y="12386"/>
                    <a:pt x="3069" y="11831"/>
                    <a:pt x="2625" y="11203"/>
                  </a:cubicBezTo>
                  <a:cubicBezTo>
                    <a:pt x="2218" y="10611"/>
                    <a:pt x="1886" y="9946"/>
                    <a:pt x="1701" y="9539"/>
                  </a:cubicBezTo>
                  <a:cubicBezTo>
                    <a:pt x="1479" y="8911"/>
                    <a:pt x="1183" y="7728"/>
                    <a:pt x="961" y="6729"/>
                  </a:cubicBezTo>
                  <a:cubicBezTo>
                    <a:pt x="851" y="6249"/>
                    <a:pt x="777" y="5768"/>
                    <a:pt x="703" y="5435"/>
                  </a:cubicBezTo>
                  <a:cubicBezTo>
                    <a:pt x="656" y="5224"/>
                    <a:pt x="624" y="5072"/>
                    <a:pt x="606" y="4989"/>
                  </a:cubicBezTo>
                  <a:lnTo>
                    <a:pt x="606" y="4989"/>
                  </a:lnTo>
                  <a:lnTo>
                    <a:pt x="629" y="4992"/>
                  </a:lnTo>
                  <a:cubicBezTo>
                    <a:pt x="666" y="4068"/>
                    <a:pt x="1183" y="3291"/>
                    <a:pt x="2071" y="2626"/>
                  </a:cubicBezTo>
                  <a:cubicBezTo>
                    <a:pt x="2995" y="1923"/>
                    <a:pt x="4326" y="1332"/>
                    <a:pt x="5879" y="888"/>
                  </a:cubicBezTo>
                  <a:cubicBezTo>
                    <a:pt x="6507" y="703"/>
                    <a:pt x="7062" y="629"/>
                    <a:pt x="7542" y="629"/>
                  </a:cubicBezTo>
                  <a:close/>
                  <a:moveTo>
                    <a:pt x="7542" y="1"/>
                  </a:moveTo>
                  <a:cubicBezTo>
                    <a:pt x="6988" y="1"/>
                    <a:pt x="6396" y="112"/>
                    <a:pt x="5694" y="297"/>
                  </a:cubicBezTo>
                  <a:cubicBezTo>
                    <a:pt x="4104" y="777"/>
                    <a:pt x="2736" y="1369"/>
                    <a:pt x="1701" y="2108"/>
                  </a:cubicBezTo>
                  <a:cubicBezTo>
                    <a:pt x="703" y="2885"/>
                    <a:pt x="37" y="3809"/>
                    <a:pt x="0" y="4955"/>
                  </a:cubicBezTo>
                  <a:lnTo>
                    <a:pt x="0" y="5029"/>
                  </a:lnTo>
                  <a:cubicBezTo>
                    <a:pt x="0" y="5029"/>
                    <a:pt x="148" y="5879"/>
                    <a:pt x="370" y="6877"/>
                  </a:cubicBezTo>
                  <a:cubicBezTo>
                    <a:pt x="592" y="7876"/>
                    <a:pt x="851" y="9059"/>
                    <a:pt x="1146" y="9761"/>
                  </a:cubicBezTo>
                  <a:cubicBezTo>
                    <a:pt x="1405" y="10427"/>
                    <a:pt x="1923" y="11388"/>
                    <a:pt x="2625" y="12201"/>
                  </a:cubicBezTo>
                  <a:cubicBezTo>
                    <a:pt x="2958" y="12608"/>
                    <a:pt x="3328" y="12978"/>
                    <a:pt x="3697" y="13236"/>
                  </a:cubicBezTo>
                  <a:cubicBezTo>
                    <a:pt x="4104" y="13532"/>
                    <a:pt x="4511" y="13717"/>
                    <a:pt x="4954" y="13717"/>
                  </a:cubicBezTo>
                  <a:cubicBezTo>
                    <a:pt x="5028" y="13717"/>
                    <a:pt x="5139" y="13717"/>
                    <a:pt x="5250" y="13680"/>
                  </a:cubicBezTo>
                  <a:cubicBezTo>
                    <a:pt x="5694" y="13606"/>
                    <a:pt x="6100" y="13347"/>
                    <a:pt x="6544" y="12978"/>
                  </a:cubicBezTo>
                  <a:cubicBezTo>
                    <a:pt x="7210" y="12460"/>
                    <a:pt x="7875" y="11721"/>
                    <a:pt x="8430" y="11018"/>
                  </a:cubicBezTo>
                  <a:cubicBezTo>
                    <a:pt x="8984" y="10279"/>
                    <a:pt x="9391" y="9613"/>
                    <a:pt x="9539" y="9096"/>
                  </a:cubicBezTo>
                  <a:cubicBezTo>
                    <a:pt x="9613" y="8800"/>
                    <a:pt x="9687" y="8282"/>
                    <a:pt x="9797" y="7691"/>
                  </a:cubicBezTo>
                  <a:cubicBezTo>
                    <a:pt x="10019" y="5842"/>
                    <a:pt x="10241" y="3032"/>
                    <a:pt x="10241" y="2219"/>
                  </a:cubicBezTo>
                  <a:cubicBezTo>
                    <a:pt x="10241" y="1738"/>
                    <a:pt x="10056" y="1184"/>
                    <a:pt x="9613" y="740"/>
                  </a:cubicBezTo>
                  <a:cubicBezTo>
                    <a:pt x="9169" y="297"/>
                    <a:pt x="8503" y="1"/>
                    <a:pt x="75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41" name="Google Shape;3741;g3048a510704_4_0"/>
            <p:cNvSpPr/>
            <p:nvPr/>
          </p:nvSpPr>
          <p:spPr>
            <a:xfrm>
              <a:off x="3659775" y="2613900"/>
              <a:ext cx="321675" cy="302000"/>
            </a:xfrm>
            <a:custGeom>
              <a:rect b="b" l="l" r="r" t="t"/>
              <a:pathLst>
                <a:path extrusionOk="0" h="12080" w="12867">
                  <a:moveTo>
                    <a:pt x="8223" y="1"/>
                  </a:moveTo>
                  <a:cubicBezTo>
                    <a:pt x="6105" y="1"/>
                    <a:pt x="3346" y="637"/>
                    <a:pt x="1923" y="1758"/>
                  </a:cubicBezTo>
                  <a:cubicBezTo>
                    <a:pt x="1" y="3274"/>
                    <a:pt x="407" y="7119"/>
                    <a:pt x="592" y="8857"/>
                  </a:cubicBezTo>
                  <a:cubicBezTo>
                    <a:pt x="758" y="10153"/>
                    <a:pt x="1294" y="10318"/>
                    <a:pt x="1555" y="10318"/>
                  </a:cubicBezTo>
                  <a:cubicBezTo>
                    <a:pt x="1644" y="10318"/>
                    <a:pt x="1701" y="10299"/>
                    <a:pt x="1701" y="10299"/>
                  </a:cubicBezTo>
                  <a:lnTo>
                    <a:pt x="1701" y="10299"/>
                  </a:lnTo>
                  <a:cubicBezTo>
                    <a:pt x="1701" y="10299"/>
                    <a:pt x="1295" y="11001"/>
                    <a:pt x="1221" y="11519"/>
                  </a:cubicBezTo>
                  <a:cubicBezTo>
                    <a:pt x="1163" y="11769"/>
                    <a:pt x="1737" y="12079"/>
                    <a:pt x="2660" y="12079"/>
                  </a:cubicBezTo>
                  <a:cubicBezTo>
                    <a:pt x="3510" y="12079"/>
                    <a:pt x="4656" y="11816"/>
                    <a:pt x="5879" y="11001"/>
                  </a:cubicBezTo>
                  <a:cubicBezTo>
                    <a:pt x="8430" y="9263"/>
                    <a:pt x="9946" y="7858"/>
                    <a:pt x="9946" y="7858"/>
                  </a:cubicBezTo>
                  <a:cubicBezTo>
                    <a:pt x="9946" y="7858"/>
                    <a:pt x="10242" y="8265"/>
                    <a:pt x="10057" y="9152"/>
                  </a:cubicBezTo>
                  <a:cubicBezTo>
                    <a:pt x="9895" y="9825"/>
                    <a:pt x="10282" y="10282"/>
                    <a:pt x="10931" y="10282"/>
                  </a:cubicBezTo>
                  <a:cubicBezTo>
                    <a:pt x="11175" y="10282"/>
                    <a:pt x="11455" y="10218"/>
                    <a:pt x="11757" y="10077"/>
                  </a:cubicBezTo>
                  <a:cubicBezTo>
                    <a:pt x="12867" y="9559"/>
                    <a:pt x="12460" y="8968"/>
                    <a:pt x="12460" y="8968"/>
                  </a:cubicBezTo>
                  <a:cubicBezTo>
                    <a:pt x="12460" y="8968"/>
                    <a:pt x="12867" y="6343"/>
                    <a:pt x="12867" y="5012"/>
                  </a:cubicBezTo>
                  <a:cubicBezTo>
                    <a:pt x="12867" y="3681"/>
                    <a:pt x="12053" y="834"/>
                    <a:pt x="10131" y="243"/>
                  </a:cubicBezTo>
                  <a:cubicBezTo>
                    <a:pt x="9631" y="79"/>
                    <a:pt x="8966" y="1"/>
                    <a:pt x="82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42" name="Google Shape;3742;g3048a510704_4_0"/>
            <p:cNvSpPr/>
            <p:nvPr/>
          </p:nvSpPr>
          <p:spPr>
            <a:xfrm>
              <a:off x="3662550" y="2606075"/>
              <a:ext cx="327225" cy="317975"/>
            </a:xfrm>
            <a:custGeom>
              <a:rect b="b" l="l" r="r" t="t"/>
              <a:pathLst>
                <a:path extrusionOk="0" h="12719" w="13089">
                  <a:moveTo>
                    <a:pt x="8134" y="629"/>
                  </a:moveTo>
                  <a:cubicBezTo>
                    <a:pt x="8837" y="629"/>
                    <a:pt x="9502" y="703"/>
                    <a:pt x="9946" y="851"/>
                  </a:cubicBezTo>
                  <a:cubicBezTo>
                    <a:pt x="10796" y="1110"/>
                    <a:pt x="11425" y="1886"/>
                    <a:pt x="11831" y="2811"/>
                  </a:cubicBezTo>
                  <a:cubicBezTo>
                    <a:pt x="12275" y="3698"/>
                    <a:pt x="12460" y="4733"/>
                    <a:pt x="12460" y="5325"/>
                  </a:cubicBezTo>
                  <a:cubicBezTo>
                    <a:pt x="12460" y="5953"/>
                    <a:pt x="12349" y="6951"/>
                    <a:pt x="12275" y="7765"/>
                  </a:cubicBezTo>
                  <a:cubicBezTo>
                    <a:pt x="12164" y="8578"/>
                    <a:pt x="12053" y="9244"/>
                    <a:pt x="12053" y="9244"/>
                  </a:cubicBezTo>
                  <a:cubicBezTo>
                    <a:pt x="12053" y="9305"/>
                    <a:pt x="12053" y="9366"/>
                    <a:pt x="12095" y="9427"/>
                  </a:cubicBezTo>
                  <a:lnTo>
                    <a:pt x="12095" y="9427"/>
                  </a:lnTo>
                  <a:lnTo>
                    <a:pt x="12090" y="9429"/>
                  </a:lnTo>
                  <a:lnTo>
                    <a:pt x="12127" y="9539"/>
                  </a:lnTo>
                  <a:cubicBezTo>
                    <a:pt x="12127" y="9613"/>
                    <a:pt x="12127" y="9650"/>
                    <a:pt x="12053" y="9761"/>
                  </a:cubicBezTo>
                  <a:cubicBezTo>
                    <a:pt x="11979" y="9835"/>
                    <a:pt x="11831" y="9983"/>
                    <a:pt x="11536" y="10131"/>
                  </a:cubicBezTo>
                  <a:cubicBezTo>
                    <a:pt x="11240" y="10242"/>
                    <a:pt x="11018" y="10279"/>
                    <a:pt x="10833" y="10279"/>
                  </a:cubicBezTo>
                  <a:cubicBezTo>
                    <a:pt x="10611" y="10279"/>
                    <a:pt x="10463" y="10205"/>
                    <a:pt x="10352" y="10131"/>
                  </a:cubicBezTo>
                  <a:cubicBezTo>
                    <a:pt x="10279" y="10057"/>
                    <a:pt x="10205" y="9946"/>
                    <a:pt x="10205" y="9761"/>
                  </a:cubicBezTo>
                  <a:cubicBezTo>
                    <a:pt x="10205" y="9687"/>
                    <a:pt x="10205" y="9613"/>
                    <a:pt x="10242" y="9539"/>
                  </a:cubicBezTo>
                  <a:cubicBezTo>
                    <a:pt x="10279" y="9281"/>
                    <a:pt x="10315" y="9096"/>
                    <a:pt x="10315" y="8874"/>
                  </a:cubicBezTo>
                  <a:cubicBezTo>
                    <a:pt x="10315" y="8319"/>
                    <a:pt x="10094" y="8024"/>
                    <a:pt x="10057" y="7987"/>
                  </a:cubicBezTo>
                  <a:cubicBezTo>
                    <a:pt x="10020" y="7913"/>
                    <a:pt x="9946" y="7876"/>
                    <a:pt x="9872" y="7839"/>
                  </a:cubicBezTo>
                  <a:cubicBezTo>
                    <a:pt x="9761" y="7839"/>
                    <a:pt x="9687" y="7876"/>
                    <a:pt x="9613" y="7950"/>
                  </a:cubicBezTo>
                  <a:lnTo>
                    <a:pt x="9539" y="7987"/>
                  </a:lnTo>
                  <a:cubicBezTo>
                    <a:pt x="9243" y="8282"/>
                    <a:pt x="7801" y="9539"/>
                    <a:pt x="5583" y="11055"/>
                  </a:cubicBezTo>
                  <a:cubicBezTo>
                    <a:pt x="4437" y="11832"/>
                    <a:pt x="3365" y="12090"/>
                    <a:pt x="2552" y="12090"/>
                  </a:cubicBezTo>
                  <a:cubicBezTo>
                    <a:pt x="2145" y="12090"/>
                    <a:pt x="1812" y="12016"/>
                    <a:pt x="1627" y="11943"/>
                  </a:cubicBezTo>
                  <a:cubicBezTo>
                    <a:pt x="1524" y="11908"/>
                    <a:pt x="1452" y="11841"/>
                    <a:pt x="1413" y="11833"/>
                  </a:cubicBezTo>
                  <a:lnTo>
                    <a:pt x="1413" y="11833"/>
                  </a:lnTo>
                  <a:cubicBezTo>
                    <a:pt x="1456" y="11647"/>
                    <a:pt x="1560" y="11372"/>
                    <a:pt x="1664" y="11129"/>
                  </a:cubicBezTo>
                  <a:cubicBezTo>
                    <a:pt x="1738" y="11018"/>
                    <a:pt x="1775" y="10944"/>
                    <a:pt x="1812" y="10870"/>
                  </a:cubicBezTo>
                  <a:cubicBezTo>
                    <a:pt x="1849" y="10796"/>
                    <a:pt x="1886" y="10759"/>
                    <a:pt x="1886" y="10759"/>
                  </a:cubicBezTo>
                  <a:cubicBezTo>
                    <a:pt x="1923" y="10649"/>
                    <a:pt x="1923" y="10501"/>
                    <a:pt x="1849" y="10390"/>
                  </a:cubicBezTo>
                  <a:cubicBezTo>
                    <a:pt x="1795" y="10336"/>
                    <a:pt x="1701" y="10301"/>
                    <a:pt x="1611" y="10301"/>
                  </a:cubicBezTo>
                  <a:cubicBezTo>
                    <a:pt x="1579" y="10301"/>
                    <a:pt x="1546" y="10306"/>
                    <a:pt x="1516" y="10316"/>
                  </a:cubicBezTo>
                  <a:lnTo>
                    <a:pt x="1443" y="10316"/>
                  </a:lnTo>
                  <a:cubicBezTo>
                    <a:pt x="1369" y="10316"/>
                    <a:pt x="1258" y="10279"/>
                    <a:pt x="1147" y="10168"/>
                  </a:cubicBezTo>
                  <a:cubicBezTo>
                    <a:pt x="1036" y="10020"/>
                    <a:pt x="851" y="9724"/>
                    <a:pt x="814" y="9133"/>
                  </a:cubicBezTo>
                  <a:cubicBezTo>
                    <a:pt x="703" y="8504"/>
                    <a:pt x="629" y="7580"/>
                    <a:pt x="629" y="6582"/>
                  </a:cubicBezTo>
                  <a:cubicBezTo>
                    <a:pt x="629" y="5768"/>
                    <a:pt x="703" y="4881"/>
                    <a:pt x="888" y="4142"/>
                  </a:cubicBezTo>
                  <a:cubicBezTo>
                    <a:pt x="1110" y="3365"/>
                    <a:pt x="1480" y="2737"/>
                    <a:pt x="1997" y="2330"/>
                  </a:cubicBezTo>
                  <a:cubicBezTo>
                    <a:pt x="2663" y="1776"/>
                    <a:pt x="3698" y="1369"/>
                    <a:pt x="4807" y="1073"/>
                  </a:cubicBezTo>
                  <a:cubicBezTo>
                    <a:pt x="5916" y="777"/>
                    <a:pt x="7099" y="629"/>
                    <a:pt x="8134" y="629"/>
                  </a:cubicBezTo>
                  <a:close/>
                  <a:moveTo>
                    <a:pt x="8134" y="1"/>
                  </a:moveTo>
                  <a:cubicBezTo>
                    <a:pt x="7025" y="1"/>
                    <a:pt x="5805" y="149"/>
                    <a:pt x="4622" y="482"/>
                  </a:cubicBezTo>
                  <a:cubicBezTo>
                    <a:pt x="3476" y="777"/>
                    <a:pt x="2404" y="1221"/>
                    <a:pt x="1627" y="1813"/>
                  </a:cubicBezTo>
                  <a:cubicBezTo>
                    <a:pt x="962" y="2367"/>
                    <a:pt x="555" y="3143"/>
                    <a:pt x="296" y="3957"/>
                  </a:cubicBezTo>
                  <a:cubicBezTo>
                    <a:pt x="75" y="4807"/>
                    <a:pt x="1" y="5731"/>
                    <a:pt x="1" y="6582"/>
                  </a:cubicBezTo>
                  <a:cubicBezTo>
                    <a:pt x="1" y="7617"/>
                    <a:pt x="112" y="8578"/>
                    <a:pt x="186" y="9207"/>
                  </a:cubicBezTo>
                  <a:cubicBezTo>
                    <a:pt x="259" y="9872"/>
                    <a:pt x="444" y="10316"/>
                    <a:pt x="703" y="10575"/>
                  </a:cubicBezTo>
                  <a:cubicBezTo>
                    <a:pt x="836" y="10726"/>
                    <a:pt x="978" y="10819"/>
                    <a:pt x="1110" y="10869"/>
                  </a:cubicBezTo>
                  <a:lnTo>
                    <a:pt x="1110" y="10869"/>
                  </a:lnTo>
                  <a:cubicBezTo>
                    <a:pt x="1110" y="10870"/>
                    <a:pt x="1110" y="10870"/>
                    <a:pt x="1110" y="10870"/>
                  </a:cubicBezTo>
                  <a:cubicBezTo>
                    <a:pt x="1003" y="11119"/>
                    <a:pt x="863" y="11436"/>
                    <a:pt x="819" y="11723"/>
                  </a:cubicBezTo>
                  <a:lnTo>
                    <a:pt x="819" y="11723"/>
                  </a:lnTo>
                  <a:lnTo>
                    <a:pt x="814" y="11721"/>
                  </a:lnTo>
                  <a:lnTo>
                    <a:pt x="777" y="11832"/>
                  </a:lnTo>
                  <a:cubicBezTo>
                    <a:pt x="777" y="12016"/>
                    <a:pt x="888" y="12164"/>
                    <a:pt x="999" y="12275"/>
                  </a:cubicBezTo>
                  <a:cubicBezTo>
                    <a:pt x="1147" y="12423"/>
                    <a:pt x="1369" y="12497"/>
                    <a:pt x="1627" y="12608"/>
                  </a:cubicBezTo>
                  <a:cubicBezTo>
                    <a:pt x="1886" y="12682"/>
                    <a:pt x="2182" y="12719"/>
                    <a:pt x="2552" y="12719"/>
                  </a:cubicBezTo>
                  <a:cubicBezTo>
                    <a:pt x="3476" y="12719"/>
                    <a:pt x="4696" y="12423"/>
                    <a:pt x="5953" y="11573"/>
                  </a:cubicBezTo>
                  <a:cubicBezTo>
                    <a:pt x="7781" y="10327"/>
                    <a:pt x="9078" y="9234"/>
                    <a:pt x="9679" y="8714"/>
                  </a:cubicBezTo>
                  <a:lnTo>
                    <a:pt x="9679" y="8714"/>
                  </a:lnTo>
                  <a:cubicBezTo>
                    <a:pt x="9684" y="8762"/>
                    <a:pt x="9687" y="8815"/>
                    <a:pt x="9687" y="8874"/>
                  </a:cubicBezTo>
                  <a:cubicBezTo>
                    <a:pt x="9687" y="9014"/>
                    <a:pt x="9687" y="9187"/>
                    <a:pt x="9624" y="9394"/>
                  </a:cubicBezTo>
                  <a:lnTo>
                    <a:pt x="9624" y="9394"/>
                  </a:lnTo>
                  <a:lnTo>
                    <a:pt x="9613" y="9392"/>
                  </a:lnTo>
                  <a:cubicBezTo>
                    <a:pt x="9613" y="9539"/>
                    <a:pt x="9576" y="9650"/>
                    <a:pt x="9576" y="9761"/>
                  </a:cubicBezTo>
                  <a:cubicBezTo>
                    <a:pt x="9576" y="10094"/>
                    <a:pt x="9724" y="10390"/>
                    <a:pt x="9946" y="10575"/>
                  </a:cubicBezTo>
                  <a:cubicBezTo>
                    <a:pt x="10168" y="10796"/>
                    <a:pt x="10500" y="10907"/>
                    <a:pt x="10833" y="10907"/>
                  </a:cubicBezTo>
                  <a:cubicBezTo>
                    <a:pt x="11129" y="10907"/>
                    <a:pt x="11462" y="10833"/>
                    <a:pt x="11794" y="10686"/>
                  </a:cubicBezTo>
                  <a:cubicBezTo>
                    <a:pt x="12127" y="10501"/>
                    <a:pt x="12386" y="10316"/>
                    <a:pt x="12534" y="10131"/>
                  </a:cubicBezTo>
                  <a:cubicBezTo>
                    <a:pt x="12682" y="9946"/>
                    <a:pt x="12756" y="9724"/>
                    <a:pt x="12756" y="9539"/>
                  </a:cubicBezTo>
                  <a:cubicBezTo>
                    <a:pt x="12756" y="9409"/>
                    <a:pt x="12727" y="9306"/>
                    <a:pt x="12695" y="9232"/>
                  </a:cubicBezTo>
                  <a:lnTo>
                    <a:pt x="12695" y="9232"/>
                  </a:lnTo>
                  <a:cubicBezTo>
                    <a:pt x="12764" y="8771"/>
                    <a:pt x="13088" y="6546"/>
                    <a:pt x="13088" y="5325"/>
                  </a:cubicBezTo>
                  <a:cubicBezTo>
                    <a:pt x="13088" y="4585"/>
                    <a:pt x="12866" y="3550"/>
                    <a:pt x="12423" y="2552"/>
                  </a:cubicBezTo>
                  <a:cubicBezTo>
                    <a:pt x="11942" y="1554"/>
                    <a:pt x="11203" y="593"/>
                    <a:pt x="10131" y="260"/>
                  </a:cubicBezTo>
                  <a:cubicBezTo>
                    <a:pt x="9576" y="75"/>
                    <a:pt x="8911" y="1"/>
                    <a:pt x="81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43" name="Google Shape;3743;g3048a510704_4_0"/>
            <p:cNvSpPr/>
            <p:nvPr/>
          </p:nvSpPr>
          <p:spPr>
            <a:xfrm>
              <a:off x="3314100" y="3493950"/>
              <a:ext cx="431675" cy="128850"/>
            </a:xfrm>
            <a:custGeom>
              <a:rect b="b" l="l" r="r" t="t"/>
              <a:pathLst>
                <a:path extrusionOk="0" h="5154" w="17267">
                  <a:moveTo>
                    <a:pt x="3848" y="0"/>
                  </a:moveTo>
                  <a:cubicBezTo>
                    <a:pt x="3145" y="0"/>
                    <a:pt x="2774" y="163"/>
                    <a:pt x="2774" y="163"/>
                  </a:cubicBezTo>
                  <a:cubicBezTo>
                    <a:pt x="334" y="1789"/>
                    <a:pt x="1" y="4710"/>
                    <a:pt x="925" y="5006"/>
                  </a:cubicBezTo>
                  <a:cubicBezTo>
                    <a:pt x="1233" y="5117"/>
                    <a:pt x="3152" y="5154"/>
                    <a:pt x="5572" y="5154"/>
                  </a:cubicBezTo>
                  <a:cubicBezTo>
                    <a:pt x="10414" y="5154"/>
                    <a:pt x="17266" y="5006"/>
                    <a:pt x="17266" y="5006"/>
                  </a:cubicBezTo>
                  <a:lnTo>
                    <a:pt x="17155" y="2788"/>
                  </a:lnTo>
                  <a:cubicBezTo>
                    <a:pt x="17155" y="2788"/>
                    <a:pt x="13717" y="2492"/>
                    <a:pt x="13125" y="2492"/>
                  </a:cubicBezTo>
                  <a:cubicBezTo>
                    <a:pt x="12497" y="2492"/>
                    <a:pt x="8245" y="1272"/>
                    <a:pt x="6101" y="458"/>
                  </a:cubicBezTo>
                  <a:cubicBezTo>
                    <a:pt x="5157" y="101"/>
                    <a:pt x="4400" y="0"/>
                    <a:pt x="3848"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44" name="Google Shape;3744;g3048a510704_4_0"/>
            <p:cNvSpPr/>
            <p:nvPr/>
          </p:nvSpPr>
          <p:spPr>
            <a:xfrm>
              <a:off x="3317800" y="3486000"/>
              <a:ext cx="436275" cy="144200"/>
            </a:xfrm>
            <a:custGeom>
              <a:rect b="b" l="l" r="r" t="t"/>
              <a:pathLst>
                <a:path extrusionOk="0" h="5768" w="17451">
                  <a:moveTo>
                    <a:pt x="3698" y="629"/>
                  </a:moveTo>
                  <a:cubicBezTo>
                    <a:pt x="4215" y="629"/>
                    <a:pt x="4918" y="703"/>
                    <a:pt x="5842" y="1072"/>
                  </a:cubicBezTo>
                  <a:cubicBezTo>
                    <a:pt x="6914" y="1479"/>
                    <a:pt x="8541" y="1997"/>
                    <a:pt x="9946" y="2403"/>
                  </a:cubicBezTo>
                  <a:cubicBezTo>
                    <a:pt x="10648" y="2588"/>
                    <a:pt x="11314" y="2773"/>
                    <a:pt x="11831" y="2884"/>
                  </a:cubicBezTo>
                  <a:cubicBezTo>
                    <a:pt x="12090" y="2958"/>
                    <a:pt x="12312" y="3032"/>
                    <a:pt x="12497" y="3069"/>
                  </a:cubicBezTo>
                  <a:cubicBezTo>
                    <a:pt x="12719" y="3106"/>
                    <a:pt x="12829" y="3106"/>
                    <a:pt x="12977" y="3106"/>
                  </a:cubicBezTo>
                  <a:cubicBezTo>
                    <a:pt x="13236" y="3106"/>
                    <a:pt x="14271" y="3180"/>
                    <a:pt x="15196" y="3254"/>
                  </a:cubicBezTo>
                  <a:cubicBezTo>
                    <a:pt x="15801" y="3302"/>
                    <a:pt x="16390" y="3350"/>
                    <a:pt x="16725" y="3378"/>
                  </a:cubicBezTo>
                  <a:lnTo>
                    <a:pt x="16725" y="3378"/>
                  </a:lnTo>
                  <a:lnTo>
                    <a:pt x="16806" y="5033"/>
                  </a:lnTo>
                  <a:lnTo>
                    <a:pt x="16806" y="5033"/>
                  </a:lnTo>
                  <a:cubicBezTo>
                    <a:pt x="16608" y="5037"/>
                    <a:pt x="16322" y="5047"/>
                    <a:pt x="15972" y="5065"/>
                  </a:cubicBezTo>
                  <a:cubicBezTo>
                    <a:pt x="13828" y="5102"/>
                    <a:pt x="9058" y="5176"/>
                    <a:pt x="5435" y="5176"/>
                  </a:cubicBezTo>
                  <a:cubicBezTo>
                    <a:pt x="4215" y="5176"/>
                    <a:pt x="3143" y="5176"/>
                    <a:pt x="2330" y="5139"/>
                  </a:cubicBezTo>
                  <a:cubicBezTo>
                    <a:pt x="1923" y="5139"/>
                    <a:pt x="1553" y="5102"/>
                    <a:pt x="1332" y="5102"/>
                  </a:cubicBezTo>
                  <a:cubicBezTo>
                    <a:pt x="1184" y="5102"/>
                    <a:pt x="1073" y="5065"/>
                    <a:pt x="999" y="5065"/>
                  </a:cubicBezTo>
                  <a:lnTo>
                    <a:pt x="888" y="5065"/>
                  </a:lnTo>
                  <a:cubicBezTo>
                    <a:pt x="814" y="5028"/>
                    <a:pt x="777" y="4991"/>
                    <a:pt x="703" y="4843"/>
                  </a:cubicBezTo>
                  <a:cubicBezTo>
                    <a:pt x="666" y="4732"/>
                    <a:pt x="629" y="4547"/>
                    <a:pt x="629" y="4289"/>
                  </a:cubicBezTo>
                  <a:cubicBezTo>
                    <a:pt x="629" y="3808"/>
                    <a:pt x="777" y="3180"/>
                    <a:pt x="1110" y="2551"/>
                  </a:cubicBezTo>
                  <a:cubicBezTo>
                    <a:pt x="1479" y="1886"/>
                    <a:pt x="1997" y="1220"/>
                    <a:pt x="2773" y="740"/>
                  </a:cubicBezTo>
                  <a:lnTo>
                    <a:pt x="2768" y="730"/>
                  </a:lnTo>
                  <a:lnTo>
                    <a:pt x="2768" y="730"/>
                  </a:lnTo>
                  <a:cubicBezTo>
                    <a:pt x="2865" y="703"/>
                    <a:pt x="3181" y="629"/>
                    <a:pt x="3698" y="629"/>
                  </a:cubicBezTo>
                  <a:close/>
                  <a:moveTo>
                    <a:pt x="3698" y="0"/>
                  </a:moveTo>
                  <a:cubicBezTo>
                    <a:pt x="2921" y="0"/>
                    <a:pt x="2515" y="185"/>
                    <a:pt x="2478" y="185"/>
                  </a:cubicBezTo>
                  <a:lnTo>
                    <a:pt x="2441" y="222"/>
                  </a:lnTo>
                  <a:cubicBezTo>
                    <a:pt x="1590" y="776"/>
                    <a:pt x="962" y="1516"/>
                    <a:pt x="592" y="2255"/>
                  </a:cubicBezTo>
                  <a:cubicBezTo>
                    <a:pt x="186" y="2958"/>
                    <a:pt x="1" y="3697"/>
                    <a:pt x="1" y="4289"/>
                  </a:cubicBezTo>
                  <a:cubicBezTo>
                    <a:pt x="1" y="4621"/>
                    <a:pt x="38" y="4880"/>
                    <a:pt x="149" y="5102"/>
                  </a:cubicBezTo>
                  <a:cubicBezTo>
                    <a:pt x="259" y="5361"/>
                    <a:pt x="444" y="5546"/>
                    <a:pt x="666" y="5620"/>
                  </a:cubicBezTo>
                  <a:cubicBezTo>
                    <a:pt x="777" y="5657"/>
                    <a:pt x="851" y="5657"/>
                    <a:pt x="925" y="5694"/>
                  </a:cubicBezTo>
                  <a:cubicBezTo>
                    <a:pt x="1258" y="5731"/>
                    <a:pt x="1849" y="5731"/>
                    <a:pt x="2626" y="5768"/>
                  </a:cubicBezTo>
                  <a:lnTo>
                    <a:pt x="5435" y="5768"/>
                  </a:lnTo>
                  <a:cubicBezTo>
                    <a:pt x="10278" y="5768"/>
                    <a:pt x="17118" y="5657"/>
                    <a:pt x="17118" y="5657"/>
                  </a:cubicBezTo>
                  <a:cubicBezTo>
                    <a:pt x="17229" y="5657"/>
                    <a:pt x="17303" y="5620"/>
                    <a:pt x="17340" y="5546"/>
                  </a:cubicBezTo>
                  <a:cubicBezTo>
                    <a:pt x="17414" y="5509"/>
                    <a:pt x="17451" y="5398"/>
                    <a:pt x="17414" y="5324"/>
                  </a:cubicBezTo>
                  <a:lnTo>
                    <a:pt x="17340" y="3106"/>
                  </a:lnTo>
                  <a:cubicBezTo>
                    <a:pt x="17340" y="2958"/>
                    <a:pt x="17192" y="2810"/>
                    <a:pt x="17044" y="2810"/>
                  </a:cubicBezTo>
                  <a:cubicBezTo>
                    <a:pt x="17044" y="2810"/>
                    <a:pt x="16194" y="2736"/>
                    <a:pt x="15233" y="2662"/>
                  </a:cubicBezTo>
                  <a:cubicBezTo>
                    <a:pt x="14308" y="2588"/>
                    <a:pt x="13310" y="2514"/>
                    <a:pt x="12977" y="2514"/>
                  </a:cubicBezTo>
                  <a:cubicBezTo>
                    <a:pt x="12940" y="2514"/>
                    <a:pt x="12792" y="2477"/>
                    <a:pt x="12645" y="2440"/>
                  </a:cubicBezTo>
                  <a:cubicBezTo>
                    <a:pt x="11425" y="2218"/>
                    <a:pt x="7912" y="1183"/>
                    <a:pt x="6064" y="481"/>
                  </a:cubicBezTo>
                  <a:cubicBezTo>
                    <a:pt x="5103" y="111"/>
                    <a:pt x="4289" y="0"/>
                    <a:pt x="36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45" name="Google Shape;3745;g3048a510704_4_0"/>
            <p:cNvSpPr/>
            <p:nvPr/>
          </p:nvSpPr>
          <p:spPr>
            <a:xfrm>
              <a:off x="3642225" y="3515250"/>
              <a:ext cx="183025" cy="99250"/>
            </a:xfrm>
            <a:custGeom>
              <a:rect b="b" l="l" r="r" t="t"/>
              <a:pathLst>
                <a:path extrusionOk="0" h="3970" w="7321">
                  <a:moveTo>
                    <a:pt x="4177" y="1"/>
                  </a:moveTo>
                  <a:cubicBezTo>
                    <a:pt x="4110" y="1"/>
                    <a:pt x="4049" y="16"/>
                    <a:pt x="3993" y="50"/>
                  </a:cubicBezTo>
                  <a:cubicBezTo>
                    <a:pt x="3180" y="605"/>
                    <a:pt x="481" y="2934"/>
                    <a:pt x="481" y="2934"/>
                  </a:cubicBezTo>
                  <a:lnTo>
                    <a:pt x="0" y="3821"/>
                  </a:lnTo>
                  <a:lnTo>
                    <a:pt x="2736" y="3821"/>
                  </a:lnTo>
                  <a:cubicBezTo>
                    <a:pt x="3610" y="3821"/>
                    <a:pt x="3995" y="3516"/>
                    <a:pt x="4336" y="3516"/>
                  </a:cubicBezTo>
                  <a:cubicBezTo>
                    <a:pt x="4370" y="3516"/>
                    <a:pt x="4403" y="3519"/>
                    <a:pt x="4437" y="3525"/>
                  </a:cubicBezTo>
                  <a:cubicBezTo>
                    <a:pt x="4843" y="3599"/>
                    <a:pt x="6618" y="3969"/>
                    <a:pt x="6618" y="3969"/>
                  </a:cubicBezTo>
                  <a:cubicBezTo>
                    <a:pt x="6618" y="3969"/>
                    <a:pt x="7321" y="3821"/>
                    <a:pt x="7247" y="3525"/>
                  </a:cubicBezTo>
                  <a:cubicBezTo>
                    <a:pt x="7177" y="3249"/>
                    <a:pt x="5138" y="1"/>
                    <a:pt x="417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46" name="Google Shape;3746;g3048a510704_4_0"/>
            <p:cNvSpPr/>
            <p:nvPr/>
          </p:nvSpPr>
          <p:spPr>
            <a:xfrm>
              <a:off x="3634825" y="3508175"/>
              <a:ext cx="195975" cy="113700"/>
            </a:xfrm>
            <a:custGeom>
              <a:rect b="b" l="l" r="r" t="t"/>
              <a:pathLst>
                <a:path extrusionOk="0" h="4548" w="7839">
                  <a:moveTo>
                    <a:pt x="4474" y="0"/>
                  </a:moveTo>
                  <a:cubicBezTo>
                    <a:pt x="4363" y="0"/>
                    <a:pt x="4252" y="0"/>
                    <a:pt x="4141" y="74"/>
                  </a:cubicBezTo>
                  <a:cubicBezTo>
                    <a:pt x="3698" y="370"/>
                    <a:pt x="2810" y="1073"/>
                    <a:pt x="2034" y="1738"/>
                  </a:cubicBezTo>
                  <a:cubicBezTo>
                    <a:pt x="1258" y="2403"/>
                    <a:pt x="555" y="2958"/>
                    <a:pt x="555" y="2958"/>
                  </a:cubicBezTo>
                  <a:cubicBezTo>
                    <a:pt x="444" y="3069"/>
                    <a:pt x="407" y="3291"/>
                    <a:pt x="518" y="3402"/>
                  </a:cubicBezTo>
                  <a:cubicBezTo>
                    <a:pt x="578" y="3481"/>
                    <a:pt x="669" y="3518"/>
                    <a:pt x="758" y="3518"/>
                  </a:cubicBezTo>
                  <a:cubicBezTo>
                    <a:pt x="835" y="3518"/>
                    <a:pt x="910" y="3490"/>
                    <a:pt x="962" y="3439"/>
                  </a:cubicBezTo>
                  <a:cubicBezTo>
                    <a:pt x="962" y="3439"/>
                    <a:pt x="1147" y="3291"/>
                    <a:pt x="1405" y="3069"/>
                  </a:cubicBezTo>
                  <a:cubicBezTo>
                    <a:pt x="1812" y="2736"/>
                    <a:pt x="2404" y="2219"/>
                    <a:pt x="2995" y="1701"/>
                  </a:cubicBezTo>
                  <a:cubicBezTo>
                    <a:pt x="3587" y="1220"/>
                    <a:pt x="4178" y="777"/>
                    <a:pt x="4474" y="592"/>
                  </a:cubicBezTo>
                  <a:cubicBezTo>
                    <a:pt x="4511" y="592"/>
                    <a:pt x="4585" y="629"/>
                    <a:pt x="4733" y="703"/>
                  </a:cubicBezTo>
                  <a:cubicBezTo>
                    <a:pt x="4918" y="814"/>
                    <a:pt x="5213" y="1073"/>
                    <a:pt x="5472" y="1405"/>
                  </a:cubicBezTo>
                  <a:cubicBezTo>
                    <a:pt x="5916" y="1849"/>
                    <a:pt x="6360" y="2477"/>
                    <a:pt x="6692" y="2958"/>
                  </a:cubicBezTo>
                  <a:cubicBezTo>
                    <a:pt x="6840" y="3217"/>
                    <a:pt x="6988" y="3439"/>
                    <a:pt x="7099" y="3624"/>
                  </a:cubicBezTo>
                  <a:cubicBezTo>
                    <a:pt x="7136" y="3697"/>
                    <a:pt x="7173" y="3771"/>
                    <a:pt x="7210" y="3808"/>
                  </a:cubicBezTo>
                  <a:lnTo>
                    <a:pt x="7214" y="3817"/>
                  </a:lnTo>
                  <a:lnTo>
                    <a:pt x="7214" y="3817"/>
                  </a:lnTo>
                  <a:cubicBezTo>
                    <a:pt x="7176" y="3850"/>
                    <a:pt x="7111" y="3882"/>
                    <a:pt x="7062" y="3882"/>
                  </a:cubicBezTo>
                  <a:lnTo>
                    <a:pt x="6936" y="3946"/>
                  </a:lnTo>
                  <a:lnTo>
                    <a:pt x="6936" y="3946"/>
                  </a:lnTo>
                  <a:cubicBezTo>
                    <a:pt x="6635" y="3884"/>
                    <a:pt x="5139" y="3579"/>
                    <a:pt x="4807" y="3513"/>
                  </a:cubicBezTo>
                  <a:lnTo>
                    <a:pt x="4659" y="3476"/>
                  </a:lnTo>
                  <a:cubicBezTo>
                    <a:pt x="4363" y="3476"/>
                    <a:pt x="4178" y="3587"/>
                    <a:pt x="3956" y="3660"/>
                  </a:cubicBezTo>
                  <a:cubicBezTo>
                    <a:pt x="3698" y="3734"/>
                    <a:pt x="3439" y="3808"/>
                    <a:pt x="3032" y="3808"/>
                  </a:cubicBezTo>
                  <a:lnTo>
                    <a:pt x="296" y="3808"/>
                  </a:lnTo>
                  <a:cubicBezTo>
                    <a:pt x="148" y="3808"/>
                    <a:pt x="1" y="3919"/>
                    <a:pt x="1" y="4104"/>
                  </a:cubicBezTo>
                  <a:cubicBezTo>
                    <a:pt x="1" y="4289"/>
                    <a:pt x="148" y="4400"/>
                    <a:pt x="296" y="4400"/>
                  </a:cubicBezTo>
                  <a:lnTo>
                    <a:pt x="3032" y="4400"/>
                  </a:lnTo>
                  <a:cubicBezTo>
                    <a:pt x="3513" y="4400"/>
                    <a:pt x="3846" y="4326"/>
                    <a:pt x="4141" y="4252"/>
                  </a:cubicBezTo>
                  <a:cubicBezTo>
                    <a:pt x="4400" y="4141"/>
                    <a:pt x="4585" y="4104"/>
                    <a:pt x="4659" y="4104"/>
                  </a:cubicBezTo>
                  <a:lnTo>
                    <a:pt x="4696" y="4104"/>
                  </a:lnTo>
                  <a:cubicBezTo>
                    <a:pt x="5066" y="4178"/>
                    <a:pt x="6877" y="4548"/>
                    <a:pt x="6877" y="4548"/>
                  </a:cubicBezTo>
                  <a:lnTo>
                    <a:pt x="6988" y="4548"/>
                  </a:lnTo>
                  <a:cubicBezTo>
                    <a:pt x="7025" y="4548"/>
                    <a:pt x="7173" y="4511"/>
                    <a:pt x="7358" y="4437"/>
                  </a:cubicBezTo>
                  <a:cubicBezTo>
                    <a:pt x="7469" y="4400"/>
                    <a:pt x="7543" y="4326"/>
                    <a:pt x="7653" y="4252"/>
                  </a:cubicBezTo>
                  <a:cubicBezTo>
                    <a:pt x="7727" y="4178"/>
                    <a:pt x="7838" y="4030"/>
                    <a:pt x="7838" y="3845"/>
                  </a:cubicBezTo>
                  <a:lnTo>
                    <a:pt x="7838" y="3734"/>
                  </a:lnTo>
                  <a:cubicBezTo>
                    <a:pt x="7801" y="3660"/>
                    <a:pt x="7801" y="3624"/>
                    <a:pt x="7764" y="3587"/>
                  </a:cubicBezTo>
                  <a:cubicBezTo>
                    <a:pt x="7690" y="3402"/>
                    <a:pt x="7506" y="3143"/>
                    <a:pt x="7284" y="2773"/>
                  </a:cubicBezTo>
                  <a:cubicBezTo>
                    <a:pt x="6951" y="2219"/>
                    <a:pt x="6470" y="1553"/>
                    <a:pt x="5990" y="1036"/>
                  </a:cubicBezTo>
                  <a:cubicBezTo>
                    <a:pt x="5731" y="740"/>
                    <a:pt x="5509" y="518"/>
                    <a:pt x="5250" y="296"/>
                  </a:cubicBezTo>
                  <a:cubicBezTo>
                    <a:pt x="4992" y="148"/>
                    <a:pt x="4770" y="0"/>
                    <a:pt x="44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47" name="Google Shape;3747;g3048a510704_4_0"/>
            <p:cNvSpPr/>
            <p:nvPr/>
          </p:nvSpPr>
          <p:spPr>
            <a:xfrm>
              <a:off x="4000825" y="3493950"/>
              <a:ext cx="430750" cy="128850"/>
            </a:xfrm>
            <a:custGeom>
              <a:rect b="b" l="l" r="r" t="t"/>
              <a:pathLst>
                <a:path extrusionOk="0" h="5154" w="17230">
                  <a:moveTo>
                    <a:pt x="13404" y="0"/>
                  </a:moveTo>
                  <a:cubicBezTo>
                    <a:pt x="12849" y="0"/>
                    <a:pt x="12093" y="101"/>
                    <a:pt x="11166" y="458"/>
                  </a:cubicBezTo>
                  <a:cubicBezTo>
                    <a:pt x="9022" y="1272"/>
                    <a:pt x="4770" y="2492"/>
                    <a:pt x="4142" y="2492"/>
                  </a:cubicBezTo>
                  <a:cubicBezTo>
                    <a:pt x="3550" y="2492"/>
                    <a:pt x="75" y="2788"/>
                    <a:pt x="75" y="2788"/>
                  </a:cubicBezTo>
                  <a:lnTo>
                    <a:pt x="1" y="5006"/>
                  </a:lnTo>
                  <a:cubicBezTo>
                    <a:pt x="1" y="5006"/>
                    <a:pt x="6853" y="5154"/>
                    <a:pt x="11695" y="5154"/>
                  </a:cubicBezTo>
                  <a:cubicBezTo>
                    <a:pt x="14115" y="5154"/>
                    <a:pt x="16034" y="5117"/>
                    <a:pt x="16342" y="5006"/>
                  </a:cubicBezTo>
                  <a:cubicBezTo>
                    <a:pt x="17229" y="4710"/>
                    <a:pt x="16933" y="1789"/>
                    <a:pt x="14493" y="163"/>
                  </a:cubicBezTo>
                  <a:cubicBezTo>
                    <a:pt x="14493" y="163"/>
                    <a:pt x="14111" y="0"/>
                    <a:pt x="13404" y="0"/>
                  </a:cubicBezTo>
                  <a:close/>
                </a:path>
              </a:pathLst>
            </a:custGeom>
            <a:solidFill>
              <a:srgbClr val="70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48" name="Google Shape;3748;g3048a510704_4_0"/>
            <p:cNvSpPr/>
            <p:nvPr/>
          </p:nvSpPr>
          <p:spPr>
            <a:xfrm>
              <a:off x="3992525" y="3486000"/>
              <a:ext cx="436275" cy="144200"/>
            </a:xfrm>
            <a:custGeom>
              <a:rect b="b" l="l" r="r" t="t"/>
              <a:pathLst>
                <a:path extrusionOk="0" h="5768" w="17451">
                  <a:moveTo>
                    <a:pt x="13753" y="629"/>
                  </a:moveTo>
                  <a:cubicBezTo>
                    <a:pt x="14086" y="629"/>
                    <a:pt x="14345" y="666"/>
                    <a:pt x="14493" y="703"/>
                  </a:cubicBezTo>
                  <a:cubicBezTo>
                    <a:pt x="14567" y="703"/>
                    <a:pt x="14641" y="740"/>
                    <a:pt x="14678" y="740"/>
                  </a:cubicBezTo>
                  <a:cubicBezTo>
                    <a:pt x="15417" y="1220"/>
                    <a:pt x="15971" y="1886"/>
                    <a:pt x="16304" y="2551"/>
                  </a:cubicBezTo>
                  <a:cubicBezTo>
                    <a:pt x="16674" y="3180"/>
                    <a:pt x="16822" y="3808"/>
                    <a:pt x="16822" y="4289"/>
                  </a:cubicBezTo>
                  <a:cubicBezTo>
                    <a:pt x="16822" y="4547"/>
                    <a:pt x="16785" y="4732"/>
                    <a:pt x="16711" y="4880"/>
                  </a:cubicBezTo>
                  <a:cubicBezTo>
                    <a:pt x="16674" y="4991"/>
                    <a:pt x="16600" y="5028"/>
                    <a:pt x="16563" y="5065"/>
                  </a:cubicBezTo>
                  <a:lnTo>
                    <a:pt x="16415" y="5065"/>
                  </a:lnTo>
                  <a:cubicBezTo>
                    <a:pt x="16156" y="5102"/>
                    <a:pt x="15565" y="5139"/>
                    <a:pt x="14788" y="5139"/>
                  </a:cubicBezTo>
                  <a:cubicBezTo>
                    <a:pt x="14049" y="5176"/>
                    <a:pt x="13088" y="5176"/>
                    <a:pt x="12016" y="5176"/>
                  </a:cubicBezTo>
                  <a:cubicBezTo>
                    <a:pt x="9613" y="5176"/>
                    <a:pt x="6692" y="5139"/>
                    <a:pt x="4363" y="5102"/>
                  </a:cubicBezTo>
                  <a:cubicBezTo>
                    <a:pt x="3180" y="5102"/>
                    <a:pt x="2181" y="5065"/>
                    <a:pt x="1479" y="5065"/>
                  </a:cubicBezTo>
                  <a:cubicBezTo>
                    <a:pt x="1119" y="5047"/>
                    <a:pt x="839" y="5038"/>
                    <a:pt x="645" y="5033"/>
                  </a:cubicBezTo>
                  <a:lnTo>
                    <a:pt x="645" y="5033"/>
                  </a:lnTo>
                  <a:lnTo>
                    <a:pt x="726" y="3377"/>
                  </a:lnTo>
                  <a:lnTo>
                    <a:pt x="726" y="3377"/>
                  </a:lnTo>
                  <a:cubicBezTo>
                    <a:pt x="1055" y="3349"/>
                    <a:pt x="1632" y="3301"/>
                    <a:pt x="2255" y="3254"/>
                  </a:cubicBezTo>
                  <a:cubicBezTo>
                    <a:pt x="3180" y="3180"/>
                    <a:pt x="4215" y="3106"/>
                    <a:pt x="4474" y="3106"/>
                  </a:cubicBezTo>
                  <a:cubicBezTo>
                    <a:pt x="4585" y="3106"/>
                    <a:pt x="4732" y="3106"/>
                    <a:pt x="4917" y="3069"/>
                  </a:cubicBezTo>
                  <a:cubicBezTo>
                    <a:pt x="6211" y="2810"/>
                    <a:pt x="9686" y="1775"/>
                    <a:pt x="11609" y="1072"/>
                  </a:cubicBezTo>
                  <a:cubicBezTo>
                    <a:pt x="12496" y="703"/>
                    <a:pt x="13236" y="629"/>
                    <a:pt x="13753" y="629"/>
                  </a:cubicBezTo>
                  <a:close/>
                  <a:moveTo>
                    <a:pt x="13753" y="0"/>
                  </a:moveTo>
                  <a:cubicBezTo>
                    <a:pt x="13162" y="0"/>
                    <a:pt x="12348" y="111"/>
                    <a:pt x="11387" y="481"/>
                  </a:cubicBezTo>
                  <a:cubicBezTo>
                    <a:pt x="10315" y="887"/>
                    <a:pt x="8725" y="1405"/>
                    <a:pt x="7320" y="1812"/>
                  </a:cubicBezTo>
                  <a:cubicBezTo>
                    <a:pt x="6618" y="1997"/>
                    <a:pt x="5952" y="2181"/>
                    <a:pt x="5472" y="2292"/>
                  </a:cubicBezTo>
                  <a:cubicBezTo>
                    <a:pt x="5213" y="2366"/>
                    <a:pt x="4991" y="2403"/>
                    <a:pt x="4806" y="2440"/>
                  </a:cubicBezTo>
                  <a:cubicBezTo>
                    <a:pt x="4622" y="2477"/>
                    <a:pt x="4511" y="2514"/>
                    <a:pt x="4474" y="2514"/>
                  </a:cubicBezTo>
                  <a:cubicBezTo>
                    <a:pt x="4141" y="2514"/>
                    <a:pt x="3143" y="2588"/>
                    <a:pt x="2181" y="2662"/>
                  </a:cubicBezTo>
                  <a:cubicBezTo>
                    <a:pt x="1257" y="2736"/>
                    <a:pt x="407" y="2810"/>
                    <a:pt x="407" y="2810"/>
                  </a:cubicBezTo>
                  <a:cubicBezTo>
                    <a:pt x="222" y="2810"/>
                    <a:pt x="111" y="2958"/>
                    <a:pt x="111" y="3106"/>
                  </a:cubicBezTo>
                  <a:lnTo>
                    <a:pt x="0" y="5324"/>
                  </a:lnTo>
                  <a:cubicBezTo>
                    <a:pt x="0" y="5398"/>
                    <a:pt x="37" y="5509"/>
                    <a:pt x="74" y="5546"/>
                  </a:cubicBezTo>
                  <a:cubicBezTo>
                    <a:pt x="148" y="5620"/>
                    <a:pt x="222" y="5657"/>
                    <a:pt x="296" y="5657"/>
                  </a:cubicBezTo>
                  <a:cubicBezTo>
                    <a:pt x="296" y="5657"/>
                    <a:pt x="7172" y="5768"/>
                    <a:pt x="12016" y="5768"/>
                  </a:cubicBezTo>
                  <a:lnTo>
                    <a:pt x="15121" y="5768"/>
                  </a:lnTo>
                  <a:cubicBezTo>
                    <a:pt x="15565" y="5731"/>
                    <a:pt x="15898" y="5731"/>
                    <a:pt x="16156" y="5731"/>
                  </a:cubicBezTo>
                  <a:cubicBezTo>
                    <a:pt x="16304" y="5694"/>
                    <a:pt x="16415" y="5694"/>
                    <a:pt x="16526" y="5694"/>
                  </a:cubicBezTo>
                  <a:cubicBezTo>
                    <a:pt x="16600" y="5657"/>
                    <a:pt x="16674" y="5657"/>
                    <a:pt x="16748" y="5620"/>
                  </a:cubicBezTo>
                  <a:cubicBezTo>
                    <a:pt x="17007" y="5546"/>
                    <a:pt x="17192" y="5361"/>
                    <a:pt x="17302" y="5102"/>
                  </a:cubicBezTo>
                  <a:cubicBezTo>
                    <a:pt x="17376" y="4880"/>
                    <a:pt x="17450" y="4621"/>
                    <a:pt x="17450" y="4289"/>
                  </a:cubicBezTo>
                  <a:cubicBezTo>
                    <a:pt x="17450" y="3697"/>
                    <a:pt x="17265" y="2958"/>
                    <a:pt x="16859" y="2255"/>
                  </a:cubicBezTo>
                  <a:cubicBezTo>
                    <a:pt x="16452" y="1516"/>
                    <a:pt x="15861" y="776"/>
                    <a:pt x="15010" y="222"/>
                  </a:cubicBezTo>
                  <a:lnTo>
                    <a:pt x="14936" y="185"/>
                  </a:lnTo>
                  <a:cubicBezTo>
                    <a:pt x="14936" y="185"/>
                    <a:pt x="14493" y="0"/>
                    <a:pt x="137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49" name="Google Shape;3749;g3048a510704_4_0"/>
            <p:cNvSpPr/>
            <p:nvPr/>
          </p:nvSpPr>
          <p:spPr>
            <a:xfrm>
              <a:off x="3898250" y="3515250"/>
              <a:ext cx="183025" cy="99250"/>
            </a:xfrm>
            <a:custGeom>
              <a:rect b="b" l="l" r="r" t="t"/>
              <a:pathLst>
                <a:path extrusionOk="0" h="3970" w="7321">
                  <a:moveTo>
                    <a:pt x="3143" y="1"/>
                  </a:moveTo>
                  <a:cubicBezTo>
                    <a:pt x="2183" y="1"/>
                    <a:pt x="143" y="3249"/>
                    <a:pt x="74" y="3525"/>
                  </a:cubicBezTo>
                  <a:cubicBezTo>
                    <a:pt x="0" y="3821"/>
                    <a:pt x="703" y="3969"/>
                    <a:pt x="703" y="3969"/>
                  </a:cubicBezTo>
                  <a:cubicBezTo>
                    <a:pt x="703" y="3969"/>
                    <a:pt x="2477" y="3599"/>
                    <a:pt x="2884" y="3525"/>
                  </a:cubicBezTo>
                  <a:cubicBezTo>
                    <a:pt x="2918" y="3519"/>
                    <a:pt x="2951" y="3516"/>
                    <a:pt x="2985" y="3516"/>
                  </a:cubicBezTo>
                  <a:cubicBezTo>
                    <a:pt x="3326" y="3516"/>
                    <a:pt x="3711" y="3821"/>
                    <a:pt x="4585" y="3821"/>
                  </a:cubicBezTo>
                  <a:lnTo>
                    <a:pt x="7320" y="3821"/>
                  </a:lnTo>
                  <a:lnTo>
                    <a:pt x="6840" y="2934"/>
                  </a:lnTo>
                  <a:cubicBezTo>
                    <a:pt x="6840" y="2934"/>
                    <a:pt x="4141" y="605"/>
                    <a:pt x="3328" y="50"/>
                  </a:cubicBezTo>
                  <a:cubicBezTo>
                    <a:pt x="3272" y="16"/>
                    <a:pt x="3210" y="1"/>
                    <a:pt x="314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50" name="Google Shape;3750;g3048a510704_4_0"/>
            <p:cNvSpPr/>
            <p:nvPr/>
          </p:nvSpPr>
          <p:spPr>
            <a:xfrm>
              <a:off x="3892700" y="3508175"/>
              <a:ext cx="195975" cy="113700"/>
            </a:xfrm>
            <a:custGeom>
              <a:rect b="b" l="l" r="r" t="t"/>
              <a:pathLst>
                <a:path extrusionOk="0" h="4548" w="7839">
                  <a:moveTo>
                    <a:pt x="3365" y="0"/>
                  </a:moveTo>
                  <a:cubicBezTo>
                    <a:pt x="3143" y="0"/>
                    <a:pt x="2958" y="74"/>
                    <a:pt x="2810" y="185"/>
                  </a:cubicBezTo>
                  <a:cubicBezTo>
                    <a:pt x="2477" y="370"/>
                    <a:pt x="2182" y="629"/>
                    <a:pt x="1886" y="999"/>
                  </a:cubicBezTo>
                  <a:cubicBezTo>
                    <a:pt x="1442" y="1479"/>
                    <a:pt x="999" y="2108"/>
                    <a:pt x="629" y="2625"/>
                  </a:cubicBezTo>
                  <a:cubicBezTo>
                    <a:pt x="481" y="2884"/>
                    <a:pt x="333" y="3106"/>
                    <a:pt x="222" y="3291"/>
                  </a:cubicBezTo>
                  <a:cubicBezTo>
                    <a:pt x="185" y="3402"/>
                    <a:pt x="111" y="3476"/>
                    <a:pt x="74" y="3550"/>
                  </a:cubicBezTo>
                  <a:cubicBezTo>
                    <a:pt x="37" y="3624"/>
                    <a:pt x="37" y="3660"/>
                    <a:pt x="0" y="3734"/>
                  </a:cubicBezTo>
                  <a:lnTo>
                    <a:pt x="0" y="3845"/>
                  </a:lnTo>
                  <a:cubicBezTo>
                    <a:pt x="0" y="4030"/>
                    <a:pt x="111" y="4178"/>
                    <a:pt x="185" y="4252"/>
                  </a:cubicBezTo>
                  <a:cubicBezTo>
                    <a:pt x="333" y="4400"/>
                    <a:pt x="481" y="4437"/>
                    <a:pt x="629" y="4474"/>
                  </a:cubicBezTo>
                  <a:cubicBezTo>
                    <a:pt x="740" y="4548"/>
                    <a:pt x="851" y="4548"/>
                    <a:pt x="851" y="4548"/>
                  </a:cubicBezTo>
                  <a:lnTo>
                    <a:pt x="962" y="4548"/>
                  </a:lnTo>
                  <a:cubicBezTo>
                    <a:pt x="962" y="4548"/>
                    <a:pt x="2773" y="4178"/>
                    <a:pt x="3143" y="4104"/>
                  </a:cubicBezTo>
                  <a:lnTo>
                    <a:pt x="3180" y="4104"/>
                  </a:lnTo>
                  <a:cubicBezTo>
                    <a:pt x="3254" y="4104"/>
                    <a:pt x="3439" y="4141"/>
                    <a:pt x="3697" y="4252"/>
                  </a:cubicBezTo>
                  <a:cubicBezTo>
                    <a:pt x="3993" y="4326"/>
                    <a:pt x="4326" y="4400"/>
                    <a:pt x="4807" y="4400"/>
                  </a:cubicBezTo>
                  <a:lnTo>
                    <a:pt x="7542" y="4400"/>
                  </a:lnTo>
                  <a:cubicBezTo>
                    <a:pt x="7690" y="4400"/>
                    <a:pt x="7838" y="4289"/>
                    <a:pt x="7838" y="4104"/>
                  </a:cubicBezTo>
                  <a:cubicBezTo>
                    <a:pt x="7838" y="3919"/>
                    <a:pt x="7690" y="3808"/>
                    <a:pt x="7542" y="3808"/>
                  </a:cubicBezTo>
                  <a:lnTo>
                    <a:pt x="4807" y="3808"/>
                  </a:lnTo>
                  <a:cubicBezTo>
                    <a:pt x="4400" y="3808"/>
                    <a:pt x="4141" y="3734"/>
                    <a:pt x="3882" y="3660"/>
                  </a:cubicBezTo>
                  <a:cubicBezTo>
                    <a:pt x="3660" y="3587"/>
                    <a:pt x="3476" y="3476"/>
                    <a:pt x="3180" y="3476"/>
                  </a:cubicBezTo>
                  <a:lnTo>
                    <a:pt x="3032" y="3513"/>
                  </a:lnTo>
                  <a:cubicBezTo>
                    <a:pt x="2699" y="3579"/>
                    <a:pt x="1198" y="3885"/>
                    <a:pt x="902" y="3946"/>
                  </a:cubicBezTo>
                  <a:lnTo>
                    <a:pt x="902" y="3946"/>
                  </a:lnTo>
                  <a:cubicBezTo>
                    <a:pt x="841" y="3930"/>
                    <a:pt x="754" y="3897"/>
                    <a:pt x="703" y="3845"/>
                  </a:cubicBezTo>
                  <a:lnTo>
                    <a:pt x="626" y="3820"/>
                  </a:lnTo>
                  <a:lnTo>
                    <a:pt x="626" y="3820"/>
                  </a:lnTo>
                  <a:cubicBezTo>
                    <a:pt x="645" y="3788"/>
                    <a:pt x="670" y="3747"/>
                    <a:pt x="703" y="3697"/>
                  </a:cubicBezTo>
                  <a:cubicBezTo>
                    <a:pt x="925" y="3291"/>
                    <a:pt x="1442" y="2477"/>
                    <a:pt x="1997" y="1775"/>
                  </a:cubicBezTo>
                  <a:cubicBezTo>
                    <a:pt x="2293" y="1442"/>
                    <a:pt x="2588" y="1146"/>
                    <a:pt x="2810" y="925"/>
                  </a:cubicBezTo>
                  <a:cubicBezTo>
                    <a:pt x="2958" y="814"/>
                    <a:pt x="3069" y="703"/>
                    <a:pt x="3180" y="666"/>
                  </a:cubicBezTo>
                  <a:cubicBezTo>
                    <a:pt x="3254" y="629"/>
                    <a:pt x="3328" y="592"/>
                    <a:pt x="3365" y="592"/>
                  </a:cubicBezTo>
                  <a:cubicBezTo>
                    <a:pt x="3771" y="851"/>
                    <a:pt x="4659" y="1553"/>
                    <a:pt x="5435" y="2219"/>
                  </a:cubicBezTo>
                  <a:cubicBezTo>
                    <a:pt x="5805" y="2514"/>
                    <a:pt x="6174" y="2847"/>
                    <a:pt x="6433" y="3069"/>
                  </a:cubicBezTo>
                  <a:cubicBezTo>
                    <a:pt x="6692" y="3291"/>
                    <a:pt x="6877" y="3439"/>
                    <a:pt x="6877" y="3439"/>
                  </a:cubicBezTo>
                  <a:cubicBezTo>
                    <a:pt x="6928" y="3490"/>
                    <a:pt x="7004" y="3518"/>
                    <a:pt x="7081" y="3518"/>
                  </a:cubicBezTo>
                  <a:cubicBezTo>
                    <a:pt x="7170" y="3518"/>
                    <a:pt x="7261" y="3481"/>
                    <a:pt x="7321" y="3402"/>
                  </a:cubicBezTo>
                  <a:cubicBezTo>
                    <a:pt x="7431" y="3291"/>
                    <a:pt x="7394" y="3069"/>
                    <a:pt x="7284" y="2958"/>
                  </a:cubicBezTo>
                  <a:cubicBezTo>
                    <a:pt x="7284" y="2958"/>
                    <a:pt x="6581" y="2403"/>
                    <a:pt x="5805" y="1738"/>
                  </a:cubicBezTo>
                  <a:cubicBezTo>
                    <a:pt x="5028" y="1073"/>
                    <a:pt x="4141" y="370"/>
                    <a:pt x="3697" y="74"/>
                  </a:cubicBezTo>
                  <a:cubicBezTo>
                    <a:pt x="3587" y="0"/>
                    <a:pt x="3476" y="0"/>
                    <a:pt x="33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51" name="Google Shape;3751;g3048a510704_4_0"/>
            <p:cNvSpPr/>
            <p:nvPr/>
          </p:nvSpPr>
          <p:spPr>
            <a:xfrm>
              <a:off x="3581225" y="3885275"/>
              <a:ext cx="489875" cy="212600"/>
            </a:xfrm>
            <a:custGeom>
              <a:rect b="b" l="l" r="r" t="t"/>
              <a:pathLst>
                <a:path extrusionOk="0" h="8504" w="19595">
                  <a:moveTo>
                    <a:pt x="0" y="0"/>
                  </a:moveTo>
                  <a:lnTo>
                    <a:pt x="0" y="8504"/>
                  </a:lnTo>
                  <a:lnTo>
                    <a:pt x="19595" y="8504"/>
                  </a:lnTo>
                  <a:lnTo>
                    <a:pt x="19595"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52" name="Google Shape;3752;g3048a510704_4_0"/>
            <p:cNvSpPr/>
            <p:nvPr/>
          </p:nvSpPr>
          <p:spPr>
            <a:xfrm>
              <a:off x="3573825" y="3876950"/>
              <a:ext cx="504675" cy="228325"/>
            </a:xfrm>
            <a:custGeom>
              <a:rect b="b" l="l" r="r" t="t"/>
              <a:pathLst>
                <a:path extrusionOk="0" h="9133" w="20187">
                  <a:moveTo>
                    <a:pt x="19558" y="629"/>
                  </a:moveTo>
                  <a:lnTo>
                    <a:pt x="19558" y="8504"/>
                  </a:lnTo>
                  <a:lnTo>
                    <a:pt x="592" y="8504"/>
                  </a:lnTo>
                  <a:lnTo>
                    <a:pt x="592" y="629"/>
                  </a:lnTo>
                  <a:close/>
                  <a:moveTo>
                    <a:pt x="296" y="1"/>
                  </a:moveTo>
                  <a:cubicBezTo>
                    <a:pt x="222" y="1"/>
                    <a:pt x="148" y="38"/>
                    <a:pt x="74" y="112"/>
                  </a:cubicBezTo>
                  <a:cubicBezTo>
                    <a:pt x="37" y="149"/>
                    <a:pt x="1" y="223"/>
                    <a:pt x="1" y="333"/>
                  </a:cubicBezTo>
                  <a:lnTo>
                    <a:pt x="1" y="8837"/>
                  </a:lnTo>
                  <a:cubicBezTo>
                    <a:pt x="1" y="8911"/>
                    <a:pt x="37" y="8985"/>
                    <a:pt x="74" y="9022"/>
                  </a:cubicBezTo>
                  <a:cubicBezTo>
                    <a:pt x="148" y="9095"/>
                    <a:pt x="222" y="9132"/>
                    <a:pt x="296" y="9132"/>
                  </a:cubicBezTo>
                  <a:lnTo>
                    <a:pt x="19891" y="9132"/>
                  </a:lnTo>
                  <a:cubicBezTo>
                    <a:pt x="19965" y="9132"/>
                    <a:pt x="20039" y="9095"/>
                    <a:pt x="20113" y="9022"/>
                  </a:cubicBezTo>
                  <a:cubicBezTo>
                    <a:pt x="20149" y="8985"/>
                    <a:pt x="20186" y="8911"/>
                    <a:pt x="20186" y="8837"/>
                  </a:cubicBezTo>
                  <a:lnTo>
                    <a:pt x="20186" y="333"/>
                  </a:lnTo>
                  <a:cubicBezTo>
                    <a:pt x="20186" y="223"/>
                    <a:pt x="20149" y="149"/>
                    <a:pt x="20113" y="112"/>
                  </a:cubicBezTo>
                  <a:cubicBezTo>
                    <a:pt x="20039" y="38"/>
                    <a:pt x="19965" y="1"/>
                    <a:pt x="198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53" name="Google Shape;3753;g3048a510704_4_0"/>
            <p:cNvSpPr/>
            <p:nvPr/>
          </p:nvSpPr>
          <p:spPr>
            <a:xfrm>
              <a:off x="3618200" y="3864350"/>
              <a:ext cx="183950" cy="157000"/>
            </a:xfrm>
            <a:custGeom>
              <a:rect b="b" l="l" r="r" t="t"/>
              <a:pathLst>
                <a:path extrusionOk="0" h="6280" w="7358">
                  <a:moveTo>
                    <a:pt x="306" y="1"/>
                  </a:moveTo>
                  <a:cubicBezTo>
                    <a:pt x="185" y="1"/>
                    <a:pt x="66" y="93"/>
                    <a:pt x="37" y="209"/>
                  </a:cubicBezTo>
                  <a:cubicBezTo>
                    <a:pt x="0" y="394"/>
                    <a:pt x="74" y="542"/>
                    <a:pt x="259" y="616"/>
                  </a:cubicBezTo>
                  <a:lnTo>
                    <a:pt x="296" y="616"/>
                  </a:lnTo>
                  <a:cubicBezTo>
                    <a:pt x="592" y="690"/>
                    <a:pt x="1997" y="1133"/>
                    <a:pt x="3401" y="2021"/>
                  </a:cubicBezTo>
                  <a:cubicBezTo>
                    <a:pt x="4843" y="2908"/>
                    <a:pt x="6285" y="4239"/>
                    <a:pt x="6729" y="6050"/>
                  </a:cubicBezTo>
                  <a:cubicBezTo>
                    <a:pt x="6761" y="6179"/>
                    <a:pt x="6905" y="6279"/>
                    <a:pt x="7039" y="6279"/>
                  </a:cubicBezTo>
                  <a:cubicBezTo>
                    <a:pt x="7059" y="6279"/>
                    <a:pt x="7079" y="6277"/>
                    <a:pt x="7098" y="6272"/>
                  </a:cubicBezTo>
                  <a:cubicBezTo>
                    <a:pt x="7283" y="6235"/>
                    <a:pt x="7357" y="6050"/>
                    <a:pt x="7320" y="5902"/>
                  </a:cubicBezTo>
                  <a:cubicBezTo>
                    <a:pt x="6766" y="3721"/>
                    <a:pt x="5028" y="2242"/>
                    <a:pt x="3438" y="1318"/>
                  </a:cubicBezTo>
                  <a:cubicBezTo>
                    <a:pt x="1849" y="394"/>
                    <a:pt x="407" y="24"/>
                    <a:pt x="407" y="24"/>
                  </a:cubicBezTo>
                  <a:cubicBezTo>
                    <a:pt x="374" y="8"/>
                    <a:pt x="340" y="1"/>
                    <a:pt x="3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54" name="Google Shape;3754;g3048a510704_4_0"/>
            <p:cNvSpPr/>
            <p:nvPr/>
          </p:nvSpPr>
          <p:spPr>
            <a:xfrm>
              <a:off x="3875125" y="3876950"/>
              <a:ext cx="171025" cy="137975"/>
            </a:xfrm>
            <a:custGeom>
              <a:rect b="b" l="l" r="r" t="t"/>
              <a:pathLst>
                <a:path extrusionOk="0" h="5519" w="6841">
                  <a:moveTo>
                    <a:pt x="6434" y="1"/>
                  </a:moveTo>
                  <a:cubicBezTo>
                    <a:pt x="6064" y="1"/>
                    <a:pt x="4844" y="75"/>
                    <a:pt x="3513" y="740"/>
                  </a:cubicBezTo>
                  <a:cubicBezTo>
                    <a:pt x="2182" y="1406"/>
                    <a:pt x="777" y="2700"/>
                    <a:pt x="75" y="5140"/>
                  </a:cubicBezTo>
                  <a:cubicBezTo>
                    <a:pt x="1" y="5288"/>
                    <a:pt x="112" y="5472"/>
                    <a:pt x="260" y="5509"/>
                  </a:cubicBezTo>
                  <a:cubicBezTo>
                    <a:pt x="291" y="5516"/>
                    <a:pt x="320" y="5519"/>
                    <a:pt x="349" y="5519"/>
                  </a:cubicBezTo>
                  <a:cubicBezTo>
                    <a:pt x="492" y="5519"/>
                    <a:pt x="605" y="5442"/>
                    <a:pt x="666" y="5288"/>
                  </a:cubicBezTo>
                  <a:cubicBezTo>
                    <a:pt x="1332" y="3032"/>
                    <a:pt x="2589" y="1886"/>
                    <a:pt x="3809" y="1295"/>
                  </a:cubicBezTo>
                  <a:cubicBezTo>
                    <a:pt x="4992" y="666"/>
                    <a:pt x="6101" y="629"/>
                    <a:pt x="6434" y="629"/>
                  </a:cubicBezTo>
                  <a:lnTo>
                    <a:pt x="6508" y="629"/>
                  </a:lnTo>
                  <a:cubicBezTo>
                    <a:pt x="6693" y="629"/>
                    <a:pt x="6840" y="518"/>
                    <a:pt x="6840" y="333"/>
                  </a:cubicBezTo>
                  <a:cubicBezTo>
                    <a:pt x="6840" y="149"/>
                    <a:pt x="6730" y="1"/>
                    <a:pt x="65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55" name="Google Shape;3755;g3048a510704_4_0"/>
            <p:cNvSpPr/>
            <p:nvPr/>
          </p:nvSpPr>
          <p:spPr>
            <a:xfrm>
              <a:off x="3388050" y="3841775"/>
              <a:ext cx="297625" cy="1110125"/>
            </a:xfrm>
            <a:custGeom>
              <a:rect b="b" l="l" r="r" t="t"/>
              <a:pathLst>
                <a:path extrusionOk="0" h="44405" w="11905">
                  <a:moveTo>
                    <a:pt x="5814" y="0"/>
                  </a:moveTo>
                  <a:cubicBezTo>
                    <a:pt x="5175" y="0"/>
                    <a:pt x="4518" y="122"/>
                    <a:pt x="3845" y="446"/>
                  </a:cubicBezTo>
                  <a:cubicBezTo>
                    <a:pt x="0" y="2221"/>
                    <a:pt x="3771" y="44405"/>
                    <a:pt x="3771" y="44405"/>
                  </a:cubicBezTo>
                  <a:lnTo>
                    <a:pt x="6877" y="44405"/>
                  </a:lnTo>
                  <a:cubicBezTo>
                    <a:pt x="6877" y="44405"/>
                    <a:pt x="10907" y="19486"/>
                    <a:pt x="11720" y="6621"/>
                  </a:cubicBezTo>
                  <a:cubicBezTo>
                    <a:pt x="11905" y="3478"/>
                    <a:pt x="9835" y="594"/>
                    <a:pt x="6729" y="77"/>
                  </a:cubicBezTo>
                  <a:cubicBezTo>
                    <a:pt x="6428" y="29"/>
                    <a:pt x="6123" y="0"/>
                    <a:pt x="581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56" name="Google Shape;3756;g3048a510704_4_0"/>
            <p:cNvSpPr/>
            <p:nvPr/>
          </p:nvSpPr>
          <p:spPr>
            <a:xfrm>
              <a:off x="3433325" y="3834450"/>
              <a:ext cx="256050" cy="1124850"/>
            </a:xfrm>
            <a:custGeom>
              <a:rect b="b" l="l" r="r" t="t"/>
              <a:pathLst>
                <a:path extrusionOk="0" h="44994" w="10242">
                  <a:moveTo>
                    <a:pt x="4031" y="592"/>
                  </a:moveTo>
                  <a:cubicBezTo>
                    <a:pt x="4327" y="592"/>
                    <a:pt x="4585" y="629"/>
                    <a:pt x="4881" y="666"/>
                  </a:cubicBezTo>
                  <a:cubicBezTo>
                    <a:pt x="7654" y="1146"/>
                    <a:pt x="9613" y="3697"/>
                    <a:pt x="9613" y="6507"/>
                  </a:cubicBezTo>
                  <a:cubicBezTo>
                    <a:pt x="9613" y="6618"/>
                    <a:pt x="9613" y="6766"/>
                    <a:pt x="9613" y="6877"/>
                  </a:cubicBezTo>
                  <a:cubicBezTo>
                    <a:pt x="9207" y="13310"/>
                    <a:pt x="7987" y="22737"/>
                    <a:pt x="6878" y="30575"/>
                  </a:cubicBezTo>
                  <a:cubicBezTo>
                    <a:pt x="6323" y="34494"/>
                    <a:pt x="5768" y="38006"/>
                    <a:pt x="5399" y="40557"/>
                  </a:cubicBezTo>
                  <a:cubicBezTo>
                    <a:pt x="5214" y="41814"/>
                    <a:pt x="5029" y="42849"/>
                    <a:pt x="4918" y="43552"/>
                  </a:cubicBezTo>
                  <a:cubicBezTo>
                    <a:pt x="4859" y="43923"/>
                    <a:pt x="4811" y="44212"/>
                    <a:pt x="4779" y="44402"/>
                  </a:cubicBezTo>
                  <a:lnTo>
                    <a:pt x="2244" y="44402"/>
                  </a:lnTo>
                  <a:cubicBezTo>
                    <a:pt x="2234" y="44266"/>
                    <a:pt x="2215" y="44079"/>
                    <a:pt x="2182" y="43847"/>
                  </a:cubicBezTo>
                  <a:cubicBezTo>
                    <a:pt x="1886" y="40150"/>
                    <a:pt x="629" y="24623"/>
                    <a:pt x="629" y="13236"/>
                  </a:cubicBezTo>
                  <a:cubicBezTo>
                    <a:pt x="629" y="9908"/>
                    <a:pt x="740" y="6951"/>
                    <a:pt x="999" y="4769"/>
                  </a:cubicBezTo>
                  <a:cubicBezTo>
                    <a:pt x="1147" y="3660"/>
                    <a:pt x="1295" y="2736"/>
                    <a:pt x="1517" y="2107"/>
                  </a:cubicBezTo>
                  <a:cubicBezTo>
                    <a:pt x="1628" y="1775"/>
                    <a:pt x="1739" y="1516"/>
                    <a:pt x="1850" y="1331"/>
                  </a:cubicBezTo>
                  <a:cubicBezTo>
                    <a:pt x="1960" y="1146"/>
                    <a:pt x="2108" y="1035"/>
                    <a:pt x="2182" y="998"/>
                  </a:cubicBezTo>
                  <a:cubicBezTo>
                    <a:pt x="2811" y="702"/>
                    <a:pt x="3402" y="592"/>
                    <a:pt x="4031" y="592"/>
                  </a:cubicBezTo>
                  <a:close/>
                  <a:moveTo>
                    <a:pt x="4031" y="0"/>
                  </a:moveTo>
                  <a:cubicBezTo>
                    <a:pt x="3328" y="0"/>
                    <a:pt x="2626" y="111"/>
                    <a:pt x="1923" y="444"/>
                  </a:cubicBezTo>
                  <a:cubicBezTo>
                    <a:pt x="1702" y="555"/>
                    <a:pt x="1517" y="739"/>
                    <a:pt x="1332" y="998"/>
                  </a:cubicBezTo>
                  <a:cubicBezTo>
                    <a:pt x="1073" y="1442"/>
                    <a:pt x="851" y="2033"/>
                    <a:pt x="703" y="2810"/>
                  </a:cubicBezTo>
                  <a:cubicBezTo>
                    <a:pt x="186" y="5102"/>
                    <a:pt x="1" y="8873"/>
                    <a:pt x="1" y="13236"/>
                  </a:cubicBezTo>
                  <a:cubicBezTo>
                    <a:pt x="1" y="26286"/>
                    <a:pt x="1665" y="44735"/>
                    <a:pt x="1665" y="44735"/>
                  </a:cubicBezTo>
                  <a:cubicBezTo>
                    <a:pt x="1665" y="44882"/>
                    <a:pt x="1813" y="44993"/>
                    <a:pt x="1960" y="44993"/>
                  </a:cubicBezTo>
                  <a:lnTo>
                    <a:pt x="5066" y="44993"/>
                  </a:lnTo>
                  <a:cubicBezTo>
                    <a:pt x="5214" y="44993"/>
                    <a:pt x="5325" y="44882"/>
                    <a:pt x="5362" y="44735"/>
                  </a:cubicBezTo>
                  <a:cubicBezTo>
                    <a:pt x="5362" y="44735"/>
                    <a:pt x="9392" y="19816"/>
                    <a:pt x="10205" y="6914"/>
                  </a:cubicBezTo>
                  <a:cubicBezTo>
                    <a:pt x="10242" y="6766"/>
                    <a:pt x="10242" y="6655"/>
                    <a:pt x="10242" y="6507"/>
                  </a:cubicBezTo>
                  <a:cubicBezTo>
                    <a:pt x="10242" y="3401"/>
                    <a:pt x="8098" y="592"/>
                    <a:pt x="4992" y="74"/>
                  </a:cubicBezTo>
                  <a:cubicBezTo>
                    <a:pt x="4659" y="0"/>
                    <a:pt x="4364" y="0"/>
                    <a:pt x="40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57" name="Google Shape;3757;g3048a510704_4_0"/>
            <p:cNvSpPr/>
            <p:nvPr/>
          </p:nvSpPr>
          <p:spPr>
            <a:xfrm>
              <a:off x="3374175" y="4889025"/>
              <a:ext cx="198750" cy="146975"/>
            </a:xfrm>
            <a:custGeom>
              <a:rect b="b" l="l" r="r" t="t"/>
              <a:pathLst>
                <a:path extrusionOk="0" h="5879" w="7950">
                  <a:moveTo>
                    <a:pt x="3994" y="1"/>
                  </a:moveTo>
                  <a:lnTo>
                    <a:pt x="3069" y="3920"/>
                  </a:lnTo>
                  <a:lnTo>
                    <a:pt x="1" y="5879"/>
                  </a:lnTo>
                  <a:lnTo>
                    <a:pt x="7839" y="5879"/>
                  </a:lnTo>
                  <a:lnTo>
                    <a:pt x="795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58" name="Google Shape;3758;g3048a510704_4_0"/>
            <p:cNvSpPr/>
            <p:nvPr/>
          </p:nvSpPr>
          <p:spPr>
            <a:xfrm>
              <a:off x="3365875" y="4881625"/>
              <a:ext cx="215375" cy="161775"/>
            </a:xfrm>
            <a:custGeom>
              <a:rect b="b" l="l" r="r" t="t"/>
              <a:pathLst>
                <a:path extrusionOk="0" h="6471" w="8615">
                  <a:moveTo>
                    <a:pt x="7986" y="592"/>
                  </a:moveTo>
                  <a:lnTo>
                    <a:pt x="7875" y="5842"/>
                  </a:lnTo>
                  <a:lnTo>
                    <a:pt x="1405" y="5842"/>
                  </a:lnTo>
                  <a:lnTo>
                    <a:pt x="3586" y="4474"/>
                  </a:lnTo>
                  <a:cubicBezTo>
                    <a:pt x="3623" y="4437"/>
                    <a:pt x="3697" y="4363"/>
                    <a:pt x="3697" y="4289"/>
                  </a:cubicBezTo>
                  <a:lnTo>
                    <a:pt x="4569" y="592"/>
                  </a:lnTo>
                  <a:close/>
                  <a:moveTo>
                    <a:pt x="4326" y="1"/>
                  </a:moveTo>
                  <a:cubicBezTo>
                    <a:pt x="4178" y="1"/>
                    <a:pt x="4067" y="75"/>
                    <a:pt x="4030" y="223"/>
                  </a:cubicBezTo>
                  <a:lnTo>
                    <a:pt x="3143" y="4031"/>
                  </a:lnTo>
                  <a:lnTo>
                    <a:pt x="148" y="5916"/>
                  </a:lnTo>
                  <a:cubicBezTo>
                    <a:pt x="37" y="5990"/>
                    <a:pt x="0" y="6138"/>
                    <a:pt x="37" y="6249"/>
                  </a:cubicBezTo>
                  <a:cubicBezTo>
                    <a:pt x="74" y="6397"/>
                    <a:pt x="185" y="6471"/>
                    <a:pt x="333" y="6471"/>
                  </a:cubicBezTo>
                  <a:lnTo>
                    <a:pt x="8171" y="6471"/>
                  </a:lnTo>
                  <a:cubicBezTo>
                    <a:pt x="8319" y="6471"/>
                    <a:pt x="8466" y="6323"/>
                    <a:pt x="8466" y="6175"/>
                  </a:cubicBezTo>
                  <a:lnTo>
                    <a:pt x="8614" y="297"/>
                  </a:lnTo>
                  <a:cubicBezTo>
                    <a:pt x="8614" y="223"/>
                    <a:pt x="8577" y="149"/>
                    <a:pt x="8503" y="75"/>
                  </a:cubicBezTo>
                  <a:cubicBezTo>
                    <a:pt x="8466" y="38"/>
                    <a:pt x="8355" y="1"/>
                    <a:pt x="82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59" name="Google Shape;3759;g3048a510704_4_0"/>
            <p:cNvSpPr/>
            <p:nvPr/>
          </p:nvSpPr>
          <p:spPr>
            <a:xfrm>
              <a:off x="3450900" y="4973025"/>
              <a:ext cx="84125" cy="14000"/>
            </a:xfrm>
            <a:custGeom>
              <a:rect b="b" l="l" r="r" t="t"/>
              <a:pathLst>
                <a:path extrusionOk="0" h="560" w="3365">
                  <a:moveTo>
                    <a:pt x="1868" y="1"/>
                  </a:moveTo>
                  <a:cubicBezTo>
                    <a:pt x="871" y="1"/>
                    <a:pt x="0" y="560"/>
                    <a:pt x="0" y="560"/>
                  </a:cubicBezTo>
                  <a:lnTo>
                    <a:pt x="3365" y="560"/>
                  </a:lnTo>
                  <a:cubicBezTo>
                    <a:pt x="2896" y="141"/>
                    <a:pt x="2367" y="1"/>
                    <a:pt x="186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60" name="Google Shape;3760;g3048a510704_4_0"/>
            <p:cNvSpPr/>
            <p:nvPr/>
          </p:nvSpPr>
          <p:spPr>
            <a:xfrm>
              <a:off x="3442575" y="4964825"/>
              <a:ext cx="100775" cy="29725"/>
            </a:xfrm>
            <a:custGeom>
              <a:rect b="b" l="l" r="r" t="t"/>
              <a:pathLst>
                <a:path extrusionOk="0" h="1189" w="4031">
                  <a:moveTo>
                    <a:pt x="2219" y="0"/>
                  </a:moveTo>
                  <a:cubicBezTo>
                    <a:pt x="1110" y="37"/>
                    <a:pt x="186" y="629"/>
                    <a:pt x="186" y="629"/>
                  </a:cubicBezTo>
                  <a:cubicBezTo>
                    <a:pt x="38" y="703"/>
                    <a:pt x="1" y="888"/>
                    <a:pt x="75" y="1035"/>
                  </a:cubicBezTo>
                  <a:cubicBezTo>
                    <a:pt x="149" y="1134"/>
                    <a:pt x="255" y="1183"/>
                    <a:pt x="362" y="1183"/>
                  </a:cubicBezTo>
                  <a:cubicBezTo>
                    <a:pt x="416" y="1183"/>
                    <a:pt x="469" y="1171"/>
                    <a:pt x="518" y="1146"/>
                  </a:cubicBezTo>
                  <a:cubicBezTo>
                    <a:pt x="592" y="1072"/>
                    <a:pt x="1369" y="629"/>
                    <a:pt x="2219" y="629"/>
                  </a:cubicBezTo>
                  <a:cubicBezTo>
                    <a:pt x="2626" y="629"/>
                    <a:pt x="3069" y="740"/>
                    <a:pt x="3476" y="1109"/>
                  </a:cubicBezTo>
                  <a:cubicBezTo>
                    <a:pt x="3545" y="1161"/>
                    <a:pt x="3621" y="1188"/>
                    <a:pt x="3695" y="1188"/>
                  </a:cubicBezTo>
                  <a:cubicBezTo>
                    <a:pt x="3779" y="1188"/>
                    <a:pt x="3860" y="1152"/>
                    <a:pt x="3920" y="1072"/>
                  </a:cubicBezTo>
                  <a:cubicBezTo>
                    <a:pt x="4030" y="961"/>
                    <a:pt x="4030" y="777"/>
                    <a:pt x="3883" y="666"/>
                  </a:cubicBezTo>
                  <a:cubicBezTo>
                    <a:pt x="3365" y="185"/>
                    <a:pt x="2737" y="0"/>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61" name="Google Shape;3761;g3048a510704_4_0"/>
            <p:cNvSpPr/>
            <p:nvPr/>
          </p:nvSpPr>
          <p:spPr>
            <a:xfrm>
              <a:off x="3998975" y="3841775"/>
              <a:ext cx="297650" cy="1110125"/>
            </a:xfrm>
            <a:custGeom>
              <a:rect b="b" l="l" r="r" t="t"/>
              <a:pathLst>
                <a:path extrusionOk="0" h="44405" w="11906">
                  <a:moveTo>
                    <a:pt x="6079" y="0"/>
                  </a:moveTo>
                  <a:cubicBezTo>
                    <a:pt x="5766" y="0"/>
                    <a:pt x="5453" y="29"/>
                    <a:pt x="5140" y="77"/>
                  </a:cubicBezTo>
                  <a:cubicBezTo>
                    <a:pt x="2071" y="594"/>
                    <a:pt x="1" y="3478"/>
                    <a:pt x="186" y="6621"/>
                  </a:cubicBezTo>
                  <a:cubicBezTo>
                    <a:pt x="999" y="19486"/>
                    <a:pt x="5029" y="44405"/>
                    <a:pt x="5029" y="44405"/>
                  </a:cubicBezTo>
                  <a:lnTo>
                    <a:pt x="8135" y="44405"/>
                  </a:lnTo>
                  <a:cubicBezTo>
                    <a:pt x="8135" y="44405"/>
                    <a:pt x="11906" y="2221"/>
                    <a:pt x="8024" y="446"/>
                  </a:cubicBezTo>
                  <a:cubicBezTo>
                    <a:pt x="7375" y="122"/>
                    <a:pt x="6727" y="0"/>
                    <a:pt x="607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62" name="Google Shape;3762;g3048a510704_4_0"/>
            <p:cNvSpPr/>
            <p:nvPr/>
          </p:nvSpPr>
          <p:spPr>
            <a:xfrm>
              <a:off x="3995300" y="3834450"/>
              <a:ext cx="256025" cy="1124850"/>
            </a:xfrm>
            <a:custGeom>
              <a:rect b="b" l="l" r="r" t="t"/>
              <a:pathLst>
                <a:path extrusionOk="0" h="44994" w="10241">
                  <a:moveTo>
                    <a:pt x="6211" y="592"/>
                  </a:moveTo>
                  <a:cubicBezTo>
                    <a:pt x="6803" y="592"/>
                    <a:pt x="7431" y="702"/>
                    <a:pt x="8060" y="998"/>
                  </a:cubicBezTo>
                  <a:cubicBezTo>
                    <a:pt x="8134" y="1035"/>
                    <a:pt x="8245" y="1146"/>
                    <a:pt x="8355" y="1331"/>
                  </a:cubicBezTo>
                  <a:cubicBezTo>
                    <a:pt x="8577" y="1664"/>
                    <a:pt x="8762" y="2218"/>
                    <a:pt x="8947" y="2921"/>
                  </a:cubicBezTo>
                  <a:cubicBezTo>
                    <a:pt x="9428" y="5139"/>
                    <a:pt x="9612" y="8873"/>
                    <a:pt x="9612" y="13236"/>
                  </a:cubicBezTo>
                  <a:cubicBezTo>
                    <a:pt x="9612" y="19742"/>
                    <a:pt x="9206" y="27580"/>
                    <a:pt x="8799" y="33828"/>
                  </a:cubicBezTo>
                  <a:cubicBezTo>
                    <a:pt x="8577" y="36934"/>
                    <a:pt x="8392" y="39670"/>
                    <a:pt x="8208" y="41592"/>
                  </a:cubicBezTo>
                  <a:cubicBezTo>
                    <a:pt x="8134" y="42553"/>
                    <a:pt x="8097" y="43330"/>
                    <a:pt x="8023" y="43847"/>
                  </a:cubicBezTo>
                  <a:cubicBezTo>
                    <a:pt x="8006" y="44079"/>
                    <a:pt x="7990" y="44266"/>
                    <a:pt x="7976" y="44402"/>
                  </a:cubicBezTo>
                  <a:lnTo>
                    <a:pt x="5443" y="44402"/>
                  </a:lnTo>
                  <a:cubicBezTo>
                    <a:pt x="5421" y="44212"/>
                    <a:pt x="5383" y="43923"/>
                    <a:pt x="5324" y="43552"/>
                  </a:cubicBezTo>
                  <a:cubicBezTo>
                    <a:pt x="4511" y="38597"/>
                    <a:pt x="1331" y="18116"/>
                    <a:pt x="629" y="6877"/>
                  </a:cubicBezTo>
                  <a:cubicBezTo>
                    <a:pt x="629" y="6766"/>
                    <a:pt x="629" y="6618"/>
                    <a:pt x="629" y="6507"/>
                  </a:cubicBezTo>
                  <a:cubicBezTo>
                    <a:pt x="629" y="3697"/>
                    <a:pt x="2588" y="1146"/>
                    <a:pt x="5361" y="666"/>
                  </a:cubicBezTo>
                  <a:cubicBezTo>
                    <a:pt x="5620" y="629"/>
                    <a:pt x="5915" y="592"/>
                    <a:pt x="6211" y="592"/>
                  </a:cubicBezTo>
                  <a:close/>
                  <a:moveTo>
                    <a:pt x="6211" y="0"/>
                  </a:moveTo>
                  <a:cubicBezTo>
                    <a:pt x="5878" y="0"/>
                    <a:pt x="5546" y="0"/>
                    <a:pt x="5250" y="74"/>
                  </a:cubicBezTo>
                  <a:cubicBezTo>
                    <a:pt x="2144" y="592"/>
                    <a:pt x="0" y="3401"/>
                    <a:pt x="0" y="6507"/>
                  </a:cubicBezTo>
                  <a:cubicBezTo>
                    <a:pt x="0" y="6655"/>
                    <a:pt x="0" y="6766"/>
                    <a:pt x="37" y="6914"/>
                  </a:cubicBezTo>
                  <a:cubicBezTo>
                    <a:pt x="813" y="19816"/>
                    <a:pt x="4880" y="44735"/>
                    <a:pt x="4880" y="44735"/>
                  </a:cubicBezTo>
                  <a:cubicBezTo>
                    <a:pt x="4917" y="44882"/>
                    <a:pt x="5028" y="44993"/>
                    <a:pt x="5176" y="44993"/>
                  </a:cubicBezTo>
                  <a:lnTo>
                    <a:pt x="8282" y="44993"/>
                  </a:lnTo>
                  <a:cubicBezTo>
                    <a:pt x="8429" y="44993"/>
                    <a:pt x="8577" y="44882"/>
                    <a:pt x="8577" y="44735"/>
                  </a:cubicBezTo>
                  <a:cubicBezTo>
                    <a:pt x="8577" y="44735"/>
                    <a:pt x="10241" y="26286"/>
                    <a:pt x="10241" y="13236"/>
                  </a:cubicBezTo>
                  <a:cubicBezTo>
                    <a:pt x="10241" y="9908"/>
                    <a:pt x="10130" y="6914"/>
                    <a:pt x="9834" y="4695"/>
                  </a:cubicBezTo>
                  <a:cubicBezTo>
                    <a:pt x="9723" y="3549"/>
                    <a:pt x="9539" y="2625"/>
                    <a:pt x="9317" y="1923"/>
                  </a:cubicBezTo>
                  <a:cubicBezTo>
                    <a:pt x="9169" y="1553"/>
                    <a:pt x="9058" y="1257"/>
                    <a:pt x="8910" y="998"/>
                  </a:cubicBezTo>
                  <a:cubicBezTo>
                    <a:pt x="8725" y="739"/>
                    <a:pt x="8540" y="555"/>
                    <a:pt x="8318" y="444"/>
                  </a:cubicBezTo>
                  <a:cubicBezTo>
                    <a:pt x="7616" y="111"/>
                    <a:pt x="6877" y="0"/>
                    <a:pt x="62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63" name="Google Shape;3763;g3048a510704_4_0"/>
            <p:cNvSpPr/>
            <p:nvPr/>
          </p:nvSpPr>
          <p:spPr>
            <a:xfrm>
              <a:off x="4111750" y="4889025"/>
              <a:ext cx="198750" cy="146975"/>
            </a:xfrm>
            <a:custGeom>
              <a:rect b="b" l="l" r="r" t="t"/>
              <a:pathLst>
                <a:path extrusionOk="0" h="5879" w="7950">
                  <a:moveTo>
                    <a:pt x="0" y="1"/>
                  </a:moveTo>
                  <a:lnTo>
                    <a:pt x="111" y="5879"/>
                  </a:lnTo>
                  <a:lnTo>
                    <a:pt x="7949" y="5879"/>
                  </a:lnTo>
                  <a:lnTo>
                    <a:pt x="4881" y="3920"/>
                  </a:lnTo>
                  <a:lnTo>
                    <a:pt x="395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64" name="Google Shape;3764;g3048a510704_4_0"/>
            <p:cNvSpPr/>
            <p:nvPr/>
          </p:nvSpPr>
          <p:spPr>
            <a:xfrm>
              <a:off x="4103425" y="4881625"/>
              <a:ext cx="215375" cy="161775"/>
            </a:xfrm>
            <a:custGeom>
              <a:rect b="b" l="l" r="r" t="t"/>
              <a:pathLst>
                <a:path extrusionOk="0" h="6471" w="8615">
                  <a:moveTo>
                    <a:pt x="4046" y="592"/>
                  </a:moveTo>
                  <a:lnTo>
                    <a:pt x="4918" y="4289"/>
                  </a:lnTo>
                  <a:cubicBezTo>
                    <a:pt x="4918" y="4363"/>
                    <a:pt x="4955" y="4437"/>
                    <a:pt x="5029" y="4474"/>
                  </a:cubicBezTo>
                  <a:lnTo>
                    <a:pt x="7210" y="5842"/>
                  </a:lnTo>
                  <a:lnTo>
                    <a:pt x="740" y="5842"/>
                  </a:lnTo>
                  <a:lnTo>
                    <a:pt x="629" y="592"/>
                  </a:lnTo>
                  <a:close/>
                  <a:moveTo>
                    <a:pt x="333" y="1"/>
                  </a:moveTo>
                  <a:cubicBezTo>
                    <a:pt x="222" y="1"/>
                    <a:pt x="149" y="38"/>
                    <a:pt x="112" y="75"/>
                  </a:cubicBezTo>
                  <a:cubicBezTo>
                    <a:pt x="38" y="149"/>
                    <a:pt x="1" y="223"/>
                    <a:pt x="1" y="297"/>
                  </a:cubicBezTo>
                  <a:lnTo>
                    <a:pt x="149" y="6175"/>
                  </a:lnTo>
                  <a:cubicBezTo>
                    <a:pt x="149" y="6323"/>
                    <a:pt x="296" y="6471"/>
                    <a:pt x="444" y="6471"/>
                  </a:cubicBezTo>
                  <a:lnTo>
                    <a:pt x="8282" y="6471"/>
                  </a:lnTo>
                  <a:cubicBezTo>
                    <a:pt x="8430" y="6471"/>
                    <a:pt x="8541" y="6397"/>
                    <a:pt x="8578" y="6249"/>
                  </a:cubicBezTo>
                  <a:cubicBezTo>
                    <a:pt x="8615" y="6138"/>
                    <a:pt x="8541" y="5990"/>
                    <a:pt x="8430" y="5916"/>
                  </a:cubicBezTo>
                  <a:lnTo>
                    <a:pt x="5472" y="4031"/>
                  </a:lnTo>
                  <a:lnTo>
                    <a:pt x="4585" y="223"/>
                  </a:lnTo>
                  <a:cubicBezTo>
                    <a:pt x="4548" y="75"/>
                    <a:pt x="4437" y="1"/>
                    <a:pt x="42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65" name="Google Shape;3765;g3048a510704_4_0"/>
            <p:cNvSpPr/>
            <p:nvPr/>
          </p:nvSpPr>
          <p:spPr>
            <a:xfrm>
              <a:off x="4149650" y="4973025"/>
              <a:ext cx="84125" cy="14000"/>
            </a:xfrm>
            <a:custGeom>
              <a:rect b="b" l="l" r="r" t="t"/>
              <a:pathLst>
                <a:path extrusionOk="0" h="560" w="3365">
                  <a:moveTo>
                    <a:pt x="1497" y="1"/>
                  </a:moveTo>
                  <a:cubicBezTo>
                    <a:pt x="998" y="1"/>
                    <a:pt x="468" y="141"/>
                    <a:pt x="0" y="560"/>
                  </a:cubicBezTo>
                  <a:lnTo>
                    <a:pt x="3365" y="560"/>
                  </a:lnTo>
                  <a:cubicBezTo>
                    <a:pt x="3365" y="560"/>
                    <a:pt x="2494" y="1"/>
                    <a:pt x="149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66" name="Google Shape;3766;g3048a510704_4_0"/>
            <p:cNvSpPr/>
            <p:nvPr/>
          </p:nvSpPr>
          <p:spPr>
            <a:xfrm>
              <a:off x="4141325" y="4964825"/>
              <a:ext cx="100775" cy="29725"/>
            </a:xfrm>
            <a:custGeom>
              <a:rect b="b" l="l" r="r" t="t"/>
              <a:pathLst>
                <a:path extrusionOk="0" h="1189" w="4031">
                  <a:moveTo>
                    <a:pt x="1812" y="0"/>
                  </a:moveTo>
                  <a:cubicBezTo>
                    <a:pt x="1257" y="0"/>
                    <a:pt x="666" y="185"/>
                    <a:pt x="111" y="666"/>
                  </a:cubicBezTo>
                  <a:cubicBezTo>
                    <a:pt x="0" y="777"/>
                    <a:pt x="0" y="961"/>
                    <a:pt x="111" y="1072"/>
                  </a:cubicBezTo>
                  <a:cubicBezTo>
                    <a:pt x="171" y="1152"/>
                    <a:pt x="251" y="1188"/>
                    <a:pt x="331" y="1188"/>
                  </a:cubicBezTo>
                  <a:cubicBezTo>
                    <a:pt x="399" y="1188"/>
                    <a:pt x="467" y="1161"/>
                    <a:pt x="518" y="1109"/>
                  </a:cubicBezTo>
                  <a:cubicBezTo>
                    <a:pt x="925" y="740"/>
                    <a:pt x="1368" y="629"/>
                    <a:pt x="1812" y="629"/>
                  </a:cubicBezTo>
                  <a:cubicBezTo>
                    <a:pt x="2256" y="629"/>
                    <a:pt x="2699" y="740"/>
                    <a:pt x="2995" y="888"/>
                  </a:cubicBezTo>
                  <a:cubicBezTo>
                    <a:pt x="3180" y="961"/>
                    <a:pt x="3291" y="998"/>
                    <a:pt x="3402" y="1072"/>
                  </a:cubicBezTo>
                  <a:lnTo>
                    <a:pt x="3476" y="1109"/>
                  </a:lnTo>
                  <a:lnTo>
                    <a:pt x="3513" y="1146"/>
                  </a:lnTo>
                  <a:cubicBezTo>
                    <a:pt x="3562" y="1171"/>
                    <a:pt x="3615" y="1183"/>
                    <a:pt x="3669" y="1183"/>
                  </a:cubicBezTo>
                  <a:cubicBezTo>
                    <a:pt x="3776" y="1183"/>
                    <a:pt x="3882" y="1134"/>
                    <a:pt x="3956" y="1035"/>
                  </a:cubicBezTo>
                  <a:cubicBezTo>
                    <a:pt x="4030" y="888"/>
                    <a:pt x="3993" y="703"/>
                    <a:pt x="3845" y="629"/>
                  </a:cubicBezTo>
                  <a:cubicBezTo>
                    <a:pt x="3808" y="629"/>
                    <a:pt x="2921" y="37"/>
                    <a:pt x="18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67" name="Google Shape;3767;g3048a510704_4_0"/>
            <p:cNvSpPr/>
            <p:nvPr/>
          </p:nvSpPr>
          <p:spPr>
            <a:xfrm>
              <a:off x="4605300" y="3247525"/>
              <a:ext cx="720950" cy="365125"/>
            </a:xfrm>
            <a:custGeom>
              <a:rect b="b" l="l" r="r" t="t"/>
              <a:pathLst>
                <a:path extrusionOk="0" h="14605" w="28838">
                  <a:moveTo>
                    <a:pt x="518" y="1"/>
                  </a:moveTo>
                  <a:cubicBezTo>
                    <a:pt x="223" y="1"/>
                    <a:pt x="1" y="333"/>
                    <a:pt x="149" y="592"/>
                  </a:cubicBezTo>
                  <a:lnTo>
                    <a:pt x="6175" y="14345"/>
                  </a:lnTo>
                  <a:cubicBezTo>
                    <a:pt x="6249" y="14493"/>
                    <a:pt x="6397" y="14604"/>
                    <a:pt x="6544" y="14604"/>
                  </a:cubicBezTo>
                  <a:lnTo>
                    <a:pt x="28320" y="14604"/>
                  </a:lnTo>
                  <a:cubicBezTo>
                    <a:pt x="28653" y="14604"/>
                    <a:pt x="28838" y="14271"/>
                    <a:pt x="28727" y="14013"/>
                  </a:cubicBezTo>
                  <a:lnTo>
                    <a:pt x="22701" y="259"/>
                  </a:lnTo>
                  <a:cubicBezTo>
                    <a:pt x="22627" y="112"/>
                    <a:pt x="22479" y="1"/>
                    <a:pt x="2229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68" name="Google Shape;3768;g3048a510704_4_0"/>
            <p:cNvSpPr/>
            <p:nvPr/>
          </p:nvSpPr>
          <p:spPr>
            <a:xfrm>
              <a:off x="4599750" y="3240125"/>
              <a:ext cx="732050" cy="379900"/>
            </a:xfrm>
            <a:custGeom>
              <a:rect b="b" l="l" r="r" t="t"/>
              <a:pathLst>
                <a:path extrusionOk="0" h="15196" w="29282">
                  <a:moveTo>
                    <a:pt x="22516" y="592"/>
                  </a:moveTo>
                  <a:lnTo>
                    <a:pt x="22627" y="666"/>
                  </a:lnTo>
                  <a:lnTo>
                    <a:pt x="28653" y="14419"/>
                  </a:lnTo>
                  <a:lnTo>
                    <a:pt x="28653" y="14456"/>
                  </a:lnTo>
                  <a:lnTo>
                    <a:pt x="28653" y="14567"/>
                  </a:lnTo>
                  <a:lnTo>
                    <a:pt x="28542" y="14604"/>
                  </a:lnTo>
                  <a:lnTo>
                    <a:pt x="6766" y="14604"/>
                  </a:lnTo>
                  <a:lnTo>
                    <a:pt x="6656" y="14530"/>
                  </a:lnTo>
                  <a:lnTo>
                    <a:pt x="629" y="777"/>
                  </a:lnTo>
                  <a:lnTo>
                    <a:pt x="629" y="740"/>
                  </a:lnTo>
                  <a:lnTo>
                    <a:pt x="666" y="629"/>
                  </a:lnTo>
                  <a:lnTo>
                    <a:pt x="740" y="592"/>
                  </a:lnTo>
                  <a:close/>
                  <a:moveTo>
                    <a:pt x="740" y="1"/>
                  </a:moveTo>
                  <a:cubicBezTo>
                    <a:pt x="334" y="1"/>
                    <a:pt x="1" y="334"/>
                    <a:pt x="1" y="740"/>
                  </a:cubicBezTo>
                  <a:cubicBezTo>
                    <a:pt x="1" y="814"/>
                    <a:pt x="38" y="925"/>
                    <a:pt x="75" y="999"/>
                  </a:cubicBezTo>
                  <a:lnTo>
                    <a:pt x="6101" y="14752"/>
                  </a:lnTo>
                  <a:cubicBezTo>
                    <a:pt x="6212" y="15048"/>
                    <a:pt x="6471" y="15196"/>
                    <a:pt x="6766" y="15196"/>
                  </a:cubicBezTo>
                  <a:lnTo>
                    <a:pt x="28542" y="15196"/>
                  </a:lnTo>
                  <a:cubicBezTo>
                    <a:pt x="28986" y="15196"/>
                    <a:pt x="29282" y="14863"/>
                    <a:pt x="29282" y="14456"/>
                  </a:cubicBezTo>
                  <a:cubicBezTo>
                    <a:pt x="29282" y="14382"/>
                    <a:pt x="29282" y="14272"/>
                    <a:pt x="29245" y="14198"/>
                  </a:cubicBezTo>
                  <a:lnTo>
                    <a:pt x="23181" y="445"/>
                  </a:lnTo>
                  <a:cubicBezTo>
                    <a:pt x="23071" y="149"/>
                    <a:pt x="22812" y="1"/>
                    <a:pt x="225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69" name="Google Shape;3769;g3048a510704_4_0"/>
            <p:cNvSpPr/>
            <p:nvPr/>
          </p:nvSpPr>
          <p:spPr>
            <a:xfrm>
              <a:off x="4658900" y="3274325"/>
              <a:ext cx="614675" cy="311500"/>
            </a:xfrm>
            <a:custGeom>
              <a:rect b="b" l="l" r="r" t="t"/>
              <a:pathLst>
                <a:path extrusionOk="0" h="12460" w="24587">
                  <a:moveTo>
                    <a:pt x="408" y="1"/>
                  </a:moveTo>
                  <a:cubicBezTo>
                    <a:pt x="149" y="1"/>
                    <a:pt x="1" y="260"/>
                    <a:pt x="75" y="518"/>
                  </a:cubicBezTo>
                  <a:lnTo>
                    <a:pt x="5251" y="12238"/>
                  </a:lnTo>
                  <a:cubicBezTo>
                    <a:pt x="5288" y="12386"/>
                    <a:pt x="5436" y="12460"/>
                    <a:pt x="5547" y="12460"/>
                  </a:cubicBezTo>
                  <a:lnTo>
                    <a:pt x="24143" y="12460"/>
                  </a:lnTo>
                  <a:cubicBezTo>
                    <a:pt x="24402" y="12460"/>
                    <a:pt x="24586" y="12201"/>
                    <a:pt x="24476" y="11942"/>
                  </a:cubicBezTo>
                  <a:lnTo>
                    <a:pt x="19337" y="223"/>
                  </a:lnTo>
                  <a:cubicBezTo>
                    <a:pt x="19263" y="75"/>
                    <a:pt x="19152" y="1"/>
                    <a:pt x="1900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70" name="Google Shape;3770;g3048a510704_4_0"/>
            <p:cNvSpPr/>
            <p:nvPr/>
          </p:nvSpPr>
          <p:spPr>
            <a:xfrm>
              <a:off x="4652450" y="3266950"/>
              <a:ext cx="626675" cy="326275"/>
            </a:xfrm>
            <a:custGeom>
              <a:rect b="b" l="l" r="r" t="t"/>
              <a:pathLst>
                <a:path extrusionOk="0" h="13051" w="25067">
                  <a:moveTo>
                    <a:pt x="19262" y="592"/>
                  </a:moveTo>
                  <a:lnTo>
                    <a:pt x="19299" y="629"/>
                  </a:lnTo>
                  <a:lnTo>
                    <a:pt x="24438" y="12385"/>
                  </a:lnTo>
                  <a:lnTo>
                    <a:pt x="24475" y="12385"/>
                  </a:lnTo>
                  <a:lnTo>
                    <a:pt x="24438" y="12422"/>
                  </a:lnTo>
                  <a:lnTo>
                    <a:pt x="24401" y="12459"/>
                  </a:lnTo>
                  <a:lnTo>
                    <a:pt x="5805" y="12459"/>
                  </a:lnTo>
                  <a:lnTo>
                    <a:pt x="5768" y="12422"/>
                  </a:lnTo>
                  <a:lnTo>
                    <a:pt x="629" y="666"/>
                  </a:lnTo>
                  <a:lnTo>
                    <a:pt x="666" y="592"/>
                  </a:lnTo>
                  <a:close/>
                  <a:moveTo>
                    <a:pt x="666" y="0"/>
                  </a:moveTo>
                  <a:cubicBezTo>
                    <a:pt x="296" y="0"/>
                    <a:pt x="0" y="296"/>
                    <a:pt x="0" y="666"/>
                  </a:cubicBezTo>
                  <a:cubicBezTo>
                    <a:pt x="0" y="739"/>
                    <a:pt x="37" y="850"/>
                    <a:pt x="74" y="924"/>
                  </a:cubicBezTo>
                  <a:lnTo>
                    <a:pt x="5213" y="12644"/>
                  </a:lnTo>
                  <a:cubicBezTo>
                    <a:pt x="5324" y="12903"/>
                    <a:pt x="5546" y="13051"/>
                    <a:pt x="5805" y="13051"/>
                  </a:cubicBezTo>
                  <a:lnTo>
                    <a:pt x="24401" y="13051"/>
                  </a:lnTo>
                  <a:cubicBezTo>
                    <a:pt x="24807" y="13051"/>
                    <a:pt x="25066" y="12755"/>
                    <a:pt x="25066" y="12385"/>
                  </a:cubicBezTo>
                  <a:cubicBezTo>
                    <a:pt x="25066" y="12311"/>
                    <a:pt x="25066" y="12200"/>
                    <a:pt x="25029" y="12126"/>
                  </a:cubicBezTo>
                  <a:lnTo>
                    <a:pt x="19890" y="407"/>
                  </a:lnTo>
                  <a:cubicBezTo>
                    <a:pt x="19779" y="148"/>
                    <a:pt x="19521" y="0"/>
                    <a:pt x="192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71" name="Google Shape;3771;g3048a510704_4_0"/>
            <p:cNvSpPr/>
            <p:nvPr/>
          </p:nvSpPr>
          <p:spPr>
            <a:xfrm>
              <a:off x="4761500" y="3589500"/>
              <a:ext cx="818000" cy="26825"/>
            </a:xfrm>
            <a:custGeom>
              <a:rect b="b" l="l" r="r" t="t"/>
              <a:pathLst>
                <a:path extrusionOk="0" h="1073" w="32720">
                  <a:moveTo>
                    <a:pt x="1" y="1"/>
                  </a:moveTo>
                  <a:lnTo>
                    <a:pt x="1" y="1073"/>
                  </a:lnTo>
                  <a:lnTo>
                    <a:pt x="32720" y="1073"/>
                  </a:lnTo>
                  <a:lnTo>
                    <a:pt x="3272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72" name="Google Shape;3772;g3048a510704_4_0"/>
            <p:cNvSpPr/>
            <p:nvPr/>
          </p:nvSpPr>
          <p:spPr>
            <a:xfrm>
              <a:off x="4754100" y="3582125"/>
              <a:ext cx="832800" cy="42525"/>
            </a:xfrm>
            <a:custGeom>
              <a:rect b="b" l="l" r="r" t="t"/>
              <a:pathLst>
                <a:path extrusionOk="0" h="1701" w="33312">
                  <a:moveTo>
                    <a:pt x="32720" y="629"/>
                  </a:moveTo>
                  <a:lnTo>
                    <a:pt x="32720" y="1072"/>
                  </a:lnTo>
                  <a:lnTo>
                    <a:pt x="592" y="1072"/>
                  </a:lnTo>
                  <a:lnTo>
                    <a:pt x="592"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33016" y="1701"/>
                  </a:lnTo>
                  <a:cubicBezTo>
                    <a:pt x="33090" y="1701"/>
                    <a:pt x="33164" y="1664"/>
                    <a:pt x="33238" y="1590"/>
                  </a:cubicBezTo>
                  <a:cubicBezTo>
                    <a:pt x="33311" y="1553"/>
                    <a:pt x="33311" y="1442"/>
                    <a:pt x="33311" y="1368"/>
                  </a:cubicBezTo>
                  <a:lnTo>
                    <a:pt x="33311" y="296"/>
                  </a:lnTo>
                  <a:cubicBezTo>
                    <a:pt x="33311" y="222"/>
                    <a:pt x="33311" y="148"/>
                    <a:pt x="33238" y="74"/>
                  </a:cubicBezTo>
                  <a:cubicBezTo>
                    <a:pt x="33164" y="37"/>
                    <a:pt x="33090" y="0"/>
                    <a:pt x="330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73" name="Google Shape;3773;g3048a510704_4_0"/>
            <p:cNvSpPr/>
            <p:nvPr/>
          </p:nvSpPr>
          <p:spPr>
            <a:xfrm>
              <a:off x="4761500" y="3589500"/>
              <a:ext cx="396550" cy="26825"/>
            </a:xfrm>
            <a:custGeom>
              <a:rect b="b" l="l" r="r" t="t"/>
              <a:pathLst>
                <a:path extrusionOk="0" h="1073" w="15862">
                  <a:moveTo>
                    <a:pt x="1" y="1"/>
                  </a:moveTo>
                  <a:lnTo>
                    <a:pt x="1" y="1073"/>
                  </a:lnTo>
                  <a:lnTo>
                    <a:pt x="15861" y="1073"/>
                  </a:lnTo>
                  <a:lnTo>
                    <a:pt x="1586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74" name="Google Shape;3774;g3048a510704_4_0"/>
            <p:cNvSpPr/>
            <p:nvPr/>
          </p:nvSpPr>
          <p:spPr>
            <a:xfrm>
              <a:off x="4754100" y="3582125"/>
              <a:ext cx="411325" cy="42525"/>
            </a:xfrm>
            <a:custGeom>
              <a:rect b="b" l="l" r="r" t="t"/>
              <a:pathLst>
                <a:path extrusionOk="0" h="1701" w="16453">
                  <a:moveTo>
                    <a:pt x="15861" y="629"/>
                  </a:moveTo>
                  <a:lnTo>
                    <a:pt x="15861" y="1072"/>
                  </a:lnTo>
                  <a:lnTo>
                    <a:pt x="592" y="1072"/>
                  </a:lnTo>
                  <a:lnTo>
                    <a:pt x="592"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16157" y="1701"/>
                  </a:lnTo>
                  <a:cubicBezTo>
                    <a:pt x="16231" y="1701"/>
                    <a:pt x="16305" y="1664"/>
                    <a:pt x="16379" y="1590"/>
                  </a:cubicBezTo>
                  <a:cubicBezTo>
                    <a:pt x="16453" y="1553"/>
                    <a:pt x="16453" y="1442"/>
                    <a:pt x="16453" y="1368"/>
                  </a:cubicBezTo>
                  <a:lnTo>
                    <a:pt x="16453" y="296"/>
                  </a:lnTo>
                  <a:cubicBezTo>
                    <a:pt x="16453" y="222"/>
                    <a:pt x="16453" y="148"/>
                    <a:pt x="16379" y="74"/>
                  </a:cubicBezTo>
                  <a:cubicBezTo>
                    <a:pt x="16305" y="37"/>
                    <a:pt x="16231" y="0"/>
                    <a:pt x="16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75" name="Google Shape;3775;g3048a510704_4_0"/>
            <p:cNvSpPr/>
            <p:nvPr/>
          </p:nvSpPr>
          <p:spPr>
            <a:xfrm>
              <a:off x="4818800" y="2599625"/>
              <a:ext cx="476025" cy="476025"/>
            </a:xfrm>
            <a:custGeom>
              <a:rect b="b" l="l" r="r" t="t"/>
              <a:pathLst>
                <a:path extrusionOk="0" h="19041" w="19041">
                  <a:moveTo>
                    <a:pt x="9539" y="0"/>
                  </a:moveTo>
                  <a:cubicBezTo>
                    <a:pt x="4253" y="0"/>
                    <a:pt x="1" y="4252"/>
                    <a:pt x="1" y="9502"/>
                  </a:cubicBezTo>
                  <a:cubicBezTo>
                    <a:pt x="1" y="14788"/>
                    <a:pt x="4253" y="19040"/>
                    <a:pt x="9539" y="19040"/>
                  </a:cubicBezTo>
                  <a:cubicBezTo>
                    <a:pt x="14789" y="19040"/>
                    <a:pt x="19041" y="14788"/>
                    <a:pt x="19041" y="9502"/>
                  </a:cubicBezTo>
                  <a:cubicBezTo>
                    <a:pt x="19041" y="4252"/>
                    <a:pt x="14789" y="0"/>
                    <a:pt x="95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76" name="Google Shape;3776;g3048a510704_4_0"/>
            <p:cNvSpPr/>
            <p:nvPr/>
          </p:nvSpPr>
          <p:spPr>
            <a:xfrm>
              <a:off x="4811425" y="2592225"/>
              <a:ext cx="490800" cy="490800"/>
            </a:xfrm>
            <a:custGeom>
              <a:rect b="b" l="l" r="r" t="t"/>
              <a:pathLst>
                <a:path extrusionOk="0" h="19632" w="19632">
                  <a:moveTo>
                    <a:pt x="9834" y="592"/>
                  </a:moveTo>
                  <a:cubicBezTo>
                    <a:pt x="12348" y="592"/>
                    <a:pt x="14677" y="1627"/>
                    <a:pt x="16341" y="3291"/>
                  </a:cubicBezTo>
                  <a:cubicBezTo>
                    <a:pt x="18005" y="4954"/>
                    <a:pt x="19040" y="7284"/>
                    <a:pt x="19040" y="9798"/>
                  </a:cubicBezTo>
                  <a:cubicBezTo>
                    <a:pt x="19040" y="12349"/>
                    <a:pt x="18005" y="14641"/>
                    <a:pt x="16341" y="16304"/>
                  </a:cubicBezTo>
                  <a:cubicBezTo>
                    <a:pt x="14677" y="18005"/>
                    <a:pt x="12348" y="19003"/>
                    <a:pt x="9834" y="19003"/>
                  </a:cubicBezTo>
                  <a:cubicBezTo>
                    <a:pt x="7283" y="19003"/>
                    <a:pt x="4991" y="18005"/>
                    <a:pt x="3291" y="16304"/>
                  </a:cubicBezTo>
                  <a:cubicBezTo>
                    <a:pt x="1627" y="14641"/>
                    <a:pt x="629" y="12349"/>
                    <a:pt x="629" y="9798"/>
                  </a:cubicBezTo>
                  <a:cubicBezTo>
                    <a:pt x="629" y="7284"/>
                    <a:pt x="1627" y="4954"/>
                    <a:pt x="3291" y="3291"/>
                  </a:cubicBezTo>
                  <a:cubicBezTo>
                    <a:pt x="4991" y="1627"/>
                    <a:pt x="7283" y="592"/>
                    <a:pt x="9834" y="592"/>
                  </a:cubicBezTo>
                  <a:close/>
                  <a:moveTo>
                    <a:pt x="9834" y="0"/>
                  </a:moveTo>
                  <a:cubicBezTo>
                    <a:pt x="4400" y="0"/>
                    <a:pt x="0" y="4400"/>
                    <a:pt x="0" y="9798"/>
                  </a:cubicBezTo>
                  <a:cubicBezTo>
                    <a:pt x="0" y="15232"/>
                    <a:pt x="4400" y="19632"/>
                    <a:pt x="9834" y="19632"/>
                  </a:cubicBezTo>
                  <a:cubicBezTo>
                    <a:pt x="15232" y="19632"/>
                    <a:pt x="19632" y="15232"/>
                    <a:pt x="19632" y="9798"/>
                  </a:cubicBezTo>
                  <a:cubicBezTo>
                    <a:pt x="19632" y="4400"/>
                    <a:pt x="15232" y="0"/>
                    <a:pt x="98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77" name="Google Shape;3777;g3048a510704_4_0"/>
            <p:cNvSpPr/>
            <p:nvPr/>
          </p:nvSpPr>
          <p:spPr>
            <a:xfrm>
              <a:off x="5000900" y="3058050"/>
              <a:ext cx="93375" cy="306875"/>
            </a:xfrm>
            <a:custGeom>
              <a:rect b="b" l="l" r="r" t="t"/>
              <a:pathLst>
                <a:path extrusionOk="0" h="12275" w="3735">
                  <a:moveTo>
                    <a:pt x="3734" y="1"/>
                  </a:moveTo>
                  <a:lnTo>
                    <a:pt x="0" y="481"/>
                  </a:lnTo>
                  <a:lnTo>
                    <a:pt x="1738" y="12275"/>
                  </a:lnTo>
                  <a:lnTo>
                    <a:pt x="373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78" name="Google Shape;3778;g3048a510704_4_0"/>
            <p:cNvSpPr/>
            <p:nvPr/>
          </p:nvSpPr>
          <p:spPr>
            <a:xfrm>
              <a:off x="4992575" y="3050475"/>
              <a:ext cx="110000" cy="321850"/>
            </a:xfrm>
            <a:custGeom>
              <a:rect b="b" l="l" r="r" t="t"/>
              <a:pathLst>
                <a:path extrusionOk="0" h="12874" w="4400">
                  <a:moveTo>
                    <a:pt x="4071" y="1"/>
                  </a:moveTo>
                  <a:cubicBezTo>
                    <a:pt x="3920" y="1"/>
                    <a:pt x="3804" y="106"/>
                    <a:pt x="3771" y="267"/>
                  </a:cubicBezTo>
                  <a:lnTo>
                    <a:pt x="2108" y="10582"/>
                  </a:lnTo>
                  <a:lnTo>
                    <a:pt x="629" y="747"/>
                  </a:lnTo>
                  <a:cubicBezTo>
                    <a:pt x="592" y="599"/>
                    <a:pt x="444" y="489"/>
                    <a:pt x="296" y="489"/>
                  </a:cubicBezTo>
                  <a:cubicBezTo>
                    <a:pt x="111" y="525"/>
                    <a:pt x="0" y="673"/>
                    <a:pt x="37" y="858"/>
                  </a:cubicBezTo>
                  <a:lnTo>
                    <a:pt x="1775" y="12615"/>
                  </a:lnTo>
                  <a:cubicBezTo>
                    <a:pt x="1812" y="12763"/>
                    <a:pt x="1923" y="12874"/>
                    <a:pt x="2071" y="12874"/>
                  </a:cubicBezTo>
                  <a:cubicBezTo>
                    <a:pt x="2219" y="12874"/>
                    <a:pt x="2366" y="12763"/>
                    <a:pt x="2366" y="12615"/>
                  </a:cubicBezTo>
                  <a:lnTo>
                    <a:pt x="4400" y="341"/>
                  </a:lnTo>
                  <a:cubicBezTo>
                    <a:pt x="4400" y="193"/>
                    <a:pt x="4289" y="8"/>
                    <a:pt x="4141" y="8"/>
                  </a:cubicBezTo>
                  <a:cubicBezTo>
                    <a:pt x="4117" y="3"/>
                    <a:pt x="4094" y="1"/>
                    <a:pt x="40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79" name="Google Shape;3779;g3048a510704_4_0"/>
            <p:cNvSpPr/>
            <p:nvPr/>
          </p:nvSpPr>
          <p:spPr>
            <a:xfrm>
              <a:off x="3524850" y="3248450"/>
              <a:ext cx="631275" cy="374350"/>
            </a:xfrm>
            <a:custGeom>
              <a:rect b="b" l="l" r="r" t="t"/>
              <a:pathLst>
                <a:path extrusionOk="0" h="14974" w="25251">
                  <a:moveTo>
                    <a:pt x="1553" y="1"/>
                  </a:moveTo>
                  <a:cubicBezTo>
                    <a:pt x="703" y="1"/>
                    <a:pt x="0" y="666"/>
                    <a:pt x="0" y="1516"/>
                  </a:cubicBezTo>
                  <a:lnTo>
                    <a:pt x="0" y="14974"/>
                  </a:lnTo>
                  <a:lnTo>
                    <a:pt x="25251" y="14974"/>
                  </a:lnTo>
                  <a:lnTo>
                    <a:pt x="25251" y="1516"/>
                  </a:lnTo>
                  <a:cubicBezTo>
                    <a:pt x="25251" y="666"/>
                    <a:pt x="24586" y="1"/>
                    <a:pt x="2373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80" name="Google Shape;3780;g3048a510704_4_0"/>
            <p:cNvSpPr/>
            <p:nvPr/>
          </p:nvSpPr>
          <p:spPr>
            <a:xfrm>
              <a:off x="3517450" y="3240125"/>
              <a:ext cx="647000" cy="391000"/>
            </a:xfrm>
            <a:custGeom>
              <a:rect b="b" l="l" r="r" t="t"/>
              <a:pathLst>
                <a:path extrusionOk="0" h="15640" w="25880">
                  <a:moveTo>
                    <a:pt x="24031" y="629"/>
                  </a:moveTo>
                  <a:cubicBezTo>
                    <a:pt x="24697" y="629"/>
                    <a:pt x="25251" y="1184"/>
                    <a:pt x="25251" y="1849"/>
                  </a:cubicBezTo>
                  <a:lnTo>
                    <a:pt x="25251" y="15011"/>
                  </a:lnTo>
                  <a:lnTo>
                    <a:pt x="592" y="15011"/>
                  </a:lnTo>
                  <a:lnTo>
                    <a:pt x="592" y="1849"/>
                  </a:lnTo>
                  <a:cubicBezTo>
                    <a:pt x="629" y="1184"/>
                    <a:pt x="1146" y="629"/>
                    <a:pt x="1849" y="629"/>
                  </a:cubicBezTo>
                  <a:close/>
                  <a:moveTo>
                    <a:pt x="1849" y="1"/>
                  </a:moveTo>
                  <a:cubicBezTo>
                    <a:pt x="814" y="1"/>
                    <a:pt x="0" y="851"/>
                    <a:pt x="0" y="1849"/>
                  </a:cubicBezTo>
                  <a:lnTo>
                    <a:pt x="0" y="15307"/>
                  </a:lnTo>
                  <a:cubicBezTo>
                    <a:pt x="0" y="15418"/>
                    <a:pt x="37" y="15492"/>
                    <a:pt x="74" y="15529"/>
                  </a:cubicBezTo>
                  <a:cubicBezTo>
                    <a:pt x="148" y="15603"/>
                    <a:pt x="222" y="15639"/>
                    <a:pt x="296" y="15639"/>
                  </a:cubicBezTo>
                  <a:lnTo>
                    <a:pt x="25547" y="15639"/>
                  </a:lnTo>
                  <a:cubicBezTo>
                    <a:pt x="25658" y="15639"/>
                    <a:pt x="25732" y="15603"/>
                    <a:pt x="25769" y="15529"/>
                  </a:cubicBezTo>
                  <a:cubicBezTo>
                    <a:pt x="25843" y="15492"/>
                    <a:pt x="25880" y="15418"/>
                    <a:pt x="25880" y="15307"/>
                  </a:cubicBezTo>
                  <a:lnTo>
                    <a:pt x="25880" y="1849"/>
                  </a:lnTo>
                  <a:cubicBezTo>
                    <a:pt x="25880" y="851"/>
                    <a:pt x="25029" y="1"/>
                    <a:pt x="240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81" name="Google Shape;3781;g3048a510704_4_0"/>
            <p:cNvSpPr/>
            <p:nvPr/>
          </p:nvSpPr>
          <p:spPr>
            <a:xfrm>
              <a:off x="4051675" y="2338050"/>
              <a:ext cx="475100" cy="475100"/>
            </a:xfrm>
            <a:custGeom>
              <a:rect b="b" l="l" r="r" t="t"/>
              <a:pathLst>
                <a:path extrusionOk="0" h="19004" w="19004">
                  <a:moveTo>
                    <a:pt x="9502" y="0"/>
                  </a:moveTo>
                  <a:cubicBezTo>
                    <a:pt x="4252" y="0"/>
                    <a:pt x="0" y="4252"/>
                    <a:pt x="0" y="9502"/>
                  </a:cubicBezTo>
                  <a:cubicBezTo>
                    <a:pt x="0" y="14752"/>
                    <a:pt x="4252" y="19003"/>
                    <a:pt x="9502" y="19003"/>
                  </a:cubicBezTo>
                  <a:cubicBezTo>
                    <a:pt x="14752" y="19003"/>
                    <a:pt x="19003" y="14752"/>
                    <a:pt x="19003" y="9502"/>
                  </a:cubicBezTo>
                  <a:cubicBezTo>
                    <a:pt x="19003" y="4252"/>
                    <a:pt x="14752" y="0"/>
                    <a:pt x="95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82" name="Google Shape;3782;g3048a510704_4_0"/>
            <p:cNvSpPr/>
            <p:nvPr/>
          </p:nvSpPr>
          <p:spPr>
            <a:xfrm>
              <a:off x="4043350" y="2329725"/>
              <a:ext cx="491725" cy="491750"/>
            </a:xfrm>
            <a:custGeom>
              <a:rect b="b" l="l" r="r" t="t"/>
              <a:pathLst>
                <a:path extrusionOk="0" h="19670" w="19669">
                  <a:moveTo>
                    <a:pt x="9835" y="629"/>
                  </a:moveTo>
                  <a:cubicBezTo>
                    <a:pt x="12386" y="629"/>
                    <a:pt x="14678" y="1664"/>
                    <a:pt x="16342" y="3328"/>
                  </a:cubicBezTo>
                  <a:cubicBezTo>
                    <a:pt x="18005" y="4992"/>
                    <a:pt x="19040" y="7284"/>
                    <a:pt x="19040" y="9835"/>
                  </a:cubicBezTo>
                  <a:cubicBezTo>
                    <a:pt x="19040" y="12386"/>
                    <a:pt x="18005" y="14678"/>
                    <a:pt x="16342" y="16342"/>
                  </a:cubicBezTo>
                  <a:cubicBezTo>
                    <a:pt x="14678" y="18005"/>
                    <a:pt x="12386" y="19041"/>
                    <a:pt x="9835" y="19041"/>
                  </a:cubicBezTo>
                  <a:cubicBezTo>
                    <a:pt x="7284" y="19041"/>
                    <a:pt x="4992" y="18005"/>
                    <a:pt x="3328" y="16342"/>
                  </a:cubicBezTo>
                  <a:cubicBezTo>
                    <a:pt x="1664" y="14678"/>
                    <a:pt x="629" y="12386"/>
                    <a:pt x="629" y="9835"/>
                  </a:cubicBezTo>
                  <a:cubicBezTo>
                    <a:pt x="629" y="7284"/>
                    <a:pt x="1664" y="4992"/>
                    <a:pt x="3328" y="3328"/>
                  </a:cubicBezTo>
                  <a:cubicBezTo>
                    <a:pt x="4992" y="1664"/>
                    <a:pt x="7284" y="629"/>
                    <a:pt x="9835" y="629"/>
                  </a:cubicBezTo>
                  <a:close/>
                  <a:moveTo>
                    <a:pt x="9835" y="1"/>
                  </a:moveTo>
                  <a:cubicBezTo>
                    <a:pt x="4400" y="1"/>
                    <a:pt x="1" y="4400"/>
                    <a:pt x="1" y="9835"/>
                  </a:cubicBezTo>
                  <a:cubicBezTo>
                    <a:pt x="1" y="15270"/>
                    <a:pt x="4400" y="19669"/>
                    <a:pt x="9835" y="19669"/>
                  </a:cubicBezTo>
                  <a:cubicBezTo>
                    <a:pt x="15269" y="19669"/>
                    <a:pt x="19669" y="15270"/>
                    <a:pt x="19669" y="9835"/>
                  </a:cubicBezTo>
                  <a:cubicBezTo>
                    <a:pt x="19669" y="4400"/>
                    <a:pt x="15269" y="1"/>
                    <a:pt x="98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83" name="Google Shape;3783;g3048a510704_4_0"/>
            <p:cNvSpPr/>
            <p:nvPr/>
          </p:nvSpPr>
          <p:spPr>
            <a:xfrm>
              <a:off x="4112675" y="2789100"/>
              <a:ext cx="193200" cy="368800"/>
            </a:xfrm>
            <a:custGeom>
              <a:rect b="b" l="l" r="r" t="t"/>
              <a:pathLst>
                <a:path extrusionOk="0" h="14752" w="7728">
                  <a:moveTo>
                    <a:pt x="7727" y="0"/>
                  </a:moveTo>
                  <a:lnTo>
                    <a:pt x="4511" y="481"/>
                  </a:lnTo>
                  <a:lnTo>
                    <a:pt x="0" y="14751"/>
                  </a:lnTo>
                  <a:lnTo>
                    <a:pt x="772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84" name="Google Shape;3784;g3048a510704_4_0"/>
            <p:cNvSpPr/>
            <p:nvPr/>
          </p:nvSpPr>
          <p:spPr>
            <a:xfrm>
              <a:off x="4103425" y="2780975"/>
              <a:ext cx="211675" cy="385050"/>
            </a:xfrm>
            <a:custGeom>
              <a:rect b="b" l="l" r="r" t="t"/>
              <a:pathLst>
                <a:path extrusionOk="0" h="15402" w="8467">
                  <a:moveTo>
                    <a:pt x="8121" y="0"/>
                  </a:moveTo>
                  <a:cubicBezTo>
                    <a:pt x="8006" y="0"/>
                    <a:pt x="7893" y="69"/>
                    <a:pt x="7838" y="177"/>
                  </a:cubicBezTo>
                  <a:lnTo>
                    <a:pt x="1701" y="11897"/>
                  </a:lnTo>
                  <a:lnTo>
                    <a:pt x="5140" y="917"/>
                  </a:lnTo>
                  <a:cubicBezTo>
                    <a:pt x="5214" y="769"/>
                    <a:pt x="5103" y="584"/>
                    <a:pt x="4955" y="510"/>
                  </a:cubicBezTo>
                  <a:cubicBezTo>
                    <a:pt x="4935" y="505"/>
                    <a:pt x="4915" y="503"/>
                    <a:pt x="4895" y="503"/>
                  </a:cubicBezTo>
                  <a:cubicBezTo>
                    <a:pt x="4761" y="503"/>
                    <a:pt x="4617" y="603"/>
                    <a:pt x="4585" y="732"/>
                  </a:cubicBezTo>
                  <a:lnTo>
                    <a:pt x="75" y="15003"/>
                  </a:lnTo>
                  <a:cubicBezTo>
                    <a:pt x="1" y="15150"/>
                    <a:pt x="75" y="15298"/>
                    <a:pt x="222" y="15372"/>
                  </a:cubicBezTo>
                  <a:cubicBezTo>
                    <a:pt x="262" y="15392"/>
                    <a:pt x="304" y="15401"/>
                    <a:pt x="346" y="15401"/>
                  </a:cubicBezTo>
                  <a:cubicBezTo>
                    <a:pt x="461" y="15401"/>
                    <a:pt x="575" y="15333"/>
                    <a:pt x="629" y="15224"/>
                  </a:cubicBezTo>
                  <a:lnTo>
                    <a:pt x="8393" y="473"/>
                  </a:lnTo>
                  <a:cubicBezTo>
                    <a:pt x="8467" y="325"/>
                    <a:pt x="8393" y="140"/>
                    <a:pt x="8245" y="29"/>
                  </a:cubicBezTo>
                  <a:cubicBezTo>
                    <a:pt x="8205" y="10"/>
                    <a:pt x="8163" y="0"/>
                    <a:pt x="81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85" name="Google Shape;3785;g3048a510704_4_0"/>
            <p:cNvSpPr/>
            <p:nvPr/>
          </p:nvSpPr>
          <p:spPr>
            <a:xfrm>
              <a:off x="2612600" y="3247525"/>
              <a:ext cx="720950" cy="365125"/>
            </a:xfrm>
            <a:custGeom>
              <a:rect b="b" l="l" r="r" t="t"/>
              <a:pathLst>
                <a:path extrusionOk="0" h="14605" w="28838">
                  <a:moveTo>
                    <a:pt x="6544" y="1"/>
                  </a:moveTo>
                  <a:cubicBezTo>
                    <a:pt x="6359" y="1"/>
                    <a:pt x="6211" y="112"/>
                    <a:pt x="6137" y="259"/>
                  </a:cubicBezTo>
                  <a:lnTo>
                    <a:pt x="111" y="14013"/>
                  </a:lnTo>
                  <a:cubicBezTo>
                    <a:pt x="0" y="14271"/>
                    <a:pt x="222" y="14604"/>
                    <a:pt x="518" y="14604"/>
                  </a:cubicBezTo>
                  <a:lnTo>
                    <a:pt x="22293" y="14604"/>
                  </a:lnTo>
                  <a:cubicBezTo>
                    <a:pt x="22478" y="14604"/>
                    <a:pt x="22626" y="14493"/>
                    <a:pt x="22663" y="14345"/>
                  </a:cubicBezTo>
                  <a:lnTo>
                    <a:pt x="28726" y="592"/>
                  </a:lnTo>
                  <a:cubicBezTo>
                    <a:pt x="28837" y="333"/>
                    <a:pt x="28615" y="1"/>
                    <a:pt x="2832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86" name="Google Shape;3786;g3048a510704_4_0"/>
            <p:cNvSpPr/>
            <p:nvPr/>
          </p:nvSpPr>
          <p:spPr>
            <a:xfrm>
              <a:off x="2607050" y="3240125"/>
              <a:ext cx="732025" cy="379900"/>
            </a:xfrm>
            <a:custGeom>
              <a:rect b="b" l="l" r="r" t="t"/>
              <a:pathLst>
                <a:path extrusionOk="0" h="15196" w="29281">
                  <a:moveTo>
                    <a:pt x="28542" y="592"/>
                  </a:moveTo>
                  <a:lnTo>
                    <a:pt x="28616" y="629"/>
                  </a:lnTo>
                  <a:lnTo>
                    <a:pt x="28652" y="740"/>
                  </a:lnTo>
                  <a:lnTo>
                    <a:pt x="28652" y="777"/>
                  </a:lnTo>
                  <a:lnTo>
                    <a:pt x="22626" y="14530"/>
                  </a:lnTo>
                  <a:lnTo>
                    <a:pt x="22515" y="14604"/>
                  </a:lnTo>
                  <a:lnTo>
                    <a:pt x="740" y="14604"/>
                  </a:lnTo>
                  <a:lnTo>
                    <a:pt x="666" y="14567"/>
                  </a:lnTo>
                  <a:lnTo>
                    <a:pt x="629" y="14456"/>
                  </a:lnTo>
                  <a:lnTo>
                    <a:pt x="629" y="14419"/>
                  </a:lnTo>
                  <a:lnTo>
                    <a:pt x="6655" y="666"/>
                  </a:lnTo>
                  <a:lnTo>
                    <a:pt x="6766" y="592"/>
                  </a:lnTo>
                  <a:close/>
                  <a:moveTo>
                    <a:pt x="6766" y="1"/>
                  </a:moveTo>
                  <a:cubicBezTo>
                    <a:pt x="6470" y="1"/>
                    <a:pt x="6211" y="149"/>
                    <a:pt x="6100" y="445"/>
                  </a:cubicBezTo>
                  <a:lnTo>
                    <a:pt x="74" y="14198"/>
                  </a:lnTo>
                  <a:lnTo>
                    <a:pt x="74" y="14161"/>
                  </a:lnTo>
                  <a:cubicBezTo>
                    <a:pt x="37" y="14272"/>
                    <a:pt x="0" y="14382"/>
                    <a:pt x="0" y="14456"/>
                  </a:cubicBezTo>
                  <a:cubicBezTo>
                    <a:pt x="0" y="14863"/>
                    <a:pt x="296" y="15196"/>
                    <a:pt x="740" y="15196"/>
                  </a:cubicBezTo>
                  <a:lnTo>
                    <a:pt x="22515" y="15196"/>
                  </a:lnTo>
                  <a:cubicBezTo>
                    <a:pt x="22811" y="15196"/>
                    <a:pt x="23070" y="15048"/>
                    <a:pt x="23181" y="14752"/>
                  </a:cubicBezTo>
                  <a:lnTo>
                    <a:pt x="29207" y="999"/>
                  </a:lnTo>
                  <a:cubicBezTo>
                    <a:pt x="29244" y="925"/>
                    <a:pt x="29281" y="814"/>
                    <a:pt x="29281" y="740"/>
                  </a:cubicBezTo>
                  <a:cubicBezTo>
                    <a:pt x="29281" y="334"/>
                    <a:pt x="28948" y="1"/>
                    <a:pt x="285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87" name="Google Shape;3787;g3048a510704_4_0"/>
            <p:cNvSpPr/>
            <p:nvPr/>
          </p:nvSpPr>
          <p:spPr>
            <a:xfrm>
              <a:off x="2665275" y="3274325"/>
              <a:ext cx="615575" cy="311500"/>
            </a:xfrm>
            <a:custGeom>
              <a:rect b="b" l="l" r="r" t="t"/>
              <a:pathLst>
                <a:path extrusionOk="0" h="12460" w="24623">
                  <a:moveTo>
                    <a:pt x="5583" y="1"/>
                  </a:moveTo>
                  <a:cubicBezTo>
                    <a:pt x="5435" y="1"/>
                    <a:pt x="5324" y="75"/>
                    <a:pt x="5250" y="223"/>
                  </a:cubicBezTo>
                  <a:lnTo>
                    <a:pt x="111" y="11942"/>
                  </a:lnTo>
                  <a:cubicBezTo>
                    <a:pt x="0" y="12201"/>
                    <a:pt x="185" y="12460"/>
                    <a:pt x="444" y="12460"/>
                  </a:cubicBezTo>
                  <a:lnTo>
                    <a:pt x="19040" y="12460"/>
                  </a:lnTo>
                  <a:cubicBezTo>
                    <a:pt x="19188" y="12460"/>
                    <a:pt x="19299" y="12386"/>
                    <a:pt x="19373" y="12238"/>
                  </a:cubicBezTo>
                  <a:lnTo>
                    <a:pt x="24512" y="518"/>
                  </a:lnTo>
                  <a:cubicBezTo>
                    <a:pt x="24623" y="260"/>
                    <a:pt x="24438" y="1"/>
                    <a:pt x="2417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88" name="Google Shape;3788;g3048a510704_4_0"/>
            <p:cNvSpPr/>
            <p:nvPr/>
          </p:nvSpPr>
          <p:spPr>
            <a:xfrm>
              <a:off x="2659725" y="3266950"/>
              <a:ext cx="626675" cy="326275"/>
            </a:xfrm>
            <a:custGeom>
              <a:rect b="b" l="l" r="r" t="t"/>
              <a:pathLst>
                <a:path extrusionOk="0" h="13051" w="25067">
                  <a:moveTo>
                    <a:pt x="24401" y="592"/>
                  </a:moveTo>
                  <a:lnTo>
                    <a:pt x="24438" y="629"/>
                  </a:lnTo>
                  <a:lnTo>
                    <a:pt x="24438" y="666"/>
                  </a:lnTo>
                  <a:lnTo>
                    <a:pt x="19299" y="12422"/>
                  </a:lnTo>
                  <a:lnTo>
                    <a:pt x="19262" y="12459"/>
                  </a:lnTo>
                  <a:lnTo>
                    <a:pt x="666" y="12459"/>
                  </a:lnTo>
                  <a:lnTo>
                    <a:pt x="629" y="12422"/>
                  </a:lnTo>
                  <a:lnTo>
                    <a:pt x="629" y="12385"/>
                  </a:lnTo>
                  <a:lnTo>
                    <a:pt x="5768" y="629"/>
                  </a:lnTo>
                  <a:lnTo>
                    <a:pt x="5805" y="592"/>
                  </a:lnTo>
                  <a:close/>
                  <a:moveTo>
                    <a:pt x="5805" y="0"/>
                  </a:moveTo>
                  <a:cubicBezTo>
                    <a:pt x="5546" y="0"/>
                    <a:pt x="5324" y="148"/>
                    <a:pt x="5213" y="407"/>
                  </a:cubicBezTo>
                  <a:lnTo>
                    <a:pt x="38" y="12126"/>
                  </a:lnTo>
                  <a:cubicBezTo>
                    <a:pt x="1" y="12200"/>
                    <a:pt x="1" y="12311"/>
                    <a:pt x="1" y="12385"/>
                  </a:cubicBezTo>
                  <a:cubicBezTo>
                    <a:pt x="1" y="12755"/>
                    <a:pt x="296" y="13051"/>
                    <a:pt x="666" y="13051"/>
                  </a:cubicBezTo>
                  <a:lnTo>
                    <a:pt x="19262" y="13051"/>
                  </a:lnTo>
                  <a:cubicBezTo>
                    <a:pt x="19521" y="13051"/>
                    <a:pt x="19743" y="12903"/>
                    <a:pt x="19854" y="12644"/>
                  </a:cubicBezTo>
                  <a:lnTo>
                    <a:pt x="24993" y="924"/>
                  </a:lnTo>
                  <a:cubicBezTo>
                    <a:pt x="25067" y="850"/>
                    <a:pt x="25067" y="739"/>
                    <a:pt x="25067" y="666"/>
                  </a:cubicBezTo>
                  <a:cubicBezTo>
                    <a:pt x="25067" y="296"/>
                    <a:pt x="24771" y="0"/>
                    <a:pt x="244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89" name="Google Shape;3789;g3048a510704_4_0"/>
            <p:cNvSpPr/>
            <p:nvPr/>
          </p:nvSpPr>
          <p:spPr>
            <a:xfrm>
              <a:off x="2359350" y="3589500"/>
              <a:ext cx="818000" cy="26825"/>
            </a:xfrm>
            <a:custGeom>
              <a:rect b="b" l="l" r="r" t="t"/>
              <a:pathLst>
                <a:path extrusionOk="0" h="1073" w="32720">
                  <a:moveTo>
                    <a:pt x="0" y="1"/>
                  </a:moveTo>
                  <a:lnTo>
                    <a:pt x="0" y="1073"/>
                  </a:lnTo>
                  <a:lnTo>
                    <a:pt x="32719" y="1073"/>
                  </a:lnTo>
                  <a:lnTo>
                    <a:pt x="3271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90" name="Google Shape;3790;g3048a510704_4_0"/>
            <p:cNvSpPr/>
            <p:nvPr/>
          </p:nvSpPr>
          <p:spPr>
            <a:xfrm>
              <a:off x="2351950" y="3582125"/>
              <a:ext cx="833700" cy="42525"/>
            </a:xfrm>
            <a:custGeom>
              <a:rect b="b" l="l" r="r" t="t"/>
              <a:pathLst>
                <a:path extrusionOk="0" h="1701" w="33348">
                  <a:moveTo>
                    <a:pt x="32719" y="629"/>
                  </a:moveTo>
                  <a:lnTo>
                    <a:pt x="32719" y="1072"/>
                  </a:lnTo>
                  <a:lnTo>
                    <a:pt x="592" y="1072"/>
                  </a:lnTo>
                  <a:lnTo>
                    <a:pt x="592" y="629"/>
                  </a:lnTo>
                  <a:close/>
                  <a:moveTo>
                    <a:pt x="296" y="0"/>
                  </a:moveTo>
                  <a:cubicBezTo>
                    <a:pt x="222" y="0"/>
                    <a:pt x="148" y="37"/>
                    <a:pt x="74" y="74"/>
                  </a:cubicBezTo>
                  <a:cubicBezTo>
                    <a:pt x="37" y="148"/>
                    <a:pt x="0" y="222"/>
                    <a:pt x="0" y="296"/>
                  </a:cubicBezTo>
                  <a:lnTo>
                    <a:pt x="0" y="1368"/>
                  </a:lnTo>
                  <a:cubicBezTo>
                    <a:pt x="0" y="1442"/>
                    <a:pt x="37" y="1553"/>
                    <a:pt x="74" y="1590"/>
                  </a:cubicBezTo>
                  <a:cubicBezTo>
                    <a:pt x="148" y="1664"/>
                    <a:pt x="222" y="1701"/>
                    <a:pt x="296" y="1701"/>
                  </a:cubicBezTo>
                  <a:lnTo>
                    <a:pt x="33015" y="1701"/>
                  </a:lnTo>
                  <a:cubicBezTo>
                    <a:pt x="33089" y="1701"/>
                    <a:pt x="33200" y="1664"/>
                    <a:pt x="33237" y="1590"/>
                  </a:cubicBezTo>
                  <a:cubicBezTo>
                    <a:pt x="33311" y="1553"/>
                    <a:pt x="33348" y="1442"/>
                    <a:pt x="33348" y="1368"/>
                  </a:cubicBezTo>
                  <a:lnTo>
                    <a:pt x="33348" y="296"/>
                  </a:lnTo>
                  <a:cubicBezTo>
                    <a:pt x="33348" y="222"/>
                    <a:pt x="33311" y="148"/>
                    <a:pt x="33237" y="74"/>
                  </a:cubicBezTo>
                  <a:cubicBezTo>
                    <a:pt x="33200" y="37"/>
                    <a:pt x="33089" y="0"/>
                    <a:pt x="330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91" name="Google Shape;3791;g3048a510704_4_0"/>
            <p:cNvSpPr/>
            <p:nvPr/>
          </p:nvSpPr>
          <p:spPr>
            <a:xfrm>
              <a:off x="2780800" y="3589500"/>
              <a:ext cx="396550" cy="26825"/>
            </a:xfrm>
            <a:custGeom>
              <a:rect b="b" l="l" r="r" t="t"/>
              <a:pathLst>
                <a:path extrusionOk="0" h="1073" w="15862">
                  <a:moveTo>
                    <a:pt x="1" y="1"/>
                  </a:moveTo>
                  <a:lnTo>
                    <a:pt x="1" y="1073"/>
                  </a:lnTo>
                  <a:lnTo>
                    <a:pt x="15861" y="1073"/>
                  </a:lnTo>
                  <a:lnTo>
                    <a:pt x="1586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92" name="Google Shape;3792;g3048a510704_4_0"/>
            <p:cNvSpPr/>
            <p:nvPr/>
          </p:nvSpPr>
          <p:spPr>
            <a:xfrm>
              <a:off x="2773400" y="3582125"/>
              <a:ext cx="412250" cy="42525"/>
            </a:xfrm>
            <a:custGeom>
              <a:rect b="b" l="l" r="r" t="t"/>
              <a:pathLst>
                <a:path extrusionOk="0" h="1701" w="16490">
                  <a:moveTo>
                    <a:pt x="15861" y="629"/>
                  </a:moveTo>
                  <a:lnTo>
                    <a:pt x="15861" y="1072"/>
                  </a:lnTo>
                  <a:lnTo>
                    <a:pt x="593" y="1072"/>
                  </a:lnTo>
                  <a:lnTo>
                    <a:pt x="593"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16157" y="1701"/>
                  </a:lnTo>
                  <a:cubicBezTo>
                    <a:pt x="16231" y="1701"/>
                    <a:pt x="16342" y="1664"/>
                    <a:pt x="16379" y="1590"/>
                  </a:cubicBezTo>
                  <a:cubicBezTo>
                    <a:pt x="16453" y="1553"/>
                    <a:pt x="16490" y="1442"/>
                    <a:pt x="16490" y="1368"/>
                  </a:cubicBezTo>
                  <a:lnTo>
                    <a:pt x="16490" y="296"/>
                  </a:lnTo>
                  <a:cubicBezTo>
                    <a:pt x="16490" y="222"/>
                    <a:pt x="16453" y="148"/>
                    <a:pt x="16379" y="74"/>
                  </a:cubicBezTo>
                  <a:cubicBezTo>
                    <a:pt x="16342" y="37"/>
                    <a:pt x="16231" y="0"/>
                    <a:pt x="16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93" name="Google Shape;3793;g3048a510704_4_0"/>
            <p:cNvSpPr/>
            <p:nvPr/>
          </p:nvSpPr>
          <p:spPr>
            <a:xfrm>
              <a:off x="2617200" y="2599625"/>
              <a:ext cx="476025" cy="476025"/>
            </a:xfrm>
            <a:custGeom>
              <a:rect b="b" l="l" r="r" t="t"/>
              <a:pathLst>
                <a:path extrusionOk="0" h="19041" w="19041">
                  <a:moveTo>
                    <a:pt x="9539" y="0"/>
                  </a:moveTo>
                  <a:cubicBezTo>
                    <a:pt x="4290" y="0"/>
                    <a:pt x="1" y="4252"/>
                    <a:pt x="1" y="9502"/>
                  </a:cubicBezTo>
                  <a:cubicBezTo>
                    <a:pt x="1" y="14788"/>
                    <a:pt x="4290" y="19040"/>
                    <a:pt x="9539" y="19040"/>
                  </a:cubicBezTo>
                  <a:cubicBezTo>
                    <a:pt x="14789" y="19040"/>
                    <a:pt x="19041" y="14788"/>
                    <a:pt x="19041" y="9502"/>
                  </a:cubicBezTo>
                  <a:cubicBezTo>
                    <a:pt x="19041" y="4252"/>
                    <a:pt x="14789" y="0"/>
                    <a:pt x="95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94" name="Google Shape;3794;g3048a510704_4_0"/>
            <p:cNvSpPr/>
            <p:nvPr/>
          </p:nvSpPr>
          <p:spPr>
            <a:xfrm>
              <a:off x="2609825" y="2592225"/>
              <a:ext cx="490800" cy="490800"/>
            </a:xfrm>
            <a:custGeom>
              <a:rect b="b" l="l" r="r" t="t"/>
              <a:pathLst>
                <a:path extrusionOk="0" h="19632" w="19632">
                  <a:moveTo>
                    <a:pt x="9834" y="592"/>
                  </a:moveTo>
                  <a:cubicBezTo>
                    <a:pt x="12385" y="592"/>
                    <a:pt x="14678" y="1627"/>
                    <a:pt x="16341" y="3291"/>
                  </a:cubicBezTo>
                  <a:cubicBezTo>
                    <a:pt x="18005" y="4954"/>
                    <a:pt x="19040" y="7284"/>
                    <a:pt x="19040" y="9798"/>
                  </a:cubicBezTo>
                  <a:cubicBezTo>
                    <a:pt x="19040" y="12349"/>
                    <a:pt x="18005" y="14641"/>
                    <a:pt x="16341" y="16304"/>
                  </a:cubicBezTo>
                  <a:cubicBezTo>
                    <a:pt x="14678" y="18005"/>
                    <a:pt x="12385" y="19003"/>
                    <a:pt x="9834" y="19003"/>
                  </a:cubicBezTo>
                  <a:cubicBezTo>
                    <a:pt x="7283" y="19003"/>
                    <a:pt x="4991" y="18005"/>
                    <a:pt x="3328" y="16304"/>
                  </a:cubicBezTo>
                  <a:cubicBezTo>
                    <a:pt x="1664" y="14641"/>
                    <a:pt x="629" y="12349"/>
                    <a:pt x="629" y="9798"/>
                  </a:cubicBezTo>
                  <a:cubicBezTo>
                    <a:pt x="629" y="7284"/>
                    <a:pt x="1664" y="4954"/>
                    <a:pt x="3328" y="3291"/>
                  </a:cubicBezTo>
                  <a:cubicBezTo>
                    <a:pt x="4991" y="1627"/>
                    <a:pt x="7283" y="592"/>
                    <a:pt x="9834" y="592"/>
                  </a:cubicBezTo>
                  <a:close/>
                  <a:moveTo>
                    <a:pt x="9834" y="0"/>
                  </a:moveTo>
                  <a:cubicBezTo>
                    <a:pt x="4400" y="0"/>
                    <a:pt x="0" y="4400"/>
                    <a:pt x="0" y="9798"/>
                  </a:cubicBezTo>
                  <a:cubicBezTo>
                    <a:pt x="0" y="15232"/>
                    <a:pt x="4400" y="19632"/>
                    <a:pt x="9834" y="19632"/>
                  </a:cubicBezTo>
                  <a:cubicBezTo>
                    <a:pt x="15232" y="19632"/>
                    <a:pt x="19632" y="15232"/>
                    <a:pt x="19632" y="9798"/>
                  </a:cubicBezTo>
                  <a:cubicBezTo>
                    <a:pt x="19632" y="4400"/>
                    <a:pt x="15232" y="0"/>
                    <a:pt x="98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95" name="Google Shape;3795;g3048a510704_4_0"/>
            <p:cNvSpPr/>
            <p:nvPr/>
          </p:nvSpPr>
          <p:spPr>
            <a:xfrm>
              <a:off x="2855675" y="3045125"/>
              <a:ext cx="68425" cy="300400"/>
            </a:xfrm>
            <a:custGeom>
              <a:rect b="b" l="l" r="r" t="t"/>
              <a:pathLst>
                <a:path extrusionOk="0" h="12016" w="2737">
                  <a:moveTo>
                    <a:pt x="2736" y="0"/>
                  </a:moveTo>
                  <a:lnTo>
                    <a:pt x="0" y="1220"/>
                  </a:lnTo>
                  <a:lnTo>
                    <a:pt x="2219" y="12016"/>
                  </a:lnTo>
                  <a:lnTo>
                    <a:pt x="27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96" name="Google Shape;3796;g3048a510704_4_0"/>
            <p:cNvSpPr/>
            <p:nvPr/>
          </p:nvSpPr>
          <p:spPr>
            <a:xfrm>
              <a:off x="2847350" y="3037950"/>
              <a:ext cx="84125" cy="315900"/>
            </a:xfrm>
            <a:custGeom>
              <a:rect b="b" l="l" r="r" t="t"/>
              <a:pathLst>
                <a:path extrusionOk="0" h="12636" w="3365">
                  <a:moveTo>
                    <a:pt x="2736" y="768"/>
                  </a:moveTo>
                  <a:lnTo>
                    <a:pt x="2367" y="9789"/>
                  </a:lnTo>
                  <a:lnTo>
                    <a:pt x="677" y="1664"/>
                  </a:lnTo>
                  <a:lnTo>
                    <a:pt x="677" y="1664"/>
                  </a:lnTo>
                  <a:lnTo>
                    <a:pt x="2736" y="768"/>
                  </a:lnTo>
                  <a:close/>
                  <a:moveTo>
                    <a:pt x="3083" y="1"/>
                  </a:moveTo>
                  <a:cubicBezTo>
                    <a:pt x="3032" y="1"/>
                    <a:pt x="2977" y="10"/>
                    <a:pt x="2921" y="28"/>
                  </a:cubicBezTo>
                  <a:lnTo>
                    <a:pt x="185" y="1211"/>
                  </a:lnTo>
                  <a:cubicBezTo>
                    <a:pt x="75" y="1285"/>
                    <a:pt x="1" y="1433"/>
                    <a:pt x="38" y="1544"/>
                  </a:cubicBezTo>
                  <a:lnTo>
                    <a:pt x="2256" y="12376"/>
                  </a:lnTo>
                  <a:cubicBezTo>
                    <a:pt x="2293" y="12524"/>
                    <a:pt x="2441" y="12635"/>
                    <a:pt x="2589" y="12635"/>
                  </a:cubicBezTo>
                  <a:cubicBezTo>
                    <a:pt x="2736" y="12598"/>
                    <a:pt x="2847" y="12487"/>
                    <a:pt x="2847" y="12340"/>
                  </a:cubicBezTo>
                  <a:lnTo>
                    <a:pt x="3365" y="324"/>
                  </a:lnTo>
                  <a:cubicBezTo>
                    <a:pt x="3365" y="213"/>
                    <a:pt x="3328" y="102"/>
                    <a:pt x="3217" y="28"/>
                  </a:cubicBezTo>
                  <a:cubicBezTo>
                    <a:pt x="3180" y="10"/>
                    <a:pt x="3134" y="1"/>
                    <a:pt x="30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97" name="Google Shape;3797;g3048a510704_4_0"/>
            <p:cNvSpPr/>
            <p:nvPr/>
          </p:nvSpPr>
          <p:spPr>
            <a:xfrm>
              <a:off x="4462975" y="3403725"/>
              <a:ext cx="145125" cy="213525"/>
            </a:xfrm>
            <a:custGeom>
              <a:rect b="b" l="l" r="r" t="t"/>
              <a:pathLst>
                <a:path extrusionOk="0" h="8541" w="5805">
                  <a:moveTo>
                    <a:pt x="0" y="1"/>
                  </a:moveTo>
                  <a:lnTo>
                    <a:pt x="0" y="8541"/>
                  </a:lnTo>
                  <a:lnTo>
                    <a:pt x="5805" y="8541"/>
                  </a:lnTo>
                  <a:lnTo>
                    <a:pt x="580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98" name="Google Shape;3798;g3048a510704_4_0"/>
            <p:cNvSpPr/>
            <p:nvPr/>
          </p:nvSpPr>
          <p:spPr>
            <a:xfrm>
              <a:off x="4455575" y="3396325"/>
              <a:ext cx="159925" cy="228325"/>
            </a:xfrm>
            <a:custGeom>
              <a:rect b="b" l="l" r="r" t="t"/>
              <a:pathLst>
                <a:path extrusionOk="0" h="9133" w="6397">
                  <a:moveTo>
                    <a:pt x="5768" y="592"/>
                  </a:moveTo>
                  <a:lnTo>
                    <a:pt x="5768" y="8504"/>
                  </a:lnTo>
                  <a:lnTo>
                    <a:pt x="629" y="8504"/>
                  </a:lnTo>
                  <a:lnTo>
                    <a:pt x="629" y="592"/>
                  </a:lnTo>
                  <a:close/>
                  <a:moveTo>
                    <a:pt x="296" y="1"/>
                  </a:moveTo>
                  <a:cubicBezTo>
                    <a:pt x="222" y="1"/>
                    <a:pt x="148" y="38"/>
                    <a:pt x="74" y="75"/>
                  </a:cubicBezTo>
                  <a:cubicBezTo>
                    <a:pt x="37" y="149"/>
                    <a:pt x="0" y="223"/>
                    <a:pt x="0" y="297"/>
                  </a:cubicBezTo>
                  <a:lnTo>
                    <a:pt x="0" y="8837"/>
                  </a:lnTo>
                  <a:cubicBezTo>
                    <a:pt x="0" y="8911"/>
                    <a:pt x="37" y="8985"/>
                    <a:pt x="74" y="9059"/>
                  </a:cubicBezTo>
                  <a:cubicBezTo>
                    <a:pt x="148" y="9096"/>
                    <a:pt x="222" y="9133"/>
                    <a:pt x="296" y="9133"/>
                  </a:cubicBezTo>
                  <a:lnTo>
                    <a:pt x="6101" y="9133"/>
                  </a:lnTo>
                  <a:cubicBezTo>
                    <a:pt x="6175" y="9133"/>
                    <a:pt x="6248" y="9096"/>
                    <a:pt x="6285" y="9059"/>
                  </a:cubicBezTo>
                  <a:cubicBezTo>
                    <a:pt x="6359" y="8985"/>
                    <a:pt x="6396" y="8911"/>
                    <a:pt x="6396" y="8837"/>
                  </a:cubicBezTo>
                  <a:lnTo>
                    <a:pt x="6396" y="297"/>
                  </a:lnTo>
                  <a:cubicBezTo>
                    <a:pt x="6396" y="223"/>
                    <a:pt x="6359" y="149"/>
                    <a:pt x="6285" y="75"/>
                  </a:cubicBezTo>
                  <a:cubicBezTo>
                    <a:pt x="6248" y="38"/>
                    <a:pt x="6175" y="1"/>
                    <a:pt x="61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799" name="Google Shape;3799;g3048a510704_4_0"/>
            <p:cNvSpPr/>
            <p:nvPr/>
          </p:nvSpPr>
          <p:spPr>
            <a:xfrm>
              <a:off x="4570175" y="3443475"/>
              <a:ext cx="77675" cy="144200"/>
            </a:xfrm>
            <a:custGeom>
              <a:rect b="b" l="l" r="r" t="t"/>
              <a:pathLst>
                <a:path extrusionOk="0" h="5768" w="3107">
                  <a:moveTo>
                    <a:pt x="481" y="0"/>
                  </a:moveTo>
                  <a:cubicBezTo>
                    <a:pt x="186" y="0"/>
                    <a:pt x="1" y="222"/>
                    <a:pt x="1" y="481"/>
                  </a:cubicBezTo>
                  <a:cubicBezTo>
                    <a:pt x="1" y="740"/>
                    <a:pt x="186" y="962"/>
                    <a:pt x="481" y="962"/>
                  </a:cubicBezTo>
                  <a:lnTo>
                    <a:pt x="1258" y="962"/>
                  </a:lnTo>
                  <a:cubicBezTo>
                    <a:pt x="1738" y="962"/>
                    <a:pt x="2145" y="1368"/>
                    <a:pt x="2145" y="1849"/>
                  </a:cubicBezTo>
                  <a:lnTo>
                    <a:pt x="2145" y="3919"/>
                  </a:lnTo>
                  <a:cubicBezTo>
                    <a:pt x="2145" y="4437"/>
                    <a:pt x="1738" y="4844"/>
                    <a:pt x="1258" y="4844"/>
                  </a:cubicBezTo>
                  <a:lnTo>
                    <a:pt x="629" y="4844"/>
                  </a:lnTo>
                  <a:cubicBezTo>
                    <a:pt x="371" y="4844"/>
                    <a:pt x="149" y="5028"/>
                    <a:pt x="149" y="5287"/>
                  </a:cubicBezTo>
                  <a:cubicBezTo>
                    <a:pt x="149" y="5583"/>
                    <a:pt x="371" y="5768"/>
                    <a:pt x="629" y="5768"/>
                  </a:cubicBezTo>
                  <a:lnTo>
                    <a:pt x="1258" y="5768"/>
                  </a:lnTo>
                  <a:cubicBezTo>
                    <a:pt x="2256" y="5768"/>
                    <a:pt x="3106" y="4955"/>
                    <a:pt x="3106" y="3919"/>
                  </a:cubicBezTo>
                  <a:lnTo>
                    <a:pt x="3106" y="1849"/>
                  </a:lnTo>
                  <a:cubicBezTo>
                    <a:pt x="3106" y="851"/>
                    <a:pt x="2256" y="0"/>
                    <a:pt x="125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00" name="Google Shape;3800;g3048a510704_4_0"/>
            <p:cNvSpPr/>
            <p:nvPr/>
          </p:nvSpPr>
          <p:spPr>
            <a:xfrm>
              <a:off x="4561875" y="3436075"/>
              <a:ext cx="93375" cy="159925"/>
            </a:xfrm>
            <a:custGeom>
              <a:rect b="b" l="l" r="r" t="t"/>
              <a:pathLst>
                <a:path extrusionOk="0" h="6397" w="3735">
                  <a:moveTo>
                    <a:pt x="1590" y="592"/>
                  </a:moveTo>
                  <a:cubicBezTo>
                    <a:pt x="2440" y="629"/>
                    <a:pt x="3106" y="1295"/>
                    <a:pt x="3106" y="2145"/>
                  </a:cubicBezTo>
                  <a:lnTo>
                    <a:pt x="3106" y="4215"/>
                  </a:lnTo>
                  <a:cubicBezTo>
                    <a:pt x="3106" y="5066"/>
                    <a:pt x="2440" y="5768"/>
                    <a:pt x="1590" y="5768"/>
                  </a:cubicBezTo>
                  <a:lnTo>
                    <a:pt x="961" y="5768"/>
                  </a:lnTo>
                  <a:cubicBezTo>
                    <a:pt x="887" y="5768"/>
                    <a:pt x="813" y="5694"/>
                    <a:pt x="813" y="5583"/>
                  </a:cubicBezTo>
                  <a:cubicBezTo>
                    <a:pt x="813" y="5509"/>
                    <a:pt x="887" y="5435"/>
                    <a:pt x="961" y="5435"/>
                  </a:cubicBezTo>
                  <a:lnTo>
                    <a:pt x="1590" y="5435"/>
                  </a:lnTo>
                  <a:cubicBezTo>
                    <a:pt x="2255" y="5435"/>
                    <a:pt x="2773" y="4881"/>
                    <a:pt x="2773" y="4215"/>
                  </a:cubicBezTo>
                  <a:lnTo>
                    <a:pt x="2773" y="2145"/>
                  </a:lnTo>
                  <a:cubicBezTo>
                    <a:pt x="2773" y="1480"/>
                    <a:pt x="2255" y="962"/>
                    <a:pt x="1590" y="962"/>
                  </a:cubicBezTo>
                  <a:lnTo>
                    <a:pt x="813" y="962"/>
                  </a:lnTo>
                  <a:cubicBezTo>
                    <a:pt x="703" y="962"/>
                    <a:pt x="629" y="888"/>
                    <a:pt x="629" y="777"/>
                  </a:cubicBezTo>
                  <a:cubicBezTo>
                    <a:pt x="629" y="703"/>
                    <a:pt x="703" y="592"/>
                    <a:pt x="813" y="592"/>
                  </a:cubicBezTo>
                  <a:close/>
                  <a:moveTo>
                    <a:pt x="813" y="1"/>
                  </a:moveTo>
                  <a:cubicBezTo>
                    <a:pt x="370" y="1"/>
                    <a:pt x="0" y="333"/>
                    <a:pt x="0" y="777"/>
                  </a:cubicBezTo>
                  <a:cubicBezTo>
                    <a:pt x="0" y="1221"/>
                    <a:pt x="370" y="1553"/>
                    <a:pt x="813" y="1553"/>
                  </a:cubicBezTo>
                  <a:lnTo>
                    <a:pt x="1590" y="1553"/>
                  </a:lnTo>
                  <a:cubicBezTo>
                    <a:pt x="1886" y="1553"/>
                    <a:pt x="2181" y="1812"/>
                    <a:pt x="2181" y="2145"/>
                  </a:cubicBezTo>
                  <a:lnTo>
                    <a:pt x="2181" y="4215"/>
                  </a:lnTo>
                  <a:cubicBezTo>
                    <a:pt x="2181" y="4548"/>
                    <a:pt x="1886" y="4807"/>
                    <a:pt x="1590" y="4807"/>
                  </a:cubicBezTo>
                  <a:lnTo>
                    <a:pt x="961" y="4807"/>
                  </a:lnTo>
                  <a:cubicBezTo>
                    <a:pt x="518" y="4807"/>
                    <a:pt x="185" y="5177"/>
                    <a:pt x="185" y="5583"/>
                  </a:cubicBezTo>
                  <a:cubicBezTo>
                    <a:pt x="185" y="6027"/>
                    <a:pt x="518" y="6397"/>
                    <a:pt x="961" y="6397"/>
                  </a:cubicBezTo>
                  <a:lnTo>
                    <a:pt x="1590" y="6397"/>
                  </a:lnTo>
                  <a:cubicBezTo>
                    <a:pt x="2773" y="6397"/>
                    <a:pt x="3734" y="5398"/>
                    <a:pt x="3734" y="4215"/>
                  </a:cubicBezTo>
                  <a:lnTo>
                    <a:pt x="3734" y="2145"/>
                  </a:lnTo>
                  <a:cubicBezTo>
                    <a:pt x="3734" y="962"/>
                    <a:pt x="2773" y="1"/>
                    <a:pt x="15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01" name="Google Shape;3801;g3048a510704_4_0"/>
            <p:cNvSpPr/>
            <p:nvPr/>
          </p:nvSpPr>
          <p:spPr>
            <a:xfrm>
              <a:off x="4999975" y="3728150"/>
              <a:ext cx="140500" cy="1346100"/>
            </a:xfrm>
            <a:custGeom>
              <a:rect b="b" l="l" r="r" t="t"/>
              <a:pathLst>
                <a:path extrusionOk="0" h="53844" w="5620">
                  <a:moveTo>
                    <a:pt x="0" y="0"/>
                  </a:moveTo>
                  <a:lnTo>
                    <a:pt x="4474" y="53312"/>
                  </a:lnTo>
                  <a:cubicBezTo>
                    <a:pt x="4506" y="53634"/>
                    <a:pt x="4762" y="53844"/>
                    <a:pt x="5048" y="53844"/>
                  </a:cubicBezTo>
                  <a:cubicBezTo>
                    <a:pt x="5090" y="53844"/>
                    <a:pt x="5133" y="53839"/>
                    <a:pt x="5176" y="53830"/>
                  </a:cubicBezTo>
                  <a:cubicBezTo>
                    <a:pt x="5435" y="53756"/>
                    <a:pt x="5620" y="53497"/>
                    <a:pt x="5620" y="53201"/>
                  </a:cubicBezTo>
                  <a:lnTo>
                    <a:pt x="25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02" name="Google Shape;3802;g3048a510704_4_0"/>
            <p:cNvSpPr/>
            <p:nvPr/>
          </p:nvSpPr>
          <p:spPr>
            <a:xfrm>
              <a:off x="4991650" y="3720750"/>
              <a:ext cx="156225" cy="1360550"/>
            </a:xfrm>
            <a:custGeom>
              <a:rect b="b" l="l" r="r" t="t"/>
              <a:pathLst>
                <a:path extrusionOk="0" h="54422" w="6249">
                  <a:moveTo>
                    <a:pt x="2588" y="629"/>
                  </a:moveTo>
                  <a:lnTo>
                    <a:pt x="5620" y="53497"/>
                  </a:lnTo>
                  <a:lnTo>
                    <a:pt x="5620" y="53534"/>
                  </a:lnTo>
                  <a:lnTo>
                    <a:pt x="5620" y="53571"/>
                  </a:lnTo>
                  <a:cubicBezTo>
                    <a:pt x="5620" y="53682"/>
                    <a:pt x="5546" y="53793"/>
                    <a:pt x="5435" y="53793"/>
                  </a:cubicBezTo>
                  <a:lnTo>
                    <a:pt x="5361" y="53830"/>
                  </a:lnTo>
                  <a:cubicBezTo>
                    <a:pt x="5250" y="53830"/>
                    <a:pt x="5139" y="53719"/>
                    <a:pt x="5102" y="53571"/>
                  </a:cubicBezTo>
                  <a:lnTo>
                    <a:pt x="5099" y="53572"/>
                  </a:lnTo>
                  <a:lnTo>
                    <a:pt x="5099" y="53572"/>
                  </a:lnTo>
                  <a:lnTo>
                    <a:pt x="657" y="629"/>
                  </a:lnTo>
                  <a:close/>
                  <a:moveTo>
                    <a:pt x="333" y="1"/>
                  </a:moveTo>
                  <a:cubicBezTo>
                    <a:pt x="222" y="1"/>
                    <a:pt x="148" y="38"/>
                    <a:pt x="111" y="112"/>
                  </a:cubicBezTo>
                  <a:cubicBezTo>
                    <a:pt x="37" y="149"/>
                    <a:pt x="0" y="259"/>
                    <a:pt x="0" y="333"/>
                  </a:cubicBezTo>
                  <a:lnTo>
                    <a:pt x="4511" y="53645"/>
                  </a:lnTo>
                  <a:lnTo>
                    <a:pt x="4511" y="53682"/>
                  </a:lnTo>
                  <a:cubicBezTo>
                    <a:pt x="4548" y="54126"/>
                    <a:pt x="4954" y="54422"/>
                    <a:pt x="5361" y="54422"/>
                  </a:cubicBezTo>
                  <a:lnTo>
                    <a:pt x="5583" y="54422"/>
                  </a:lnTo>
                  <a:cubicBezTo>
                    <a:pt x="5990" y="54311"/>
                    <a:pt x="6248" y="53941"/>
                    <a:pt x="6248" y="53571"/>
                  </a:cubicBezTo>
                  <a:lnTo>
                    <a:pt x="6248" y="53460"/>
                  </a:lnTo>
                  <a:lnTo>
                    <a:pt x="3180" y="296"/>
                  </a:lnTo>
                  <a:cubicBezTo>
                    <a:pt x="3180" y="112"/>
                    <a:pt x="3069" y="1"/>
                    <a:pt x="28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03" name="Google Shape;3803;g3048a510704_4_0"/>
            <p:cNvSpPr/>
            <p:nvPr/>
          </p:nvSpPr>
          <p:spPr>
            <a:xfrm>
              <a:off x="5752325" y="3728150"/>
              <a:ext cx="141425" cy="1349800"/>
            </a:xfrm>
            <a:custGeom>
              <a:rect b="b" l="l" r="r" t="t"/>
              <a:pathLst>
                <a:path extrusionOk="0" h="53992" w="5657">
                  <a:moveTo>
                    <a:pt x="0" y="0"/>
                  </a:moveTo>
                  <a:lnTo>
                    <a:pt x="4474" y="53497"/>
                  </a:lnTo>
                  <a:cubicBezTo>
                    <a:pt x="4538" y="53786"/>
                    <a:pt x="4770" y="53992"/>
                    <a:pt x="5048" y="53992"/>
                  </a:cubicBezTo>
                  <a:cubicBezTo>
                    <a:pt x="5090" y="53992"/>
                    <a:pt x="5133" y="53987"/>
                    <a:pt x="5176" y="53978"/>
                  </a:cubicBezTo>
                  <a:cubicBezTo>
                    <a:pt x="5472" y="53941"/>
                    <a:pt x="5657" y="53645"/>
                    <a:pt x="5620" y="53386"/>
                  </a:cubicBezTo>
                  <a:lnTo>
                    <a:pt x="25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04" name="Google Shape;3804;g3048a510704_4_0"/>
            <p:cNvSpPr/>
            <p:nvPr/>
          </p:nvSpPr>
          <p:spPr>
            <a:xfrm>
              <a:off x="5744000" y="3720750"/>
              <a:ext cx="156225" cy="1365175"/>
            </a:xfrm>
            <a:custGeom>
              <a:rect b="b" l="l" r="r" t="t"/>
              <a:pathLst>
                <a:path extrusionOk="0" h="54607" w="6249">
                  <a:moveTo>
                    <a:pt x="2588" y="629"/>
                  </a:moveTo>
                  <a:lnTo>
                    <a:pt x="5657" y="53682"/>
                  </a:lnTo>
                  <a:lnTo>
                    <a:pt x="5657" y="53719"/>
                  </a:lnTo>
                  <a:cubicBezTo>
                    <a:pt x="5657" y="53867"/>
                    <a:pt x="5583" y="53978"/>
                    <a:pt x="5435" y="53978"/>
                  </a:cubicBezTo>
                  <a:lnTo>
                    <a:pt x="5398" y="53978"/>
                  </a:lnTo>
                  <a:cubicBezTo>
                    <a:pt x="5250" y="53978"/>
                    <a:pt x="5139" y="53904"/>
                    <a:pt x="5139" y="53756"/>
                  </a:cubicBezTo>
                  <a:lnTo>
                    <a:pt x="657" y="629"/>
                  </a:lnTo>
                  <a:close/>
                  <a:moveTo>
                    <a:pt x="333" y="1"/>
                  </a:moveTo>
                  <a:cubicBezTo>
                    <a:pt x="222" y="1"/>
                    <a:pt x="148" y="38"/>
                    <a:pt x="111" y="112"/>
                  </a:cubicBezTo>
                  <a:cubicBezTo>
                    <a:pt x="37" y="149"/>
                    <a:pt x="0" y="259"/>
                    <a:pt x="0" y="333"/>
                  </a:cubicBezTo>
                  <a:lnTo>
                    <a:pt x="4511" y="53830"/>
                  </a:lnTo>
                  <a:cubicBezTo>
                    <a:pt x="4585" y="54274"/>
                    <a:pt x="4955" y="54606"/>
                    <a:pt x="5398" y="54606"/>
                  </a:cubicBezTo>
                  <a:cubicBezTo>
                    <a:pt x="5472" y="54606"/>
                    <a:pt x="5509" y="54606"/>
                    <a:pt x="5583" y="54569"/>
                  </a:cubicBezTo>
                  <a:cubicBezTo>
                    <a:pt x="5990" y="54495"/>
                    <a:pt x="6248" y="54126"/>
                    <a:pt x="6248" y="53719"/>
                  </a:cubicBezTo>
                  <a:lnTo>
                    <a:pt x="6248" y="53645"/>
                  </a:lnTo>
                  <a:lnTo>
                    <a:pt x="3217" y="296"/>
                  </a:lnTo>
                  <a:cubicBezTo>
                    <a:pt x="3180" y="112"/>
                    <a:pt x="3069" y="1"/>
                    <a:pt x="28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05" name="Google Shape;3805;g3048a510704_4_0"/>
            <p:cNvSpPr/>
            <p:nvPr/>
          </p:nvSpPr>
          <p:spPr>
            <a:xfrm>
              <a:off x="2587625" y="3728150"/>
              <a:ext cx="123875" cy="1337800"/>
            </a:xfrm>
            <a:custGeom>
              <a:rect b="b" l="l" r="r" t="t"/>
              <a:pathLst>
                <a:path extrusionOk="0" h="53512" w="4955">
                  <a:moveTo>
                    <a:pt x="2404" y="0"/>
                  </a:moveTo>
                  <a:lnTo>
                    <a:pt x="38" y="52869"/>
                  </a:lnTo>
                  <a:cubicBezTo>
                    <a:pt x="1" y="53164"/>
                    <a:pt x="186" y="53423"/>
                    <a:pt x="482" y="53497"/>
                  </a:cubicBezTo>
                  <a:cubicBezTo>
                    <a:pt x="520" y="53507"/>
                    <a:pt x="559" y="53511"/>
                    <a:pt x="598" y="53511"/>
                  </a:cubicBezTo>
                  <a:cubicBezTo>
                    <a:pt x="859" y="53511"/>
                    <a:pt x="1115" y="53306"/>
                    <a:pt x="1147" y="53016"/>
                  </a:cubicBezTo>
                  <a:lnTo>
                    <a:pt x="495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06" name="Google Shape;3806;g3048a510704_4_0"/>
            <p:cNvSpPr/>
            <p:nvPr/>
          </p:nvSpPr>
          <p:spPr>
            <a:xfrm>
              <a:off x="2580250" y="3720750"/>
              <a:ext cx="138650" cy="1352225"/>
            </a:xfrm>
            <a:custGeom>
              <a:rect b="b" l="l" r="r" t="t"/>
              <a:pathLst>
                <a:path extrusionOk="0" h="54089" w="5546">
                  <a:moveTo>
                    <a:pt x="4917" y="629"/>
                  </a:moveTo>
                  <a:lnTo>
                    <a:pt x="1149" y="53239"/>
                  </a:lnTo>
                  <a:lnTo>
                    <a:pt x="1149" y="53239"/>
                  </a:lnTo>
                  <a:lnTo>
                    <a:pt x="1146" y="53238"/>
                  </a:lnTo>
                  <a:cubicBezTo>
                    <a:pt x="1146" y="53386"/>
                    <a:pt x="998" y="53497"/>
                    <a:pt x="887" y="53497"/>
                  </a:cubicBezTo>
                  <a:lnTo>
                    <a:pt x="850" y="53460"/>
                  </a:lnTo>
                  <a:cubicBezTo>
                    <a:pt x="703" y="53460"/>
                    <a:pt x="629" y="53349"/>
                    <a:pt x="629" y="53202"/>
                  </a:cubicBezTo>
                  <a:lnTo>
                    <a:pt x="629" y="53165"/>
                  </a:lnTo>
                  <a:lnTo>
                    <a:pt x="2982" y="629"/>
                  </a:lnTo>
                  <a:close/>
                  <a:moveTo>
                    <a:pt x="2699" y="1"/>
                  </a:moveTo>
                  <a:cubicBezTo>
                    <a:pt x="2514" y="1"/>
                    <a:pt x="2366" y="112"/>
                    <a:pt x="2366" y="296"/>
                  </a:cubicBezTo>
                  <a:lnTo>
                    <a:pt x="0" y="53128"/>
                  </a:lnTo>
                  <a:lnTo>
                    <a:pt x="0" y="53202"/>
                  </a:lnTo>
                  <a:cubicBezTo>
                    <a:pt x="0" y="53608"/>
                    <a:pt x="296" y="53978"/>
                    <a:pt x="703" y="54089"/>
                  </a:cubicBezTo>
                  <a:lnTo>
                    <a:pt x="887" y="54089"/>
                  </a:lnTo>
                  <a:cubicBezTo>
                    <a:pt x="1331" y="54089"/>
                    <a:pt x="1701" y="53793"/>
                    <a:pt x="1775" y="53349"/>
                  </a:cubicBezTo>
                  <a:lnTo>
                    <a:pt x="1775" y="53312"/>
                  </a:lnTo>
                  <a:lnTo>
                    <a:pt x="5546" y="333"/>
                  </a:lnTo>
                  <a:cubicBezTo>
                    <a:pt x="5546" y="259"/>
                    <a:pt x="5509" y="149"/>
                    <a:pt x="5472" y="112"/>
                  </a:cubicBezTo>
                  <a:cubicBezTo>
                    <a:pt x="5398" y="38"/>
                    <a:pt x="5324" y="1"/>
                    <a:pt x="52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07" name="Google Shape;3807;g3048a510704_4_0"/>
            <p:cNvSpPr/>
            <p:nvPr/>
          </p:nvSpPr>
          <p:spPr>
            <a:xfrm>
              <a:off x="1894425" y="3728150"/>
              <a:ext cx="122975" cy="1333175"/>
            </a:xfrm>
            <a:custGeom>
              <a:rect b="b" l="l" r="r" t="t"/>
              <a:pathLst>
                <a:path extrusionOk="0" h="53327" w="4919">
                  <a:moveTo>
                    <a:pt x="2367" y="0"/>
                  </a:moveTo>
                  <a:lnTo>
                    <a:pt x="38" y="52684"/>
                  </a:lnTo>
                  <a:cubicBezTo>
                    <a:pt x="1" y="52979"/>
                    <a:pt x="186" y="53238"/>
                    <a:pt x="445" y="53312"/>
                  </a:cubicBezTo>
                  <a:cubicBezTo>
                    <a:pt x="488" y="53322"/>
                    <a:pt x="531" y="53326"/>
                    <a:pt x="574" y="53326"/>
                  </a:cubicBezTo>
                  <a:cubicBezTo>
                    <a:pt x="859" y="53326"/>
                    <a:pt x="1115" y="53121"/>
                    <a:pt x="1147" y="52832"/>
                  </a:cubicBezTo>
                  <a:lnTo>
                    <a:pt x="49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08" name="Google Shape;3808;g3048a510704_4_0"/>
            <p:cNvSpPr/>
            <p:nvPr/>
          </p:nvSpPr>
          <p:spPr>
            <a:xfrm>
              <a:off x="1887050" y="3720750"/>
              <a:ext cx="138650" cy="1348525"/>
            </a:xfrm>
            <a:custGeom>
              <a:rect b="b" l="l" r="r" t="t"/>
              <a:pathLst>
                <a:path extrusionOk="0" h="53941" w="5546">
                  <a:moveTo>
                    <a:pt x="4880" y="629"/>
                  </a:moveTo>
                  <a:lnTo>
                    <a:pt x="1146" y="53091"/>
                  </a:lnTo>
                  <a:cubicBezTo>
                    <a:pt x="1109" y="53202"/>
                    <a:pt x="998" y="53312"/>
                    <a:pt x="887" y="53312"/>
                  </a:cubicBezTo>
                  <a:lnTo>
                    <a:pt x="814" y="53312"/>
                  </a:lnTo>
                  <a:cubicBezTo>
                    <a:pt x="703" y="53275"/>
                    <a:pt x="629" y="53165"/>
                    <a:pt x="629" y="53017"/>
                  </a:cubicBezTo>
                  <a:lnTo>
                    <a:pt x="629" y="52980"/>
                  </a:lnTo>
                  <a:lnTo>
                    <a:pt x="2982" y="629"/>
                  </a:lnTo>
                  <a:close/>
                  <a:moveTo>
                    <a:pt x="2662" y="1"/>
                  </a:moveTo>
                  <a:cubicBezTo>
                    <a:pt x="2514" y="1"/>
                    <a:pt x="2366" y="112"/>
                    <a:pt x="2366" y="296"/>
                  </a:cubicBezTo>
                  <a:lnTo>
                    <a:pt x="2" y="52943"/>
                  </a:lnTo>
                  <a:lnTo>
                    <a:pt x="2" y="52943"/>
                  </a:lnTo>
                  <a:lnTo>
                    <a:pt x="0" y="52943"/>
                  </a:lnTo>
                  <a:lnTo>
                    <a:pt x="0" y="53017"/>
                  </a:lnTo>
                  <a:cubicBezTo>
                    <a:pt x="0" y="53423"/>
                    <a:pt x="296" y="53793"/>
                    <a:pt x="666" y="53904"/>
                  </a:cubicBezTo>
                  <a:cubicBezTo>
                    <a:pt x="740" y="53904"/>
                    <a:pt x="814" y="53941"/>
                    <a:pt x="887" y="53941"/>
                  </a:cubicBezTo>
                  <a:cubicBezTo>
                    <a:pt x="1331" y="53941"/>
                    <a:pt x="1701" y="53608"/>
                    <a:pt x="1775" y="53165"/>
                  </a:cubicBezTo>
                  <a:lnTo>
                    <a:pt x="1775" y="53128"/>
                  </a:lnTo>
                  <a:lnTo>
                    <a:pt x="5546" y="333"/>
                  </a:lnTo>
                  <a:cubicBezTo>
                    <a:pt x="5546" y="259"/>
                    <a:pt x="5509" y="149"/>
                    <a:pt x="5435" y="112"/>
                  </a:cubicBezTo>
                  <a:cubicBezTo>
                    <a:pt x="5398" y="38"/>
                    <a:pt x="5324" y="1"/>
                    <a:pt x="52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09" name="Google Shape;3809;g3048a510704_4_0"/>
            <p:cNvSpPr/>
            <p:nvPr/>
          </p:nvSpPr>
          <p:spPr>
            <a:xfrm>
              <a:off x="1912000" y="3654200"/>
              <a:ext cx="3986375" cy="114650"/>
            </a:xfrm>
            <a:custGeom>
              <a:rect b="b" l="l" r="r" t="t"/>
              <a:pathLst>
                <a:path extrusionOk="0" h="4586" w="159455">
                  <a:moveTo>
                    <a:pt x="0" y="1"/>
                  </a:moveTo>
                  <a:lnTo>
                    <a:pt x="0" y="4585"/>
                  </a:lnTo>
                  <a:lnTo>
                    <a:pt x="159455" y="4585"/>
                  </a:lnTo>
                  <a:lnTo>
                    <a:pt x="159455"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10" name="Google Shape;3810;g3048a510704_4_0"/>
            <p:cNvSpPr/>
            <p:nvPr/>
          </p:nvSpPr>
          <p:spPr>
            <a:xfrm>
              <a:off x="1904600" y="3646800"/>
              <a:ext cx="4001175" cy="130350"/>
            </a:xfrm>
            <a:custGeom>
              <a:rect b="b" l="l" r="r" t="t"/>
              <a:pathLst>
                <a:path extrusionOk="0" h="5214" w="160047">
                  <a:moveTo>
                    <a:pt x="159455" y="629"/>
                  </a:moveTo>
                  <a:lnTo>
                    <a:pt x="159455" y="4585"/>
                  </a:lnTo>
                  <a:lnTo>
                    <a:pt x="592" y="4585"/>
                  </a:lnTo>
                  <a:lnTo>
                    <a:pt x="592" y="629"/>
                  </a:lnTo>
                  <a:close/>
                  <a:moveTo>
                    <a:pt x="296" y="1"/>
                  </a:moveTo>
                  <a:cubicBezTo>
                    <a:pt x="222" y="1"/>
                    <a:pt x="149" y="38"/>
                    <a:pt x="75" y="112"/>
                  </a:cubicBezTo>
                  <a:cubicBezTo>
                    <a:pt x="38" y="149"/>
                    <a:pt x="1" y="223"/>
                    <a:pt x="1" y="297"/>
                  </a:cubicBezTo>
                  <a:lnTo>
                    <a:pt x="1" y="4881"/>
                  </a:lnTo>
                  <a:cubicBezTo>
                    <a:pt x="1" y="4955"/>
                    <a:pt x="38" y="5066"/>
                    <a:pt x="75" y="5103"/>
                  </a:cubicBezTo>
                  <a:cubicBezTo>
                    <a:pt x="149" y="5177"/>
                    <a:pt x="222" y="5214"/>
                    <a:pt x="296" y="5214"/>
                  </a:cubicBezTo>
                  <a:lnTo>
                    <a:pt x="159751" y="5214"/>
                  </a:lnTo>
                  <a:cubicBezTo>
                    <a:pt x="159824" y="5214"/>
                    <a:pt x="159898" y="5177"/>
                    <a:pt x="159972" y="5103"/>
                  </a:cubicBezTo>
                  <a:cubicBezTo>
                    <a:pt x="160046" y="5066"/>
                    <a:pt x="160046" y="4955"/>
                    <a:pt x="160046" y="4881"/>
                  </a:cubicBezTo>
                  <a:lnTo>
                    <a:pt x="160046" y="297"/>
                  </a:lnTo>
                  <a:cubicBezTo>
                    <a:pt x="160046" y="223"/>
                    <a:pt x="160046" y="149"/>
                    <a:pt x="159972" y="112"/>
                  </a:cubicBezTo>
                  <a:cubicBezTo>
                    <a:pt x="159898" y="38"/>
                    <a:pt x="159824" y="1"/>
                    <a:pt x="1597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11" name="Google Shape;3811;g3048a510704_4_0"/>
            <p:cNvSpPr/>
            <p:nvPr/>
          </p:nvSpPr>
          <p:spPr>
            <a:xfrm>
              <a:off x="1912000" y="3654200"/>
              <a:ext cx="3986375" cy="39775"/>
            </a:xfrm>
            <a:custGeom>
              <a:rect b="b" l="l" r="r" t="t"/>
              <a:pathLst>
                <a:path extrusionOk="0" h="1591" w="159455">
                  <a:moveTo>
                    <a:pt x="0" y="1"/>
                  </a:moveTo>
                  <a:lnTo>
                    <a:pt x="0" y="1591"/>
                  </a:lnTo>
                  <a:lnTo>
                    <a:pt x="159455" y="1591"/>
                  </a:lnTo>
                  <a:lnTo>
                    <a:pt x="15945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12" name="Google Shape;3812;g3048a510704_4_0"/>
            <p:cNvSpPr/>
            <p:nvPr/>
          </p:nvSpPr>
          <p:spPr>
            <a:xfrm>
              <a:off x="1904600" y="3646800"/>
              <a:ext cx="4001175" cy="54575"/>
            </a:xfrm>
            <a:custGeom>
              <a:rect b="b" l="l" r="r" t="t"/>
              <a:pathLst>
                <a:path extrusionOk="0" h="2183" w="160047">
                  <a:moveTo>
                    <a:pt x="159455" y="629"/>
                  </a:moveTo>
                  <a:lnTo>
                    <a:pt x="159455" y="1591"/>
                  </a:lnTo>
                  <a:lnTo>
                    <a:pt x="592" y="1591"/>
                  </a:lnTo>
                  <a:lnTo>
                    <a:pt x="592" y="629"/>
                  </a:lnTo>
                  <a:close/>
                  <a:moveTo>
                    <a:pt x="296" y="1"/>
                  </a:moveTo>
                  <a:cubicBezTo>
                    <a:pt x="222" y="1"/>
                    <a:pt x="149" y="38"/>
                    <a:pt x="75" y="112"/>
                  </a:cubicBezTo>
                  <a:cubicBezTo>
                    <a:pt x="38" y="149"/>
                    <a:pt x="1" y="223"/>
                    <a:pt x="1" y="297"/>
                  </a:cubicBezTo>
                  <a:lnTo>
                    <a:pt x="1" y="1887"/>
                  </a:lnTo>
                  <a:cubicBezTo>
                    <a:pt x="1" y="1960"/>
                    <a:pt x="38" y="2034"/>
                    <a:pt x="75" y="2108"/>
                  </a:cubicBezTo>
                  <a:cubicBezTo>
                    <a:pt x="149" y="2145"/>
                    <a:pt x="222" y="2182"/>
                    <a:pt x="296" y="2182"/>
                  </a:cubicBezTo>
                  <a:lnTo>
                    <a:pt x="159751" y="2182"/>
                  </a:lnTo>
                  <a:cubicBezTo>
                    <a:pt x="159824" y="2182"/>
                    <a:pt x="159898" y="2145"/>
                    <a:pt x="159972" y="2108"/>
                  </a:cubicBezTo>
                  <a:cubicBezTo>
                    <a:pt x="160046" y="2034"/>
                    <a:pt x="160046" y="1960"/>
                    <a:pt x="160046" y="1887"/>
                  </a:cubicBezTo>
                  <a:lnTo>
                    <a:pt x="160046" y="297"/>
                  </a:lnTo>
                  <a:cubicBezTo>
                    <a:pt x="160046" y="223"/>
                    <a:pt x="160046" y="149"/>
                    <a:pt x="159972" y="112"/>
                  </a:cubicBezTo>
                  <a:cubicBezTo>
                    <a:pt x="159898" y="38"/>
                    <a:pt x="159824" y="1"/>
                    <a:pt x="1597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13" name="Google Shape;3813;g3048a510704_4_0"/>
            <p:cNvSpPr/>
            <p:nvPr/>
          </p:nvSpPr>
          <p:spPr>
            <a:xfrm>
              <a:off x="4901075" y="3654200"/>
              <a:ext cx="997300" cy="114650"/>
            </a:xfrm>
            <a:custGeom>
              <a:rect b="b" l="l" r="r" t="t"/>
              <a:pathLst>
                <a:path extrusionOk="0" h="4586" w="39892">
                  <a:moveTo>
                    <a:pt x="0" y="1"/>
                  </a:moveTo>
                  <a:lnTo>
                    <a:pt x="0" y="4585"/>
                  </a:lnTo>
                  <a:lnTo>
                    <a:pt x="39892" y="4585"/>
                  </a:lnTo>
                  <a:lnTo>
                    <a:pt x="3989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14" name="Google Shape;3814;g3048a510704_4_0"/>
            <p:cNvSpPr/>
            <p:nvPr/>
          </p:nvSpPr>
          <p:spPr>
            <a:xfrm>
              <a:off x="4893675" y="3646800"/>
              <a:ext cx="1012100" cy="130350"/>
            </a:xfrm>
            <a:custGeom>
              <a:rect b="b" l="l" r="r" t="t"/>
              <a:pathLst>
                <a:path extrusionOk="0" h="5214" w="40484">
                  <a:moveTo>
                    <a:pt x="39892" y="629"/>
                  </a:moveTo>
                  <a:lnTo>
                    <a:pt x="39892" y="4585"/>
                  </a:lnTo>
                  <a:lnTo>
                    <a:pt x="592" y="4585"/>
                  </a:lnTo>
                  <a:lnTo>
                    <a:pt x="592" y="629"/>
                  </a:lnTo>
                  <a:close/>
                  <a:moveTo>
                    <a:pt x="296" y="1"/>
                  </a:moveTo>
                  <a:cubicBezTo>
                    <a:pt x="222" y="1"/>
                    <a:pt x="148" y="38"/>
                    <a:pt x="74" y="112"/>
                  </a:cubicBezTo>
                  <a:cubicBezTo>
                    <a:pt x="1" y="149"/>
                    <a:pt x="1" y="223"/>
                    <a:pt x="1" y="297"/>
                  </a:cubicBezTo>
                  <a:lnTo>
                    <a:pt x="1" y="4881"/>
                  </a:lnTo>
                  <a:cubicBezTo>
                    <a:pt x="1" y="4955"/>
                    <a:pt x="1" y="5066"/>
                    <a:pt x="74" y="5103"/>
                  </a:cubicBezTo>
                  <a:cubicBezTo>
                    <a:pt x="148" y="5177"/>
                    <a:pt x="222" y="5214"/>
                    <a:pt x="296" y="5214"/>
                  </a:cubicBezTo>
                  <a:lnTo>
                    <a:pt x="40188" y="5214"/>
                  </a:lnTo>
                  <a:cubicBezTo>
                    <a:pt x="40261" y="5214"/>
                    <a:pt x="40335" y="5177"/>
                    <a:pt x="40409" y="5103"/>
                  </a:cubicBezTo>
                  <a:cubicBezTo>
                    <a:pt x="40483" y="5066"/>
                    <a:pt x="40483" y="4955"/>
                    <a:pt x="40483" y="4881"/>
                  </a:cubicBezTo>
                  <a:lnTo>
                    <a:pt x="40483" y="297"/>
                  </a:lnTo>
                  <a:cubicBezTo>
                    <a:pt x="40483" y="223"/>
                    <a:pt x="40483" y="149"/>
                    <a:pt x="40409" y="112"/>
                  </a:cubicBezTo>
                  <a:cubicBezTo>
                    <a:pt x="40335" y="38"/>
                    <a:pt x="40261" y="1"/>
                    <a:pt x="401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15" name="Google Shape;3815;g3048a510704_4_0"/>
            <p:cNvSpPr/>
            <p:nvPr/>
          </p:nvSpPr>
          <p:spPr>
            <a:xfrm>
              <a:off x="1876875" y="3616300"/>
              <a:ext cx="4057550" cy="43475"/>
            </a:xfrm>
            <a:custGeom>
              <a:rect b="b" l="l" r="r" t="t"/>
              <a:pathLst>
                <a:path extrusionOk="0" h="1739" w="162302">
                  <a:moveTo>
                    <a:pt x="1" y="1"/>
                  </a:moveTo>
                  <a:lnTo>
                    <a:pt x="1" y="1739"/>
                  </a:lnTo>
                  <a:lnTo>
                    <a:pt x="162301" y="1739"/>
                  </a:lnTo>
                  <a:lnTo>
                    <a:pt x="16230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16" name="Google Shape;3816;g3048a510704_4_0"/>
            <p:cNvSpPr/>
            <p:nvPr/>
          </p:nvSpPr>
          <p:spPr>
            <a:xfrm>
              <a:off x="1868550" y="3608925"/>
              <a:ext cx="4073275" cy="59175"/>
            </a:xfrm>
            <a:custGeom>
              <a:rect b="b" l="l" r="r" t="t"/>
              <a:pathLst>
                <a:path extrusionOk="0" h="2367" w="162931">
                  <a:moveTo>
                    <a:pt x="162302" y="629"/>
                  </a:moveTo>
                  <a:lnTo>
                    <a:pt x="162302" y="1738"/>
                  </a:lnTo>
                  <a:lnTo>
                    <a:pt x="629" y="1738"/>
                  </a:lnTo>
                  <a:lnTo>
                    <a:pt x="629" y="629"/>
                  </a:lnTo>
                  <a:close/>
                  <a:moveTo>
                    <a:pt x="334" y="0"/>
                  </a:moveTo>
                  <a:cubicBezTo>
                    <a:pt x="223" y="0"/>
                    <a:pt x="149" y="37"/>
                    <a:pt x="112" y="74"/>
                  </a:cubicBezTo>
                  <a:cubicBezTo>
                    <a:pt x="38" y="148"/>
                    <a:pt x="1" y="222"/>
                    <a:pt x="1" y="296"/>
                  </a:cubicBezTo>
                  <a:lnTo>
                    <a:pt x="1" y="2034"/>
                  </a:lnTo>
                  <a:cubicBezTo>
                    <a:pt x="1" y="2144"/>
                    <a:pt x="38" y="2218"/>
                    <a:pt x="112" y="2255"/>
                  </a:cubicBezTo>
                  <a:cubicBezTo>
                    <a:pt x="149" y="2329"/>
                    <a:pt x="223" y="2366"/>
                    <a:pt x="334" y="2366"/>
                  </a:cubicBezTo>
                  <a:lnTo>
                    <a:pt x="162634" y="2366"/>
                  </a:lnTo>
                  <a:cubicBezTo>
                    <a:pt x="162708" y="2366"/>
                    <a:pt x="162782" y="2329"/>
                    <a:pt x="162819" y="2255"/>
                  </a:cubicBezTo>
                  <a:cubicBezTo>
                    <a:pt x="162893" y="2218"/>
                    <a:pt x="162930" y="2144"/>
                    <a:pt x="162930" y="2034"/>
                  </a:cubicBezTo>
                  <a:lnTo>
                    <a:pt x="162930" y="296"/>
                  </a:lnTo>
                  <a:cubicBezTo>
                    <a:pt x="162930" y="222"/>
                    <a:pt x="162893" y="148"/>
                    <a:pt x="162819" y="74"/>
                  </a:cubicBezTo>
                  <a:cubicBezTo>
                    <a:pt x="162782" y="37"/>
                    <a:pt x="162708" y="0"/>
                    <a:pt x="1626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17" name="Google Shape;3817;g3048a510704_4_0"/>
            <p:cNvSpPr/>
            <p:nvPr/>
          </p:nvSpPr>
          <p:spPr>
            <a:xfrm>
              <a:off x="4942650" y="3616300"/>
              <a:ext cx="991775" cy="43475"/>
            </a:xfrm>
            <a:custGeom>
              <a:rect b="b" l="l" r="r" t="t"/>
              <a:pathLst>
                <a:path extrusionOk="0" h="1739" w="39671">
                  <a:moveTo>
                    <a:pt x="1" y="1"/>
                  </a:moveTo>
                  <a:lnTo>
                    <a:pt x="1" y="1739"/>
                  </a:lnTo>
                  <a:lnTo>
                    <a:pt x="39670" y="1739"/>
                  </a:lnTo>
                  <a:lnTo>
                    <a:pt x="3967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18" name="Google Shape;3818;g3048a510704_4_0"/>
            <p:cNvSpPr/>
            <p:nvPr/>
          </p:nvSpPr>
          <p:spPr>
            <a:xfrm>
              <a:off x="4935275" y="3608925"/>
              <a:ext cx="1006550" cy="59175"/>
            </a:xfrm>
            <a:custGeom>
              <a:rect b="b" l="l" r="r" t="t"/>
              <a:pathLst>
                <a:path extrusionOk="0" h="2367" w="40262">
                  <a:moveTo>
                    <a:pt x="39633" y="629"/>
                  </a:moveTo>
                  <a:lnTo>
                    <a:pt x="39633" y="1738"/>
                  </a:lnTo>
                  <a:lnTo>
                    <a:pt x="592" y="1738"/>
                  </a:lnTo>
                  <a:lnTo>
                    <a:pt x="592" y="629"/>
                  </a:lnTo>
                  <a:close/>
                  <a:moveTo>
                    <a:pt x="296" y="0"/>
                  </a:moveTo>
                  <a:cubicBezTo>
                    <a:pt x="222" y="0"/>
                    <a:pt x="148" y="37"/>
                    <a:pt x="74" y="74"/>
                  </a:cubicBezTo>
                  <a:cubicBezTo>
                    <a:pt x="0" y="148"/>
                    <a:pt x="0" y="222"/>
                    <a:pt x="0" y="296"/>
                  </a:cubicBezTo>
                  <a:lnTo>
                    <a:pt x="0" y="2034"/>
                  </a:lnTo>
                  <a:cubicBezTo>
                    <a:pt x="0" y="2144"/>
                    <a:pt x="0" y="2218"/>
                    <a:pt x="74" y="2255"/>
                  </a:cubicBezTo>
                  <a:cubicBezTo>
                    <a:pt x="148" y="2329"/>
                    <a:pt x="222" y="2366"/>
                    <a:pt x="296" y="2366"/>
                  </a:cubicBezTo>
                  <a:lnTo>
                    <a:pt x="39965" y="2366"/>
                  </a:lnTo>
                  <a:cubicBezTo>
                    <a:pt x="40039" y="2366"/>
                    <a:pt x="40113" y="2329"/>
                    <a:pt x="40150" y="2255"/>
                  </a:cubicBezTo>
                  <a:cubicBezTo>
                    <a:pt x="40224" y="2218"/>
                    <a:pt x="40261" y="2144"/>
                    <a:pt x="40261" y="2034"/>
                  </a:cubicBezTo>
                  <a:lnTo>
                    <a:pt x="40261" y="296"/>
                  </a:lnTo>
                  <a:cubicBezTo>
                    <a:pt x="40261" y="222"/>
                    <a:pt x="40224" y="148"/>
                    <a:pt x="40150" y="74"/>
                  </a:cubicBezTo>
                  <a:cubicBezTo>
                    <a:pt x="40113" y="37"/>
                    <a:pt x="40039" y="0"/>
                    <a:pt x="399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19" name="Google Shape;3819;g3048a510704_4_0"/>
            <p:cNvSpPr/>
            <p:nvPr/>
          </p:nvSpPr>
          <p:spPr>
            <a:xfrm>
              <a:off x="5555450" y="2786125"/>
              <a:ext cx="416875" cy="365650"/>
            </a:xfrm>
            <a:custGeom>
              <a:rect b="b" l="l" r="r" t="t"/>
              <a:pathLst>
                <a:path extrusionOk="0" h="14626" w="16675">
                  <a:moveTo>
                    <a:pt x="6176" y="1"/>
                  </a:moveTo>
                  <a:cubicBezTo>
                    <a:pt x="5854" y="1"/>
                    <a:pt x="5521" y="27"/>
                    <a:pt x="5176" y="82"/>
                  </a:cubicBezTo>
                  <a:cubicBezTo>
                    <a:pt x="555" y="785"/>
                    <a:pt x="0" y="2966"/>
                    <a:pt x="296" y="4260"/>
                  </a:cubicBezTo>
                  <a:cubicBezTo>
                    <a:pt x="296" y="4260"/>
                    <a:pt x="2736" y="9842"/>
                    <a:pt x="4289" y="12320"/>
                  </a:cubicBezTo>
                  <a:cubicBezTo>
                    <a:pt x="5353" y="13953"/>
                    <a:pt x="6550" y="14625"/>
                    <a:pt x="7480" y="14625"/>
                  </a:cubicBezTo>
                  <a:cubicBezTo>
                    <a:pt x="7939" y="14625"/>
                    <a:pt x="8333" y="14461"/>
                    <a:pt x="8615" y="14168"/>
                  </a:cubicBezTo>
                  <a:lnTo>
                    <a:pt x="11055" y="11728"/>
                  </a:lnTo>
                  <a:lnTo>
                    <a:pt x="14086" y="14464"/>
                  </a:lnTo>
                  <a:lnTo>
                    <a:pt x="16674" y="10582"/>
                  </a:lnTo>
                  <a:cubicBezTo>
                    <a:pt x="16674" y="10582"/>
                    <a:pt x="14382" y="7550"/>
                    <a:pt x="13384" y="5702"/>
                  </a:cubicBezTo>
                  <a:cubicBezTo>
                    <a:pt x="12426" y="3958"/>
                    <a:pt x="10141" y="1"/>
                    <a:pt x="617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20" name="Google Shape;3820;g3048a510704_4_0"/>
            <p:cNvSpPr/>
            <p:nvPr/>
          </p:nvSpPr>
          <p:spPr>
            <a:xfrm>
              <a:off x="5552675" y="2778000"/>
              <a:ext cx="427950" cy="381750"/>
            </a:xfrm>
            <a:custGeom>
              <a:rect b="b" l="l" r="r" t="t"/>
              <a:pathLst>
                <a:path extrusionOk="0" h="15270" w="17118">
                  <a:moveTo>
                    <a:pt x="6249" y="629"/>
                  </a:moveTo>
                  <a:cubicBezTo>
                    <a:pt x="8134" y="629"/>
                    <a:pt x="9650" y="1553"/>
                    <a:pt x="10796" y="2736"/>
                  </a:cubicBezTo>
                  <a:cubicBezTo>
                    <a:pt x="11942" y="3919"/>
                    <a:pt x="12755" y="5287"/>
                    <a:pt x="13199" y="6175"/>
                  </a:cubicBezTo>
                  <a:cubicBezTo>
                    <a:pt x="14086" y="7790"/>
                    <a:pt x="15895" y="10246"/>
                    <a:pt x="16396" y="10917"/>
                  </a:cubicBezTo>
                  <a:lnTo>
                    <a:pt x="16396" y="10917"/>
                  </a:lnTo>
                  <a:lnTo>
                    <a:pt x="14123" y="14308"/>
                  </a:lnTo>
                  <a:lnTo>
                    <a:pt x="11387" y="11831"/>
                  </a:lnTo>
                  <a:cubicBezTo>
                    <a:pt x="11332" y="11776"/>
                    <a:pt x="11258" y="11748"/>
                    <a:pt x="11180" y="11748"/>
                  </a:cubicBezTo>
                  <a:cubicBezTo>
                    <a:pt x="11101" y="11748"/>
                    <a:pt x="11018" y="11776"/>
                    <a:pt x="10944" y="11831"/>
                  </a:cubicBezTo>
                  <a:cubicBezTo>
                    <a:pt x="10944" y="11831"/>
                    <a:pt x="9391" y="13421"/>
                    <a:pt x="8504" y="14271"/>
                  </a:cubicBezTo>
                  <a:cubicBezTo>
                    <a:pt x="8282" y="14493"/>
                    <a:pt x="7986" y="14641"/>
                    <a:pt x="7616" y="14641"/>
                  </a:cubicBezTo>
                  <a:cubicBezTo>
                    <a:pt x="6840" y="14641"/>
                    <a:pt x="5694" y="14049"/>
                    <a:pt x="4659" y="12460"/>
                  </a:cubicBezTo>
                  <a:cubicBezTo>
                    <a:pt x="3919" y="11277"/>
                    <a:pt x="2884" y="9243"/>
                    <a:pt x="2108" y="7543"/>
                  </a:cubicBezTo>
                  <a:cubicBezTo>
                    <a:pt x="1701" y="6692"/>
                    <a:pt x="1331" y="5916"/>
                    <a:pt x="1073" y="5361"/>
                  </a:cubicBezTo>
                  <a:cubicBezTo>
                    <a:pt x="883" y="4955"/>
                    <a:pt x="753" y="4647"/>
                    <a:pt x="697" y="4512"/>
                  </a:cubicBezTo>
                  <a:lnTo>
                    <a:pt x="697" y="4512"/>
                  </a:lnTo>
                  <a:lnTo>
                    <a:pt x="703" y="4511"/>
                  </a:lnTo>
                  <a:cubicBezTo>
                    <a:pt x="666" y="4363"/>
                    <a:pt x="629" y="4178"/>
                    <a:pt x="629" y="4030"/>
                  </a:cubicBezTo>
                  <a:cubicBezTo>
                    <a:pt x="629" y="3439"/>
                    <a:pt x="851" y="2810"/>
                    <a:pt x="1516" y="2182"/>
                  </a:cubicBezTo>
                  <a:cubicBezTo>
                    <a:pt x="2182" y="1590"/>
                    <a:pt x="3365" y="999"/>
                    <a:pt x="5324" y="703"/>
                  </a:cubicBezTo>
                  <a:cubicBezTo>
                    <a:pt x="5657" y="666"/>
                    <a:pt x="5953" y="629"/>
                    <a:pt x="6249" y="629"/>
                  </a:cubicBezTo>
                  <a:close/>
                  <a:moveTo>
                    <a:pt x="6249" y="1"/>
                  </a:moveTo>
                  <a:cubicBezTo>
                    <a:pt x="5916" y="1"/>
                    <a:pt x="5583" y="37"/>
                    <a:pt x="5250" y="111"/>
                  </a:cubicBezTo>
                  <a:cubicBezTo>
                    <a:pt x="3217" y="407"/>
                    <a:pt x="1923" y="999"/>
                    <a:pt x="1110" y="1738"/>
                  </a:cubicBezTo>
                  <a:cubicBezTo>
                    <a:pt x="296" y="2441"/>
                    <a:pt x="1" y="3291"/>
                    <a:pt x="38" y="4030"/>
                  </a:cubicBezTo>
                  <a:cubicBezTo>
                    <a:pt x="38" y="4252"/>
                    <a:pt x="38" y="4437"/>
                    <a:pt x="74" y="4659"/>
                  </a:cubicBezTo>
                  <a:lnTo>
                    <a:pt x="111" y="4696"/>
                  </a:lnTo>
                  <a:cubicBezTo>
                    <a:pt x="111" y="4696"/>
                    <a:pt x="740" y="6101"/>
                    <a:pt x="1516" y="7801"/>
                  </a:cubicBezTo>
                  <a:cubicBezTo>
                    <a:pt x="2330" y="9539"/>
                    <a:pt x="3365" y="11535"/>
                    <a:pt x="4141" y="12792"/>
                  </a:cubicBezTo>
                  <a:cubicBezTo>
                    <a:pt x="5250" y="14493"/>
                    <a:pt x="6507" y="15232"/>
                    <a:pt x="7616" y="15269"/>
                  </a:cubicBezTo>
                  <a:cubicBezTo>
                    <a:pt x="8134" y="15269"/>
                    <a:pt x="8615" y="15048"/>
                    <a:pt x="8947" y="14715"/>
                  </a:cubicBezTo>
                  <a:lnTo>
                    <a:pt x="10500" y="13162"/>
                  </a:lnTo>
                  <a:lnTo>
                    <a:pt x="11193" y="12469"/>
                  </a:lnTo>
                  <a:lnTo>
                    <a:pt x="13975" y="15011"/>
                  </a:lnTo>
                  <a:cubicBezTo>
                    <a:pt x="14030" y="15065"/>
                    <a:pt x="14103" y="15099"/>
                    <a:pt x="14168" y="15099"/>
                  </a:cubicBezTo>
                  <a:cubicBezTo>
                    <a:pt x="14192" y="15099"/>
                    <a:pt x="14214" y="15094"/>
                    <a:pt x="14234" y="15085"/>
                  </a:cubicBezTo>
                  <a:cubicBezTo>
                    <a:pt x="14308" y="15085"/>
                    <a:pt x="14419" y="15048"/>
                    <a:pt x="14456" y="14974"/>
                  </a:cubicBezTo>
                  <a:lnTo>
                    <a:pt x="17044" y="11092"/>
                  </a:lnTo>
                  <a:cubicBezTo>
                    <a:pt x="17118" y="10981"/>
                    <a:pt x="17118" y="10833"/>
                    <a:pt x="17044" y="10722"/>
                  </a:cubicBezTo>
                  <a:cubicBezTo>
                    <a:pt x="17044" y="10722"/>
                    <a:pt x="16896" y="10537"/>
                    <a:pt x="16674" y="10204"/>
                  </a:cubicBezTo>
                  <a:cubicBezTo>
                    <a:pt x="15972" y="9280"/>
                    <a:pt x="14493" y="7247"/>
                    <a:pt x="13754" y="5879"/>
                  </a:cubicBezTo>
                  <a:cubicBezTo>
                    <a:pt x="13273" y="4992"/>
                    <a:pt x="12460" y="3550"/>
                    <a:pt x="11240" y="2293"/>
                  </a:cubicBezTo>
                  <a:cubicBezTo>
                    <a:pt x="10020" y="1073"/>
                    <a:pt x="8356" y="1"/>
                    <a:pt x="62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21" name="Google Shape;3821;g3048a510704_4_0"/>
            <p:cNvSpPr/>
            <p:nvPr/>
          </p:nvSpPr>
          <p:spPr>
            <a:xfrm>
              <a:off x="5414950" y="2624850"/>
              <a:ext cx="546274" cy="391175"/>
            </a:xfrm>
            <a:custGeom>
              <a:rect b="b" l="l" r="r" t="t"/>
              <a:pathLst>
                <a:path extrusionOk="0" h="15647" w="21851">
                  <a:moveTo>
                    <a:pt x="13545" y="0"/>
                  </a:moveTo>
                  <a:cubicBezTo>
                    <a:pt x="11427" y="0"/>
                    <a:pt x="9026" y="650"/>
                    <a:pt x="6619" y="2060"/>
                  </a:cubicBezTo>
                  <a:cubicBezTo>
                    <a:pt x="999" y="5387"/>
                    <a:pt x="1" y="11265"/>
                    <a:pt x="3033" y="12153"/>
                  </a:cubicBezTo>
                  <a:cubicBezTo>
                    <a:pt x="3273" y="12221"/>
                    <a:pt x="3520" y="12252"/>
                    <a:pt x="3773" y="12252"/>
                  </a:cubicBezTo>
                  <a:cubicBezTo>
                    <a:pt x="6670" y="12252"/>
                    <a:pt x="10204" y="8124"/>
                    <a:pt x="10205" y="8123"/>
                  </a:cubicBezTo>
                  <a:lnTo>
                    <a:pt x="10205" y="8123"/>
                  </a:lnTo>
                  <a:cubicBezTo>
                    <a:pt x="8763" y="10711"/>
                    <a:pt x="11351" y="10711"/>
                    <a:pt x="11351" y="10711"/>
                  </a:cubicBezTo>
                  <a:cubicBezTo>
                    <a:pt x="11351" y="10711"/>
                    <a:pt x="11499" y="12412"/>
                    <a:pt x="12238" y="13595"/>
                  </a:cubicBezTo>
                  <a:cubicBezTo>
                    <a:pt x="12355" y="13785"/>
                    <a:pt x="12456" y="13864"/>
                    <a:pt x="12544" y="13864"/>
                  </a:cubicBezTo>
                  <a:cubicBezTo>
                    <a:pt x="12986" y="13864"/>
                    <a:pt x="13089" y="11857"/>
                    <a:pt x="13089" y="11857"/>
                  </a:cubicBezTo>
                  <a:cubicBezTo>
                    <a:pt x="13089" y="11857"/>
                    <a:pt x="15529" y="14297"/>
                    <a:pt x="17414" y="15295"/>
                  </a:cubicBezTo>
                  <a:cubicBezTo>
                    <a:pt x="17865" y="15539"/>
                    <a:pt x="18268" y="15646"/>
                    <a:pt x="18625" y="15646"/>
                  </a:cubicBezTo>
                  <a:cubicBezTo>
                    <a:pt x="19731" y="15646"/>
                    <a:pt x="20397" y="14620"/>
                    <a:pt x="20704" y="13447"/>
                  </a:cubicBezTo>
                  <a:cubicBezTo>
                    <a:pt x="21148" y="11857"/>
                    <a:pt x="21851" y="6829"/>
                    <a:pt x="19854" y="3206"/>
                  </a:cubicBezTo>
                  <a:cubicBezTo>
                    <a:pt x="18692" y="1156"/>
                    <a:pt x="16370" y="0"/>
                    <a:pt x="135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22" name="Google Shape;3822;g3048a510704_4_0"/>
            <p:cNvSpPr/>
            <p:nvPr/>
          </p:nvSpPr>
          <p:spPr>
            <a:xfrm>
              <a:off x="5440850" y="2617175"/>
              <a:ext cx="512050" cy="406700"/>
            </a:xfrm>
            <a:custGeom>
              <a:rect b="b" l="l" r="r" t="t"/>
              <a:pathLst>
                <a:path extrusionOk="0" h="16268" w="20482">
                  <a:moveTo>
                    <a:pt x="12496" y="629"/>
                  </a:moveTo>
                  <a:cubicBezTo>
                    <a:pt x="15269" y="629"/>
                    <a:pt x="17450" y="1738"/>
                    <a:pt x="18559" y="3698"/>
                  </a:cubicBezTo>
                  <a:cubicBezTo>
                    <a:pt x="19558" y="5472"/>
                    <a:pt x="19853" y="7654"/>
                    <a:pt x="19853" y="9576"/>
                  </a:cubicBezTo>
                  <a:cubicBezTo>
                    <a:pt x="19853" y="11351"/>
                    <a:pt x="19595" y="12940"/>
                    <a:pt x="19373" y="13680"/>
                  </a:cubicBezTo>
                  <a:cubicBezTo>
                    <a:pt x="19225" y="14234"/>
                    <a:pt x="19003" y="14752"/>
                    <a:pt x="18707" y="15122"/>
                  </a:cubicBezTo>
                  <a:cubicBezTo>
                    <a:pt x="18374" y="15454"/>
                    <a:pt x="18042" y="15639"/>
                    <a:pt x="17598" y="15676"/>
                  </a:cubicBezTo>
                  <a:cubicBezTo>
                    <a:pt x="17302" y="15676"/>
                    <a:pt x="16933" y="15565"/>
                    <a:pt x="16526" y="15343"/>
                  </a:cubicBezTo>
                  <a:cubicBezTo>
                    <a:pt x="15639" y="14863"/>
                    <a:pt x="14567" y="14013"/>
                    <a:pt x="13716" y="13273"/>
                  </a:cubicBezTo>
                  <a:cubicBezTo>
                    <a:pt x="13310" y="12903"/>
                    <a:pt x="12940" y="12571"/>
                    <a:pt x="12681" y="12349"/>
                  </a:cubicBezTo>
                  <a:cubicBezTo>
                    <a:pt x="12533" y="12201"/>
                    <a:pt x="12459" y="12127"/>
                    <a:pt x="12385" y="12053"/>
                  </a:cubicBezTo>
                  <a:cubicBezTo>
                    <a:pt x="12311" y="11979"/>
                    <a:pt x="12274" y="11942"/>
                    <a:pt x="12274" y="11942"/>
                  </a:cubicBezTo>
                  <a:cubicBezTo>
                    <a:pt x="12220" y="11888"/>
                    <a:pt x="12126" y="11854"/>
                    <a:pt x="12037" y="11854"/>
                  </a:cubicBezTo>
                  <a:cubicBezTo>
                    <a:pt x="12004" y="11854"/>
                    <a:pt x="11971" y="11858"/>
                    <a:pt x="11942" y="11868"/>
                  </a:cubicBezTo>
                  <a:cubicBezTo>
                    <a:pt x="11831" y="11905"/>
                    <a:pt x="11757" y="12016"/>
                    <a:pt x="11757" y="12127"/>
                  </a:cubicBezTo>
                  <a:cubicBezTo>
                    <a:pt x="11757" y="12127"/>
                    <a:pt x="11757" y="12275"/>
                    <a:pt x="11720" y="12460"/>
                  </a:cubicBezTo>
                  <a:cubicBezTo>
                    <a:pt x="11720" y="12719"/>
                    <a:pt x="11646" y="13125"/>
                    <a:pt x="11572" y="13458"/>
                  </a:cubicBezTo>
                  <a:cubicBezTo>
                    <a:pt x="11544" y="13571"/>
                    <a:pt x="11515" y="13684"/>
                    <a:pt x="11487" y="13764"/>
                  </a:cubicBezTo>
                  <a:lnTo>
                    <a:pt x="11487" y="13764"/>
                  </a:lnTo>
                  <a:cubicBezTo>
                    <a:pt x="11479" y="13750"/>
                    <a:pt x="11470" y="13734"/>
                    <a:pt x="11461" y="13717"/>
                  </a:cubicBezTo>
                  <a:cubicBezTo>
                    <a:pt x="11128" y="13199"/>
                    <a:pt x="10906" y="12497"/>
                    <a:pt x="10796" y="11942"/>
                  </a:cubicBezTo>
                  <a:cubicBezTo>
                    <a:pt x="10722" y="11683"/>
                    <a:pt x="10685" y="11425"/>
                    <a:pt x="10685" y="11240"/>
                  </a:cubicBezTo>
                  <a:cubicBezTo>
                    <a:pt x="10648" y="11166"/>
                    <a:pt x="10648" y="11092"/>
                    <a:pt x="10648" y="11055"/>
                  </a:cubicBezTo>
                  <a:lnTo>
                    <a:pt x="10648" y="10981"/>
                  </a:lnTo>
                  <a:cubicBezTo>
                    <a:pt x="10611" y="10833"/>
                    <a:pt x="10500" y="10685"/>
                    <a:pt x="10315" y="10685"/>
                  </a:cubicBezTo>
                  <a:cubicBezTo>
                    <a:pt x="10241" y="10685"/>
                    <a:pt x="9908" y="10685"/>
                    <a:pt x="9575" y="10537"/>
                  </a:cubicBezTo>
                  <a:cubicBezTo>
                    <a:pt x="9428" y="10463"/>
                    <a:pt x="9317" y="10389"/>
                    <a:pt x="9206" y="10278"/>
                  </a:cubicBezTo>
                  <a:cubicBezTo>
                    <a:pt x="9132" y="10131"/>
                    <a:pt x="9058" y="9983"/>
                    <a:pt x="9058" y="9761"/>
                  </a:cubicBezTo>
                  <a:cubicBezTo>
                    <a:pt x="9058" y="9502"/>
                    <a:pt x="9169" y="9095"/>
                    <a:pt x="9465" y="8578"/>
                  </a:cubicBezTo>
                  <a:cubicBezTo>
                    <a:pt x="9539" y="8430"/>
                    <a:pt x="9502" y="8245"/>
                    <a:pt x="9354" y="8171"/>
                  </a:cubicBezTo>
                  <a:cubicBezTo>
                    <a:pt x="9307" y="8125"/>
                    <a:pt x="9248" y="8104"/>
                    <a:pt x="9186" y="8104"/>
                  </a:cubicBezTo>
                  <a:cubicBezTo>
                    <a:pt x="9101" y="8104"/>
                    <a:pt x="9011" y="8144"/>
                    <a:pt x="8947" y="8208"/>
                  </a:cubicBezTo>
                  <a:lnTo>
                    <a:pt x="8910" y="8245"/>
                  </a:lnTo>
                  <a:cubicBezTo>
                    <a:pt x="8725" y="8467"/>
                    <a:pt x="7801" y="9502"/>
                    <a:pt x="6618" y="10426"/>
                  </a:cubicBezTo>
                  <a:cubicBezTo>
                    <a:pt x="5435" y="11388"/>
                    <a:pt x="3956" y="12238"/>
                    <a:pt x="2736" y="12238"/>
                  </a:cubicBezTo>
                  <a:cubicBezTo>
                    <a:pt x="2514" y="12238"/>
                    <a:pt x="2292" y="12201"/>
                    <a:pt x="2070" y="12164"/>
                  </a:cubicBezTo>
                  <a:cubicBezTo>
                    <a:pt x="1590" y="12016"/>
                    <a:pt x="1257" y="11757"/>
                    <a:pt x="998" y="11351"/>
                  </a:cubicBezTo>
                  <a:cubicBezTo>
                    <a:pt x="740" y="10981"/>
                    <a:pt x="629" y="10463"/>
                    <a:pt x="629" y="9872"/>
                  </a:cubicBezTo>
                  <a:cubicBezTo>
                    <a:pt x="629" y="8800"/>
                    <a:pt x="1035" y="7506"/>
                    <a:pt x="1886" y="6249"/>
                  </a:cubicBezTo>
                  <a:cubicBezTo>
                    <a:pt x="2699" y="4955"/>
                    <a:pt x="3993" y="3661"/>
                    <a:pt x="5731" y="2626"/>
                  </a:cubicBezTo>
                  <a:cubicBezTo>
                    <a:pt x="8097" y="1258"/>
                    <a:pt x="10463" y="629"/>
                    <a:pt x="12496" y="629"/>
                  </a:cubicBezTo>
                  <a:close/>
                  <a:moveTo>
                    <a:pt x="12496" y="1"/>
                  </a:moveTo>
                  <a:cubicBezTo>
                    <a:pt x="10315" y="1"/>
                    <a:pt x="7875" y="666"/>
                    <a:pt x="5435" y="2108"/>
                  </a:cubicBezTo>
                  <a:cubicBezTo>
                    <a:pt x="3623" y="3180"/>
                    <a:pt x="2255" y="4511"/>
                    <a:pt x="1368" y="5879"/>
                  </a:cubicBezTo>
                  <a:cubicBezTo>
                    <a:pt x="444" y="7284"/>
                    <a:pt x="0" y="8652"/>
                    <a:pt x="0" y="9872"/>
                  </a:cubicBezTo>
                  <a:cubicBezTo>
                    <a:pt x="0" y="10537"/>
                    <a:pt x="148" y="11166"/>
                    <a:pt x="481" y="11683"/>
                  </a:cubicBezTo>
                  <a:cubicBezTo>
                    <a:pt x="776" y="12201"/>
                    <a:pt x="1294" y="12571"/>
                    <a:pt x="1886" y="12756"/>
                  </a:cubicBezTo>
                  <a:cubicBezTo>
                    <a:pt x="2181" y="12829"/>
                    <a:pt x="2440" y="12866"/>
                    <a:pt x="2736" y="12866"/>
                  </a:cubicBezTo>
                  <a:cubicBezTo>
                    <a:pt x="4363" y="12829"/>
                    <a:pt x="5989" y="11757"/>
                    <a:pt x="7246" y="10722"/>
                  </a:cubicBezTo>
                  <a:cubicBezTo>
                    <a:pt x="7697" y="10351"/>
                    <a:pt x="8100" y="9975"/>
                    <a:pt x="8433" y="9646"/>
                  </a:cubicBezTo>
                  <a:lnTo>
                    <a:pt x="8433" y="9646"/>
                  </a:lnTo>
                  <a:cubicBezTo>
                    <a:pt x="8431" y="9685"/>
                    <a:pt x="8429" y="9723"/>
                    <a:pt x="8429" y="9761"/>
                  </a:cubicBezTo>
                  <a:cubicBezTo>
                    <a:pt x="8429" y="10131"/>
                    <a:pt x="8577" y="10463"/>
                    <a:pt x="8762" y="10685"/>
                  </a:cubicBezTo>
                  <a:cubicBezTo>
                    <a:pt x="9058" y="11018"/>
                    <a:pt x="9428" y="11166"/>
                    <a:pt x="9760" y="11240"/>
                  </a:cubicBezTo>
                  <a:cubicBezTo>
                    <a:pt x="9864" y="11266"/>
                    <a:pt x="9963" y="11283"/>
                    <a:pt x="10049" y="11293"/>
                  </a:cubicBezTo>
                  <a:lnTo>
                    <a:pt x="10049" y="11293"/>
                  </a:lnTo>
                  <a:cubicBezTo>
                    <a:pt x="10075" y="11486"/>
                    <a:pt x="10123" y="11766"/>
                    <a:pt x="10204" y="12090"/>
                  </a:cubicBezTo>
                  <a:cubicBezTo>
                    <a:pt x="10315" y="12682"/>
                    <a:pt x="10537" y="13421"/>
                    <a:pt x="10943" y="14049"/>
                  </a:cubicBezTo>
                  <a:cubicBezTo>
                    <a:pt x="11017" y="14160"/>
                    <a:pt x="11091" y="14271"/>
                    <a:pt x="11165" y="14345"/>
                  </a:cubicBezTo>
                  <a:cubicBezTo>
                    <a:pt x="11239" y="14419"/>
                    <a:pt x="11350" y="14456"/>
                    <a:pt x="11498" y="14456"/>
                  </a:cubicBezTo>
                  <a:cubicBezTo>
                    <a:pt x="11683" y="14456"/>
                    <a:pt x="11831" y="14345"/>
                    <a:pt x="11905" y="14271"/>
                  </a:cubicBezTo>
                  <a:cubicBezTo>
                    <a:pt x="12016" y="14086"/>
                    <a:pt x="12089" y="13902"/>
                    <a:pt x="12163" y="13680"/>
                  </a:cubicBezTo>
                  <a:cubicBezTo>
                    <a:pt x="12226" y="13412"/>
                    <a:pt x="12269" y="13104"/>
                    <a:pt x="12298" y="12836"/>
                  </a:cubicBezTo>
                  <a:lnTo>
                    <a:pt x="12298" y="12836"/>
                  </a:lnTo>
                  <a:cubicBezTo>
                    <a:pt x="12557" y="13081"/>
                    <a:pt x="12909" y="13405"/>
                    <a:pt x="13310" y="13754"/>
                  </a:cubicBezTo>
                  <a:cubicBezTo>
                    <a:pt x="14160" y="14493"/>
                    <a:pt x="15269" y="15343"/>
                    <a:pt x="16230" y="15898"/>
                  </a:cubicBezTo>
                  <a:cubicBezTo>
                    <a:pt x="16711" y="16157"/>
                    <a:pt x="17154" y="16268"/>
                    <a:pt x="17598" y="16268"/>
                  </a:cubicBezTo>
                  <a:cubicBezTo>
                    <a:pt x="18264" y="16268"/>
                    <a:pt x="18781" y="15972"/>
                    <a:pt x="19151" y="15491"/>
                  </a:cubicBezTo>
                  <a:cubicBezTo>
                    <a:pt x="19558" y="15048"/>
                    <a:pt x="19816" y="14456"/>
                    <a:pt x="19964" y="13828"/>
                  </a:cubicBezTo>
                  <a:cubicBezTo>
                    <a:pt x="20186" y="13014"/>
                    <a:pt x="20482" y="11425"/>
                    <a:pt x="20482" y="9576"/>
                  </a:cubicBezTo>
                  <a:cubicBezTo>
                    <a:pt x="20482" y="7580"/>
                    <a:pt x="20149" y="5287"/>
                    <a:pt x="19077" y="3365"/>
                  </a:cubicBezTo>
                  <a:cubicBezTo>
                    <a:pt x="17857" y="1221"/>
                    <a:pt x="15417" y="1"/>
                    <a:pt x="124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23" name="Google Shape;3823;g3048a510704_4_0"/>
            <p:cNvSpPr/>
            <p:nvPr/>
          </p:nvSpPr>
          <p:spPr>
            <a:xfrm>
              <a:off x="5732875" y="2898975"/>
              <a:ext cx="70300" cy="90700"/>
            </a:xfrm>
            <a:custGeom>
              <a:rect b="b" l="l" r="r" t="t"/>
              <a:pathLst>
                <a:path extrusionOk="0" h="3628" w="2812">
                  <a:moveTo>
                    <a:pt x="1120" y="1"/>
                  </a:moveTo>
                  <a:cubicBezTo>
                    <a:pt x="0" y="1"/>
                    <a:pt x="519" y="2888"/>
                    <a:pt x="519" y="2888"/>
                  </a:cubicBezTo>
                  <a:lnTo>
                    <a:pt x="1961" y="3628"/>
                  </a:lnTo>
                  <a:cubicBezTo>
                    <a:pt x="2664" y="2334"/>
                    <a:pt x="2812" y="448"/>
                    <a:pt x="1370" y="42"/>
                  </a:cubicBezTo>
                  <a:cubicBezTo>
                    <a:pt x="1279" y="14"/>
                    <a:pt x="1196" y="1"/>
                    <a:pt x="112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24" name="Google Shape;3824;g3048a510704_4_0"/>
            <p:cNvSpPr/>
            <p:nvPr/>
          </p:nvSpPr>
          <p:spPr>
            <a:xfrm>
              <a:off x="5735675" y="2890750"/>
              <a:ext cx="67500" cy="106325"/>
            </a:xfrm>
            <a:custGeom>
              <a:rect b="b" l="l" r="r" t="t"/>
              <a:pathLst>
                <a:path extrusionOk="0" h="4253" w="2700">
                  <a:moveTo>
                    <a:pt x="1036" y="1"/>
                  </a:moveTo>
                  <a:cubicBezTo>
                    <a:pt x="814" y="1"/>
                    <a:pt x="592" y="75"/>
                    <a:pt x="444" y="223"/>
                  </a:cubicBezTo>
                  <a:cubicBezTo>
                    <a:pt x="223" y="445"/>
                    <a:pt x="149" y="703"/>
                    <a:pt x="75" y="999"/>
                  </a:cubicBezTo>
                  <a:cubicBezTo>
                    <a:pt x="1" y="1258"/>
                    <a:pt x="1" y="1591"/>
                    <a:pt x="1" y="1886"/>
                  </a:cubicBezTo>
                  <a:cubicBezTo>
                    <a:pt x="1" y="2626"/>
                    <a:pt x="112" y="3291"/>
                    <a:pt x="112" y="3291"/>
                  </a:cubicBezTo>
                  <a:cubicBezTo>
                    <a:pt x="149" y="3439"/>
                    <a:pt x="296" y="3550"/>
                    <a:pt x="444" y="3550"/>
                  </a:cubicBezTo>
                  <a:cubicBezTo>
                    <a:pt x="629" y="3513"/>
                    <a:pt x="740" y="3328"/>
                    <a:pt x="703" y="3180"/>
                  </a:cubicBezTo>
                  <a:cubicBezTo>
                    <a:pt x="703" y="3180"/>
                    <a:pt x="703" y="3143"/>
                    <a:pt x="703" y="3070"/>
                  </a:cubicBezTo>
                  <a:cubicBezTo>
                    <a:pt x="666" y="2848"/>
                    <a:pt x="592" y="2367"/>
                    <a:pt x="592" y="1886"/>
                  </a:cubicBezTo>
                  <a:cubicBezTo>
                    <a:pt x="592" y="1517"/>
                    <a:pt x="629" y="1147"/>
                    <a:pt x="740" y="925"/>
                  </a:cubicBezTo>
                  <a:cubicBezTo>
                    <a:pt x="777" y="814"/>
                    <a:pt x="814" y="740"/>
                    <a:pt x="851" y="666"/>
                  </a:cubicBezTo>
                  <a:cubicBezTo>
                    <a:pt x="925" y="629"/>
                    <a:pt x="962" y="629"/>
                    <a:pt x="1036" y="629"/>
                  </a:cubicBezTo>
                  <a:cubicBezTo>
                    <a:pt x="1073" y="629"/>
                    <a:pt x="1110" y="629"/>
                    <a:pt x="1184" y="666"/>
                  </a:cubicBezTo>
                  <a:cubicBezTo>
                    <a:pt x="1517" y="740"/>
                    <a:pt x="1701" y="925"/>
                    <a:pt x="1849" y="1147"/>
                  </a:cubicBezTo>
                  <a:cubicBezTo>
                    <a:pt x="1997" y="1406"/>
                    <a:pt x="2071" y="1702"/>
                    <a:pt x="2071" y="2034"/>
                  </a:cubicBezTo>
                  <a:cubicBezTo>
                    <a:pt x="2071" y="2589"/>
                    <a:pt x="1886" y="3254"/>
                    <a:pt x="1590" y="3809"/>
                  </a:cubicBezTo>
                  <a:cubicBezTo>
                    <a:pt x="1480" y="3957"/>
                    <a:pt x="1553" y="4142"/>
                    <a:pt x="1701" y="4216"/>
                  </a:cubicBezTo>
                  <a:cubicBezTo>
                    <a:pt x="1751" y="4240"/>
                    <a:pt x="1804" y="4253"/>
                    <a:pt x="1856" y="4253"/>
                  </a:cubicBezTo>
                  <a:cubicBezTo>
                    <a:pt x="1960" y="4253"/>
                    <a:pt x="2059" y="4203"/>
                    <a:pt x="2108" y="4105"/>
                  </a:cubicBezTo>
                  <a:cubicBezTo>
                    <a:pt x="2441" y="3476"/>
                    <a:pt x="2700" y="2737"/>
                    <a:pt x="2700" y="2034"/>
                  </a:cubicBezTo>
                  <a:cubicBezTo>
                    <a:pt x="2700" y="1628"/>
                    <a:pt x="2589" y="1184"/>
                    <a:pt x="2367" y="851"/>
                  </a:cubicBezTo>
                  <a:cubicBezTo>
                    <a:pt x="2182" y="482"/>
                    <a:pt x="1812" y="186"/>
                    <a:pt x="1369" y="75"/>
                  </a:cubicBezTo>
                  <a:cubicBezTo>
                    <a:pt x="1258" y="38"/>
                    <a:pt x="1147" y="1"/>
                    <a:pt x="10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25" name="Google Shape;3825;g3048a510704_4_0"/>
            <p:cNvSpPr/>
            <p:nvPr/>
          </p:nvSpPr>
          <p:spPr>
            <a:xfrm>
              <a:off x="5487050" y="4141300"/>
              <a:ext cx="251425" cy="785650"/>
            </a:xfrm>
            <a:custGeom>
              <a:rect b="b" l="l" r="r" t="t"/>
              <a:pathLst>
                <a:path extrusionOk="0" h="31426" w="10057">
                  <a:moveTo>
                    <a:pt x="7395" y="0"/>
                  </a:moveTo>
                  <a:lnTo>
                    <a:pt x="1" y="407"/>
                  </a:lnTo>
                  <a:lnTo>
                    <a:pt x="6581" y="31241"/>
                  </a:lnTo>
                  <a:lnTo>
                    <a:pt x="10057" y="31425"/>
                  </a:lnTo>
                  <a:lnTo>
                    <a:pt x="7395"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26" name="Google Shape;3826;g3048a510704_4_0"/>
            <p:cNvSpPr/>
            <p:nvPr/>
          </p:nvSpPr>
          <p:spPr>
            <a:xfrm>
              <a:off x="5478725" y="4133900"/>
              <a:ext cx="268075" cy="801375"/>
            </a:xfrm>
            <a:custGeom>
              <a:rect b="b" l="l" r="r" t="t"/>
              <a:pathLst>
                <a:path extrusionOk="0" h="32055" w="10723">
                  <a:moveTo>
                    <a:pt x="7432" y="629"/>
                  </a:moveTo>
                  <a:lnTo>
                    <a:pt x="10057" y="31389"/>
                  </a:lnTo>
                  <a:lnTo>
                    <a:pt x="7173" y="31241"/>
                  </a:lnTo>
                  <a:lnTo>
                    <a:pt x="704" y="1017"/>
                  </a:lnTo>
                  <a:lnTo>
                    <a:pt x="704" y="1017"/>
                  </a:lnTo>
                  <a:lnTo>
                    <a:pt x="7432" y="629"/>
                  </a:lnTo>
                  <a:close/>
                  <a:moveTo>
                    <a:pt x="7728" y="1"/>
                  </a:moveTo>
                  <a:lnTo>
                    <a:pt x="334" y="407"/>
                  </a:lnTo>
                  <a:cubicBezTo>
                    <a:pt x="223" y="407"/>
                    <a:pt x="149" y="444"/>
                    <a:pt x="75" y="518"/>
                  </a:cubicBezTo>
                  <a:cubicBezTo>
                    <a:pt x="38" y="592"/>
                    <a:pt x="1" y="703"/>
                    <a:pt x="38" y="777"/>
                  </a:cubicBezTo>
                  <a:lnTo>
                    <a:pt x="6619" y="31574"/>
                  </a:lnTo>
                  <a:cubicBezTo>
                    <a:pt x="6619" y="31721"/>
                    <a:pt x="6767" y="31832"/>
                    <a:pt x="6877" y="31832"/>
                  </a:cubicBezTo>
                  <a:lnTo>
                    <a:pt x="10390" y="32054"/>
                  </a:lnTo>
                  <a:cubicBezTo>
                    <a:pt x="10464" y="32054"/>
                    <a:pt x="10574" y="32017"/>
                    <a:pt x="10611" y="31943"/>
                  </a:cubicBezTo>
                  <a:cubicBezTo>
                    <a:pt x="10685" y="31869"/>
                    <a:pt x="10722" y="31795"/>
                    <a:pt x="10722" y="31721"/>
                  </a:cubicBezTo>
                  <a:lnTo>
                    <a:pt x="8024" y="296"/>
                  </a:lnTo>
                  <a:cubicBezTo>
                    <a:pt x="8024" y="111"/>
                    <a:pt x="7876" y="1"/>
                    <a:pt x="77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27" name="Google Shape;3827;g3048a510704_4_0"/>
            <p:cNvSpPr/>
            <p:nvPr/>
          </p:nvSpPr>
          <p:spPr>
            <a:xfrm>
              <a:off x="5471350" y="4922300"/>
              <a:ext cx="282850" cy="117400"/>
            </a:xfrm>
            <a:custGeom>
              <a:rect b="b" l="l" r="r" t="t"/>
              <a:pathLst>
                <a:path extrusionOk="0" h="4696" w="11314">
                  <a:moveTo>
                    <a:pt x="7209" y="1"/>
                  </a:moveTo>
                  <a:lnTo>
                    <a:pt x="0" y="4696"/>
                  </a:lnTo>
                  <a:lnTo>
                    <a:pt x="11313" y="4696"/>
                  </a:lnTo>
                  <a:lnTo>
                    <a:pt x="10685" y="185"/>
                  </a:lnTo>
                  <a:lnTo>
                    <a:pt x="720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28" name="Google Shape;3828;g3048a510704_4_0"/>
            <p:cNvSpPr/>
            <p:nvPr/>
          </p:nvSpPr>
          <p:spPr>
            <a:xfrm>
              <a:off x="5463025" y="4913975"/>
              <a:ext cx="299475" cy="134050"/>
            </a:xfrm>
            <a:custGeom>
              <a:rect b="b" l="l" r="r" t="t"/>
              <a:pathLst>
                <a:path extrusionOk="0" h="5362" w="11979">
                  <a:moveTo>
                    <a:pt x="7624" y="636"/>
                  </a:moveTo>
                  <a:lnTo>
                    <a:pt x="10759" y="814"/>
                  </a:lnTo>
                  <a:lnTo>
                    <a:pt x="11276" y="4733"/>
                  </a:lnTo>
                  <a:lnTo>
                    <a:pt x="1368" y="4733"/>
                  </a:lnTo>
                  <a:lnTo>
                    <a:pt x="7624" y="636"/>
                  </a:lnTo>
                  <a:close/>
                  <a:moveTo>
                    <a:pt x="7542" y="1"/>
                  </a:moveTo>
                  <a:cubicBezTo>
                    <a:pt x="7505" y="1"/>
                    <a:pt x="7431" y="38"/>
                    <a:pt x="7358" y="75"/>
                  </a:cubicBezTo>
                  <a:lnTo>
                    <a:pt x="185" y="4807"/>
                  </a:lnTo>
                  <a:cubicBezTo>
                    <a:pt x="74" y="4881"/>
                    <a:pt x="0" y="4992"/>
                    <a:pt x="37" y="5140"/>
                  </a:cubicBezTo>
                  <a:cubicBezTo>
                    <a:pt x="74" y="5251"/>
                    <a:pt x="222" y="5362"/>
                    <a:pt x="333" y="5362"/>
                  </a:cubicBezTo>
                  <a:lnTo>
                    <a:pt x="11646" y="5362"/>
                  </a:lnTo>
                  <a:cubicBezTo>
                    <a:pt x="11720" y="5362"/>
                    <a:pt x="11831" y="5325"/>
                    <a:pt x="11868" y="5251"/>
                  </a:cubicBezTo>
                  <a:cubicBezTo>
                    <a:pt x="11942" y="5177"/>
                    <a:pt x="11979" y="5103"/>
                    <a:pt x="11942" y="4992"/>
                  </a:cubicBezTo>
                  <a:lnTo>
                    <a:pt x="11350" y="481"/>
                  </a:lnTo>
                  <a:cubicBezTo>
                    <a:pt x="11313" y="334"/>
                    <a:pt x="11202" y="223"/>
                    <a:pt x="11055" y="223"/>
                  </a:cubicBezTo>
                  <a:lnTo>
                    <a:pt x="754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29" name="Google Shape;3829;g3048a510704_4_0"/>
            <p:cNvSpPr/>
            <p:nvPr/>
          </p:nvSpPr>
          <p:spPr>
            <a:xfrm>
              <a:off x="5231950" y="3802100"/>
              <a:ext cx="1096200" cy="1127625"/>
            </a:xfrm>
            <a:custGeom>
              <a:rect b="b" l="l" r="r" t="t"/>
              <a:pathLst>
                <a:path extrusionOk="0" h="45105" w="43848">
                  <a:moveTo>
                    <a:pt x="41704" y="0"/>
                  </a:moveTo>
                  <a:lnTo>
                    <a:pt x="28024" y="148"/>
                  </a:lnTo>
                  <a:lnTo>
                    <a:pt x="26730" y="3180"/>
                  </a:lnTo>
                  <a:cubicBezTo>
                    <a:pt x="26730" y="3180"/>
                    <a:pt x="16674" y="5028"/>
                    <a:pt x="11351" y="6174"/>
                  </a:cubicBezTo>
                  <a:cubicBezTo>
                    <a:pt x="6027" y="7357"/>
                    <a:pt x="1" y="9502"/>
                    <a:pt x="1" y="10796"/>
                  </a:cubicBezTo>
                  <a:cubicBezTo>
                    <a:pt x="1" y="12089"/>
                    <a:pt x="4474" y="44956"/>
                    <a:pt x="4474" y="44956"/>
                  </a:cubicBezTo>
                  <a:lnTo>
                    <a:pt x="7210" y="45104"/>
                  </a:lnTo>
                  <a:lnTo>
                    <a:pt x="7765" y="15269"/>
                  </a:lnTo>
                  <a:cubicBezTo>
                    <a:pt x="7765" y="15269"/>
                    <a:pt x="24290" y="14086"/>
                    <a:pt x="28912" y="13938"/>
                  </a:cubicBezTo>
                  <a:cubicBezTo>
                    <a:pt x="29406" y="13926"/>
                    <a:pt x="29890" y="13924"/>
                    <a:pt x="30365" y="13924"/>
                  </a:cubicBezTo>
                  <a:cubicBezTo>
                    <a:pt x="30708" y="13924"/>
                    <a:pt x="31045" y="13925"/>
                    <a:pt x="31379" y="13925"/>
                  </a:cubicBezTo>
                  <a:cubicBezTo>
                    <a:pt x="34868" y="13925"/>
                    <a:pt x="37847" y="13782"/>
                    <a:pt x="40557" y="10500"/>
                  </a:cubicBezTo>
                  <a:cubicBezTo>
                    <a:pt x="43848" y="6470"/>
                    <a:pt x="41704" y="0"/>
                    <a:pt x="4170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30" name="Google Shape;3830;g3048a510704_4_0"/>
            <p:cNvSpPr/>
            <p:nvPr/>
          </p:nvSpPr>
          <p:spPr>
            <a:xfrm>
              <a:off x="5223650" y="3794700"/>
              <a:ext cx="1075850" cy="1142425"/>
            </a:xfrm>
            <a:custGeom>
              <a:rect b="b" l="l" r="r" t="t"/>
              <a:pathLst>
                <a:path extrusionOk="0" h="45697" w="43034">
                  <a:moveTo>
                    <a:pt x="41808" y="594"/>
                  </a:moveTo>
                  <a:cubicBezTo>
                    <a:pt x="41961" y="1163"/>
                    <a:pt x="42405" y="2897"/>
                    <a:pt x="42405" y="4917"/>
                  </a:cubicBezTo>
                  <a:cubicBezTo>
                    <a:pt x="42405" y="6803"/>
                    <a:pt x="41999" y="8947"/>
                    <a:pt x="40631" y="10611"/>
                  </a:cubicBezTo>
                  <a:cubicBezTo>
                    <a:pt x="39041" y="12570"/>
                    <a:pt x="37377" y="13347"/>
                    <a:pt x="35492" y="13679"/>
                  </a:cubicBezTo>
                  <a:cubicBezTo>
                    <a:pt x="33606" y="14012"/>
                    <a:pt x="31536" y="13864"/>
                    <a:pt x="29207" y="13938"/>
                  </a:cubicBezTo>
                  <a:cubicBezTo>
                    <a:pt x="24585" y="14086"/>
                    <a:pt x="8060" y="15232"/>
                    <a:pt x="8060" y="15232"/>
                  </a:cubicBezTo>
                  <a:cubicBezTo>
                    <a:pt x="7912" y="15269"/>
                    <a:pt x="7764" y="15380"/>
                    <a:pt x="7764" y="15528"/>
                  </a:cubicBezTo>
                  <a:lnTo>
                    <a:pt x="7246" y="45068"/>
                  </a:lnTo>
                  <a:lnTo>
                    <a:pt x="5102" y="44969"/>
                  </a:lnTo>
                  <a:lnTo>
                    <a:pt x="5102" y="44969"/>
                  </a:lnTo>
                  <a:cubicBezTo>
                    <a:pt x="5067" y="44733"/>
                    <a:pt x="5005" y="44337"/>
                    <a:pt x="4917" y="43811"/>
                  </a:cubicBezTo>
                  <a:cubicBezTo>
                    <a:pt x="4510" y="40631"/>
                    <a:pt x="3438" y="32756"/>
                    <a:pt x="2440" y="25473"/>
                  </a:cubicBezTo>
                  <a:cubicBezTo>
                    <a:pt x="1959" y="21850"/>
                    <a:pt x="1516" y="18375"/>
                    <a:pt x="1183" y="15750"/>
                  </a:cubicBezTo>
                  <a:cubicBezTo>
                    <a:pt x="998" y="14456"/>
                    <a:pt x="887" y="13347"/>
                    <a:pt x="776" y="12533"/>
                  </a:cubicBezTo>
                  <a:cubicBezTo>
                    <a:pt x="739" y="12127"/>
                    <a:pt x="702" y="11794"/>
                    <a:pt x="665" y="11535"/>
                  </a:cubicBezTo>
                  <a:cubicBezTo>
                    <a:pt x="629" y="11313"/>
                    <a:pt x="629" y="11128"/>
                    <a:pt x="629" y="11092"/>
                  </a:cubicBezTo>
                  <a:cubicBezTo>
                    <a:pt x="629" y="11055"/>
                    <a:pt x="665" y="10944"/>
                    <a:pt x="813" y="10759"/>
                  </a:cubicBezTo>
                  <a:cubicBezTo>
                    <a:pt x="1072" y="10500"/>
                    <a:pt x="1590" y="10167"/>
                    <a:pt x="2329" y="9798"/>
                  </a:cubicBezTo>
                  <a:cubicBezTo>
                    <a:pt x="4473" y="8725"/>
                    <a:pt x="8281" y="7542"/>
                    <a:pt x="11757" y="6803"/>
                  </a:cubicBezTo>
                  <a:cubicBezTo>
                    <a:pt x="14419" y="6211"/>
                    <a:pt x="18263" y="5472"/>
                    <a:pt x="21443" y="4843"/>
                  </a:cubicBezTo>
                  <a:cubicBezTo>
                    <a:pt x="23033" y="4548"/>
                    <a:pt x="24438" y="4289"/>
                    <a:pt x="25473" y="4067"/>
                  </a:cubicBezTo>
                  <a:cubicBezTo>
                    <a:pt x="26508" y="3882"/>
                    <a:pt x="27136" y="3771"/>
                    <a:pt x="27136" y="3771"/>
                  </a:cubicBezTo>
                  <a:cubicBezTo>
                    <a:pt x="27247" y="3734"/>
                    <a:pt x="27321" y="3697"/>
                    <a:pt x="27358" y="3586"/>
                  </a:cubicBezTo>
                  <a:lnTo>
                    <a:pt x="28574" y="737"/>
                  </a:lnTo>
                  <a:lnTo>
                    <a:pt x="28574" y="737"/>
                  </a:lnTo>
                  <a:lnTo>
                    <a:pt x="41808" y="594"/>
                  </a:lnTo>
                  <a:close/>
                  <a:moveTo>
                    <a:pt x="42036" y="0"/>
                  </a:moveTo>
                  <a:lnTo>
                    <a:pt x="28356" y="148"/>
                  </a:lnTo>
                  <a:cubicBezTo>
                    <a:pt x="28246" y="148"/>
                    <a:pt x="28135" y="222"/>
                    <a:pt x="28098" y="333"/>
                  </a:cubicBezTo>
                  <a:lnTo>
                    <a:pt x="26854" y="3211"/>
                  </a:lnTo>
                  <a:lnTo>
                    <a:pt x="26854" y="3211"/>
                  </a:lnTo>
                  <a:cubicBezTo>
                    <a:pt x="25505" y="3459"/>
                    <a:pt x="16524" y="5116"/>
                    <a:pt x="11609" y="6174"/>
                  </a:cubicBezTo>
                  <a:cubicBezTo>
                    <a:pt x="8947" y="6766"/>
                    <a:pt x="6100" y="7579"/>
                    <a:pt x="3882" y="8430"/>
                  </a:cubicBezTo>
                  <a:cubicBezTo>
                    <a:pt x="2810" y="8873"/>
                    <a:pt x="1849" y="9317"/>
                    <a:pt x="1183" y="9724"/>
                  </a:cubicBezTo>
                  <a:cubicBezTo>
                    <a:pt x="850" y="9945"/>
                    <a:pt x="555" y="10130"/>
                    <a:pt x="370" y="10352"/>
                  </a:cubicBezTo>
                  <a:cubicBezTo>
                    <a:pt x="148" y="10574"/>
                    <a:pt x="0" y="10796"/>
                    <a:pt x="0" y="11092"/>
                  </a:cubicBezTo>
                  <a:cubicBezTo>
                    <a:pt x="0" y="11202"/>
                    <a:pt x="37" y="11387"/>
                    <a:pt x="74" y="11720"/>
                  </a:cubicBezTo>
                  <a:cubicBezTo>
                    <a:pt x="555" y="16415"/>
                    <a:pt x="4510" y="45289"/>
                    <a:pt x="4510" y="45289"/>
                  </a:cubicBezTo>
                  <a:cubicBezTo>
                    <a:pt x="4547" y="45437"/>
                    <a:pt x="4658" y="45548"/>
                    <a:pt x="4806" y="45548"/>
                  </a:cubicBezTo>
                  <a:lnTo>
                    <a:pt x="7542" y="45696"/>
                  </a:lnTo>
                  <a:cubicBezTo>
                    <a:pt x="7616" y="45696"/>
                    <a:pt x="7690" y="45696"/>
                    <a:pt x="7764" y="45622"/>
                  </a:cubicBezTo>
                  <a:cubicBezTo>
                    <a:pt x="7838" y="45585"/>
                    <a:pt x="7875" y="45474"/>
                    <a:pt x="7875" y="45400"/>
                  </a:cubicBezTo>
                  <a:lnTo>
                    <a:pt x="8388" y="15840"/>
                  </a:lnTo>
                  <a:lnTo>
                    <a:pt x="8388" y="15840"/>
                  </a:lnTo>
                  <a:cubicBezTo>
                    <a:pt x="8803" y="15811"/>
                    <a:pt x="9641" y="15752"/>
                    <a:pt x="10758" y="15676"/>
                  </a:cubicBezTo>
                  <a:cubicBezTo>
                    <a:pt x="15639" y="15343"/>
                    <a:pt x="25805" y="14678"/>
                    <a:pt x="29244" y="14567"/>
                  </a:cubicBezTo>
                  <a:cubicBezTo>
                    <a:pt x="31536" y="14493"/>
                    <a:pt x="33606" y="14641"/>
                    <a:pt x="35603" y="14271"/>
                  </a:cubicBezTo>
                  <a:cubicBezTo>
                    <a:pt x="37562" y="13938"/>
                    <a:pt x="39411" y="13051"/>
                    <a:pt x="41111" y="10981"/>
                  </a:cubicBezTo>
                  <a:cubicBezTo>
                    <a:pt x="42627" y="9169"/>
                    <a:pt x="43034" y="6877"/>
                    <a:pt x="43034" y="4917"/>
                  </a:cubicBezTo>
                  <a:cubicBezTo>
                    <a:pt x="43034" y="2329"/>
                    <a:pt x="42331" y="222"/>
                    <a:pt x="42331" y="185"/>
                  </a:cubicBezTo>
                  <a:cubicBezTo>
                    <a:pt x="42294" y="74"/>
                    <a:pt x="42146" y="0"/>
                    <a:pt x="420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31" name="Google Shape;3831;g3048a510704_4_0"/>
            <p:cNvSpPr/>
            <p:nvPr/>
          </p:nvSpPr>
          <p:spPr>
            <a:xfrm>
              <a:off x="5111800" y="4926000"/>
              <a:ext cx="308725" cy="134975"/>
            </a:xfrm>
            <a:custGeom>
              <a:rect b="b" l="l" r="r" t="t"/>
              <a:pathLst>
                <a:path extrusionOk="0" h="5399" w="12349">
                  <a:moveTo>
                    <a:pt x="9280" y="0"/>
                  </a:moveTo>
                  <a:lnTo>
                    <a:pt x="8837" y="259"/>
                  </a:lnTo>
                  <a:lnTo>
                    <a:pt x="1" y="5398"/>
                  </a:lnTo>
                  <a:lnTo>
                    <a:pt x="12349" y="5398"/>
                  </a:lnTo>
                  <a:lnTo>
                    <a:pt x="12016" y="148"/>
                  </a:lnTo>
                  <a:lnTo>
                    <a:pt x="92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32" name="Google Shape;3832;g3048a510704_4_0"/>
            <p:cNvSpPr/>
            <p:nvPr/>
          </p:nvSpPr>
          <p:spPr>
            <a:xfrm>
              <a:off x="5103475" y="4918600"/>
              <a:ext cx="324450" cy="150675"/>
            </a:xfrm>
            <a:custGeom>
              <a:rect b="b" l="l" r="r" t="t"/>
              <a:pathLst>
                <a:path extrusionOk="0" h="6027" w="12978">
                  <a:moveTo>
                    <a:pt x="9698" y="597"/>
                  </a:moveTo>
                  <a:lnTo>
                    <a:pt x="12053" y="740"/>
                  </a:lnTo>
                  <a:lnTo>
                    <a:pt x="12349" y="5398"/>
                  </a:lnTo>
                  <a:lnTo>
                    <a:pt x="1480" y="5398"/>
                  </a:lnTo>
                  <a:lnTo>
                    <a:pt x="9317" y="851"/>
                  </a:lnTo>
                  <a:lnTo>
                    <a:pt x="9698" y="597"/>
                  </a:lnTo>
                  <a:close/>
                  <a:moveTo>
                    <a:pt x="9650" y="1"/>
                  </a:moveTo>
                  <a:cubicBezTo>
                    <a:pt x="9576" y="1"/>
                    <a:pt x="9539" y="1"/>
                    <a:pt x="9465" y="38"/>
                  </a:cubicBezTo>
                  <a:lnTo>
                    <a:pt x="9022" y="296"/>
                  </a:lnTo>
                  <a:lnTo>
                    <a:pt x="186" y="5435"/>
                  </a:lnTo>
                  <a:cubicBezTo>
                    <a:pt x="38" y="5509"/>
                    <a:pt x="1" y="5657"/>
                    <a:pt x="38" y="5805"/>
                  </a:cubicBezTo>
                  <a:cubicBezTo>
                    <a:pt x="75" y="5916"/>
                    <a:pt x="186" y="6027"/>
                    <a:pt x="334" y="6027"/>
                  </a:cubicBezTo>
                  <a:lnTo>
                    <a:pt x="12682" y="6027"/>
                  </a:lnTo>
                  <a:cubicBezTo>
                    <a:pt x="12756" y="6027"/>
                    <a:pt x="12830" y="5990"/>
                    <a:pt x="12904" y="5916"/>
                  </a:cubicBezTo>
                  <a:cubicBezTo>
                    <a:pt x="12941" y="5842"/>
                    <a:pt x="12978" y="5768"/>
                    <a:pt x="12978" y="5694"/>
                  </a:cubicBezTo>
                  <a:lnTo>
                    <a:pt x="12682" y="407"/>
                  </a:lnTo>
                  <a:cubicBezTo>
                    <a:pt x="12645" y="259"/>
                    <a:pt x="12534" y="149"/>
                    <a:pt x="12386" y="149"/>
                  </a:cubicBezTo>
                  <a:lnTo>
                    <a:pt x="96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33" name="Google Shape;3833;g3048a510704_4_0"/>
            <p:cNvSpPr/>
            <p:nvPr/>
          </p:nvSpPr>
          <p:spPr>
            <a:xfrm>
              <a:off x="5408500" y="3494300"/>
              <a:ext cx="201500" cy="90600"/>
            </a:xfrm>
            <a:custGeom>
              <a:rect b="b" l="l" r="r" t="t"/>
              <a:pathLst>
                <a:path extrusionOk="0" h="3624" w="8060">
                  <a:moveTo>
                    <a:pt x="2884" y="1"/>
                  </a:moveTo>
                  <a:cubicBezTo>
                    <a:pt x="1960" y="1"/>
                    <a:pt x="0" y="2367"/>
                    <a:pt x="0" y="2700"/>
                  </a:cubicBezTo>
                  <a:cubicBezTo>
                    <a:pt x="0" y="2933"/>
                    <a:pt x="46" y="3306"/>
                    <a:pt x="321" y="3306"/>
                  </a:cubicBezTo>
                  <a:cubicBezTo>
                    <a:pt x="394" y="3306"/>
                    <a:pt x="483" y="3279"/>
                    <a:pt x="592" y="3217"/>
                  </a:cubicBezTo>
                  <a:cubicBezTo>
                    <a:pt x="1109" y="2885"/>
                    <a:pt x="2366" y="2071"/>
                    <a:pt x="2366" y="2071"/>
                  </a:cubicBezTo>
                  <a:lnTo>
                    <a:pt x="7542" y="3624"/>
                  </a:lnTo>
                  <a:lnTo>
                    <a:pt x="8060" y="1443"/>
                  </a:lnTo>
                  <a:lnTo>
                    <a:pt x="5287" y="297"/>
                  </a:lnTo>
                  <a:cubicBezTo>
                    <a:pt x="5287" y="297"/>
                    <a:pt x="3808" y="1"/>
                    <a:pt x="288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34" name="Google Shape;3834;g3048a510704_4_0"/>
            <p:cNvSpPr/>
            <p:nvPr/>
          </p:nvSpPr>
          <p:spPr>
            <a:xfrm>
              <a:off x="5400175" y="3486925"/>
              <a:ext cx="218150" cy="105775"/>
            </a:xfrm>
            <a:custGeom>
              <a:rect b="b" l="l" r="r" t="t"/>
              <a:pathLst>
                <a:path extrusionOk="0" h="4231" w="8726">
                  <a:moveTo>
                    <a:pt x="3217" y="592"/>
                  </a:moveTo>
                  <a:cubicBezTo>
                    <a:pt x="3660" y="592"/>
                    <a:pt x="4252" y="666"/>
                    <a:pt x="4696" y="739"/>
                  </a:cubicBezTo>
                  <a:cubicBezTo>
                    <a:pt x="4954" y="776"/>
                    <a:pt x="5139" y="813"/>
                    <a:pt x="5287" y="850"/>
                  </a:cubicBezTo>
                  <a:cubicBezTo>
                    <a:pt x="5362" y="869"/>
                    <a:pt x="5428" y="878"/>
                    <a:pt x="5474" y="883"/>
                  </a:cubicBezTo>
                  <a:lnTo>
                    <a:pt x="5474" y="883"/>
                  </a:lnTo>
                  <a:lnTo>
                    <a:pt x="5472" y="887"/>
                  </a:lnTo>
                  <a:lnTo>
                    <a:pt x="8023" y="1923"/>
                  </a:lnTo>
                  <a:lnTo>
                    <a:pt x="7653" y="3512"/>
                  </a:lnTo>
                  <a:lnTo>
                    <a:pt x="2773" y="2070"/>
                  </a:lnTo>
                  <a:cubicBezTo>
                    <a:pt x="2752" y="2060"/>
                    <a:pt x="2730" y="2055"/>
                    <a:pt x="2707" y="2055"/>
                  </a:cubicBezTo>
                  <a:cubicBezTo>
                    <a:pt x="2653" y="2055"/>
                    <a:pt x="2593" y="2081"/>
                    <a:pt x="2514" y="2107"/>
                  </a:cubicBezTo>
                  <a:cubicBezTo>
                    <a:pt x="2514" y="2107"/>
                    <a:pt x="2219" y="2329"/>
                    <a:pt x="1849" y="2551"/>
                  </a:cubicBezTo>
                  <a:cubicBezTo>
                    <a:pt x="1479" y="2810"/>
                    <a:pt x="1036" y="3106"/>
                    <a:pt x="777" y="3253"/>
                  </a:cubicBezTo>
                  <a:cubicBezTo>
                    <a:pt x="743" y="3271"/>
                    <a:pt x="716" y="3280"/>
                    <a:pt x="698" y="3285"/>
                  </a:cubicBezTo>
                  <a:lnTo>
                    <a:pt x="698" y="3285"/>
                  </a:lnTo>
                  <a:cubicBezTo>
                    <a:pt x="688" y="3272"/>
                    <a:pt x="666" y="3237"/>
                    <a:pt x="666" y="3180"/>
                  </a:cubicBezTo>
                  <a:cubicBezTo>
                    <a:pt x="635" y="3149"/>
                    <a:pt x="630" y="3092"/>
                    <a:pt x="629" y="3031"/>
                  </a:cubicBezTo>
                  <a:lnTo>
                    <a:pt x="629" y="3031"/>
                  </a:lnTo>
                  <a:cubicBezTo>
                    <a:pt x="632" y="3026"/>
                    <a:pt x="669" y="2953"/>
                    <a:pt x="740" y="2847"/>
                  </a:cubicBezTo>
                  <a:cubicBezTo>
                    <a:pt x="962" y="2514"/>
                    <a:pt x="1442" y="1923"/>
                    <a:pt x="1960" y="1442"/>
                  </a:cubicBezTo>
                  <a:cubicBezTo>
                    <a:pt x="2182" y="1183"/>
                    <a:pt x="2477" y="961"/>
                    <a:pt x="2699" y="813"/>
                  </a:cubicBezTo>
                  <a:cubicBezTo>
                    <a:pt x="2921" y="666"/>
                    <a:pt x="3143" y="592"/>
                    <a:pt x="3217" y="592"/>
                  </a:cubicBezTo>
                  <a:close/>
                  <a:moveTo>
                    <a:pt x="3217" y="0"/>
                  </a:moveTo>
                  <a:cubicBezTo>
                    <a:pt x="2847" y="0"/>
                    <a:pt x="2551" y="185"/>
                    <a:pt x="2182" y="407"/>
                  </a:cubicBezTo>
                  <a:cubicBezTo>
                    <a:pt x="1701" y="776"/>
                    <a:pt x="1183" y="1331"/>
                    <a:pt x="740" y="1812"/>
                  </a:cubicBezTo>
                  <a:cubicBezTo>
                    <a:pt x="555" y="2033"/>
                    <a:pt x="370" y="2255"/>
                    <a:pt x="259" y="2440"/>
                  </a:cubicBezTo>
                  <a:cubicBezTo>
                    <a:pt x="185" y="2551"/>
                    <a:pt x="148" y="2625"/>
                    <a:pt x="111" y="2699"/>
                  </a:cubicBezTo>
                  <a:lnTo>
                    <a:pt x="37" y="2810"/>
                  </a:lnTo>
                  <a:cubicBezTo>
                    <a:pt x="37" y="2884"/>
                    <a:pt x="0" y="2921"/>
                    <a:pt x="0" y="2995"/>
                  </a:cubicBezTo>
                  <a:cubicBezTo>
                    <a:pt x="0" y="3143"/>
                    <a:pt x="37" y="3327"/>
                    <a:pt x="111" y="3512"/>
                  </a:cubicBezTo>
                  <a:cubicBezTo>
                    <a:pt x="148" y="3586"/>
                    <a:pt x="185" y="3697"/>
                    <a:pt x="296" y="3771"/>
                  </a:cubicBezTo>
                  <a:cubicBezTo>
                    <a:pt x="370" y="3845"/>
                    <a:pt x="518" y="3919"/>
                    <a:pt x="666" y="3919"/>
                  </a:cubicBezTo>
                  <a:cubicBezTo>
                    <a:pt x="814" y="3919"/>
                    <a:pt x="962" y="3845"/>
                    <a:pt x="1110" y="3771"/>
                  </a:cubicBezTo>
                  <a:cubicBezTo>
                    <a:pt x="1529" y="3501"/>
                    <a:pt x="2436" y="2915"/>
                    <a:pt x="2763" y="2703"/>
                  </a:cubicBezTo>
                  <a:lnTo>
                    <a:pt x="2763" y="2703"/>
                  </a:lnTo>
                  <a:lnTo>
                    <a:pt x="7801" y="4215"/>
                  </a:lnTo>
                  <a:cubicBezTo>
                    <a:pt x="7823" y="4226"/>
                    <a:pt x="7845" y="4230"/>
                    <a:pt x="7866" y="4230"/>
                  </a:cubicBezTo>
                  <a:cubicBezTo>
                    <a:pt x="7918" y="4230"/>
                    <a:pt x="7971" y="4204"/>
                    <a:pt x="8023" y="4178"/>
                  </a:cubicBezTo>
                  <a:cubicBezTo>
                    <a:pt x="8097" y="4141"/>
                    <a:pt x="8171" y="4067"/>
                    <a:pt x="8171" y="3993"/>
                  </a:cubicBezTo>
                  <a:lnTo>
                    <a:pt x="8688" y="1812"/>
                  </a:lnTo>
                  <a:cubicBezTo>
                    <a:pt x="8725" y="1664"/>
                    <a:pt x="8652" y="1516"/>
                    <a:pt x="8504" y="1442"/>
                  </a:cubicBezTo>
                  <a:lnTo>
                    <a:pt x="5731" y="333"/>
                  </a:lnTo>
                  <a:lnTo>
                    <a:pt x="5657" y="296"/>
                  </a:lnTo>
                  <a:cubicBezTo>
                    <a:pt x="5657" y="296"/>
                    <a:pt x="4215" y="0"/>
                    <a:pt x="32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35" name="Google Shape;3835;g3048a510704_4_0"/>
            <p:cNvSpPr/>
            <p:nvPr/>
          </p:nvSpPr>
          <p:spPr>
            <a:xfrm>
              <a:off x="5410350" y="3530350"/>
              <a:ext cx="171000" cy="49025"/>
            </a:xfrm>
            <a:custGeom>
              <a:rect b="b" l="l" r="r" t="t"/>
              <a:pathLst>
                <a:path extrusionOk="0" h="1961" w="6840">
                  <a:moveTo>
                    <a:pt x="5213" y="1"/>
                  </a:moveTo>
                  <a:cubicBezTo>
                    <a:pt x="5213" y="1"/>
                    <a:pt x="1775" y="223"/>
                    <a:pt x="1035" y="333"/>
                  </a:cubicBezTo>
                  <a:cubicBezTo>
                    <a:pt x="333" y="407"/>
                    <a:pt x="0" y="1258"/>
                    <a:pt x="961" y="1258"/>
                  </a:cubicBezTo>
                  <a:cubicBezTo>
                    <a:pt x="1886" y="1258"/>
                    <a:pt x="3106" y="1147"/>
                    <a:pt x="3106" y="1147"/>
                  </a:cubicBezTo>
                  <a:cubicBezTo>
                    <a:pt x="3106" y="1147"/>
                    <a:pt x="3845" y="1775"/>
                    <a:pt x="5213" y="1886"/>
                  </a:cubicBezTo>
                  <a:cubicBezTo>
                    <a:pt x="6544" y="1960"/>
                    <a:pt x="6840" y="1960"/>
                    <a:pt x="6840" y="1960"/>
                  </a:cubicBezTo>
                  <a:lnTo>
                    <a:pt x="521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36" name="Google Shape;3836;g3048a510704_4_0"/>
            <p:cNvSpPr/>
            <p:nvPr/>
          </p:nvSpPr>
          <p:spPr>
            <a:xfrm>
              <a:off x="5412200" y="3522950"/>
              <a:ext cx="177475" cy="64725"/>
            </a:xfrm>
            <a:custGeom>
              <a:rect b="b" l="l" r="r" t="t"/>
              <a:pathLst>
                <a:path extrusionOk="0" h="2589" w="7099">
                  <a:moveTo>
                    <a:pt x="5102" y="1"/>
                  </a:moveTo>
                  <a:cubicBezTo>
                    <a:pt x="5102" y="1"/>
                    <a:pt x="4252" y="38"/>
                    <a:pt x="3290" y="112"/>
                  </a:cubicBezTo>
                  <a:cubicBezTo>
                    <a:pt x="2366" y="186"/>
                    <a:pt x="1331" y="260"/>
                    <a:pt x="924" y="297"/>
                  </a:cubicBezTo>
                  <a:cubicBezTo>
                    <a:pt x="665" y="334"/>
                    <a:pt x="444" y="445"/>
                    <a:pt x="296" y="592"/>
                  </a:cubicBezTo>
                  <a:cubicBezTo>
                    <a:pt x="111" y="777"/>
                    <a:pt x="0" y="962"/>
                    <a:pt x="0" y="1184"/>
                  </a:cubicBezTo>
                  <a:cubicBezTo>
                    <a:pt x="0" y="1369"/>
                    <a:pt x="74" y="1591"/>
                    <a:pt x="259" y="1702"/>
                  </a:cubicBezTo>
                  <a:cubicBezTo>
                    <a:pt x="444" y="1812"/>
                    <a:pt x="629" y="1849"/>
                    <a:pt x="887" y="1849"/>
                  </a:cubicBezTo>
                  <a:cubicBezTo>
                    <a:pt x="1642" y="1849"/>
                    <a:pt x="2618" y="1776"/>
                    <a:pt x="2951" y="1748"/>
                  </a:cubicBezTo>
                  <a:lnTo>
                    <a:pt x="2951" y="1748"/>
                  </a:lnTo>
                  <a:cubicBezTo>
                    <a:pt x="3210" y="1939"/>
                    <a:pt x="3940" y="2389"/>
                    <a:pt x="5102" y="2478"/>
                  </a:cubicBezTo>
                  <a:cubicBezTo>
                    <a:pt x="6433" y="2589"/>
                    <a:pt x="6766" y="2589"/>
                    <a:pt x="6766" y="2589"/>
                  </a:cubicBezTo>
                  <a:cubicBezTo>
                    <a:pt x="6950" y="2589"/>
                    <a:pt x="7098" y="2441"/>
                    <a:pt x="7098" y="2256"/>
                  </a:cubicBezTo>
                  <a:cubicBezTo>
                    <a:pt x="7098" y="2108"/>
                    <a:pt x="6950" y="1960"/>
                    <a:pt x="6766" y="1960"/>
                  </a:cubicBezTo>
                  <a:cubicBezTo>
                    <a:pt x="6692" y="1960"/>
                    <a:pt x="6322" y="1960"/>
                    <a:pt x="5139" y="1849"/>
                  </a:cubicBezTo>
                  <a:cubicBezTo>
                    <a:pt x="4510" y="1812"/>
                    <a:pt x="4030" y="1628"/>
                    <a:pt x="3697" y="1480"/>
                  </a:cubicBezTo>
                  <a:cubicBezTo>
                    <a:pt x="3549" y="1406"/>
                    <a:pt x="3438" y="1332"/>
                    <a:pt x="3364" y="1295"/>
                  </a:cubicBezTo>
                  <a:lnTo>
                    <a:pt x="3253" y="1221"/>
                  </a:lnTo>
                  <a:cubicBezTo>
                    <a:pt x="3199" y="1167"/>
                    <a:pt x="3145" y="1133"/>
                    <a:pt x="3091" y="1133"/>
                  </a:cubicBezTo>
                  <a:cubicBezTo>
                    <a:pt x="3071" y="1133"/>
                    <a:pt x="3051" y="1137"/>
                    <a:pt x="3032" y="1147"/>
                  </a:cubicBezTo>
                  <a:cubicBezTo>
                    <a:pt x="3032" y="1147"/>
                    <a:pt x="2699" y="1147"/>
                    <a:pt x="2292" y="1184"/>
                  </a:cubicBezTo>
                  <a:cubicBezTo>
                    <a:pt x="1886" y="1221"/>
                    <a:pt x="1331" y="1221"/>
                    <a:pt x="887" y="1221"/>
                  </a:cubicBezTo>
                  <a:cubicBezTo>
                    <a:pt x="702" y="1221"/>
                    <a:pt x="629" y="1184"/>
                    <a:pt x="592" y="1184"/>
                  </a:cubicBezTo>
                  <a:lnTo>
                    <a:pt x="629" y="1147"/>
                  </a:lnTo>
                  <a:cubicBezTo>
                    <a:pt x="665" y="1073"/>
                    <a:pt x="813" y="962"/>
                    <a:pt x="1035" y="925"/>
                  </a:cubicBezTo>
                  <a:cubicBezTo>
                    <a:pt x="1368" y="851"/>
                    <a:pt x="2403" y="777"/>
                    <a:pt x="3327" y="740"/>
                  </a:cubicBezTo>
                  <a:cubicBezTo>
                    <a:pt x="4289" y="666"/>
                    <a:pt x="5139" y="592"/>
                    <a:pt x="5139" y="592"/>
                  </a:cubicBezTo>
                  <a:cubicBezTo>
                    <a:pt x="5324" y="592"/>
                    <a:pt x="5435" y="445"/>
                    <a:pt x="5435" y="297"/>
                  </a:cubicBezTo>
                  <a:cubicBezTo>
                    <a:pt x="5435" y="112"/>
                    <a:pt x="5287" y="1"/>
                    <a:pt x="51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37" name="Google Shape;3837;g3048a510704_4_0"/>
            <p:cNvSpPr/>
            <p:nvPr/>
          </p:nvSpPr>
          <p:spPr>
            <a:xfrm>
              <a:off x="5597050" y="3530350"/>
              <a:ext cx="448275" cy="196900"/>
            </a:xfrm>
            <a:custGeom>
              <a:rect b="b" l="l" r="r" t="t"/>
              <a:pathLst>
                <a:path extrusionOk="0" h="7876" w="17931">
                  <a:moveTo>
                    <a:pt x="518" y="1"/>
                  </a:moveTo>
                  <a:lnTo>
                    <a:pt x="0" y="2182"/>
                  </a:lnTo>
                  <a:lnTo>
                    <a:pt x="17487" y="7875"/>
                  </a:lnTo>
                  <a:lnTo>
                    <a:pt x="17931" y="2810"/>
                  </a:lnTo>
                  <a:lnTo>
                    <a:pt x="51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38" name="Google Shape;3838;g3048a510704_4_0"/>
            <p:cNvSpPr/>
            <p:nvPr/>
          </p:nvSpPr>
          <p:spPr>
            <a:xfrm>
              <a:off x="5588725" y="3522775"/>
              <a:ext cx="464000" cy="212250"/>
            </a:xfrm>
            <a:custGeom>
              <a:rect b="b" l="l" r="r" t="t"/>
              <a:pathLst>
                <a:path extrusionOk="0" h="8490" w="18560">
                  <a:moveTo>
                    <a:pt x="1084" y="643"/>
                  </a:moveTo>
                  <a:lnTo>
                    <a:pt x="17931" y="3372"/>
                  </a:lnTo>
                  <a:lnTo>
                    <a:pt x="17561" y="7772"/>
                  </a:lnTo>
                  <a:lnTo>
                    <a:pt x="703" y="2263"/>
                  </a:lnTo>
                  <a:lnTo>
                    <a:pt x="1084" y="643"/>
                  </a:lnTo>
                  <a:close/>
                  <a:moveTo>
                    <a:pt x="830" y="1"/>
                  </a:moveTo>
                  <a:cubicBezTo>
                    <a:pt x="703" y="1"/>
                    <a:pt x="587" y="101"/>
                    <a:pt x="555" y="230"/>
                  </a:cubicBezTo>
                  <a:lnTo>
                    <a:pt x="37" y="2411"/>
                  </a:lnTo>
                  <a:cubicBezTo>
                    <a:pt x="0" y="2559"/>
                    <a:pt x="74" y="2744"/>
                    <a:pt x="259" y="2781"/>
                  </a:cubicBezTo>
                  <a:lnTo>
                    <a:pt x="17746" y="8474"/>
                  </a:lnTo>
                  <a:cubicBezTo>
                    <a:pt x="17768" y="8485"/>
                    <a:pt x="17793" y="8490"/>
                    <a:pt x="17819" y="8490"/>
                  </a:cubicBezTo>
                  <a:cubicBezTo>
                    <a:pt x="17882" y="8490"/>
                    <a:pt x="17953" y="8463"/>
                    <a:pt x="18005" y="8437"/>
                  </a:cubicBezTo>
                  <a:cubicBezTo>
                    <a:pt x="18079" y="8400"/>
                    <a:pt x="18153" y="8289"/>
                    <a:pt x="18153" y="8215"/>
                  </a:cubicBezTo>
                  <a:lnTo>
                    <a:pt x="18560" y="3113"/>
                  </a:lnTo>
                  <a:cubicBezTo>
                    <a:pt x="18560" y="2966"/>
                    <a:pt x="18449" y="2818"/>
                    <a:pt x="18301" y="2818"/>
                  </a:cubicBezTo>
                  <a:lnTo>
                    <a:pt x="888" y="8"/>
                  </a:lnTo>
                  <a:cubicBezTo>
                    <a:pt x="868" y="3"/>
                    <a:pt x="849" y="1"/>
                    <a:pt x="8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39" name="Google Shape;3839;g3048a510704_4_0"/>
            <p:cNvSpPr/>
            <p:nvPr/>
          </p:nvSpPr>
          <p:spPr>
            <a:xfrm>
              <a:off x="5831800" y="3033350"/>
              <a:ext cx="475100" cy="853075"/>
            </a:xfrm>
            <a:custGeom>
              <a:rect b="b" l="l" r="r" t="t"/>
              <a:pathLst>
                <a:path extrusionOk="0" h="34123" w="19004">
                  <a:moveTo>
                    <a:pt x="9555" y="1"/>
                  </a:moveTo>
                  <a:cubicBezTo>
                    <a:pt x="8899" y="1"/>
                    <a:pt x="8262" y="269"/>
                    <a:pt x="7654" y="841"/>
                  </a:cubicBezTo>
                  <a:cubicBezTo>
                    <a:pt x="7654" y="841"/>
                    <a:pt x="2330" y="6571"/>
                    <a:pt x="1147" y="8605"/>
                  </a:cubicBezTo>
                  <a:cubicBezTo>
                    <a:pt x="1" y="10601"/>
                    <a:pt x="3476" y="19955"/>
                    <a:pt x="3772" y="22690"/>
                  </a:cubicBezTo>
                  <a:cubicBezTo>
                    <a:pt x="4030" y="25426"/>
                    <a:pt x="4918" y="27164"/>
                    <a:pt x="3624" y="28606"/>
                  </a:cubicBezTo>
                  <a:cubicBezTo>
                    <a:pt x="2330" y="30048"/>
                    <a:pt x="3476" y="30898"/>
                    <a:pt x="4178" y="31489"/>
                  </a:cubicBezTo>
                  <a:cubicBezTo>
                    <a:pt x="4861" y="32002"/>
                    <a:pt x="10182" y="34123"/>
                    <a:pt x="13583" y="34123"/>
                  </a:cubicBezTo>
                  <a:cubicBezTo>
                    <a:pt x="13864" y="34123"/>
                    <a:pt x="14131" y="34108"/>
                    <a:pt x="14382" y="34077"/>
                  </a:cubicBezTo>
                  <a:cubicBezTo>
                    <a:pt x="17710" y="33634"/>
                    <a:pt x="18412" y="31342"/>
                    <a:pt x="18708" y="27718"/>
                  </a:cubicBezTo>
                  <a:cubicBezTo>
                    <a:pt x="19004" y="24132"/>
                    <a:pt x="18708" y="11488"/>
                    <a:pt x="15824" y="6312"/>
                  </a:cubicBezTo>
                  <a:cubicBezTo>
                    <a:pt x="13687" y="2428"/>
                    <a:pt x="11530" y="1"/>
                    <a:pt x="955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40" name="Google Shape;3840;g3048a510704_4_0"/>
            <p:cNvSpPr/>
            <p:nvPr/>
          </p:nvSpPr>
          <p:spPr>
            <a:xfrm>
              <a:off x="5847525" y="3025700"/>
              <a:ext cx="462150" cy="867925"/>
            </a:xfrm>
            <a:custGeom>
              <a:rect b="b" l="l" r="r" t="t"/>
              <a:pathLst>
                <a:path extrusionOk="0" h="34717" w="18486">
                  <a:moveTo>
                    <a:pt x="8910" y="592"/>
                  </a:moveTo>
                  <a:cubicBezTo>
                    <a:pt x="9760" y="592"/>
                    <a:pt x="10759" y="1147"/>
                    <a:pt x="11757" y="2219"/>
                  </a:cubicBezTo>
                  <a:cubicBezTo>
                    <a:pt x="12792" y="3254"/>
                    <a:pt x="13864" y="4844"/>
                    <a:pt x="14936" y="6766"/>
                  </a:cubicBezTo>
                  <a:cubicBezTo>
                    <a:pt x="16082" y="8800"/>
                    <a:pt x="16822" y="12090"/>
                    <a:pt x="17265" y="15528"/>
                  </a:cubicBezTo>
                  <a:cubicBezTo>
                    <a:pt x="17709" y="19004"/>
                    <a:pt x="17857" y="22553"/>
                    <a:pt x="17857" y="25141"/>
                  </a:cubicBezTo>
                  <a:cubicBezTo>
                    <a:pt x="17857" y="26361"/>
                    <a:pt x="17820" y="27359"/>
                    <a:pt x="17783" y="28024"/>
                  </a:cubicBezTo>
                  <a:cubicBezTo>
                    <a:pt x="17635" y="29799"/>
                    <a:pt x="17376" y="31241"/>
                    <a:pt x="16785" y="32239"/>
                  </a:cubicBezTo>
                  <a:cubicBezTo>
                    <a:pt x="16193" y="33237"/>
                    <a:pt x="15306" y="33866"/>
                    <a:pt x="13716" y="34051"/>
                  </a:cubicBezTo>
                  <a:cubicBezTo>
                    <a:pt x="13494" y="34088"/>
                    <a:pt x="13199" y="34125"/>
                    <a:pt x="12903" y="34125"/>
                  </a:cubicBezTo>
                  <a:cubicBezTo>
                    <a:pt x="11276" y="34125"/>
                    <a:pt x="9095" y="33607"/>
                    <a:pt x="7283" y="33016"/>
                  </a:cubicBezTo>
                  <a:cubicBezTo>
                    <a:pt x="6396" y="32720"/>
                    <a:pt x="5583" y="32387"/>
                    <a:pt x="4954" y="32128"/>
                  </a:cubicBezTo>
                  <a:cubicBezTo>
                    <a:pt x="4621" y="31980"/>
                    <a:pt x="4363" y="31869"/>
                    <a:pt x="4141" y="31759"/>
                  </a:cubicBezTo>
                  <a:cubicBezTo>
                    <a:pt x="3956" y="31685"/>
                    <a:pt x="3808" y="31574"/>
                    <a:pt x="3734" y="31537"/>
                  </a:cubicBezTo>
                  <a:cubicBezTo>
                    <a:pt x="3512" y="31352"/>
                    <a:pt x="3217" y="31130"/>
                    <a:pt x="3032" y="30908"/>
                  </a:cubicBezTo>
                  <a:cubicBezTo>
                    <a:pt x="2810" y="30649"/>
                    <a:pt x="2699" y="30428"/>
                    <a:pt x="2699" y="30132"/>
                  </a:cubicBezTo>
                  <a:cubicBezTo>
                    <a:pt x="2699" y="29873"/>
                    <a:pt x="2810" y="29540"/>
                    <a:pt x="3217" y="29097"/>
                  </a:cubicBezTo>
                  <a:cubicBezTo>
                    <a:pt x="3771" y="28468"/>
                    <a:pt x="3993" y="27729"/>
                    <a:pt x="3993" y="26989"/>
                  </a:cubicBezTo>
                  <a:cubicBezTo>
                    <a:pt x="3993" y="25843"/>
                    <a:pt x="3586" y="24586"/>
                    <a:pt x="3438" y="22959"/>
                  </a:cubicBezTo>
                  <a:cubicBezTo>
                    <a:pt x="3291" y="21739"/>
                    <a:pt x="2588" y="19373"/>
                    <a:pt x="1923" y="16859"/>
                  </a:cubicBezTo>
                  <a:cubicBezTo>
                    <a:pt x="1257" y="14345"/>
                    <a:pt x="592" y="11720"/>
                    <a:pt x="592" y="10168"/>
                  </a:cubicBezTo>
                  <a:cubicBezTo>
                    <a:pt x="592" y="9650"/>
                    <a:pt x="703" y="9280"/>
                    <a:pt x="814" y="9058"/>
                  </a:cubicBezTo>
                  <a:cubicBezTo>
                    <a:pt x="1072" y="8578"/>
                    <a:pt x="1627" y="7838"/>
                    <a:pt x="2255" y="7025"/>
                  </a:cubicBezTo>
                  <a:cubicBezTo>
                    <a:pt x="3254" y="5805"/>
                    <a:pt x="4511" y="4400"/>
                    <a:pt x="5509" y="3291"/>
                  </a:cubicBezTo>
                  <a:cubicBezTo>
                    <a:pt x="5989" y="2700"/>
                    <a:pt x="6433" y="2219"/>
                    <a:pt x="6729" y="1886"/>
                  </a:cubicBezTo>
                  <a:cubicBezTo>
                    <a:pt x="7062" y="1553"/>
                    <a:pt x="7246" y="1369"/>
                    <a:pt x="7246" y="1369"/>
                  </a:cubicBezTo>
                  <a:lnTo>
                    <a:pt x="7229" y="1351"/>
                  </a:lnTo>
                  <a:lnTo>
                    <a:pt x="7229" y="1351"/>
                  </a:lnTo>
                  <a:cubicBezTo>
                    <a:pt x="7813" y="809"/>
                    <a:pt x="8361" y="592"/>
                    <a:pt x="8910" y="592"/>
                  </a:cubicBezTo>
                  <a:close/>
                  <a:moveTo>
                    <a:pt x="8910" y="1"/>
                  </a:moveTo>
                  <a:cubicBezTo>
                    <a:pt x="8171" y="1"/>
                    <a:pt x="7431" y="296"/>
                    <a:pt x="6803" y="925"/>
                  </a:cubicBezTo>
                  <a:lnTo>
                    <a:pt x="6766" y="925"/>
                  </a:lnTo>
                  <a:cubicBezTo>
                    <a:pt x="6766" y="925"/>
                    <a:pt x="5435" y="2367"/>
                    <a:pt x="3956" y="4067"/>
                  </a:cubicBezTo>
                  <a:cubicBezTo>
                    <a:pt x="3217" y="4918"/>
                    <a:pt x="2440" y="5842"/>
                    <a:pt x="1775" y="6655"/>
                  </a:cubicBezTo>
                  <a:cubicBezTo>
                    <a:pt x="1109" y="7469"/>
                    <a:pt x="592" y="8208"/>
                    <a:pt x="259" y="8763"/>
                  </a:cubicBezTo>
                  <a:cubicBezTo>
                    <a:pt x="74" y="9132"/>
                    <a:pt x="0" y="9613"/>
                    <a:pt x="0" y="10168"/>
                  </a:cubicBezTo>
                  <a:cubicBezTo>
                    <a:pt x="0" y="11868"/>
                    <a:pt x="666" y="14493"/>
                    <a:pt x="1331" y="17007"/>
                  </a:cubicBezTo>
                  <a:cubicBezTo>
                    <a:pt x="1997" y="19521"/>
                    <a:pt x="2699" y="21924"/>
                    <a:pt x="2810" y="23033"/>
                  </a:cubicBezTo>
                  <a:cubicBezTo>
                    <a:pt x="2995" y="24697"/>
                    <a:pt x="3364" y="25991"/>
                    <a:pt x="3364" y="26989"/>
                  </a:cubicBezTo>
                  <a:cubicBezTo>
                    <a:pt x="3364" y="27655"/>
                    <a:pt x="3217" y="28172"/>
                    <a:pt x="2736" y="28690"/>
                  </a:cubicBezTo>
                  <a:cubicBezTo>
                    <a:pt x="2292" y="29208"/>
                    <a:pt x="2071" y="29688"/>
                    <a:pt x="2071" y="30132"/>
                  </a:cubicBezTo>
                  <a:cubicBezTo>
                    <a:pt x="2071" y="30612"/>
                    <a:pt x="2292" y="30982"/>
                    <a:pt x="2551" y="31278"/>
                  </a:cubicBezTo>
                  <a:cubicBezTo>
                    <a:pt x="2810" y="31574"/>
                    <a:pt x="3143" y="31832"/>
                    <a:pt x="3364" y="32017"/>
                  </a:cubicBezTo>
                  <a:cubicBezTo>
                    <a:pt x="3475" y="32128"/>
                    <a:pt x="3660" y="32202"/>
                    <a:pt x="3882" y="32313"/>
                  </a:cubicBezTo>
                  <a:cubicBezTo>
                    <a:pt x="4658" y="32720"/>
                    <a:pt x="6137" y="33311"/>
                    <a:pt x="7801" y="33829"/>
                  </a:cubicBezTo>
                  <a:cubicBezTo>
                    <a:pt x="9502" y="34309"/>
                    <a:pt x="11387" y="34716"/>
                    <a:pt x="12903" y="34716"/>
                  </a:cubicBezTo>
                  <a:cubicBezTo>
                    <a:pt x="13236" y="34716"/>
                    <a:pt x="13531" y="34716"/>
                    <a:pt x="13827" y="34679"/>
                  </a:cubicBezTo>
                  <a:cubicBezTo>
                    <a:pt x="15528" y="34457"/>
                    <a:pt x="16674" y="33718"/>
                    <a:pt x="17339" y="32535"/>
                  </a:cubicBezTo>
                  <a:cubicBezTo>
                    <a:pt x="18005" y="31389"/>
                    <a:pt x="18227" y="29873"/>
                    <a:pt x="18375" y="28061"/>
                  </a:cubicBezTo>
                  <a:cubicBezTo>
                    <a:pt x="18448" y="27359"/>
                    <a:pt x="18485" y="26361"/>
                    <a:pt x="18485" y="25141"/>
                  </a:cubicBezTo>
                  <a:cubicBezTo>
                    <a:pt x="18485" y="22553"/>
                    <a:pt x="18338" y="18930"/>
                    <a:pt x="17857" y="15454"/>
                  </a:cubicBezTo>
                  <a:cubicBezTo>
                    <a:pt x="17413" y="11979"/>
                    <a:pt x="16674" y="8615"/>
                    <a:pt x="15491" y="6471"/>
                  </a:cubicBezTo>
                  <a:cubicBezTo>
                    <a:pt x="14382" y="4511"/>
                    <a:pt x="13310" y="2921"/>
                    <a:pt x="12200" y="1775"/>
                  </a:cubicBezTo>
                  <a:cubicBezTo>
                    <a:pt x="11128" y="666"/>
                    <a:pt x="10019" y="1"/>
                    <a:pt x="89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41" name="Google Shape;3841;g3048a510704_4_0"/>
            <p:cNvSpPr/>
            <p:nvPr/>
          </p:nvSpPr>
          <p:spPr>
            <a:xfrm>
              <a:off x="5828100" y="2996750"/>
              <a:ext cx="275450" cy="262825"/>
            </a:xfrm>
            <a:custGeom>
              <a:rect b="b" l="l" r="r" t="t"/>
              <a:pathLst>
                <a:path extrusionOk="0" h="10513" w="11018">
                  <a:moveTo>
                    <a:pt x="7766" y="0"/>
                  </a:moveTo>
                  <a:cubicBezTo>
                    <a:pt x="7188" y="0"/>
                    <a:pt x="6562" y="157"/>
                    <a:pt x="5916" y="567"/>
                  </a:cubicBezTo>
                  <a:lnTo>
                    <a:pt x="1" y="8331"/>
                  </a:lnTo>
                  <a:lnTo>
                    <a:pt x="740" y="10512"/>
                  </a:lnTo>
                  <a:cubicBezTo>
                    <a:pt x="740" y="10512"/>
                    <a:pt x="4215" y="6815"/>
                    <a:pt x="5657" y="5928"/>
                  </a:cubicBezTo>
                  <a:cubicBezTo>
                    <a:pt x="7099" y="5078"/>
                    <a:pt x="11018" y="1639"/>
                    <a:pt x="11018" y="1639"/>
                  </a:cubicBezTo>
                  <a:cubicBezTo>
                    <a:pt x="11018" y="1639"/>
                    <a:pt x="9638" y="0"/>
                    <a:pt x="776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42" name="Google Shape;3842;g3048a510704_4_0"/>
            <p:cNvSpPr/>
            <p:nvPr/>
          </p:nvSpPr>
          <p:spPr>
            <a:xfrm>
              <a:off x="5820725" y="2989650"/>
              <a:ext cx="291150" cy="277325"/>
            </a:xfrm>
            <a:custGeom>
              <a:rect b="b" l="l" r="r" t="t"/>
              <a:pathLst>
                <a:path extrusionOk="0" h="11093" w="11646">
                  <a:moveTo>
                    <a:pt x="8060" y="592"/>
                  </a:moveTo>
                  <a:cubicBezTo>
                    <a:pt x="8910" y="592"/>
                    <a:pt x="9649" y="962"/>
                    <a:pt x="10204" y="1369"/>
                  </a:cubicBezTo>
                  <a:cubicBezTo>
                    <a:pt x="10463" y="1554"/>
                    <a:pt x="10685" y="1738"/>
                    <a:pt x="10832" y="1886"/>
                  </a:cubicBezTo>
                  <a:cubicBezTo>
                    <a:pt x="10838" y="1892"/>
                    <a:pt x="10843" y="1897"/>
                    <a:pt x="10848" y="1902"/>
                  </a:cubicBezTo>
                  <a:lnTo>
                    <a:pt x="10848" y="1902"/>
                  </a:lnTo>
                  <a:cubicBezTo>
                    <a:pt x="10749" y="1985"/>
                    <a:pt x="10619" y="2091"/>
                    <a:pt x="10463" y="2219"/>
                  </a:cubicBezTo>
                  <a:cubicBezTo>
                    <a:pt x="9871" y="2737"/>
                    <a:pt x="8984" y="3513"/>
                    <a:pt x="8097" y="4252"/>
                  </a:cubicBezTo>
                  <a:cubicBezTo>
                    <a:pt x="7209" y="4992"/>
                    <a:pt x="6322" y="5657"/>
                    <a:pt x="5804" y="5953"/>
                  </a:cubicBezTo>
                  <a:cubicBezTo>
                    <a:pt x="5398" y="6212"/>
                    <a:pt x="4917" y="6619"/>
                    <a:pt x="4400" y="7062"/>
                  </a:cubicBezTo>
                  <a:cubicBezTo>
                    <a:pt x="3195" y="8129"/>
                    <a:pt x="1809" y="9541"/>
                    <a:pt x="1170" y="10202"/>
                  </a:cubicBezTo>
                  <a:lnTo>
                    <a:pt x="1170" y="10202"/>
                  </a:lnTo>
                  <a:lnTo>
                    <a:pt x="665" y="8689"/>
                  </a:lnTo>
                  <a:lnTo>
                    <a:pt x="6456" y="1054"/>
                  </a:lnTo>
                  <a:lnTo>
                    <a:pt x="6456" y="1054"/>
                  </a:lnTo>
                  <a:cubicBezTo>
                    <a:pt x="7045" y="725"/>
                    <a:pt x="7569" y="592"/>
                    <a:pt x="8060" y="592"/>
                  </a:cubicBezTo>
                  <a:close/>
                  <a:moveTo>
                    <a:pt x="8060" y="1"/>
                  </a:moveTo>
                  <a:cubicBezTo>
                    <a:pt x="7431" y="1"/>
                    <a:pt x="6729" y="149"/>
                    <a:pt x="6063" y="592"/>
                  </a:cubicBezTo>
                  <a:lnTo>
                    <a:pt x="5952" y="666"/>
                  </a:lnTo>
                  <a:lnTo>
                    <a:pt x="74" y="8430"/>
                  </a:lnTo>
                  <a:cubicBezTo>
                    <a:pt x="0" y="8504"/>
                    <a:pt x="0" y="8615"/>
                    <a:pt x="37" y="8726"/>
                  </a:cubicBezTo>
                  <a:lnTo>
                    <a:pt x="739" y="10870"/>
                  </a:lnTo>
                  <a:cubicBezTo>
                    <a:pt x="776" y="10981"/>
                    <a:pt x="850" y="11055"/>
                    <a:pt x="961" y="11092"/>
                  </a:cubicBezTo>
                  <a:cubicBezTo>
                    <a:pt x="1072" y="11092"/>
                    <a:pt x="1183" y="11055"/>
                    <a:pt x="1257" y="10981"/>
                  </a:cubicBezTo>
                  <a:cubicBezTo>
                    <a:pt x="1257" y="10981"/>
                    <a:pt x="1479" y="10759"/>
                    <a:pt x="1812" y="10390"/>
                  </a:cubicBezTo>
                  <a:cubicBezTo>
                    <a:pt x="2329" y="9872"/>
                    <a:pt x="3179" y="9059"/>
                    <a:pt x="3993" y="8282"/>
                  </a:cubicBezTo>
                  <a:cubicBezTo>
                    <a:pt x="4806" y="7506"/>
                    <a:pt x="5620" y="6803"/>
                    <a:pt x="6137" y="6508"/>
                  </a:cubicBezTo>
                  <a:cubicBezTo>
                    <a:pt x="6877" y="6027"/>
                    <a:pt x="8207" y="4955"/>
                    <a:pt x="9354" y="3994"/>
                  </a:cubicBezTo>
                  <a:cubicBezTo>
                    <a:pt x="10537" y="2995"/>
                    <a:pt x="11498" y="2145"/>
                    <a:pt x="11498" y="2145"/>
                  </a:cubicBezTo>
                  <a:cubicBezTo>
                    <a:pt x="11646" y="2034"/>
                    <a:pt x="11646" y="1849"/>
                    <a:pt x="11535" y="1701"/>
                  </a:cubicBezTo>
                  <a:cubicBezTo>
                    <a:pt x="11535" y="1701"/>
                    <a:pt x="11165" y="1295"/>
                    <a:pt x="10574" y="851"/>
                  </a:cubicBezTo>
                  <a:cubicBezTo>
                    <a:pt x="9945" y="444"/>
                    <a:pt x="9095" y="1"/>
                    <a:pt x="80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43" name="Google Shape;3843;g3048a510704_4_0"/>
            <p:cNvSpPr/>
            <p:nvPr/>
          </p:nvSpPr>
          <p:spPr>
            <a:xfrm>
              <a:off x="5256900" y="3187450"/>
              <a:ext cx="816150" cy="609925"/>
            </a:xfrm>
            <a:custGeom>
              <a:rect b="b" l="l" r="r" t="t"/>
              <a:pathLst>
                <a:path extrusionOk="0" h="24397" w="32646">
                  <a:moveTo>
                    <a:pt x="29060" y="1"/>
                  </a:moveTo>
                  <a:cubicBezTo>
                    <a:pt x="29060" y="1"/>
                    <a:pt x="25732" y="1590"/>
                    <a:pt x="24032" y="3882"/>
                  </a:cubicBezTo>
                  <a:cubicBezTo>
                    <a:pt x="22294" y="6175"/>
                    <a:pt x="15381" y="17820"/>
                    <a:pt x="15381" y="17820"/>
                  </a:cubicBezTo>
                  <a:lnTo>
                    <a:pt x="149" y="15085"/>
                  </a:lnTo>
                  <a:lnTo>
                    <a:pt x="1" y="17118"/>
                  </a:lnTo>
                  <a:cubicBezTo>
                    <a:pt x="1" y="17118"/>
                    <a:pt x="8911" y="21702"/>
                    <a:pt x="13089" y="22738"/>
                  </a:cubicBezTo>
                  <a:cubicBezTo>
                    <a:pt x="16084" y="23453"/>
                    <a:pt x="18338" y="24397"/>
                    <a:pt x="19633" y="24397"/>
                  </a:cubicBezTo>
                  <a:cubicBezTo>
                    <a:pt x="20144" y="24397"/>
                    <a:pt x="20506" y="24250"/>
                    <a:pt x="20704" y="23884"/>
                  </a:cubicBezTo>
                  <a:cubicBezTo>
                    <a:pt x="21444" y="22590"/>
                    <a:pt x="27914" y="11794"/>
                    <a:pt x="27914" y="11794"/>
                  </a:cubicBezTo>
                  <a:lnTo>
                    <a:pt x="32646" y="8208"/>
                  </a:lnTo>
                  <a:lnTo>
                    <a:pt x="2906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44" name="Google Shape;3844;g3048a510704_4_0"/>
            <p:cNvSpPr/>
            <p:nvPr/>
          </p:nvSpPr>
          <p:spPr>
            <a:xfrm>
              <a:off x="5248600" y="3179325"/>
              <a:ext cx="832775" cy="625550"/>
            </a:xfrm>
            <a:custGeom>
              <a:rect b="b" l="l" r="r" t="t"/>
              <a:pathLst>
                <a:path extrusionOk="0" h="25022" w="33311">
                  <a:moveTo>
                    <a:pt x="29368" y="1"/>
                  </a:moveTo>
                  <a:cubicBezTo>
                    <a:pt x="29326" y="1"/>
                    <a:pt x="29284" y="10"/>
                    <a:pt x="29244" y="30"/>
                  </a:cubicBezTo>
                  <a:cubicBezTo>
                    <a:pt x="29244" y="67"/>
                    <a:pt x="25917" y="1620"/>
                    <a:pt x="24105" y="4023"/>
                  </a:cubicBezTo>
                  <a:cubicBezTo>
                    <a:pt x="23661" y="4614"/>
                    <a:pt x="22922" y="5760"/>
                    <a:pt x="21998" y="7202"/>
                  </a:cubicBezTo>
                  <a:cubicBezTo>
                    <a:pt x="19602" y="11029"/>
                    <a:pt x="16218" y="16711"/>
                    <a:pt x="15565" y="17810"/>
                  </a:cubicBezTo>
                  <a:lnTo>
                    <a:pt x="15565" y="17810"/>
                  </a:lnTo>
                  <a:lnTo>
                    <a:pt x="518" y="15114"/>
                  </a:lnTo>
                  <a:cubicBezTo>
                    <a:pt x="444" y="15114"/>
                    <a:pt x="333" y="15114"/>
                    <a:pt x="296" y="15188"/>
                  </a:cubicBezTo>
                  <a:cubicBezTo>
                    <a:pt x="222" y="15225"/>
                    <a:pt x="185" y="15299"/>
                    <a:pt x="148" y="15410"/>
                  </a:cubicBezTo>
                  <a:lnTo>
                    <a:pt x="37" y="17406"/>
                  </a:lnTo>
                  <a:cubicBezTo>
                    <a:pt x="0" y="17554"/>
                    <a:pt x="74" y="17665"/>
                    <a:pt x="185" y="17702"/>
                  </a:cubicBezTo>
                  <a:cubicBezTo>
                    <a:pt x="185" y="17702"/>
                    <a:pt x="2403" y="18848"/>
                    <a:pt x="5176" y="20142"/>
                  </a:cubicBezTo>
                  <a:cubicBezTo>
                    <a:pt x="7949" y="21436"/>
                    <a:pt x="11202" y="22841"/>
                    <a:pt x="13347" y="23358"/>
                  </a:cubicBezTo>
                  <a:cubicBezTo>
                    <a:pt x="14825" y="23691"/>
                    <a:pt x="16119" y="24098"/>
                    <a:pt x="17229" y="24430"/>
                  </a:cubicBezTo>
                  <a:cubicBezTo>
                    <a:pt x="18338" y="24763"/>
                    <a:pt x="19225" y="25022"/>
                    <a:pt x="19964" y="25022"/>
                  </a:cubicBezTo>
                  <a:cubicBezTo>
                    <a:pt x="20260" y="25022"/>
                    <a:pt x="20519" y="24985"/>
                    <a:pt x="20741" y="24874"/>
                  </a:cubicBezTo>
                  <a:cubicBezTo>
                    <a:pt x="20963" y="24763"/>
                    <a:pt x="21184" y="24578"/>
                    <a:pt x="21295" y="24357"/>
                  </a:cubicBezTo>
                  <a:cubicBezTo>
                    <a:pt x="21665" y="23728"/>
                    <a:pt x="23477" y="20696"/>
                    <a:pt x="25177" y="17813"/>
                  </a:cubicBezTo>
                  <a:cubicBezTo>
                    <a:pt x="26028" y="16408"/>
                    <a:pt x="26841" y="15003"/>
                    <a:pt x="27469" y="13968"/>
                  </a:cubicBezTo>
                  <a:cubicBezTo>
                    <a:pt x="28016" y="13068"/>
                    <a:pt x="28395" y="12447"/>
                    <a:pt x="28484" y="12300"/>
                  </a:cubicBezTo>
                  <a:lnTo>
                    <a:pt x="28484" y="12300"/>
                  </a:lnTo>
                  <a:lnTo>
                    <a:pt x="33163" y="8755"/>
                  </a:lnTo>
                  <a:cubicBezTo>
                    <a:pt x="33311" y="8644"/>
                    <a:pt x="33311" y="8459"/>
                    <a:pt x="33237" y="8348"/>
                  </a:cubicBezTo>
                  <a:cubicBezTo>
                    <a:pt x="33170" y="8259"/>
                    <a:pt x="33075" y="8210"/>
                    <a:pt x="32979" y="8210"/>
                  </a:cubicBezTo>
                  <a:cubicBezTo>
                    <a:pt x="32916" y="8210"/>
                    <a:pt x="32851" y="8231"/>
                    <a:pt x="32793" y="8274"/>
                  </a:cubicBezTo>
                  <a:lnTo>
                    <a:pt x="28061" y="11860"/>
                  </a:lnTo>
                  <a:lnTo>
                    <a:pt x="27950" y="11971"/>
                  </a:lnTo>
                  <a:cubicBezTo>
                    <a:pt x="27950" y="11971"/>
                    <a:pt x="26360" y="14633"/>
                    <a:pt x="24660" y="17517"/>
                  </a:cubicBezTo>
                  <a:cubicBezTo>
                    <a:pt x="22922" y="20364"/>
                    <a:pt x="21147" y="23395"/>
                    <a:pt x="20778" y="24061"/>
                  </a:cubicBezTo>
                  <a:cubicBezTo>
                    <a:pt x="20704" y="24172"/>
                    <a:pt x="20630" y="24246"/>
                    <a:pt x="20482" y="24320"/>
                  </a:cubicBezTo>
                  <a:cubicBezTo>
                    <a:pt x="20371" y="24357"/>
                    <a:pt x="20186" y="24393"/>
                    <a:pt x="19964" y="24393"/>
                  </a:cubicBezTo>
                  <a:cubicBezTo>
                    <a:pt x="19373" y="24393"/>
                    <a:pt x="18486" y="24172"/>
                    <a:pt x="17413" y="23839"/>
                  </a:cubicBezTo>
                  <a:cubicBezTo>
                    <a:pt x="16304" y="23543"/>
                    <a:pt x="15010" y="23100"/>
                    <a:pt x="13494" y="22730"/>
                  </a:cubicBezTo>
                  <a:cubicBezTo>
                    <a:pt x="11461" y="22249"/>
                    <a:pt x="8171" y="20844"/>
                    <a:pt x="5435" y="19587"/>
                  </a:cubicBezTo>
                  <a:cubicBezTo>
                    <a:pt x="4067" y="18959"/>
                    <a:pt x="2810" y="18330"/>
                    <a:pt x="1923" y="17887"/>
                  </a:cubicBezTo>
                  <a:cubicBezTo>
                    <a:pt x="1318" y="17584"/>
                    <a:pt x="868" y="17351"/>
                    <a:pt x="643" y="17233"/>
                  </a:cubicBezTo>
                  <a:lnTo>
                    <a:pt x="643" y="17233"/>
                  </a:lnTo>
                  <a:lnTo>
                    <a:pt x="740" y="15779"/>
                  </a:lnTo>
                  <a:lnTo>
                    <a:pt x="15676" y="18441"/>
                  </a:lnTo>
                  <a:cubicBezTo>
                    <a:pt x="15695" y="18448"/>
                    <a:pt x="15716" y="18451"/>
                    <a:pt x="15737" y="18451"/>
                  </a:cubicBezTo>
                  <a:cubicBezTo>
                    <a:pt x="15836" y="18451"/>
                    <a:pt x="15941" y="18385"/>
                    <a:pt x="15972" y="18293"/>
                  </a:cubicBezTo>
                  <a:cubicBezTo>
                    <a:pt x="15972" y="18293"/>
                    <a:pt x="16415" y="17591"/>
                    <a:pt x="17081" y="16445"/>
                  </a:cubicBezTo>
                  <a:cubicBezTo>
                    <a:pt x="18116" y="14781"/>
                    <a:pt x="19669" y="12156"/>
                    <a:pt x="21110" y="9790"/>
                  </a:cubicBezTo>
                  <a:cubicBezTo>
                    <a:pt x="22589" y="7424"/>
                    <a:pt x="23957" y="5243"/>
                    <a:pt x="24586" y="4392"/>
                  </a:cubicBezTo>
                  <a:cubicBezTo>
                    <a:pt x="25436" y="3283"/>
                    <a:pt x="26656" y="2322"/>
                    <a:pt x="27691" y="1656"/>
                  </a:cubicBezTo>
                  <a:cubicBezTo>
                    <a:pt x="28209" y="1324"/>
                    <a:pt x="28652" y="1065"/>
                    <a:pt x="28985" y="880"/>
                  </a:cubicBezTo>
                  <a:cubicBezTo>
                    <a:pt x="29170" y="769"/>
                    <a:pt x="29281" y="695"/>
                    <a:pt x="29392" y="658"/>
                  </a:cubicBezTo>
                  <a:cubicBezTo>
                    <a:pt x="29466" y="621"/>
                    <a:pt x="29503" y="584"/>
                    <a:pt x="29503" y="584"/>
                  </a:cubicBezTo>
                  <a:cubicBezTo>
                    <a:pt x="29688" y="510"/>
                    <a:pt x="29725" y="326"/>
                    <a:pt x="29651" y="178"/>
                  </a:cubicBezTo>
                  <a:cubicBezTo>
                    <a:pt x="29597" y="69"/>
                    <a:pt x="29483" y="1"/>
                    <a:pt x="293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45" name="Google Shape;3845;g3048a510704_4_0"/>
            <p:cNvSpPr/>
            <p:nvPr/>
          </p:nvSpPr>
          <p:spPr>
            <a:xfrm>
              <a:off x="5945500" y="3431225"/>
              <a:ext cx="158050" cy="58725"/>
            </a:xfrm>
            <a:custGeom>
              <a:rect b="b" l="l" r="r" t="t"/>
              <a:pathLst>
                <a:path extrusionOk="0" h="2349" w="6322">
                  <a:moveTo>
                    <a:pt x="5955" y="1"/>
                  </a:moveTo>
                  <a:cubicBezTo>
                    <a:pt x="5929" y="1"/>
                    <a:pt x="5903" y="4"/>
                    <a:pt x="5878" y="10"/>
                  </a:cubicBezTo>
                  <a:lnTo>
                    <a:pt x="259" y="1747"/>
                  </a:lnTo>
                  <a:cubicBezTo>
                    <a:pt x="111" y="1784"/>
                    <a:pt x="0" y="1969"/>
                    <a:pt x="74" y="2117"/>
                  </a:cubicBezTo>
                  <a:cubicBezTo>
                    <a:pt x="105" y="2271"/>
                    <a:pt x="238" y="2348"/>
                    <a:pt x="368" y="2348"/>
                  </a:cubicBezTo>
                  <a:cubicBezTo>
                    <a:pt x="393" y="2348"/>
                    <a:pt x="419" y="2345"/>
                    <a:pt x="444" y="2339"/>
                  </a:cubicBezTo>
                  <a:lnTo>
                    <a:pt x="6063" y="601"/>
                  </a:lnTo>
                  <a:cubicBezTo>
                    <a:pt x="6211" y="564"/>
                    <a:pt x="6322" y="380"/>
                    <a:pt x="6248" y="232"/>
                  </a:cubicBezTo>
                  <a:cubicBezTo>
                    <a:pt x="6217" y="78"/>
                    <a:pt x="6084" y="1"/>
                    <a:pt x="595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46" name="Google Shape;3846;g3048a510704_4_0"/>
            <p:cNvSpPr/>
            <p:nvPr/>
          </p:nvSpPr>
          <p:spPr>
            <a:xfrm>
              <a:off x="5066625" y="3521850"/>
              <a:ext cx="194000" cy="95400"/>
            </a:xfrm>
            <a:custGeom>
              <a:rect b="b" l="l" r="r" t="t"/>
              <a:pathLst>
                <a:path extrusionOk="0" h="3816" w="7760">
                  <a:moveTo>
                    <a:pt x="3169" y="1"/>
                  </a:moveTo>
                  <a:cubicBezTo>
                    <a:pt x="2001" y="1"/>
                    <a:pt x="1" y="2029"/>
                    <a:pt x="144" y="2744"/>
                  </a:cubicBezTo>
                  <a:cubicBezTo>
                    <a:pt x="168" y="2894"/>
                    <a:pt x="286" y="2953"/>
                    <a:pt x="457" y="2953"/>
                  </a:cubicBezTo>
                  <a:cubicBezTo>
                    <a:pt x="1087" y="2953"/>
                    <a:pt x="2436" y="2152"/>
                    <a:pt x="2436" y="2152"/>
                  </a:cubicBezTo>
                  <a:cubicBezTo>
                    <a:pt x="2436" y="2152"/>
                    <a:pt x="2843" y="2855"/>
                    <a:pt x="4580" y="3446"/>
                  </a:cubicBezTo>
                  <a:cubicBezTo>
                    <a:pt x="5449" y="3742"/>
                    <a:pt x="6207" y="3816"/>
                    <a:pt x="6748" y="3816"/>
                  </a:cubicBezTo>
                  <a:cubicBezTo>
                    <a:pt x="7288" y="3816"/>
                    <a:pt x="7612" y="3742"/>
                    <a:pt x="7612" y="3742"/>
                  </a:cubicBezTo>
                  <a:lnTo>
                    <a:pt x="7760" y="1709"/>
                  </a:lnTo>
                  <a:cubicBezTo>
                    <a:pt x="7760" y="1709"/>
                    <a:pt x="4432" y="156"/>
                    <a:pt x="3286" y="8"/>
                  </a:cubicBezTo>
                  <a:cubicBezTo>
                    <a:pt x="3248" y="3"/>
                    <a:pt x="3209" y="1"/>
                    <a:pt x="316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47" name="Google Shape;3847;g3048a510704_4_0"/>
            <p:cNvSpPr/>
            <p:nvPr/>
          </p:nvSpPr>
          <p:spPr>
            <a:xfrm>
              <a:off x="5061900" y="3513725"/>
              <a:ext cx="206125" cy="110925"/>
            </a:xfrm>
            <a:custGeom>
              <a:rect b="b" l="l" r="r" t="t"/>
              <a:pathLst>
                <a:path extrusionOk="0" h="4437" w="8245">
                  <a:moveTo>
                    <a:pt x="3438" y="629"/>
                  </a:moveTo>
                  <a:cubicBezTo>
                    <a:pt x="3697" y="666"/>
                    <a:pt x="4104" y="777"/>
                    <a:pt x="4548" y="924"/>
                  </a:cubicBezTo>
                  <a:cubicBezTo>
                    <a:pt x="5250" y="1183"/>
                    <a:pt x="6063" y="1553"/>
                    <a:pt x="6692" y="1812"/>
                  </a:cubicBezTo>
                  <a:cubicBezTo>
                    <a:pt x="7025" y="1960"/>
                    <a:pt x="7283" y="2071"/>
                    <a:pt x="7505" y="2181"/>
                  </a:cubicBezTo>
                  <a:cubicBezTo>
                    <a:pt x="7542" y="2196"/>
                    <a:pt x="7575" y="2211"/>
                    <a:pt x="7605" y="2225"/>
                  </a:cubicBezTo>
                  <a:lnTo>
                    <a:pt x="7605" y="2225"/>
                  </a:lnTo>
                  <a:lnTo>
                    <a:pt x="7519" y="3787"/>
                  </a:lnTo>
                  <a:lnTo>
                    <a:pt x="7519" y="3787"/>
                  </a:lnTo>
                  <a:cubicBezTo>
                    <a:pt x="7386" y="3797"/>
                    <a:pt x="7197" y="3808"/>
                    <a:pt x="6951" y="3808"/>
                  </a:cubicBezTo>
                  <a:cubicBezTo>
                    <a:pt x="6433" y="3808"/>
                    <a:pt x="5694" y="3771"/>
                    <a:pt x="4880" y="3475"/>
                  </a:cubicBezTo>
                  <a:cubicBezTo>
                    <a:pt x="4030" y="3217"/>
                    <a:pt x="3549" y="2884"/>
                    <a:pt x="3254" y="2662"/>
                  </a:cubicBezTo>
                  <a:cubicBezTo>
                    <a:pt x="3106" y="2551"/>
                    <a:pt x="2995" y="2440"/>
                    <a:pt x="2958" y="2403"/>
                  </a:cubicBezTo>
                  <a:lnTo>
                    <a:pt x="2884" y="2329"/>
                  </a:lnTo>
                  <a:cubicBezTo>
                    <a:pt x="2835" y="2231"/>
                    <a:pt x="2720" y="2165"/>
                    <a:pt x="2615" y="2165"/>
                  </a:cubicBezTo>
                  <a:cubicBezTo>
                    <a:pt x="2563" y="2165"/>
                    <a:pt x="2514" y="2181"/>
                    <a:pt x="2477" y="2218"/>
                  </a:cubicBezTo>
                  <a:lnTo>
                    <a:pt x="2403" y="2255"/>
                  </a:lnTo>
                  <a:cubicBezTo>
                    <a:pt x="2292" y="2329"/>
                    <a:pt x="1960" y="2514"/>
                    <a:pt x="1590" y="2662"/>
                  </a:cubicBezTo>
                  <a:cubicBezTo>
                    <a:pt x="1405" y="2736"/>
                    <a:pt x="1220" y="2810"/>
                    <a:pt x="1072" y="2884"/>
                  </a:cubicBezTo>
                  <a:cubicBezTo>
                    <a:pt x="887" y="2921"/>
                    <a:pt x="740" y="2958"/>
                    <a:pt x="666" y="2958"/>
                  </a:cubicBezTo>
                  <a:lnTo>
                    <a:pt x="622" y="2958"/>
                  </a:lnTo>
                  <a:cubicBezTo>
                    <a:pt x="621" y="2855"/>
                    <a:pt x="726" y="2629"/>
                    <a:pt x="887" y="2403"/>
                  </a:cubicBezTo>
                  <a:cubicBezTo>
                    <a:pt x="1146" y="2034"/>
                    <a:pt x="1590" y="1553"/>
                    <a:pt x="2071" y="1220"/>
                  </a:cubicBezTo>
                  <a:cubicBezTo>
                    <a:pt x="2551" y="851"/>
                    <a:pt x="3069" y="629"/>
                    <a:pt x="3364" y="629"/>
                  </a:cubicBezTo>
                  <a:close/>
                  <a:moveTo>
                    <a:pt x="3364" y="0"/>
                  </a:moveTo>
                  <a:cubicBezTo>
                    <a:pt x="2995" y="0"/>
                    <a:pt x="2625" y="148"/>
                    <a:pt x="2255" y="370"/>
                  </a:cubicBezTo>
                  <a:cubicBezTo>
                    <a:pt x="1701" y="666"/>
                    <a:pt x="1183" y="1109"/>
                    <a:pt x="740" y="1590"/>
                  </a:cubicBezTo>
                  <a:cubicBezTo>
                    <a:pt x="555" y="1849"/>
                    <a:pt x="370" y="2071"/>
                    <a:pt x="222" y="2292"/>
                  </a:cubicBezTo>
                  <a:cubicBezTo>
                    <a:pt x="111" y="2514"/>
                    <a:pt x="0" y="2736"/>
                    <a:pt x="0" y="2995"/>
                  </a:cubicBezTo>
                  <a:lnTo>
                    <a:pt x="0" y="3106"/>
                  </a:lnTo>
                  <a:cubicBezTo>
                    <a:pt x="37" y="3254"/>
                    <a:pt x="148" y="3402"/>
                    <a:pt x="259" y="3475"/>
                  </a:cubicBezTo>
                  <a:cubicBezTo>
                    <a:pt x="407" y="3549"/>
                    <a:pt x="518" y="3586"/>
                    <a:pt x="666" y="3586"/>
                  </a:cubicBezTo>
                  <a:cubicBezTo>
                    <a:pt x="887" y="3586"/>
                    <a:pt x="1109" y="3512"/>
                    <a:pt x="1331" y="3438"/>
                  </a:cubicBezTo>
                  <a:cubicBezTo>
                    <a:pt x="1796" y="3267"/>
                    <a:pt x="2277" y="3015"/>
                    <a:pt x="2549" y="2864"/>
                  </a:cubicBezTo>
                  <a:lnTo>
                    <a:pt x="2549" y="2864"/>
                  </a:lnTo>
                  <a:cubicBezTo>
                    <a:pt x="2821" y="3156"/>
                    <a:pt x="3437" y="3656"/>
                    <a:pt x="4695" y="4067"/>
                  </a:cubicBezTo>
                  <a:cubicBezTo>
                    <a:pt x="5583" y="4363"/>
                    <a:pt x="6359" y="4437"/>
                    <a:pt x="6951" y="4437"/>
                  </a:cubicBezTo>
                  <a:cubicBezTo>
                    <a:pt x="7505" y="4437"/>
                    <a:pt x="7838" y="4363"/>
                    <a:pt x="7875" y="4363"/>
                  </a:cubicBezTo>
                  <a:cubicBezTo>
                    <a:pt x="7986" y="4326"/>
                    <a:pt x="8097" y="4215"/>
                    <a:pt x="8097" y="4067"/>
                  </a:cubicBezTo>
                  <a:lnTo>
                    <a:pt x="8245" y="2071"/>
                  </a:lnTo>
                  <a:cubicBezTo>
                    <a:pt x="8245" y="1923"/>
                    <a:pt x="8171" y="1812"/>
                    <a:pt x="8060" y="1775"/>
                  </a:cubicBezTo>
                  <a:cubicBezTo>
                    <a:pt x="8060" y="1775"/>
                    <a:pt x="7246" y="1368"/>
                    <a:pt x="6248" y="961"/>
                  </a:cubicBezTo>
                  <a:cubicBezTo>
                    <a:pt x="5768" y="740"/>
                    <a:pt x="5250" y="518"/>
                    <a:pt x="4769" y="370"/>
                  </a:cubicBezTo>
                  <a:cubicBezTo>
                    <a:pt x="4289" y="185"/>
                    <a:pt x="3845" y="74"/>
                    <a:pt x="35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48" name="Google Shape;3848;g3048a510704_4_0"/>
            <p:cNvSpPr/>
            <p:nvPr/>
          </p:nvSpPr>
          <p:spPr>
            <a:xfrm>
              <a:off x="5958425" y="4206925"/>
              <a:ext cx="147900" cy="871025"/>
            </a:xfrm>
            <a:custGeom>
              <a:rect b="b" l="l" r="r" t="t"/>
              <a:pathLst>
                <a:path extrusionOk="0" h="34841" w="5916">
                  <a:moveTo>
                    <a:pt x="3402" y="0"/>
                  </a:moveTo>
                  <a:lnTo>
                    <a:pt x="38" y="34235"/>
                  </a:lnTo>
                  <a:cubicBezTo>
                    <a:pt x="1" y="34531"/>
                    <a:pt x="185" y="34790"/>
                    <a:pt x="481" y="34827"/>
                  </a:cubicBezTo>
                  <a:cubicBezTo>
                    <a:pt x="525" y="34836"/>
                    <a:pt x="567" y="34841"/>
                    <a:pt x="609" y="34841"/>
                  </a:cubicBezTo>
                  <a:cubicBezTo>
                    <a:pt x="887" y="34841"/>
                    <a:pt x="1119" y="34635"/>
                    <a:pt x="1184" y="34346"/>
                  </a:cubicBezTo>
                  <a:lnTo>
                    <a:pt x="5916" y="555"/>
                  </a:lnTo>
                  <a:lnTo>
                    <a:pt x="340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49" name="Google Shape;3849;g3048a510704_4_0"/>
            <p:cNvSpPr/>
            <p:nvPr/>
          </p:nvSpPr>
          <p:spPr>
            <a:xfrm>
              <a:off x="5951950" y="4199525"/>
              <a:ext cx="162700" cy="886400"/>
            </a:xfrm>
            <a:custGeom>
              <a:rect b="b" l="l" r="r" t="t"/>
              <a:pathLst>
                <a:path extrusionOk="0" h="35456" w="6508">
                  <a:moveTo>
                    <a:pt x="3920" y="703"/>
                  </a:moveTo>
                  <a:lnTo>
                    <a:pt x="5835" y="1125"/>
                  </a:lnTo>
                  <a:lnTo>
                    <a:pt x="5835" y="1125"/>
                  </a:lnTo>
                  <a:lnTo>
                    <a:pt x="1110" y="34605"/>
                  </a:lnTo>
                  <a:cubicBezTo>
                    <a:pt x="1110" y="34753"/>
                    <a:pt x="999" y="34827"/>
                    <a:pt x="851" y="34827"/>
                  </a:cubicBezTo>
                  <a:lnTo>
                    <a:pt x="814" y="34827"/>
                  </a:lnTo>
                  <a:cubicBezTo>
                    <a:pt x="666" y="34790"/>
                    <a:pt x="592" y="34716"/>
                    <a:pt x="592" y="34568"/>
                  </a:cubicBezTo>
                  <a:lnTo>
                    <a:pt x="3920" y="703"/>
                  </a:lnTo>
                  <a:close/>
                  <a:moveTo>
                    <a:pt x="3698" y="0"/>
                  </a:moveTo>
                  <a:cubicBezTo>
                    <a:pt x="3624" y="0"/>
                    <a:pt x="3550" y="0"/>
                    <a:pt x="3476" y="74"/>
                  </a:cubicBezTo>
                  <a:cubicBezTo>
                    <a:pt x="3402" y="111"/>
                    <a:pt x="3328" y="185"/>
                    <a:pt x="3328" y="296"/>
                  </a:cubicBezTo>
                  <a:lnTo>
                    <a:pt x="1" y="34494"/>
                  </a:lnTo>
                  <a:lnTo>
                    <a:pt x="1" y="34568"/>
                  </a:lnTo>
                  <a:cubicBezTo>
                    <a:pt x="1" y="34975"/>
                    <a:pt x="260" y="35344"/>
                    <a:pt x="666" y="35418"/>
                  </a:cubicBezTo>
                  <a:cubicBezTo>
                    <a:pt x="740" y="35455"/>
                    <a:pt x="777" y="35455"/>
                    <a:pt x="851" y="35455"/>
                  </a:cubicBezTo>
                  <a:cubicBezTo>
                    <a:pt x="1295" y="35455"/>
                    <a:pt x="1665" y="35160"/>
                    <a:pt x="1738" y="34716"/>
                  </a:cubicBezTo>
                  <a:lnTo>
                    <a:pt x="6471" y="925"/>
                  </a:lnTo>
                  <a:cubicBezTo>
                    <a:pt x="6508" y="740"/>
                    <a:pt x="6397" y="592"/>
                    <a:pt x="6249" y="555"/>
                  </a:cubicBezTo>
                  <a:lnTo>
                    <a:pt x="369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50" name="Google Shape;3850;g3048a510704_4_0"/>
            <p:cNvSpPr/>
            <p:nvPr/>
          </p:nvSpPr>
          <p:spPr>
            <a:xfrm>
              <a:off x="6388200" y="4228175"/>
              <a:ext cx="260675" cy="847075"/>
            </a:xfrm>
            <a:custGeom>
              <a:rect b="b" l="l" r="r" t="t"/>
              <a:pathLst>
                <a:path extrusionOk="0" h="33883" w="10427">
                  <a:moveTo>
                    <a:pt x="2367" y="1"/>
                  </a:moveTo>
                  <a:lnTo>
                    <a:pt x="1" y="1258"/>
                  </a:lnTo>
                  <a:lnTo>
                    <a:pt x="9244" y="33459"/>
                  </a:lnTo>
                  <a:cubicBezTo>
                    <a:pt x="9307" y="33711"/>
                    <a:pt x="9503" y="33882"/>
                    <a:pt x="9743" y="33882"/>
                  </a:cubicBezTo>
                  <a:cubicBezTo>
                    <a:pt x="9785" y="33882"/>
                    <a:pt x="9828" y="33877"/>
                    <a:pt x="9872" y="33866"/>
                  </a:cubicBezTo>
                  <a:cubicBezTo>
                    <a:pt x="10205" y="33829"/>
                    <a:pt x="10427" y="33496"/>
                    <a:pt x="10316" y="33200"/>
                  </a:cubicBezTo>
                  <a:lnTo>
                    <a:pt x="236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51" name="Google Shape;3851;g3048a510704_4_0"/>
            <p:cNvSpPr/>
            <p:nvPr/>
          </p:nvSpPr>
          <p:spPr>
            <a:xfrm>
              <a:off x="6379900" y="4220175"/>
              <a:ext cx="274525" cy="862975"/>
            </a:xfrm>
            <a:custGeom>
              <a:rect b="b" l="l" r="r" t="t"/>
              <a:pathLst>
                <a:path extrusionOk="0" h="34519" w="10981">
                  <a:moveTo>
                    <a:pt x="2493" y="769"/>
                  </a:moveTo>
                  <a:lnTo>
                    <a:pt x="10352" y="33594"/>
                  </a:lnTo>
                  <a:lnTo>
                    <a:pt x="10352" y="33631"/>
                  </a:lnTo>
                  <a:cubicBezTo>
                    <a:pt x="10352" y="33779"/>
                    <a:pt x="10278" y="33890"/>
                    <a:pt x="10130" y="33890"/>
                  </a:cubicBezTo>
                  <a:lnTo>
                    <a:pt x="10093" y="33890"/>
                  </a:lnTo>
                  <a:cubicBezTo>
                    <a:pt x="9982" y="33890"/>
                    <a:pt x="9871" y="33816"/>
                    <a:pt x="9871" y="33705"/>
                  </a:cubicBezTo>
                  <a:lnTo>
                    <a:pt x="703" y="1725"/>
                  </a:lnTo>
                  <a:lnTo>
                    <a:pt x="2493" y="769"/>
                  </a:lnTo>
                  <a:close/>
                  <a:moveTo>
                    <a:pt x="2741" y="1"/>
                  </a:moveTo>
                  <a:cubicBezTo>
                    <a:pt x="2687" y="1"/>
                    <a:pt x="2631" y="18"/>
                    <a:pt x="2588" y="62"/>
                  </a:cubicBezTo>
                  <a:lnTo>
                    <a:pt x="185" y="1319"/>
                  </a:lnTo>
                  <a:cubicBezTo>
                    <a:pt x="74" y="1393"/>
                    <a:pt x="0" y="1541"/>
                    <a:pt x="37" y="1688"/>
                  </a:cubicBezTo>
                  <a:lnTo>
                    <a:pt x="9280" y="33890"/>
                  </a:lnTo>
                  <a:cubicBezTo>
                    <a:pt x="9391" y="34260"/>
                    <a:pt x="9723" y="34518"/>
                    <a:pt x="10093" y="34518"/>
                  </a:cubicBezTo>
                  <a:lnTo>
                    <a:pt x="10241" y="34518"/>
                  </a:lnTo>
                  <a:cubicBezTo>
                    <a:pt x="10685" y="34445"/>
                    <a:pt x="10980" y="34075"/>
                    <a:pt x="10980" y="33631"/>
                  </a:cubicBezTo>
                  <a:cubicBezTo>
                    <a:pt x="10980" y="33557"/>
                    <a:pt x="10980" y="33520"/>
                    <a:pt x="10980" y="33446"/>
                  </a:cubicBezTo>
                  <a:lnTo>
                    <a:pt x="3032" y="247"/>
                  </a:lnTo>
                  <a:cubicBezTo>
                    <a:pt x="2995" y="173"/>
                    <a:pt x="2921" y="62"/>
                    <a:pt x="2847" y="25"/>
                  </a:cubicBezTo>
                  <a:cubicBezTo>
                    <a:pt x="2816" y="9"/>
                    <a:pt x="2779" y="1"/>
                    <a:pt x="27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52" name="Google Shape;3852;g3048a510704_4_0"/>
            <p:cNvSpPr/>
            <p:nvPr/>
          </p:nvSpPr>
          <p:spPr>
            <a:xfrm>
              <a:off x="6024975" y="4218000"/>
              <a:ext cx="189500" cy="859700"/>
            </a:xfrm>
            <a:custGeom>
              <a:rect b="b" l="l" r="r" t="t"/>
              <a:pathLst>
                <a:path extrusionOk="0" h="34388" w="7580">
                  <a:moveTo>
                    <a:pt x="2478" y="1"/>
                  </a:moveTo>
                  <a:lnTo>
                    <a:pt x="1" y="1073"/>
                  </a:lnTo>
                  <a:lnTo>
                    <a:pt x="6433" y="33940"/>
                  </a:lnTo>
                  <a:cubicBezTo>
                    <a:pt x="6468" y="34180"/>
                    <a:pt x="6692" y="34388"/>
                    <a:pt x="6960" y="34388"/>
                  </a:cubicBezTo>
                  <a:cubicBezTo>
                    <a:pt x="6981" y="34388"/>
                    <a:pt x="7003" y="34386"/>
                    <a:pt x="7025" y="34384"/>
                  </a:cubicBezTo>
                  <a:cubicBezTo>
                    <a:pt x="7358" y="34384"/>
                    <a:pt x="7579" y="34088"/>
                    <a:pt x="7543" y="33755"/>
                  </a:cubicBezTo>
                  <a:lnTo>
                    <a:pt x="247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53" name="Google Shape;3853;g3048a510704_4_0"/>
            <p:cNvSpPr/>
            <p:nvPr/>
          </p:nvSpPr>
          <p:spPr>
            <a:xfrm>
              <a:off x="6016650" y="4210000"/>
              <a:ext cx="205225" cy="875925"/>
            </a:xfrm>
            <a:custGeom>
              <a:rect b="b" l="l" r="r" t="t"/>
              <a:pathLst>
                <a:path extrusionOk="0" h="35037" w="8209">
                  <a:moveTo>
                    <a:pt x="2576" y="766"/>
                  </a:moveTo>
                  <a:lnTo>
                    <a:pt x="7580" y="34112"/>
                  </a:lnTo>
                  <a:lnTo>
                    <a:pt x="7580" y="34149"/>
                  </a:lnTo>
                  <a:cubicBezTo>
                    <a:pt x="7580" y="34297"/>
                    <a:pt x="7469" y="34408"/>
                    <a:pt x="7321" y="34408"/>
                  </a:cubicBezTo>
                  <a:cubicBezTo>
                    <a:pt x="7173" y="34408"/>
                    <a:pt x="7062" y="34334"/>
                    <a:pt x="7062" y="34186"/>
                  </a:cubicBezTo>
                  <a:lnTo>
                    <a:pt x="703" y="1578"/>
                  </a:lnTo>
                  <a:lnTo>
                    <a:pt x="2576" y="766"/>
                  </a:lnTo>
                  <a:close/>
                  <a:moveTo>
                    <a:pt x="2805" y="1"/>
                  </a:moveTo>
                  <a:cubicBezTo>
                    <a:pt x="2767" y="1"/>
                    <a:pt x="2730" y="10"/>
                    <a:pt x="2700" y="25"/>
                  </a:cubicBezTo>
                  <a:lnTo>
                    <a:pt x="223" y="1097"/>
                  </a:lnTo>
                  <a:cubicBezTo>
                    <a:pt x="75" y="1134"/>
                    <a:pt x="1" y="1282"/>
                    <a:pt x="38" y="1430"/>
                  </a:cubicBezTo>
                  <a:lnTo>
                    <a:pt x="6434" y="34334"/>
                  </a:lnTo>
                  <a:cubicBezTo>
                    <a:pt x="6545" y="34741"/>
                    <a:pt x="6877" y="35036"/>
                    <a:pt x="7321" y="35036"/>
                  </a:cubicBezTo>
                  <a:lnTo>
                    <a:pt x="7358" y="35036"/>
                  </a:lnTo>
                  <a:cubicBezTo>
                    <a:pt x="7839" y="34999"/>
                    <a:pt x="8208" y="34593"/>
                    <a:pt x="8208" y="34149"/>
                  </a:cubicBezTo>
                  <a:lnTo>
                    <a:pt x="8171" y="34001"/>
                  </a:lnTo>
                  <a:lnTo>
                    <a:pt x="3106" y="284"/>
                  </a:lnTo>
                  <a:cubicBezTo>
                    <a:pt x="3106" y="173"/>
                    <a:pt x="3069" y="99"/>
                    <a:pt x="2958" y="62"/>
                  </a:cubicBezTo>
                  <a:cubicBezTo>
                    <a:pt x="2915" y="19"/>
                    <a:pt x="2859" y="1"/>
                    <a:pt x="28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54" name="Google Shape;3854;g3048a510704_4_0"/>
            <p:cNvSpPr/>
            <p:nvPr/>
          </p:nvSpPr>
          <p:spPr>
            <a:xfrm>
              <a:off x="5491675" y="4206925"/>
              <a:ext cx="147900" cy="871025"/>
            </a:xfrm>
            <a:custGeom>
              <a:rect b="b" l="l" r="r" t="t"/>
              <a:pathLst>
                <a:path extrusionOk="0" h="34841" w="5916">
                  <a:moveTo>
                    <a:pt x="3365" y="0"/>
                  </a:moveTo>
                  <a:lnTo>
                    <a:pt x="37" y="34235"/>
                  </a:lnTo>
                  <a:cubicBezTo>
                    <a:pt x="0" y="34531"/>
                    <a:pt x="185" y="34790"/>
                    <a:pt x="481" y="34827"/>
                  </a:cubicBezTo>
                  <a:cubicBezTo>
                    <a:pt x="520" y="34836"/>
                    <a:pt x="559" y="34841"/>
                    <a:pt x="598" y="34841"/>
                  </a:cubicBezTo>
                  <a:cubicBezTo>
                    <a:pt x="859" y="34841"/>
                    <a:pt x="1114" y="34635"/>
                    <a:pt x="1147" y="34346"/>
                  </a:cubicBezTo>
                  <a:lnTo>
                    <a:pt x="5916" y="555"/>
                  </a:lnTo>
                  <a:lnTo>
                    <a:pt x="33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55" name="Google Shape;3855;g3048a510704_4_0"/>
            <p:cNvSpPr/>
            <p:nvPr/>
          </p:nvSpPr>
          <p:spPr>
            <a:xfrm>
              <a:off x="5484275" y="4199525"/>
              <a:ext cx="163625" cy="886400"/>
            </a:xfrm>
            <a:custGeom>
              <a:rect b="b" l="l" r="r" t="t"/>
              <a:pathLst>
                <a:path extrusionOk="0" h="35456" w="6545">
                  <a:moveTo>
                    <a:pt x="3957" y="703"/>
                  </a:moveTo>
                  <a:lnTo>
                    <a:pt x="5872" y="1125"/>
                  </a:lnTo>
                  <a:lnTo>
                    <a:pt x="5872" y="1125"/>
                  </a:lnTo>
                  <a:lnTo>
                    <a:pt x="1147" y="34605"/>
                  </a:lnTo>
                  <a:cubicBezTo>
                    <a:pt x="1147" y="34753"/>
                    <a:pt x="1036" y="34827"/>
                    <a:pt x="888" y="34827"/>
                  </a:cubicBezTo>
                  <a:lnTo>
                    <a:pt x="851" y="34827"/>
                  </a:lnTo>
                  <a:cubicBezTo>
                    <a:pt x="703" y="34790"/>
                    <a:pt x="629" y="34716"/>
                    <a:pt x="629" y="34568"/>
                  </a:cubicBezTo>
                  <a:lnTo>
                    <a:pt x="3957" y="703"/>
                  </a:lnTo>
                  <a:close/>
                  <a:moveTo>
                    <a:pt x="3735" y="0"/>
                  </a:moveTo>
                  <a:cubicBezTo>
                    <a:pt x="3661" y="0"/>
                    <a:pt x="3550" y="0"/>
                    <a:pt x="3513" y="74"/>
                  </a:cubicBezTo>
                  <a:cubicBezTo>
                    <a:pt x="3439" y="111"/>
                    <a:pt x="3365" y="185"/>
                    <a:pt x="3365" y="296"/>
                  </a:cubicBezTo>
                  <a:lnTo>
                    <a:pt x="38" y="34494"/>
                  </a:lnTo>
                  <a:lnTo>
                    <a:pt x="1" y="34568"/>
                  </a:lnTo>
                  <a:cubicBezTo>
                    <a:pt x="1" y="34975"/>
                    <a:pt x="296" y="35344"/>
                    <a:pt x="703" y="35418"/>
                  </a:cubicBezTo>
                  <a:cubicBezTo>
                    <a:pt x="777" y="35455"/>
                    <a:pt x="814" y="35455"/>
                    <a:pt x="888" y="35455"/>
                  </a:cubicBezTo>
                  <a:cubicBezTo>
                    <a:pt x="1332" y="35455"/>
                    <a:pt x="1701" y="35160"/>
                    <a:pt x="1775" y="34716"/>
                  </a:cubicBezTo>
                  <a:lnTo>
                    <a:pt x="6508" y="925"/>
                  </a:lnTo>
                  <a:cubicBezTo>
                    <a:pt x="6545" y="740"/>
                    <a:pt x="6434" y="592"/>
                    <a:pt x="6286" y="555"/>
                  </a:cubicBezTo>
                  <a:lnTo>
                    <a:pt x="37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56" name="Google Shape;3856;g3048a510704_4_0"/>
            <p:cNvSpPr/>
            <p:nvPr/>
          </p:nvSpPr>
          <p:spPr>
            <a:xfrm>
              <a:off x="5447300" y="3236425"/>
              <a:ext cx="1197875" cy="1049075"/>
            </a:xfrm>
            <a:custGeom>
              <a:rect b="b" l="l" r="r" t="t"/>
              <a:pathLst>
                <a:path extrusionOk="0" h="41963" w="47915">
                  <a:moveTo>
                    <a:pt x="29171" y="1"/>
                  </a:moveTo>
                  <a:cubicBezTo>
                    <a:pt x="26879" y="1"/>
                    <a:pt x="25104" y="2034"/>
                    <a:pt x="25437" y="4290"/>
                  </a:cubicBezTo>
                  <a:cubicBezTo>
                    <a:pt x="26546" y="11906"/>
                    <a:pt x="27433" y="31315"/>
                    <a:pt x="26842" y="31463"/>
                  </a:cubicBezTo>
                  <a:cubicBezTo>
                    <a:pt x="26831" y="31466"/>
                    <a:pt x="26816" y="31467"/>
                    <a:pt x="26798" y="31467"/>
                  </a:cubicBezTo>
                  <a:cubicBezTo>
                    <a:pt x="25697" y="31467"/>
                    <a:pt x="11235" y="26262"/>
                    <a:pt x="4776" y="26262"/>
                  </a:cubicBezTo>
                  <a:cubicBezTo>
                    <a:pt x="3239" y="26262"/>
                    <a:pt x="2156" y="26556"/>
                    <a:pt x="1812" y="27285"/>
                  </a:cubicBezTo>
                  <a:cubicBezTo>
                    <a:pt x="1" y="31130"/>
                    <a:pt x="592" y="41963"/>
                    <a:pt x="592" y="41963"/>
                  </a:cubicBezTo>
                  <a:lnTo>
                    <a:pt x="41778" y="41963"/>
                  </a:lnTo>
                  <a:lnTo>
                    <a:pt x="47545" y="4327"/>
                  </a:lnTo>
                  <a:cubicBezTo>
                    <a:pt x="47915" y="2071"/>
                    <a:pt x="46140" y="1"/>
                    <a:pt x="4381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57" name="Google Shape;3857;g3048a510704_4_0"/>
            <p:cNvSpPr/>
            <p:nvPr/>
          </p:nvSpPr>
          <p:spPr>
            <a:xfrm>
              <a:off x="5451925" y="3229050"/>
              <a:ext cx="1193250" cy="1063850"/>
            </a:xfrm>
            <a:custGeom>
              <a:rect b="b" l="l" r="r" t="t"/>
              <a:pathLst>
                <a:path extrusionOk="0" h="42554" w="47730">
                  <a:moveTo>
                    <a:pt x="43626" y="592"/>
                  </a:moveTo>
                  <a:cubicBezTo>
                    <a:pt x="44624" y="592"/>
                    <a:pt x="45475" y="998"/>
                    <a:pt x="46103" y="1627"/>
                  </a:cubicBezTo>
                  <a:cubicBezTo>
                    <a:pt x="46732" y="2255"/>
                    <a:pt x="47101" y="3106"/>
                    <a:pt x="47101" y="4067"/>
                  </a:cubicBezTo>
                  <a:cubicBezTo>
                    <a:pt x="47101" y="4215"/>
                    <a:pt x="47101" y="4400"/>
                    <a:pt x="47064" y="4585"/>
                  </a:cubicBezTo>
                  <a:lnTo>
                    <a:pt x="41297" y="41962"/>
                  </a:lnTo>
                  <a:lnTo>
                    <a:pt x="720" y="41962"/>
                  </a:lnTo>
                  <a:cubicBezTo>
                    <a:pt x="706" y="41768"/>
                    <a:pt x="686" y="41469"/>
                    <a:pt x="666" y="41075"/>
                  </a:cubicBezTo>
                  <a:cubicBezTo>
                    <a:pt x="666" y="40335"/>
                    <a:pt x="629" y="39337"/>
                    <a:pt x="629" y="38154"/>
                  </a:cubicBezTo>
                  <a:cubicBezTo>
                    <a:pt x="629" y="36416"/>
                    <a:pt x="703" y="34346"/>
                    <a:pt x="888" y="32461"/>
                  </a:cubicBezTo>
                  <a:cubicBezTo>
                    <a:pt x="1073" y="30538"/>
                    <a:pt x="1406" y="28800"/>
                    <a:pt x="1923" y="27728"/>
                  </a:cubicBezTo>
                  <a:cubicBezTo>
                    <a:pt x="2034" y="27469"/>
                    <a:pt x="2293" y="27248"/>
                    <a:pt x="2774" y="27100"/>
                  </a:cubicBezTo>
                  <a:cubicBezTo>
                    <a:pt x="3217" y="26952"/>
                    <a:pt x="3846" y="26878"/>
                    <a:pt x="4585" y="26878"/>
                  </a:cubicBezTo>
                  <a:cubicBezTo>
                    <a:pt x="7765" y="26878"/>
                    <a:pt x="12977" y="28172"/>
                    <a:pt x="17525" y="29466"/>
                  </a:cubicBezTo>
                  <a:cubicBezTo>
                    <a:pt x="19817" y="30094"/>
                    <a:pt x="21924" y="30760"/>
                    <a:pt x="23551" y="31240"/>
                  </a:cubicBezTo>
                  <a:cubicBezTo>
                    <a:pt x="24327" y="31499"/>
                    <a:pt x="25030" y="31684"/>
                    <a:pt x="25547" y="31832"/>
                  </a:cubicBezTo>
                  <a:cubicBezTo>
                    <a:pt x="25806" y="31906"/>
                    <a:pt x="26028" y="31980"/>
                    <a:pt x="26176" y="32017"/>
                  </a:cubicBezTo>
                  <a:cubicBezTo>
                    <a:pt x="26361" y="32054"/>
                    <a:pt x="26472" y="32091"/>
                    <a:pt x="26620" y="32091"/>
                  </a:cubicBezTo>
                  <a:lnTo>
                    <a:pt x="26730" y="32054"/>
                  </a:lnTo>
                  <a:cubicBezTo>
                    <a:pt x="26804" y="32054"/>
                    <a:pt x="26878" y="31980"/>
                    <a:pt x="26915" y="31943"/>
                  </a:cubicBezTo>
                  <a:cubicBezTo>
                    <a:pt x="26989" y="31869"/>
                    <a:pt x="26989" y="31795"/>
                    <a:pt x="26989" y="31758"/>
                  </a:cubicBezTo>
                  <a:cubicBezTo>
                    <a:pt x="27063" y="31536"/>
                    <a:pt x="27100" y="31240"/>
                    <a:pt x="27100" y="30797"/>
                  </a:cubicBezTo>
                  <a:cubicBezTo>
                    <a:pt x="27137" y="30353"/>
                    <a:pt x="27137" y="29762"/>
                    <a:pt x="27137" y="29096"/>
                  </a:cubicBezTo>
                  <a:cubicBezTo>
                    <a:pt x="27137" y="23477"/>
                    <a:pt x="26435" y="10463"/>
                    <a:pt x="25584" y="4548"/>
                  </a:cubicBezTo>
                  <a:cubicBezTo>
                    <a:pt x="25547" y="4400"/>
                    <a:pt x="25547" y="4215"/>
                    <a:pt x="25547" y="4067"/>
                  </a:cubicBezTo>
                  <a:cubicBezTo>
                    <a:pt x="25547" y="3106"/>
                    <a:pt x="25917" y="2255"/>
                    <a:pt x="26546" y="1627"/>
                  </a:cubicBezTo>
                  <a:cubicBezTo>
                    <a:pt x="27174" y="998"/>
                    <a:pt x="28024" y="592"/>
                    <a:pt x="28986" y="592"/>
                  </a:cubicBezTo>
                  <a:close/>
                  <a:moveTo>
                    <a:pt x="28986" y="0"/>
                  </a:moveTo>
                  <a:cubicBezTo>
                    <a:pt x="26694" y="0"/>
                    <a:pt x="24919" y="1849"/>
                    <a:pt x="24919" y="4067"/>
                  </a:cubicBezTo>
                  <a:cubicBezTo>
                    <a:pt x="24919" y="4252"/>
                    <a:pt x="24919" y="4437"/>
                    <a:pt x="24956" y="4659"/>
                  </a:cubicBezTo>
                  <a:cubicBezTo>
                    <a:pt x="25806" y="10500"/>
                    <a:pt x="26546" y="23514"/>
                    <a:pt x="26546" y="29096"/>
                  </a:cubicBezTo>
                  <a:cubicBezTo>
                    <a:pt x="26546" y="29910"/>
                    <a:pt x="26509" y="30575"/>
                    <a:pt x="26472" y="31019"/>
                  </a:cubicBezTo>
                  <a:cubicBezTo>
                    <a:pt x="26472" y="31208"/>
                    <a:pt x="26445" y="31344"/>
                    <a:pt x="26437" y="31448"/>
                  </a:cubicBezTo>
                  <a:lnTo>
                    <a:pt x="26437" y="31448"/>
                  </a:lnTo>
                  <a:cubicBezTo>
                    <a:pt x="26402" y="31443"/>
                    <a:pt x="26365" y="31436"/>
                    <a:pt x="26324" y="31425"/>
                  </a:cubicBezTo>
                  <a:cubicBezTo>
                    <a:pt x="25732" y="31277"/>
                    <a:pt x="24438" y="30871"/>
                    <a:pt x="22775" y="30353"/>
                  </a:cubicBezTo>
                  <a:cubicBezTo>
                    <a:pt x="20261" y="29614"/>
                    <a:pt x="16859" y="28579"/>
                    <a:pt x="13532" y="27728"/>
                  </a:cubicBezTo>
                  <a:cubicBezTo>
                    <a:pt x="10205" y="26915"/>
                    <a:pt x="6914" y="26249"/>
                    <a:pt x="4585" y="26249"/>
                  </a:cubicBezTo>
                  <a:cubicBezTo>
                    <a:pt x="3809" y="26249"/>
                    <a:pt x="3106" y="26323"/>
                    <a:pt x="2552" y="26508"/>
                  </a:cubicBezTo>
                  <a:cubicBezTo>
                    <a:pt x="2034" y="26693"/>
                    <a:pt x="1554" y="26989"/>
                    <a:pt x="1332" y="27433"/>
                  </a:cubicBezTo>
                  <a:cubicBezTo>
                    <a:pt x="777" y="28653"/>
                    <a:pt x="444" y="30464"/>
                    <a:pt x="260" y="32387"/>
                  </a:cubicBezTo>
                  <a:cubicBezTo>
                    <a:pt x="75" y="34309"/>
                    <a:pt x="1" y="36416"/>
                    <a:pt x="1" y="38154"/>
                  </a:cubicBezTo>
                  <a:cubicBezTo>
                    <a:pt x="1" y="40520"/>
                    <a:pt x="112" y="42258"/>
                    <a:pt x="112" y="42258"/>
                  </a:cubicBezTo>
                  <a:cubicBezTo>
                    <a:pt x="112" y="42443"/>
                    <a:pt x="260" y="42554"/>
                    <a:pt x="407" y="42554"/>
                  </a:cubicBezTo>
                  <a:lnTo>
                    <a:pt x="41593" y="42554"/>
                  </a:lnTo>
                  <a:cubicBezTo>
                    <a:pt x="41741" y="42554"/>
                    <a:pt x="41851" y="42443"/>
                    <a:pt x="41888" y="42295"/>
                  </a:cubicBezTo>
                  <a:lnTo>
                    <a:pt x="47656" y="4696"/>
                  </a:lnTo>
                  <a:cubicBezTo>
                    <a:pt x="47693" y="4474"/>
                    <a:pt x="47730" y="4252"/>
                    <a:pt x="47730" y="4067"/>
                  </a:cubicBezTo>
                  <a:cubicBezTo>
                    <a:pt x="47730" y="1849"/>
                    <a:pt x="45918" y="0"/>
                    <a:pt x="436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58" name="Google Shape;3858;g3048a510704_4_0"/>
            <p:cNvSpPr/>
            <p:nvPr/>
          </p:nvSpPr>
          <p:spPr>
            <a:xfrm>
              <a:off x="5447300" y="3236425"/>
              <a:ext cx="824475" cy="1049075"/>
            </a:xfrm>
            <a:custGeom>
              <a:rect b="b" l="l" r="r" t="t"/>
              <a:pathLst>
                <a:path extrusionOk="0" h="41963" w="32979">
                  <a:moveTo>
                    <a:pt x="29023" y="1"/>
                  </a:moveTo>
                  <a:cubicBezTo>
                    <a:pt x="26805" y="75"/>
                    <a:pt x="25141" y="2071"/>
                    <a:pt x="25437" y="4290"/>
                  </a:cubicBezTo>
                  <a:cubicBezTo>
                    <a:pt x="26546" y="11906"/>
                    <a:pt x="27433" y="31315"/>
                    <a:pt x="26842" y="31463"/>
                  </a:cubicBezTo>
                  <a:cubicBezTo>
                    <a:pt x="26831" y="31466"/>
                    <a:pt x="26816" y="31467"/>
                    <a:pt x="26798" y="31467"/>
                  </a:cubicBezTo>
                  <a:cubicBezTo>
                    <a:pt x="25697" y="31467"/>
                    <a:pt x="11235" y="26262"/>
                    <a:pt x="4776" y="26262"/>
                  </a:cubicBezTo>
                  <a:cubicBezTo>
                    <a:pt x="3239" y="26262"/>
                    <a:pt x="2156" y="26556"/>
                    <a:pt x="1812" y="27285"/>
                  </a:cubicBezTo>
                  <a:cubicBezTo>
                    <a:pt x="1" y="31130"/>
                    <a:pt x="592" y="41963"/>
                    <a:pt x="592" y="41963"/>
                  </a:cubicBezTo>
                  <a:lnTo>
                    <a:pt x="26842" y="41963"/>
                  </a:lnTo>
                  <a:lnTo>
                    <a:pt x="32609" y="4327"/>
                  </a:lnTo>
                  <a:cubicBezTo>
                    <a:pt x="32979" y="2108"/>
                    <a:pt x="31278" y="75"/>
                    <a:pt x="290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59" name="Google Shape;3859;g3048a510704_4_0"/>
            <p:cNvSpPr/>
            <p:nvPr/>
          </p:nvSpPr>
          <p:spPr>
            <a:xfrm>
              <a:off x="5451925" y="3229050"/>
              <a:ext cx="819850" cy="1063850"/>
            </a:xfrm>
            <a:custGeom>
              <a:rect b="b" l="l" r="r" t="t"/>
              <a:pathLst>
                <a:path extrusionOk="0" h="42554" w="32794">
                  <a:moveTo>
                    <a:pt x="28856" y="629"/>
                  </a:moveTo>
                  <a:lnTo>
                    <a:pt x="28856" y="629"/>
                  </a:lnTo>
                  <a:cubicBezTo>
                    <a:pt x="30733" y="676"/>
                    <a:pt x="32165" y="2225"/>
                    <a:pt x="32165" y="4067"/>
                  </a:cubicBezTo>
                  <a:cubicBezTo>
                    <a:pt x="32165" y="4215"/>
                    <a:pt x="32165" y="4400"/>
                    <a:pt x="32128" y="4585"/>
                  </a:cubicBezTo>
                  <a:lnTo>
                    <a:pt x="26398" y="41962"/>
                  </a:lnTo>
                  <a:lnTo>
                    <a:pt x="720" y="41962"/>
                  </a:lnTo>
                  <a:cubicBezTo>
                    <a:pt x="706" y="41768"/>
                    <a:pt x="686" y="41469"/>
                    <a:pt x="666" y="41075"/>
                  </a:cubicBezTo>
                  <a:cubicBezTo>
                    <a:pt x="666" y="40335"/>
                    <a:pt x="629" y="39337"/>
                    <a:pt x="629" y="38154"/>
                  </a:cubicBezTo>
                  <a:cubicBezTo>
                    <a:pt x="629" y="36416"/>
                    <a:pt x="703" y="34346"/>
                    <a:pt x="888" y="32461"/>
                  </a:cubicBezTo>
                  <a:cubicBezTo>
                    <a:pt x="1073" y="30538"/>
                    <a:pt x="1406" y="28800"/>
                    <a:pt x="1923" y="27728"/>
                  </a:cubicBezTo>
                  <a:cubicBezTo>
                    <a:pt x="2034" y="27469"/>
                    <a:pt x="2293" y="27248"/>
                    <a:pt x="2774" y="27100"/>
                  </a:cubicBezTo>
                  <a:cubicBezTo>
                    <a:pt x="3217" y="26952"/>
                    <a:pt x="3846" y="26878"/>
                    <a:pt x="4585" y="26878"/>
                  </a:cubicBezTo>
                  <a:cubicBezTo>
                    <a:pt x="7765" y="26878"/>
                    <a:pt x="12977" y="28172"/>
                    <a:pt x="17525" y="29466"/>
                  </a:cubicBezTo>
                  <a:cubicBezTo>
                    <a:pt x="19817" y="30094"/>
                    <a:pt x="21924" y="30760"/>
                    <a:pt x="23551" y="31240"/>
                  </a:cubicBezTo>
                  <a:cubicBezTo>
                    <a:pt x="24327" y="31499"/>
                    <a:pt x="25030" y="31684"/>
                    <a:pt x="25547" y="31832"/>
                  </a:cubicBezTo>
                  <a:cubicBezTo>
                    <a:pt x="25806" y="31906"/>
                    <a:pt x="26028" y="31980"/>
                    <a:pt x="26176" y="32017"/>
                  </a:cubicBezTo>
                  <a:cubicBezTo>
                    <a:pt x="26361" y="32054"/>
                    <a:pt x="26472" y="32091"/>
                    <a:pt x="26620" y="32091"/>
                  </a:cubicBezTo>
                  <a:lnTo>
                    <a:pt x="26730" y="32054"/>
                  </a:lnTo>
                  <a:cubicBezTo>
                    <a:pt x="26804" y="32054"/>
                    <a:pt x="26878" y="31980"/>
                    <a:pt x="26915" y="31943"/>
                  </a:cubicBezTo>
                  <a:cubicBezTo>
                    <a:pt x="26989" y="31869"/>
                    <a:pt x="26989" y="31795"/>
                    <a:pt x="26989" y="31758"/>
                  </a:cubicBezTo>
                  <a:cubicBezTo>
                    <a:pt x="27063" y="31536"/>
                    <a:pt x="27100" y="31240"/>
                    <a:pt x="27100" y="30797"/>
                  </a:cubicBezTo>
                  <a:cubicBezTo>
                    <a:pt x="27137" y="30353"/>
                    <a:pt x="27137" y="29762"/>
                    <a:pt x="27137" y="29096"/>
                  </a:cubicBezTo>
                  <a:cubicBezTo>
                    <a:pt x="27137" y="23477"/>
                    <a:pt x="26435" y="10463"/>
                    <a:pt x="25584" y="4548"/>
                  </a:cubicBezTo>
                  <a:cubicBezTo>
                    <a:pt x="25547" y="4400"/>
                    <a:pt x="25547" y="4215"/>
                    <a:pt x="25547" y="4067"/>
                  </a:cubicBezTo>
                  <a:cubicBezTo>
                    <a:pt x="25547" y="2225"/>
                    <a:pt x="26980" y="676"/>
                    <a:pt x="28856" y="629"/>
                  </a:cubicBezTo>
                  <a:close/>
                  <a:moveTo>
                    <a:pt x="28838" y="0"/>
                  </a:moveTo>
                  <a:cubicBezTo>
                    <a:pt x="26620" y="74"/>
                    <a:pt x="24919" y="1886"/>
                    <a:pt x="24919" y="4067"/>
                  </a:cubicBezTo>
                  <a:cubicBezTo>
                    <a:pt x="24919" y="4252"/>
                    <a:pt x="24919" y="4437"/>
                    <a:pt x="24956" y="4659"/>
                  </a:cubicBezTo>
                  <a:cubicBezTo>
                    <a:pt x="25806" y="10500"/>
                    <a:pt x="26546" y="23514"/>
                    <a:pt x="26546" y="29096"/>
                  </a:cubicBezTo>
                  <a:cubicBezTo>
                    <a:pt x="26546" y="29910"/>
                    <a:pt x="26509" y="30575"/>
                    <a:pt x="26472" y="31019"/>
                  </a:cubicBezTo>
                  <a:cubicBezTo>
                    <a:pt x="26472" y="31208"/>
                    <a:pt x="26445" y="31344"/>
                    <a:pt x="26437" y="31448"/>
                  </a:cubicBezTo>
                  <a:lnTo>
                    <a:pt x="26437" y="31448"/>
                  </a:lnTo>
                  <a:cubicBezTo>
                    <a:pt x="26402" y="31443"/>
                    <a:pt x="26365" y="31436"/>
                    <a:pt x="26324" y="31425"/>
                  </a:cubicBezTo>
                  <a:cubicBezTo>
                    <a:pt x="25732" y="31277"/>
                    <a:pt x="24438" y="30871"/>
                    <a:pt x="22775" y="30353"/>
                  </a:cubicBezTo>
                  <a:cubicBezTo>
                    <a:pt x="20261" y="29614"/>
                    <a:pt x="16859" y="28579"/>
                    <a:pt x="13532" y="27728"/>
                  </a:cubicBezTo>
                  <a:cubicBezTo>
                    <a:pt x="10205" y="26915"/>
                    <a:pt x="6914" y="26249"/>
                    <a:pt x="4585" y="26249"/>
                  </a:cubicBezTo>
                  <a:cubicBezTo>
                    <a:pt x="3809" y="26249"/>
                    <a:pt x="3106" y="26323"/>
                    <a:pt x="2552" y="26508"/>
                  </a:cubicBezTo>
                  <a:cubicBezTo>
                    <a:pt x="2034" y="26693"/>
                    <a:pt x="1554" y="26989"/>
                    <a:pt x="1332" y="27433"/>
                  </a:cubicBezTo>
                  <a:cubicBezTo>
                    <a:pt x="777" y="28653"/>
                    <a:pt x="444" y="30464"/>
                    <a:pt x="260" y="32387"/>
                  </a:cubicBezTo>
                  <a:cubicBezTo>
                    <a:pt x="75" y="34309"/>
                    <a:pt x="1" y="36416"/>
                    <a:pt x="1" y="38154"/>
                  </a:cubicBezTo>
                  <a:cubicBezTo>
                    <a:pt x="1" y="40520"/>
                    <a:pt x="112" y="42258"/>
                    <a:pt x="112" y="42258"/>
                  </a:cubicBezTo>
                  <a:cubicBezTo>
                    <a:pt x="112" y="42443"/>
                    <a:pt x="260" y="42554"/>
                    <a:pt x="407" y="42554"/>
                  </a:cubicBezTo>
                  <a:lnTo>
                    <a:pt x="26657" y="42554"/>
                  </a:lnTo>
                  <a:cubicBezTo>
                    <a:pt x="26804" y="42554"/>
                    <a:pt x="26915" y="42443"/>
                    <a:pt x="26952" y="42295"/>
                  </a:cubicBezTo>
                  <a:lnTo>
                    <a:pt x="32757" y="4696"/>
                  </a:lnTo>
                  <a:cubicBezTo>
                    <a:pt x="32757" y="4474"/>
                    <a:pt x="32794" y="4252"/>
                    <a:pt x="32794" y="4067"/>
                  </a:cubicBezTo>
                  <a:cubicBezTo>
                    <a:pt x="32794" y="1886"/>
                    <a:pt x="31056" y="74"/>
                    <a:pt x="288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60" name="Google Shape;3860;g3048a510704_4_0"/>
            <p:cNvSpPr/>
            <p:nvPr/>
          </p:nvSpPr>
          <p:spPr>
            <a:xfrm>
              <a:off x="1921250" y="3013700"/>
              <a:ext cx="161750" cy="177475"/>
            </a:xfrm>
            <a:custGeom>
              <a:rect b="b" l="l" r="r" t="t"/>
              <a:pathLst>
                <a:path extrusionOk="0" h="7099" w="6470">
                  <a:moveTo>
                    <a:pt x="4880" y="0"/>
                  </a:moveTo>
                  <a:lnTo>
                    <a:pt x="0" y="4510"/>
                  </a:lnTo>
                  <a:lnTo>
                    <a:pt x="2921" y="7098"/>
                  </a:lnTo>
                  <a:lnTo>
                    <a:pt x="6470" y="4510"/>
                  </a:lnTo>
                  <a:lnTo>
                    <a:pt x="4880" y="0"/>
                  </a:ln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61" name="Google Shape;3861;g3048a510704_4_0"/>
            <p:cNvSpPr/>
            <p:nvPr/>
          </p:nvSpPr>
          <p:spPr>
            <a:xfrm>
              <a:off x="1913850" y="3005375"/>
              <a:ext cx="178400" cy="193650"/>
            </a:xfrm>
            <a:custGeom>
              <a:rect b="b" l="l" r="r" t="t"/>
              <a:pathLst>
                <a:path extrusionOk="0" h="7746" w="7136">
                  <a:moveTo>
                    <a:pt x="5028" y="851"/>
                  </a:moveTo>
                  <a:lnTo>
                    <a:pt x="6435" y="4754"/>
                  </a:lnTo>
                  <a:lnTo>
                    <a:pt x="3254" y="7062"/>
                  </a:lnTo>
                  <a:lnTo>
                    <a:pt x="777" y="4843"/>
                  </a:lnTo>
                  <a:lnTo>
                    <a:pt x="5028" y="851"/>
                  </a:lnTo>
                  <a:close/>
                  <a:moveTo>
                    <a:pt x="5250" y="0"/>
                  </a:moveTo>
                  <a:cubicBezTo>
                    <a:pt x="5139" y="0"/>
                    <a:pt x="5028" y="37"/>
                    <a:pt x="4954" y="74"/>
                  </a:cubicBezTo>
                  <a:lnTo>
                    <a:pt x="74" y="4622"/>
                  </a:lnTo>
                  <a:cubicBezTo>
                    <a:pt x="37" y="4696"/>
                    <a:pt x="0" y="4770"/>
                    <a:pt x="0" y="4843"/>
                  </a:cubicBezTo>
                  <a:cubicBezTo>
                    <a:pt x="0" y="4954"/>
                    <a:pt x="37" y="5028"/>
                    <a:pt x="111" y="5065"/>
                  </a:cubicBezTo>
                  <a:lnTo>
                    <a:pt x="2995" y="7690"/>
                  </a:lnTo>
                  <a:cubicBezTo>
                    <a:pt x="3050" y="7727"/>
                    <a:pt x="3124" y="7746"/>
                    <a:pt x="3198" y="7746"/>
                  </a:cubicBezTo>
                  <a:cubicBezTo>
                    <a:pt x="3272" y="7746"/>
                    <a:pt x="3346" y="7727"/>
                    <a:pt x="3402" y="7690"/>
                  </a:cubicBezTo>
                  <a:lnTo>
                    <a:pt x="6951" y="5102"/>
                  </a:lnTo>
                  <a:cubicBezTo>
                    <a:pt x="7062" y="5028"/>
                    <a:pt x="7136" y="4880"/>
                    <a:pt x="7062" y="4733"/>
                  </a:cubicBezTo>
                  <a:lnTo>
                    <a:pt x="5435" y="222"/>
                  </a:lnTo>
                  <a:cubicBezTo>
                    <a:pt x="5435" y="111"/>
                    <a:pt x="5324" y="37"/>
                    <a:pt x="52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62" name="Google Shape;3862;g3048a510704_4_0"/>
            <p:cNvSpPr/>
            <p:nvPr/>
          </p:nvSpPr>
          <p:spPr>
            <a:xfrm>
              <a:off x="2021050" y="3965400"/>
              <a:ext cx="612825" cy="1046575"/>
            </a:xfrm>
            <a:custGeom>
              <a:rect b="b" l="l" r="r" t="t"/>
              <a:pathLst>
                <a:path extrusionOk="0" h="41863" w="24513">
                  <a:moveTo>
                    <a:pt x="19199" y="0"/>
                  </a:moveTo>
                  <a:cubicBezTo>
                    <a:pt x="13895" y="0"/>
                    <a:pt x="1258" y="2156"/>
                    <a:pt x="1258" y="2156"/>
                  </a:cubicBezTo>
                  <a:cubicBezTo>
                    <a:pt x="1258" y="2156"/>
                    <a:pt x="1" y="6879"/>
                    <a:pt x="2405" y="6879"/>
                  </a:cubicBezTo>
                  <a:cubicBezTo>
                    <a:pt x="2508" y="6879"/>
                    <a:pt x="2619" y="6870"/>
                    <a:pt x="2737" y="6851"/>
                  </a:cubicBezTo>
                  <a:cubicBezTo>
                    <a:pt x="4610" y="6556"/>
                    <a:pt x="9622" y="6506"/>
                    <a:pt x="12754" y="6506"/>
                  </a:cubicBezTo>
                  <a:cubicBezTo>
                    <a:pt x="14321" y="6506"/>
                    <a:pt x="15418" y="6519"/>
                    <a:pt x="15418" y="6519"/>
                  </a:cubicBezTo>
                  <a:cubicBezTo>
                    <a:pt x="15418" y="6519"/>
                    <a:pt x="9096" y="21270"/>
                    <a:pt x="7506" y="29182"/>
                  </a:cubicBezTo>
                  <a:cubicBezTo>
                    <a:pt x="6656" y="33470"/>
                    <a:pt x="4253" y="35800"/>
                    <a:pt x="3698" y="37648"/>
                  </a:cubicBezTo>
                  <a:cubicBezTo>
                    <a:pt x="3143" y="39460"/>
                    <a:pt x="4807" y="38757"/>
                    <a:pt x="6471" y="39829"/>
                  </a:cubicBezTo>
                  <a:cubicBezTo>
                    <a:pt x="8097" y="40938"/>
                    <a:pt x="10870" y="41863"/>
                    <a:pt x="12904" y="41863"/>
                  </a:cubicBezTo>
                  <a:cubicBezTo>
                    <a:pt x="14900" y="41863"/>
                    <a:pt x="9391" y="38203"/>
                    <a:pt x="9391" y="35245"/>
                  </a:cubicBezTo>
                  <a:cubicBezTo>
                    <a:pt x="9391" y="32287"/>
                    <a:pt x="16083" y="22527"/>
                    <a:pt x="19374" y="17018"/>
                  </a:cubicBezTo>
                  <a:cubicBezTo>
                    <a:pt x="21967" y="12729"/>
                    <a:pt x="22246" y="12240"/>
                    <a:pt x="22122" y="12240"/>
                  </a:cubicBezTo>
                  <a:cubicBezTo>
                    <a:pt x="22085" y="12240"/>
                    <a:pt x="22013" y="12282"/>
                    <a:pt x="21955" y="12282"/>
                  </a:cubicBezTo>
                  <a:cubicBezTo>
                    <a:pt x="21846" y="12282"/>
                    <a:pt x="21787" y="12130"/>
                    <a:pt x="22109" y="11251"/>
                  </a:cubicBezTo>
                  <a:cubicBezTo>
                    <a:pt x="22516" y="10733"/>
                    <a:pt x="22849" y="10142"/>
                    <a:pt x="23034" y="9513"/>
                  </a:cubicBezTo>
                  <a:cubicBezTo>
                    <a:pt x="24217" y="5668"/>
                    <a:pt x="24512" y="677"/>
                    <a:pt x="20667" y="86"/>
                  </a:cubicBezTo>
                  <a:cubicBezTo>
                    <a:pt x="20287" y="27"/>
                    <a:pt x="19788" y="0"/>
                    <a:pt x="19199" y="0"/>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63" name="Google Shape;3863;g3048a510704_4_0"/>
            <p:cNvSpPr/>
            <p:nvPr/>
          </p:nvSpPr>
          <p:spPr>
            <a:xfrm>
              <a:off x="2036775" y="3957375"/>
              <a:ext cx="586925" cy="1062000"/>
            </a:xfrm>
            <a:custGeom>
              <a:rect b="b" l="l" r="r" t="t"/>
              <a:pathLst>
                <a:path extrusionOk="0" h="42480" w="23477">
                  <a:moveTo>
                    <a:pt x="18560" y="629"/>
                  </a:moveTo>
                  <a:cubicBezTo>
                    <a:pt x="19151" y="629"/>
                    <a:pt x="19632" y="666"/>
                    <a:pt x="20002" y="703"/>
                  </a:cubicBezTo>
                  <a:cubicBezTo>
                    <a:pt x="21074" y="887"/>
                    <a:pt x="21776" y="1405"/>
                    <a:pt x="22220" y="2181"/>
                  </a:cubicBezTo>
                  <a:cubicBezTo>
                    <a:pt x="22663" y="2958"/>
                    <a:pt x="22885" y="3993"/>
                    <a:pt x="22885" y="5139"/>
                  </a:cubicBezTo>
                  <a:cubicBezTo>
                    <a:pt x="22885" y="6618"/>
                    <a:pt x="22552" y="8245"/>
                    <a:pt x="22109" y="9723"/>
                  </a:cubicBezTo>
                  <a:cubicBezTo>
                    <a:pt x="21924" y="10315"/>
                    <a:pt x="21628" y="10870"/>
                    <a:pt x="21259" y="11387"/>
                  </a:cubicBezTo>
                  <a:lnTo>
                    <a:pt x="21222" y="11461"/>
                  </a:lnTo>
                  <a:cubicBezTo>
                    <a:pt x="21037" y="11979"/>
                    <a:pt x="20926" y="12237"/>
                    <a:pt x="20926" y="12459"/>
                  </a:cubicBezTo>
                  <a:cubicBezTo>
                    <a:pt x="20926" y="12570"/>
                    <a:pt x="20963" y="12644"/>
                    <a:pt x="21037" y="12755"/>
                  </a:cubicBezTo>
                  <a:cubicBezTo>
                    <a:pt x="21048" y="12766"/>
                    <a:pt x="21059" y="12781"/>
                    <a:pt x="21072" y="12796"/>
                  </a:cubicBezTo>
                  <a:lnTo>
                    <a:pt x="21072" y="12796"/>
                  </a:lnTo>
                  <a:cubicBezTo>
                    <a:pt x="20811" y="13316"/>
                    <a:pt x="20071" y="14537"/>
                    <a:pt x="18486" y="17192"/>
                  </a:cubicBezTo>
                  <a:cubicBezTo>
                    <a:pt x="16859" y="19927"/>
                    <a:pt x="14345" y="23735"/>
                    <a:pt x="12275" y="27248"/>
                  </a:cubicBezTo>
                  <a:cubicBezTo>
                    <a:pt x="11203" y="29022"/>
                    <a:pt x="10278" y="30686"/>
                    <a:pt x="9576" y="32128"/>
                  </a:cubicBezTo>
                  <a:cubicBezTo>
                    <a:pt x="9243" y="32830"/>
                    <a:pt x="8984" y="33496"/>
                    <a:pt x="8762" y="34050"/>
                  </a:cubicBezTo>
                  <a:cubicBezTo>
                    <a:pt x="8578" y="34642"/>
                    <a:pt x="8467" y="35159"/>
                    <a:pt x="8467" y="35566"/>
                  </a:cubicBezTo>
                  <a:cubicBezTo>
                    <a:pt x="8467" y="36268"/>
                    <a:pt x="8725" y="36971"/>
                    <a:pt x="9132" y="37636"/>
                  </a:cubicBezTo>
                  <a:cubicBezTo>
                    <a:pt x="9687" y="38635"/>
                    <a:pt x="10537" y="39596"/>
                    <a:pt x="11239" y="40409"/>
                  </a:cubicBezTo>
                  <a:cubicBezTo>
                    <a:pt x="11572" y="40779"/>
                    <a:pt x="11868" y="41149"/>
                    <a:pt x="12090" y="41444"/>
                  </a:cubicBezTo>
                  <a:cubicBezTo>
                    <a:pt x="12201" y="41555"/>
                    <a:pt x="12275" y="41703"/>
                    <a:pt x="12349" y="41777"/>
                  </a:cubicBezTo>
                  <a:lnTo>
                    <a:pt x="12386" y="41888"/>
                  </a:lnTo>
                  <a:lnTo>
                    <a:pt x="12275" y="41888"/>
                  </a:lnTo>
                  <a:cubicBezTo>
                    <a:pt x="10315" y="41888"/>
                    <a:pt x="7579" y="40964"/>
                    <a:pt x="5990" y="39892"/>
                  </a:cubicBezTo>
                  <a:cubicBezTo>
                    <a:pt x="5213" y="39411"/>
                    <a:pt x="4437" y="39263"/>
                    <a:pt x="3919" y="39115"/>
                  </a:cubicBezTo>
                  <a:cubicBezTo>
                    <a:pt x="3661" y="39041"/>
                    <a:pt x="3476" y="38967"/>
                    <a:pt x="3402" y="38893"/>
                  </a:cubicBezTo>
                  <a:cubicBezTo>
                    <a:pt x="3328" y="38819"/>
                    <a:pt x="3291" y="38782"/>
                    <a:pt x="3254" y="38561"/>
                  </a:cubicBezTo>
                  <a:cubicBezTo>
                    <a:pt x="3254" y="38450"/>
                    <a:pt x="3291" y="38265"/>
                    <a:pt x="3365" y="38043"/>
                  </a:cubicBezTo>
                  <a:cubicBezTo>
                    <a:pt x="3624" y="37193"/>
                    <a:pt x="4326" y="36158"/>
                    <a:pt x="5139" y="34827"/>
                  </a:cubicBezTo>
                  <a:cubicBezTo>
                    <a:pt x="5916" y="33459"/>
                    <a:pt x="6729" y="31758"/>
                    <a:pt x="7173" y="29577"/>
                  </a:cubicBezTo>
                  <a:cubicBezTo>
                    <a:pt x="7949" y="25658"/>
                    <a:pt x="9946" y="20001"/>
                    <a:pt x="11720" y="15306"/>
                  </a:cubicBezTo>
                  <a:cubicBezTo>
                    <a:pt x="12607" y="12977"/>
                    <a:pt x="13458" y="10907"/>
                    <a:pt x="14049" y="9391"/>
                  </a:cubicBezTo>
                  <a:cubicBezTo>
                    <a:pt x="14382" y="8651"/>
                    <a:pt x="14641" y="8023"/>
                    <a:pt x="14789" y="7616"/>
                  </a:cubicBezTo>
                  <a:cubicBezTo>
                    <a:pt x="14974" y="7172"/>
                    <a:pt x="15084" y="6951"/>
                    <a:pt x="15084" y="6951"/>
                  </a:cubicBezTo>
                  <a:cubicBezTo>
                    <a:pt x="15121" y="6877"/>
                    <a:pt x="15121" y="6766"/>
                    <a:pt x="15047" y="6655"/>
                  </a:cubicBezTo>
                  <a:cubicBezTo>
                    <a:pt x="15010" y="6581"/>
                    <a:pt x="14900" y="6544"/>
                    <a:pt x="14789" y="6544"/>
                  </a:cubicBezTo>
                  <a:cubicBezTo>
                    <a:pt x="14789" y="6544"/>
                    <a:pt x="13790" y="6507"/>
                    <a:pt x="12312" y="6507"/>
                  </a:cubicBezTo>
                  <a:cubicBezTo>
                    <a:pt x="10722" y="6507"/>
                    <a:pt x="8652" y="6544"/>
                    <a:pt x="6729" y="6581"/>
                  </a:cubicBezTo>
                  <a:cubicBezTo>
                    <a:pt x="4807" y="6618"/>
                    <a:pt x="3032" y="6729"/>
                    <a:pt x="2071" y="6877"/>
                  </a:cubicBezTo>
                  <a:lnTo>
                    <a:pt x="1775" y="6877"/>
                  </a:lnTo>
                  <a:cubicBezTo>
                    <a:pt x="1516" y="6877"/>
                    <a:pt x="1368" y="6840"/>
                    <a:pt x="1220" y="6729"/>
                  </a:cubicBezTo>
                  <a:cubicBezTo>
                    <a:pt x="999" y="6618"/>
                    <a:pt x="851" y="6359"/>
                    <a:pt x="740" y="6063"/>
                  </a:cubicBezTo>
                  <a:cubicBezTo>
                    <a:pt x="666" y="5731"/>
                    <a:pt x="629" y="5324"/>
                    <a:pt x="629" y="4917"/>
                  </a:cubicBezTo>
                  <a:cubicBezTo>
                    <a:pt x="629" y="4326"/>
                    <a:pt x="703" y="3734"/>
                    <a:pt x="777" y="3291"/>
                  </a:cubicBezTo>
                  <a:cubicBezTo>
                    <a:pt x="814" y="3069"/>
                    <a:pt x="851" y="2884"/>
                    <a:pt x="888" y="2736"/>
                  </a:cubicBezTo>
                  <a:cubicBezTo>
                    <a:pt x="888" y="2735"/>
                    <a:pt x="888" y="2735"/>
                    <a:pt x="888" y="2734"/>
                  </a:cubicBezTo>
                  <a:lnTo>
                    <a:pt x="888" y="2734"/>
                  </a:lnTo>
                  <a:cubicBezTo>
                    <a:pt x="1212" y="2678"/>
                    <a:pt x="1868" y="2568"/>
                    <a:pt x="2736" y="2440"/>
                  </a:cubicBezTo>
                  <a:cubicBezTo>
                    <a:pt x="6544" y="1812"/>
                    <a:pt x="14641" y="629"/>
                    <a:pt x="18560" y="629"/>
                  </a:cubicBezTo>
                  <a:close/>
                  <a:moveTo>
                    <a:pt x="18560" y="0"/>
                  </a:moveTo>
                  <a:cubicBezTo>
                    <a:pt x="15898" y="0"/>
                    <a:pt x="11387" y="555"/>
                    <a:pt x="7579" y="1072"/>
                  </a:cubicBezTo>
                  <a:cubicBezTo>
                    <a:pt x="3734" y="1627"/>
                    <a:pt x="592" y="2144"/>
                    <a:pt x="592" y="2144"/>
                  </a:cubicBezTo>
                  <a:cubicBezTo>
                    <a:pt x="444" y="2181"/>
                    <a:pt x="370" y="2255"/>
                    <a:pt x="333" y="2366"/>
                  </a:cubicBezTo>
                  <a:cubicBezTo>
                    <a:pt x="333" y="2403"/>
                    <a:pt x="0" y="3623"/>
                    <a:pt x="0" y="4917"/>
                  </a:cubicBezTo>
                  <a:cubicBezTo>
                    <a:pt x="0" y="5509"/>
                    <a:pt x="74" y="6137"/>
                    <a:pt x="333" y="6618"/>
                  </a:cubicBezTo>
                  <a:cubicBezTo>
                    <a:pt x="444" y="6877"/>
                    <a:pt x="629" y="7099"/>
                    <a:pt x="888" y="7246"/>
                  </a:cubicBezTo>
                  <a:cubicBezTo>
                    <a:pt x="1147" y="7431"/>
                    <a:pt x="1442" y="7505"/>
                    <a:pt x="1775" y="7505"/>
                  </a:cubicBezTo>
                  <a:cubicBezTo>
                    <a:pt x="1886" y="7505"/>
                    <a:pt x="2034" y="7505"/>
                    <a:pt x="2145" y="7468"/>
                  </a:cubicBezTo>
                  <a:cubicBezTo>
                    <a:pt x="3069" y="7320"/>
                    <a:pt x="4844" y="7246"/>
                    <a:pt x="6766" y="7209"/>
                  </a:cubicBezTo>
                  <a:cubicBezTo>
                    <a:pt x="8652" y="7136"/>
                    <a:pt x="10722" y="7136"/>
                    <a:pt x="12312" y="7136"/>
                  </a:cubicBezTo>
                  <a:lnTo>
                    <a:pt x="14323" y="7136"/>
                  </a:lnTo>
                  <a:cubicBezTo>
                    <a:pt x="13873" y="8217"/>
                    <a:pt x="12585" y="11340"/>
                    <a:pt x="11129" y="15084"/>
                  </a:cubicBezTo>
                  <a:cubicBezTo>
                    <a:pt x="9354" y="19779"/>
                    <a:pt x="7395" y="25473"/>
                    <a:pt x="6581" y="29466"/>
                  </a:cubicBezTo>
                  <a:cubicBezTo>
                    <a:pt x="6175" y="31573"/>
                    <a:pt x="5361" y="33163"/>
                    <a:pt x="4585" y="34494"/>
                  </a:cubicBezTo>
                  <a:cubicBezTo>
                    <a:pt x="3808" y="35825"/>
                    <a:pt x="3069" y="36860"/>
                    <a:pt x="2773" y="37858"/>
                  </a:cubicBezTo>
                  <a:cubicBezTo>
                    <a:pt x="2699" y="38117"/>
                    <a:pt x="2662" y="38376"/>
                    <a:pt x="2662" y="38561"/>
                  </a:cubicBezTo>
                  <a:cubicBezTo>
                    <a:pt x="2625" y="38893"/>
                    <a:pt x="2773" y="39189"/>
                    <a:pt x="3032" y="39374"/>
                  </a:cubicBezTo>
                  <a:cubicBezTo>
                    <a:pt x="3365" y="39633"/>
                    <a:pt x="3771" y="39707"/>
                    <a:pt x="4215" y="39818"/>
                  </a:cubicBezTo>
                  <a:cubicBezTo>
                    <a:pt x="4659" y="39929"/>
                    <a:pt x="5176" y="40076"/>
                    <a:pt x="5657" y="40409"/>
                  </a:cubicBezTo>
                  <a:cubicBezTo>
                    <a:pt x="7395" y="41555"/>
                    <a:pt x="10167" y="42480"/>
                    <a:pt x="12275" y="42480"/>
                  </a:cubicBezTo>
                  <a:cubicBezTo>
                    <a:pt x="12460" y="42480"/>
                    <a:pt x="12607" y="42480"/>
                    <a:pt x="12755" y="42406"/>
                  </a:cubicBezTo>
                  <a:cubicBezTo>
                    <a:pt x="12829" y="42332"/>
                    <a:pt x="12903" y="42295"/>
                    <a:pt x="12940" y="42184"/>
                  </a:cubicBezTo>
                  <a:cubicBezTo>
                    <a:pt x="13014" y="42110"/>
                    <a:pt x="13014" y="42036"/>
                    <a:pt x="13014" y="41925"/>
                  </a:cubicBezTo>
                  <a:cubicBezTo>
                    <a:pt x="13014" y="41703"/>
                    <a:pt x="12903" y="41555"/>
                    <a:pt x="12792" y="41370"/>
                  </a:cubicBezTo>
                  <a:cubicBezTo>
                    <a:pt x="12607" y="41038"/>
                    <a:pt x="12238" y="40631"/>
                    <a:pt x="11868" y="40187"/>
                  </a:cubicBezTo>
                  <a:cubicBezTo>
                    <a:pt x="11276" y="39522"/>
                    <a:pt x="10574" y="38745"/>
                    <a:pt x="10019" y="37932"/>
                  </a:cubicBezTo>
                  <a:cubicBezTo>
                    <a:pt x="9465" y="37119"/>
                    <a:pt x="9058" y="36268"/>
                    <a:pt x="9095" y="35566"/>
                  </a:cubicBezTo>
                  <a:cubicBezTo>
                    <a:pt x="9058" y="35270"/>
                    <a:pt x="9169" y="34790"/>
                    <a:pt x="9354" y="34272"/>
                  </a:cubicBezTo>
                  <a:cubicBezTo>
                    <a:pt x="9982" y="32350"/>
                    <a:pt x="11683" y="29355"/>
                    <a:pt x="13606" y="26249"/>
                  </a:cubicBezTo>
                  <a:cubicBezTo>
                    <a:pt x="15491" y="23144"/>
                    <a:pt x="17561" y="19927"/>
                    <a:pt x="19040" y="17524"/>
                  </a:cubicBezTo>
                  <a:cubicBezTo>
                    <a:pt x="20149" y="15602"/>
                    <a:pt x="20852" y="14456"/>
                    <a:pt x="21259" y="13753"/>
                  </a:cubicBezTo>
                  <a:cubicBezTo>
                    <a:pt x="21443" y="13384"/>
                    <a:pt x="21591" y="13162"/>
                    <a:pt x="21665" y="12977"/>
                  </a:cubicBezTo>
                  <a:cubicBezTo>
                    <a:pt x="21702" y="12903"/>
                    <a:pt x="21739" y="12829"/>
                    <a:pt x="21776" y="12792"/>
                  </a:cubicBezTo>
                  <a:cubicBezTo>
                    <a:pt x="21813" y="12718"/>
                    <a:pt x="21813" y="12681"/>
                    <a:pt x="21813" y="12570"/>
                  </a:cubicBezTo>
                  <a:cubicBezTo>
                    <a:pt x="21813" y="12533"/>
                    <a:pt x="21813" y="12422"/>
                    <a:pt x="21739" y="12348"/>
                  </a:cubicBezTo>
                  <a:cubicBezTo>
                    <a:pt x="21681" y="12310"/>
                    <a:pt x="21633" y="12281"/>
                    <a:pt x="21590" y="12263"/>
                  </a:cubicBezTo>
                  <a:lnTo>
                    <a:pt x="21590" y="12263"/>
                  </a:lnTo>
                  <a:cubicBezTo>
                    <a:pt x="21619" y="12141"/>
                    <a:pt x="21670" y="11964"/>
                    <a:pt x="21758" y="11732"/>
                  </a:cubicBezTo>
                  <a:lnTo>
                    <a:pt x="21758" y="11732"/>
                  </a:lnTo>
                  <a:cubicBezTo>
                    <a:pt x="22156" y="11184"/>
                    <a:pt x="22482" y="10600"/>
                    <a:pt x="22700" y="9908"/>
                  </a:cubicBezTo>
                  <a:cubicBezTo>
                    <a:pt x="23181" y="8393"/>
                    <a:pt x="23477" y="6692"/>
                    <a:pt x="23477" y="5139"/>
                  </a:cubicBezTo>
                  <a:cubicBezTo>
                    <a:pt x="23477" y="3919"/>
                    <a:pt x="23292" y="2773"/>
                    <a:pt x="22774" y="1849"/>
                  </a:cubicBezTo>
                  <a:cubicBezTo>
                    <a:pt x="22220" y="961"/>
                    <a:pt x="21332" y="296"/>
                    <a:pt x="20112" y="111"/>
                  </a:cubicBezTo>
                  <a:cubicBezTo>
                    <a:pt x="19706" y="37"/>
                    <a:pt x="19188" y="0"/>
                    <a:pt x="185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64" name="Google Shape;3864;g3048a510704_4_0"/>
            <p:cNvSpPr/>
            <p:nvPr/>
          </p:nvSpPr>
          <p:spPr>
            <a:xfrm>
              <a:off x="2073750" y="4916750"/>
              <a:ext cx="287200" cy="118325"/>
            </a:xfrm>
            <a:custGeom>
              <a:rect b="b" l="l" r="r" t="t"/>
              <a:pathLst>
                <a:path extrusionOk="0" h="4733" w="11488">
                  <a:moveTo>
                    <a:pt x="1072" y="1"/>
                  </a:moveTo>
                  <a:cubicBezTo>
                    <a:pt x="1072" y="1"/>
                    <a:pt x="0" y="1"/>
                    <a:pt x="888" y="888"/>
                  </a:cubicBezTo>
                  <a:cubicBezTo>
                    <a:pt x="1775" y="1775"/>
                    <a:pt x="1775" y="4585"/>
                    <a:pt x="1775" y="4585"/>
                  </a:cubicBezTo>
                  <a:lnTo>
                    <a:pt x="2810" y="4585"/>
                  </a:lnTo>
                  <a:cubicBezTo>
                    <a:pt x="2810" y="4585"/>
                    <a:pt x="2477" y="3180"/>
                    <a:pt x="2995" y="2478"/>
                  </a:cubicBezTo>
                  <a:cubicBezTo>
                    <a:pt x="2995" y="2478"/>
                    <a:pt x="3092" y="2470"/>
                    <a:pt x="3246" y="2470"/>
                  </a:cubicBezTo>
                  <a:cubicBezTo>
                    <a:pt x="3785" y="2470"/>
                    <a:pt x="5028" y="2560"/>
                    <a:pt x="5287" y="3365"/>
                  </a:cubicBezTo>
                  <a:cubicBezTo>
                    <a:pt x="5509" y="4031"/>
                    <a:pt x="6248" y="4733"/>
                    <a:pt x="6248" y="4733"/>
                  </a:cubicBezTo>
                  <a:lnTo>
                    <a:pt x="9650" y="4733"/>
                  </a:lnTo>
                  <a:cubicBezTo>
                    <a:pt x="10574" y="4733"/>
                    <a:pt x="11165" y="4326"/>
                    <a:pt x="11313" y="4031"/>
                  </a:cubicBezTo>
                  <a:cubicBezTo>
                    <a:pt x="11443" y="3804"/>
                    <a:pt x="11487" y="3691"/>
                    <a:pt x="11075" y="3691"/>
                  </a:cubicBezTo>
                  <a:cubicBezTo>
                    <a:pt x="11016" y="3691"/>
                    <a:pt x="10948" y="3693"/>
                    <a:pt x="10870" y="3698"/>
                  </a:cubicBezTo>
                  <a:cubicBezTo>
                    <a:pt x="10782" y="3703"/>
                    <a:pt x="10655" y="3706"/>
                    <a:pt x="10501" y="3706"/>
                  </a:cubicBezTo>
                  <a:cubicBezTo>
                    <a:pt x="9614" y="3706"/>
                    <a:pt x="7819" y="3606"/>
                    <a:pt x="7283" y="3291"/>
                  </a:cubicBezTo>
                  <a:cubicBezTo>
                    <a:pt x="6951" y="3069"/>
                    <a:pt x="6581" y="2626"/>
                    <a:pt x="6322" y="2256"/>
                  </a:cubicBezTo>
                  <a:cubicBezTo>
                    <a:pt x="6063" y="1923"/>
                    <a:pt x="3697" y="814"/>
                    <a:pt x="2403" y="370"/>
                  </a:cubicBezTo>
                  <a:lnTo>
                    <a:pt x="107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65" name="Google Shape;3865;g3048a510704_4_0"/>
            <p:cNvSpPr/>
            <p:nvPr/>
          </p:nvSpPr>
          <p:spPr>
            <a:xfrm>
              <a:off x="2079300" y="4909350"/>
              <a:ext cx="287450" cy="134050"/>
            </a:xfrm>
            <a:custGeom>
              <a:rect b="b" l="l" r="r" t="t"/>
              <a:pathLst>
                <a:path extrusionOk="0" h="5362" w="11498">
                  <a:moveTo>
                    <a:pt x="850" y="613"/>
                  </a:moveTo>
                  <a:lnTo>
                    <a:pt x="2107" y="962"/>
                  </a:lnTo>
                  <a:lnTo>
                    <a:pt x="2113" y="940"/>
                  </a:lnTo>
                  <a:lnTo>
                    <a:pt x="2113" y="940"/>
                  </a:lnTo>
                  <a:cubicBezTo>
                    <a:pt x="2740" y="1165"/>
                    <a:pt x="3640" y="1562"/>
                    <a:pt x="4400" y="1923"/>
                  </a:cubicBezTo>
                  <a:cubicBezTo>
                    <a:pt x="4769" y="2108"/>
                    <a:pt x="5139" y="2293"/>
                    <a:pt x="5398" y="2441"/>
                  </a:cubicBezTo>
                  <a:cubicBezTo>
                    <a:pt x="5546" y="2515"/>
                    <a:pt x="5657" y="2589"/>
                    <a:pt x="5731" y="2663"/>
                  </a:cubicBezTo>
                  <a:lnTo>
                    <a:pt x="5841" y="2737"/>
                  </a:lnTo>
                  <a:cubicBezTo>
                    <a:pt x="6137" y="3107"/>
                    <a:pt x="6507" y="3550"/>
                    <a:pt x="6914" y="3846"/>
                  </a:cubicBezTo>
                  <a:cubicBezTo>
                    <a:pt x="7098" y="3957"/>
                    <a:pt x="7320" y="4031"/>
                    <a:pt x="7616" y="4068"/>
                  </a:cubicBezTo>
                  <a:cubicBezTo>
                    <a:pt x="8429" y="4253"/>
                    <a:pt x="9575" y="4327"/>
                    <a:pt x="10278" y="4327"/>
                  </a:cubicBezTo>
                  <a:cubicBezTo>
                    <a:pt x="10426" y="4327"/>
                    <a:pt x="10574" y="4327"/>
                    <a:pt x="10685" y="4290"/>
                  </a:cubicBezTo>
                  <a:lnTo>
                    <a:pt x="10742" y="4290"/>
                  </a:lnTo>
                  <a:cubicBezTo>
                    <a:pt x="10666" y="4360"/>
                    <a:pt x="10549" y="4443"/>
                    <a:pt x="10389" y="4511"/>
                  </a:cubicBezTo>
                  <a:cubicBezTo>
                    <a:pt x="10167" y="4622"/>
                    <a:pt x="9834" y="4733"/>
                    <a:pt x="9428" y="4733"/>
                  </a:cubicBezTo>
                  <a:lnTo>
                    <a:pt x="6157" y="4733"/>
                  </a:lnTo>
                  <a:cubicBezTo>
                    <a:pt x="6066" y="4661"/>
                    <a:pt x="5917" y="4506"/>
                    <a:pt x="5767" y="4327"/>
                  </a:cubicBezTo>
                  <a:cubicBezTo>
                    <a:pt x="5620" y="4068"/>
                    <a:pt x="5435" y="3809"/>
                    <a:pt x="5361" y="3550"/>
                  </a:cubicBezTo>
                  <a:cubicBezTo>
                    <a:pt x="5250" y="3291"/>
                    <a:pt x="5102" y="3070"/>
                    <a:pt x="4880" y="2922"/>
                  </a:cubicBezTo>
                  <a:cubicBezTo>
                    <a:pt x="4584" y="2700"/>
                    <a:pt x="4215" y="2589"/>
                    <a:pt x="3882" y="2515"/>
                  </a:cubicBezTo>
                  <a:cubicBezTo>
                    <a:pt x="3549" y="2478"/>
                    <a:pt x="3217" y="2441"/>
                    <a:pt x="2995" y="2441"/>
                  </a:cubicBezTo>
                  <a:cubicBezTo>
                    <a:pt x="2847" y="2441"/>
                    <a:pt x="2773" y="2478"/>
                    <a:pt x="2736" y="2478"/>
                  </a:cubicBezTo>
                  <a:cubicBezTo>
                    <a:pt x="2662" y="2478"/>
                    <a:pt x="2588" y="2515"/>
                    <a:pt x="2514" y="2589"/>
                  </a:cubicBezTo>
                  <a:cubicBezTo>
                    <a:pt x="2218" y="2996"/>
                    <a:pt x="2181" y="3476"/>
                    <a:pt x="2181" y="3883"/>
                  </a:cubicBezTo>
                  <a:cubicBezTo>
                    <a:pt x="2181" y="4158"/>
                    <a:pt x="2205" y="4400"/>
                    <a:pt x="2231" y="4585"/>
                  </a:cubicBezTo>
                  <a:lnTo>
                    <a:pt x="1842" y="4585"/>
                  </a:lnTo>
                  <a:cubicBezTo>
                    <a:pt x="1832" y="4295"/>
                    <a:pt x="1806" y="3826"/>
                    <a:pt x="1738" y="3328"/>
                  </a:cubicBezTo>
                  <a:cubicBezTo>
                    <a:pt x="1664" y="2885"/>
                    <a:pt x="1590" y="2441"/>
                    <a:pt x="1479" y="2034"/>
                  </a:cubicBezTo>
                  <a:cubicBezTo>
                    <a:pt x="1331" y="1628"/>
                    <a:pt x="1146" y="1258"/>
                    <a:pt x="887" y="962"/>
                  </a:cubicBezTo>
                  <a:cubicBezTo>
                    <a:pt x="776" y="851"/>
                    <a:pt x="703" y="777"/>
                    <a:pt x="666" y="703"/>
                  </a:cubicBezTo>
                  <a:lnTo>
                    <a:pt x="642" y="656"/>
                  </a:lnTo>
                  <a:lnTo>
                    <a:pt x="642" y="656"/>
                  </a:lnTo>
                  <a:cubicBezTo>
                    <a:pt x="676" y="645"/>
                    <a:pt x="716" y="629"/>
                    <a:pt x="739" y="629"/>
                  </a:cubicBezTo>
                  <a:lnTo>
                    <a:pt x="850" y="629"/>
                  </a:lnTo>
                  <a:lnTo>
                    <a:pt x="850" y="613"/>
                  </a:lnTo>
                  <a:close/>
                  <a:moveTo>
                    <a:pt x="850" y="1"/>
                  </a:moveTo>
                  <a:cubicBezTo>
                    <a:pt x="813" y="1"/>
                    <a:pt x="666" y="1"/>
                    <a:pt x="481" y="38"/>
                  </a:cubicBezTo>
                  <a:cubicBezTo>
                    <a:pt x="407" y="75"/>
                    <a:pt x="296" y="112"/>
                    <a:pt x="185" y="223"/>
                  </a:cubicBezTo>
                  <a:cubicBezTo>
                    <a:pt x="74" y="297"/>
                    <a:pt x="0" y="445"/>
                    <a:pt x="0" y="629"/>
                  </a:cubicBezTo>
                  <a:cubicBezTo>
                    <a:pt x="0" y="740"/>
                    <a:pt x="37" y="888"/>
                    <a:pt x="111" y="999"/>
                  </a:cubicBezTo>
                  <a:cubicBezTo>
                    <a:pt x="185" y="1147"/>
                    <a:pt x="296" y="1258"/>
                    <a:pt x="444" y="1406"/>
                  </a:cubicBezTo>
                  <a:cubicBezTo>
                    <a:pt x="629" y="1554"/>
                    <a:pt x="776" y="1850"/>
                    <a:pt x="887" y="2219"/>
                  </a:cubicBezTo>
                  <a:cubicBezTo>
                    <a:pt x="1035" y="2774"/>
                    <a:pt x="1146" y="3439"/>
                    <a:pt x="1183" y="3957"/>
                  </a:cubicBezTo>
                  <a:cubicBezTo>
                    <a:pt x="1220" y="4216"/>
                    <a:pt x="1220" y="4474"/>
                    <a:pt x="1220" y="4622"/>
                  </a:cubicBezTo>
                  <a:cubicBezTo>
                    <a:pt x="1220" y="4770"/>
                    <a:pt x="1220" y="4881"/>
                    <a:pt x="1220" y="4881"/>
                  </a:cubicBezTo>
                  <a:cubicBezTo>
                    <a:pt x="1220" y="4955"/>
                    <a:pt x="1257" y="5029"/>
                    <a:pt x="1331" y="5103"/>
                  </a:cubicBezTo>
                  <a:cubicBezTo>
                    <a:pt x="1368" y="5140"/>
                    <a:pt x="1479" y="5177"/>
                    <a:pt x="1553" y="5177"/>
                  </a:cubicBezTo>
                  <a:lnTo>
                    <a:pt x="2588" y="5177"/>
                  </a:lnTo>
                  <a:cubicBezTo>
                    <a:pt x="2699" y="5177"/>
                    <a:pt x="2773" y="5140"/>
                    <a:pt x="2847" y="5066"/>
                  </a:cubicBezTo>
                  <a:cubicBezTo>
                    <a:pt x="2884" y="4992"/>
                    <a:pt x="2921" y="4881"/>
                    <a:pt x="2884" y="4807"/>
                  </a:cubicBezTo>
                  <a:lnTo>
                    <a:pt x="2884" y="4770"/>
                  </a:lnTo>
                  <a:cubicBezTo>
                    <a:pt x="2884" y="4696"/>
                    <a:pt x="2773" y="4327"/>
                    <a:pt x="2773" y="3883"/>
                  </a:cubicBezTo>
                  <a:cubicBezTo>
                    <a:pt x="2773" y="3577"/>
                    <a:pt x="2824" y="3271"/>
                    <a:pt x="2946" y="3070"/>
                  </a:cubicBezTo>
                  <a:lnTo>
                    <a:pt x="2995" y="3070"/>
                  </a:lnTo>
                  <a:cubicBezTo>
                    <a:pt x="3253" y="3070"/>
                    <a:pt x="3697" y="3107"/>
                    <a:pt x="4067" y="3217"/>
                  </a:cubicBezTo>
                  <a:cubicBezTo>
                    <a:pt x="4252" y="3254"/>
                    <a:pt x="4400" y="3328"/>
                    <a:pt x="4510" y="3402"/>
                  </a:cubicBezTo>
                  <a:cubicBezTo>
                    <a:pt x="4658" y="3513"/>
                    <a:pt x="4732" y="3624"/>
                    <a:pt x="4769" y="3735"/>
                  </a:cubicBezTo>
                  <a:cubicBezTo>
                    <a:pt x="4880" y="4142"/>
                    <a:pt x="5139" y="4511"/>
                    <a:pt x="5398" y="4807"/>
                  </a:cubicBezTo>
                  <a:cubicBezTo>
                    <a:pt x="5620" y="5066"/>
                    <a:pt x="5804" y="5251"/>
                    <a:pt x="5841" y="5251"/>
                  </a:cubicBezTo>
                  <a:cubicBezTo>
                    <a:pt x="5878" y="5325"/>
                    <a:pt x="5952" y="5362"/>
                    <a:pt x="6026" y="5362"/>
                  </a:cubicBezTo>
                  <a:lnTo>
                    <a:pt x="9428" y="5362"/>
                  </a:lnTo>
                  <a:cubicBezTo>
                    <a:pt x="9945" y="5362"/>
                    <a:pt x="10352" y="5214"/>
                    <a:pt x="10685" y="5066"/>
                  </a:cubicBezTo>
                  <a:cubicBezTo>
                    <a:pt x="11017" y="4918"/>
                    <a:pt x="11239" y="4696"/>
                    <a:pt x="11350" y="4511"/>
                  </a:cubicBezTo>
                  <a:cubicBezTo>
                    <a:pt x="11387" y="4437"/>
                    <a:pt x="11424" y="4401"/>
                    <a:pt x="11424" y="4327"/>
                  </a:cubicBezTo>
                  <a:cubicBezTo>
                    <a:pt x="11461" y="4290"/>
                    <a:pt x="11498" y="4216"/>
                    <a:pt x="11498" y="4105"/>
                  </a:cubicBezTo>
                  <a:cubicBezTo>
                    <a:pt x="11498" y="4031"/>
                    <a:pt x="11461" y="3957"/>
                    <a:pt x="11424" y="3883"/>
                  </a:cubicBezTo>
                  <a:cubicBezTo>
                    <a:pt x="11313" y="3772"/>
                    <a:pt x="11202" y="3735"/>
                    <a:pt x="11128" y="3698"/>
                  </a:cubicBezTo>
                  <a:lnTo>
                    <a:pt x="10278" y="3698"/>
                  </a:lnTo>
                  <a:cubicBezTo>
                    <a:pt x="9834" y="3698"/>
                    <a:pt x="9169" y="3661"/>
                    <a:pt x="8577" y="3587"/>
                  </a:cubicBezTo>
                  <a:cubicBezTo>
                    <a:pt x="8281" y="3587"/>
                    <a:pt x="7986" y="3513"/>
                    <a:pt x="7727" y="3476"/>
                  </a:cubicBezTo>
                  <a:cubicBezTo>
                    <a:pt x="7505" y="3439"/>
                    <a:pt x="7320" y="3365"/>
                    <a:pt x="7246" y="3328"/>
                  </a:cubicBezTo>
                  <a:cubicBezTo>
                    <a:pt x="6951" y="3144"/>
                    <a:pt x="6581" y="2700"/>
                    <a:pt x="6322" y="2367"/>
                  </a:cubicBezTo>
                  <a:cubicBezTo>
                    <a:pt x="6248" y="2256"/>
                    <a:pt x="6174" y="2219"/>
                    <a:pt x="6100" y="2145"/>
                  </a:cubicBezTo>
                  <a:cubicBezTo>
                    <a:pt x="5731" y="1886"/>
                    <a:pt x="5065" y="1554"/>
                    <a:pt x="4363" y="1221"/>
                  </a:cubicBezTo>
                  <a:cubicBezTo>
                    <a:pt x="3660" y="888"/>
                    <a:pt x="2847" y="556"/>
                    <a:pt x="2292" y="371"/>
                  </a:cubicBezTo>
                  <a:lnTo>
                    <a:pt x="2255" y="334"/>
                  </a:lnTo>
                  <a:lnTo>
                    <a:pt x="92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66" name="Google Shape;3866;g3048a510704_4_0"/>
            <p:cNvSpPr/>
            <p:nvPr/>
          </p:nvSpPr>
          <p:spPr>
            <a:xfrm>
              <a:off x="2208675" y="4889025"/>
              <a:ext cx="101700" cy="88750"/>
            </a:xfrm>
            <a:custGeom>
              <a:rect b="b" l="l" r="r" t="t"/>
              <a:pathLst>
                <a:path extrusionOk="0" h="3550" w="4068">
                  <a:moveTo>
                    <a:pt x="2404" y="1"/>
                  </a:moveTo>
                  <a:cubicBezTo>
                    <a:pt x="2404" y="1"/>
                    <a:pt x="1" y="2293"/>
                    <a:pt x="1" y="2552"/>
                  </a:cubicBezTo>
                  <a:cubicBezTo>
                    <a:pt x="38" y="3180"/>
                    <a:pt x="1628" y="3550"/>
                    <a:pt x="1628" y="3550"/>
                  </a:cubicBezTo>
                  <a:lnTo>
                    <a:pt x="4068" y="2071"/>
                  </a:lnTo>
                  <a:lnTo>
                    <a:pt x="3994" y="1295"/>
                  </a:lnTo>
                  <a:cubicBezTo>
                    <a:pt x="3587" y="296"/>
                    <a:pt x="2404" y="1"/>
                    <a:pt x="24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67" name="Google Shape;3867;g3048a510704_4_0"/>
            <p:cNvSpPr/>
            <p:nvPr/>
          </p:nvSpPr>
          <p:spPr>
            <a:xfrm>
              <a:off x="2201300" y="4881625"/>
              <a:ext cx="117400" cy="103925"/>
            </a:xfrm>
            <a:custGeom>
              <a:rect b="b" l="l" r="r" t="t"/>
              <a:pathLst>
                <a:path extrusionOk="0" h="4157" w="4696">
                  <a:moveTo>
                    <a:pt x="2776" y="662"/>
                  </a:moveTo>
                  <a:cubicBezTo>
                    <a:pt x="2896" y="699"/>
                    <a:pt x="3067" y="772"/>
                    <a:pt x="3254" y="888"/>
                  </a:cubicBezTo>
                  <a:cubicBezTo>
                    <a:pt x="3529" y="1026"/>
                    <a:pt x="3805" y="1292"/>
                    <a:pt x="3961" y="1627"/>
                  </a:cubicBezTo>
                  <a:lnTo>
                    <a:pt x="3961" y="1627"/>
                  </a:lnTo>
                  <a:lnTo>
                    <a:pt x="3956" y="1628"/>
                  </a:lnTo>
                  <a:lnTo>
                    <a:pt x="4030" y="2219"/>
                  </a:lnTo>
                  <a:lnTo>
                    <a:pt x="1879" y="3503"/>
                  </a:lnTo>
                  <a:lnTo>
                    <a:pt x="1879" y="3503"/>
                  </a:lnTo>
                  <a:cubicBezTo>
                    <a:pt x="1711" y="3463"/>
                    <a:pt x="1379" y="3389"/>
                    <a:pt x="1109" y="3254"/>
                  </a:cubicBezTo>
                  <a:cubicBezTo>
                    <a:pt x="961" y="3180"/>
                    <a:pt x="814" y="3069"/>
                    <a:pt x="740" y="2995"/>
                  </a:cubicBezTo>
                  <a:cubicBezTo>
                    <a:pt x="680" y="2956"/>
                    <a:pt x="652" y="2916"/>
                    <a:pt x="639" y="2887"/>
                  </a:cubicBezTo>
                  <a:lnTo>
                    <a:pt x="639" y="2887"/>
                  </a:lnTo>
                  <a:cubicBezTo>
                    <a:pt x="665" y="2855"/>
                    <a:pt x="696" y="2802"/>
                    <a:pt x="740" y="2737"/>
                  </a:cubicBezTo>
                  <a:cubicBezTo>
                    <a:pt x="1035" y="2404"/>
                    <a:pt x="1553" y="1849"/>
                    <a:pt x="2034" y="1369"/>
                  </a:cubicBezTo>
                  <a:cubicBezTo>
                    <a:pt x="2340" y="1086"/>
                    <a:pt x="2616" y="819"/>
                    <a:pt x="2776" y="662"/>
                  </a:cubicBezTo>
                  <a:close/>
                  <a:moveTo>
                    <a:pt x="2773" y="1"/>
                  </a:moveTo>
                  <a:cubicBezTo>
                    <a:pt x="2662" y="1"/>
                    <a:pt x="2551" y="1"/>
                    <a:pt x="2477" y="75"/>
                  </a:cubicBezTo>
                  <a:cubicBezTo>
                    <a:pt x="2477" y="75"/>
                    <a:pt x="1886" y="666"/>
                    <a:pt x="1294" y="1258"/>
                  </a:cubicBezTo>
                  <a:cubicBezTo>
                    <a:pt x="998" y="1554"/>
                    <a:pt x="666" y="1886"/>
                    <a:pt x="444" y="2145"/>
                  </a:cubicBezTo>
                  <a:cubicBezTo>
                    <a:pt x="333" y="2256"/>
                    <a:pt x="222" y="2367"/>
                    <a:pt x="148" y="2478"/>
                  </a:cubicBezTo>
                  <a:lnTo>
                    <a:pt x="74" y="2626"/>
                  </a:lnTo>
                  <a:cubicBezTo>
                    <a:pt x="37" y="2700"/>
                    <a:pt x="0" y="2737"/>
                    <a:pt x="0" y="2848"/>
                  </a:cubicBezTo>
                  <a:cubicBezTo>
                    <a:pt x="0" y="2922"/>
                    <a:pt x="0" y="2959"/>
                    <a:pt x="0" y="2959"/>
                  </a:cubicBezTo>
                  <a:lnTo>
                    <a:pt x="6" y="2956"/>
                  </a:lnTo>
                  <a:lnTo>
                    <a:pt x="6" y="2956"/>
                  </a:lnTo>
                  <a:cubicBezTo>
                    <a:pt x="25" y="3070"/>
                    <a:pt x="87" y="3162"/>
                    <a:pt x="148" y="3254"/>
                  </a:cubicBezTo>
                  <a:cubicBezTo>
                    <a:pt x="259" y="3439"/>
                    <a:pt x="407" y="3550"/>
                    <a:pt x="592" y="3661"/>
                  </a:cubicBezTo>
                  <a:cubicBezTo>
                    <a:pt x="1146" y="3994"/>
                    <a:pt x="1812" y="4142"/>
                    <a:pt x="1849" y="4142"/>
                  </a:cubicBezTo>
                  <a:cubicBezTo>
                    <a:pt x="1870" y="4152"/>
                    <a:pt x="1892" y="4157"/>
                    <a:pt x="1914" y="4157"/>
                  </a:cubicBezTo>
                  <a:cubicBezTo>
                    <a:pt x="1966" y="4157"/>
                    <a:pt x="2018" y="4131"/>
                    <a:pt x="2071" y="4105"/>
                  </a:cubicBezTo>
                  <a:lnTo>
                    <a:pt x="4548" y="2663"/>
                  </a:lnTo>
                  <a:cubicBezTo>
                    <a:pt x="4622" y="2589"/>
                    <a:pt x="4695" y="2478"/>
                    <a:pt x="4695" y="2330"/>
                  </a:cubicBezTo>
                  <a:lnTo>
                    <a:pt x="4585" y="1554"/>
                  </a:lnTo>
                  <a:lnTo>
                    <a:pt x="4548" y="1480"/>
                  </a:lnTo>
                  <a:cubicBezTo>
                    <a:pt x="4326" y="888"/>
                    <a:pt x="3882" y="518"/>
                    <a:pt x="3475" y="297"/>
                  </a:cubicBezTo>
                  <a:cubicBezTo>
                    <a:pt x="3106" y="75"/>
                    <a:pt x="2773" y="1"/>
                    <a:pt x="27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68" name="Google Shape;3868;g3048a510704_4_0"/>
            <p:cNvSpPr/>
            <p:nvPr/>
          </p:nvSpPr>
          <p:spPr>
            <a:xfrm>
              <a:off x="2129500" y="3838700"/>
              <a:ext cx="832475" cy="1182875"/>
            </a:xfrm>
            <a:custGeom>
              <a:rect b="b" l="l" r="r" t="t"/>
              <a:pathLst>
                <a:path extrusionOk="0" h="47315" w="33299">
                  <a:moveTo>
                    <a:pt x="13450" y="1"/>
                  </a:moveTo>
                  <a:cubicBezTo>
                    <a:pt x="9313" y="1"/>
                    <a:pt x="4795" y="348"/>
                    <a:pt x="4795" y="348"/>
                  </a:cubicBezTo>
                  <a:cubicBezTo>
                    <a:pt x="2380" y="1336"/>
                    <a:pt x="1" y="10074"/>
                    <a:pt x="1673" y="10074"/>
                  </a:cubicBezTo>
                  <a:cubicBezTo>
                    <a:pt x="1690" y="10074"/>
                    <a:pt x="1708" y="10073"/>
                    <a:pt x="1726" y="10071"/>
                  </a:cubicBezTo>
                  <a:cubicBezTo>
                    <a:pt x="3501" y="9923"/>
                    <a:pt x="14296" y="8962"/>
                    <a:pt x="14296" y="8962"/>
                  </a:cubicBezTo>
                  <a:lnTo>
                    <a:pt x="14296" y="8962"/>
                  </a:lnTo>
                  <a:cubicBezTo>
                    <a:pt x="13963" y="13990"/>
                    <a:pt x="17217" y="23935"/>
                    <a:pt x="19620" y="27040"/>
                  </a:cubicBezTo>
                  <a:cubicBezTo>
                    <a:pt x="21210" y="29000"/>
                    <a:pt x="23095" y="35285"/>
                    <a:pt x="24056" y="37725"/>
                  </a:cubicBezTo>
                  <a:cubicBezTo>
                    <a:pt x="24574" y="39019"/>
                    <a:pt x="24537" y="40461"/>
                    <a:pt x="23982" y="41718"/>
                  </a:cubicBezTo>
                  <a:cubicBezTo>
                    <a:pt x="23687" y="42346"/>
                    <a:pt x="23502" y="43012"/>
                    <a:pt x="23613" y="43419"/>
                  </a:cubicBezTo>
                  <a:cubicBezTo>
                    <a:pt x="23945" y="44380"/>
                    <a:pt x="25092" y="44047"/>
                    <a:pt x="25720" y="44380"/>
                  </a:cubicBezTo>
                  <a:cubicBezTo>
                    <a:pt x="26385" y="44712"/>
                    <a:pt x="28456" y="46635"/>
                    <a:pt x="29047" y="47042"/>
                  </a:cubicBezTo>
                  <a:cubicBezTo>
                    <a:pt x="29371" y="47232"/>
                    <a:pt x="30214" y="47315"/>
                    <a:pt x="31026" y="47315"/>
                  </a:cubicBezTo>
                  <a:cubicBezTo>
                    <a:pt x="31792" y="47315"/>
                    <a:pt x="32530" y="47241"/>
                    <a:pt x="32781" y="47116"/>
                  </a:cubicBezTo>
                  <a:cubicBezTo>
                    <a:pt x="33299" y="46857"/>
                    <a:pt x="32338" y="46561"/>
                    <a:pt x="31746" y="46043"/>
                  </a:cubicBezTo>
                  <a:cubicBezTo>
                    <a:pt x="31155" y="45489"/>
                    <a:pt x="27679" y="39500"/>
                    <a:pt x="27679" y="39500"/>
                  </a:cubicBezTo>
                  <a:cubicBezTo>
                    <a:pt x="27679" y="39500"/>
                    <a:pt x="21357" y="2529"/>
                    <a:pt x="20064" y="902"/>
                  </a:cubicBezTo>
                  <a:cubicBezTo>
                    <a:pt x="19505" y="200"/>
                    <a:pt x="16587" y="1"/>
                    <a:pt x="13450" y="1"/>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69" name="Google Shape;3869;g3048a510704_4_0"/>
            <p:cNvSpPr/>
            <p:nvPr/>
          </p:nvSpPr>
          <p:spPr>
            <a:xfrm>
              <a:off x="2149525" y="3831675"/>
              <a:ext cx="811550" cy="1197875"/>
            </a:xfrm>
            <a:custGeom>
              <a:rect b="b" l="l" r="r" t="t"/>
              <a:pathLst>
                <a:path extrusionOk="0" h="47915" w="32462">
                  <a:moveTo>
                    <a:pt x="12682" y="592"/>
                  </a:moveTo>
                  <a:cubicBezTo>
                    <a:pt x="14235" y="592"/>
                    <a:pt x="15750" y="666"/>
                    <a:pt x="16896" y="777"/>
                  </a:cubicBezTo>
                  <a:cubicBezTo>
                    <a:pt x="17488" y="850"/>
                    <a:pt x="18006" y="924"/>
                    <a:pt x="18375" y="1035"/>
                  </a:cubicBezTo>
                  <a:cubicBezTo>
                    <a:pt x="18745" y="1146"/>
                    <a:pt x="18967" y="1294"/>
                    <a:pt x="19041" y="1368"/>
                  </a:cubicBezTo>
                  <a:cubicBezTo>
                    <a:pt x="19041" y="1405"/>
                    <a:pt x="19078" y="1442"/>
                    <a:pt x="19115" y="1553"/>
                  </a:cubicBezTo>
                  <a:cubicBezTo>
                    <a:pt x="19299" y="1960"/>
                    <a:pt x="19558" y="2921"/>
                    <a:pt x="19891" y="4215"/>
                  </a:cubicBezTo>
                  <a:cubicBezTo>
                    <a:pt x="20963" y="8725"/>
                    <a:pt x="22627" y="17635"/>
                    <a:pt x="24032" y="25436"/>
                  </a:cubicBezTo>
                  <a:cubicBezTo>
                    <a:pt x="24734" y="29318"/>
                    <a:pt x="25363" y="32904"/>
                    <a:pt x="25843" y="35566"/>
                  </a:cubicBezTo>
                  <a:cubicBezTo>
                    <a:pt x="26065" y="36860"/>
                    <a:pt x="26250" y="37932"/>
                    <a:pt x="26361" y="38672"/>
                  </a:cubicBezTo>
                  <a:cubicBezTo>
                    <a:pt x="26509" y="39448"/>
                    <a:pt x="26583" y="39855"/>
                    <a:pt x="26583" y="39855"/>
                  </a:cubicBezTo>
                  <a:lnTo>
                    <a:pt x="26620" y="39965"/>
                  </a:lnTo>
                  <a:cubicBezTo>
                    <a:pt x="26620" y="39965"/>
                    <a:pt x="27470" y="41444"/>
                    <a:pt x="28431" y="42997"/>
                  </a:cubicBezTo>
                  <a:cubicBezTo>
                    <a:pt x="28912" y="43773"/>
                    <a:pt x="29392" y="44587"/>
                    <a:pt x="29799" y="45215"/>
                  </a:cubicBezTo>
                  <a:cubicBezTo>
                    <a:pt x="30021" y="45548"/>
                    <a:pt x="30206" y="45807"/>
                    <a:pt x="30354" y="46029"/>
                  </a:cubicBezTo>
                  <a:cubicBezTo>
                    <a:pt x="30539" y="46251"/>
                    <a:pt x="30649" y="46435"/>
                    <a:pt x="30760" y="46546"/>
                  </a:cubicBezTo>
                  <a:cubicBezTo>
                    <a:pt x="31019" y="46768"/>
                    <a:pt x="31315" y="46953"/>
                    <a:pt x="31574" y="47101"/>
                  </a:cubicBezTo>
                  <a:cubicBezTo>
                    <a:pt x="31611" y="47126"/>
                    <a:pt x="31644" y="47151"/>
                    <a:pt x="31675" y="47174"/>
                  </a:cubicBezTo>
                  <a:lnTo>
                    <a:pt x="31675" y="47174"/>
                  </a:lnTo>
                  <a:cubicBezTo>
                    <a:pt x="31666" y="47175"/>
                    <a:pt x="31657" y="47175"/>
                    <a:pt x="31648" y="47175"/>
                  </a:cubicBezTo>
                  <a:cubicBezTo>
                    <a:pt x="31315" y="47249"/>
                    <a:pt x="30760" y="47286"/>
                    <a:pt x="30206" y="47286"/>
                  </a:cubicBezTo>
                  <a:cubicBezTo>
                    <a:pt x="29799" y="47286"/>
                    <a:pt x="29392" y="47286"/>
                    <a:pt x="29097" y="47249"/>
                  </a:cubicBezTo>
                  <a:cubicBezTo>
                    <a:pt x="28764" y="47175"/>
                    <a:pt x="28468" y="47101"/>
                    <a:pt x="28394" y="47064"/>
                  </a:cubicBezTo>
                  <a:cubicBezTo>
                    <a:pt x="28283" y="46990"/>
                    <a:pt x="28062" y="46768"/>
                    <a:pt x="27766" y="46546"/>
                  </a:cubicBezTo>
                  <a:cubicBezTo>
                    <a:pt x="27322" y="46177"/>
                    <a:pt x="26805" y="45733"/>
                    <a:pt x="26287" y="45289"/>
                  </a:cubicBezTo>
                  <a:cubicBezTo>
                    <a:pt x="26065" y="45104"/>
                    <a:pt x="25806" y="44920"/>
                    <a:pt x="25621" y="44735"/>
                  </a:cubicBezTo>
                  <a:cubicBezTo>
                    <a:pt x="25400" y="44587"/>
                    <a:pt x="25215" y="44476"/>
                    <a:pt x="25067" y="44365"/>
                  </a:cubicBezTo>
                  <a:cubicBezTo>
                    <a:pt x="24660" y="44180"/>
                    <a:pt x="24180" y="44180"/>
                    <a:pt x="23810" y="44106"/>
                  </a:cubicBezTo>
                  <a:cubicBezTo>
                    <a:pt x="23625" y="44069"/>
                    <a:pt x="23477" y="44032"/>
                    <a:pt x="23366" y="43958"/>
                  </a:cubicBezTo>
                  <a:cubicBezTo>
                    <a:pt x="23255" y="43884"/>
                    <a:pt x="23181" y="43773"/>
                    <a:pt x="23107" y="43589"/>
                  </a:cubicBezTo>
                  <a:cubicBezTo>
                    <a:pt x="23107" y="43552"/>
                    <a:pt x="23107" y="43478"/>
                    <a:pt x="23107" y="43404"/>
                  </a:cubicBezTo>
                  <a:cubicBezTo>
                    <a:pt x="23070" y="43071"/>
                    <a:pt x="23255" y="42590"/>
                    <a:pt x="23440" y="42147"/>
                  </a:cubicBezTo>
                  <a:cubicBezTo>
                    <a:pt x="23773" y="41407"/>
                    <a:pt x="23921" y="40631"/>
                    <a:pt x="23921" y="39892"/>
                  </a:cubicBezTo>
                  <a:cubicBezTo>
                    <a:pt x="23921" y="39189"/>
                    <a:pt x="23810" y="38524"/>
                    <a:pt x="23551" y="37895"/>
                  </a:cubicBezTo>
                  <a:cubicBezTo>
                    <a:pt x="23070" y="36675"/>
                    <a:pt x="22368" y="34494"/>
                    <a:pt x="21555" y="32386"/>
                  </a:cubicBezTo>
                  <a:cubicBezTo>
                    <a:pt x="21185" y="31314"/>
                    <a:pt x="20741" y="30242"/>
                    <a:pt x="20335" y="29355"/>
                  </a:cubicBezTo>
                  <a:cubicBezTo>
                    <a:pt x="19928" y="28431"/>
                    <a:pt x="19484" y="27654"/>
                    <a:pt x="19078" y="27100"/>
                  </a:cubicBezTo>
                  <a:cubicBezTo>
                    <a:pt x="18523" y="26434"/>
                    <a:pt x="17895" y="25325"/>
                    <a:pt x="17303" y="23957"/>
                  </a:cubicBezTo>
                  <a:cubicBezTo>
                    <a:pt x="15455" y="19964"/>
                    <a:pt x="13754" y="13827"/>
                    <a:pt x="13754" y="9982"/>
                  </a:cubicBezTo>
                  <a:cubicBezTo>
                    <a:pt x="13754" y="9723"/>
                    <a:pt x="13791" y="9502"/>
                    <a:pt x="13791" y="9280"/>
                  </a:cubicBezTo>
                  <a:cubicBezTo>
                    <a:pt x="13791" y="9169"/>
                    <a:pt x="13754" y="9095"/>
                    <a:pt x="13680" y="9021"/>
                  </a:cubicBezTo>
                  <a:cubicBezTo>
                    <a:pt x="13643" y="8984"/>
                    <a:pt x="13532" y="8947"/>
                    <a:pt x="13458" y="8947"/>
                  </a:cubicBezTo>
                  <a:cubicBezTo>
                    <a:pt x="13458" y="8947"/>
                    <a:pt x="2663" y="9908"/>
                    <a:pt x="888" y="10056"/>
                  </a:cubicBezTo>
                  <a:lnTo>
                    <a:pt x="814" y="10019"/>
                  </a:lnTo>
                  <a:cubicBezTo>
                    <a:pt x="777" y="10019"/>
                    <a:pt x="703" y="9945"/>
                    <a:pt x="666" y="9760"/>
                  </a:cubicBezTo>
                  <a:cubicBezTo>
                    <a:pt x="629" y="9613"/>
                    <a:pt x="629" y="9391"/>
                    <a:pt x="629" y="9132"/>
                  </a:cubicBezTo>
                  <a:cubicBezTo>
                    <a:pt x="592" y="7986"/>
                    <a:pt x="1073" y="6063"/>
                    <a:pt x="1738" y="4363"/>
                  </a:cubicBezTo>
                  <a:cubicBezTo>
                    <a:pt x="2071" y="3512"/>
                    <a:pt x="2478" y="2736"/>
                    <a:pt x="2885" y="2107"/>
                  </a:cubicBezTo>
                  <a:cubicBezTo>
                    <a:pt x="3299" y="1521"/>
                    <a:pt x="3681" y="1127"/>
                    <a:pt x="4030" y="957"/>
                  </a:cubicBezTo>
                  <a:lnTo>
                    <a:pt x="4030" y="957"/>
                  </a:lnTo>
                  <a:lnTo>
                    <a:pt x="4031" y="961"/>
                  </a:lnTo>
                  <a:cubicBezTo>
                    <a:pt x="4031" y="961"/>
                    <a:pt x="4289" y="924"/>
                    <a:pt x="4807" y="887"/>
                  </a:cubicBezTo>
                  <a:cubicBezTo>
                    <a:pt x="6249" y="813"/>
                    <a:pt x="9576" y="592"/>
                    <a:pt x="12682" y="592"/>
                  </a:cubicBezTo>
                  <a:close/>
                  <a:moveTo>
                    <a:pt x="12682" y="0"/>
                  </a:moveTo>
                  <a:cubicBezTo>
                    <a:pt x="8541" y="0"/>
                    <a:pt x="3994" y="333"/>
                    <a:pt x="3957" y="333"/>
                  </a:cubicBezTo>
                  <a:lnTo>
                    <a:pt x="3883" y="370"/>
                  </a:lnTo>
                  <a:cubicBezTo>
                    <a:pt x="3328" y="592"/>
                    <a:pt x="2848" y="1109"/>
                    <a:pt x="2404" y="1775"/>
                  </a:cubicBezTo>
                  <a:cubicBezTo>
                    <a:pt x="1701" y="2773"/>
                    <a:pt x="1110" y="4141"/>
                    <a:pt x="703" y="5472"/>
                  </a:cubicBezTo>
                  <a:cubicBezTo>
                    <a:pt x="260" y="6840"/>
                    <a:pt x="1" y="8171"/>
                    <a:pt x="1" y="9132"/>
                  </a:cubicBezTo>
                  <a:cubicBezTo>
                    <a:pt x="1" y="9539"/>
                    <a:pt x="38" y="9871"/>
                    <a:pt x="149" y="10167"/>
                  </a:cubicBezTo>
                  <a:cubicBezTo>
                    <a:pt x="223" y="10278"/>
                    <a:pt x="297" y="10426"/>
                    <a:pt x="444" y="10537"/>
                  </a:cubicBezTo>
                  <a:cubicBezTo>
                    <a:pt x="555" y="10611"/>
                    <a:pt x="703" y="10685"/>
                    <a:pt x="888" y="10685"/>
                  </a:cubicBezTo>
                  <a:lnTo>
                    <a:pt x="962" y="10685"/>
                  </a:lnTo>
                  <a:cubicBezTo>
                    <a:pt x="1849" y="10574"/>
                    <a:pt x="4992" y="10315"/>
                    <a:pt x="7913" y="10056"/>
                  </a:cubicBezTo>
                  <a:cubicBezTo>
                    <a:pt x="9354" y="9908"/>
                    <a:pt x="10759" y="9797"/>
                    <a:pt x="11794" y="9723"/>
                  </a:cubicBezTo>
                  <a:cubicBezTo>
                    <a:pt x="12393" y="9659"/>
                    <a:pt x="12868" y="9620"/>
                    <a:pt x="13162" y="9598"/>
                  </a:cubicBezTo>
                  <a:lnTo>
                    <a:pt x="13162" y="9598"/>
                  </a:lnTo>
                  <a:cubicBezTo>
                    <a:pt x="13162" y="9723"/>
                    <a:pt x="13162" y="9853"/>
                    <a:pt x="13162" y="9982"/>
                  </a:cubicBezTo>
                  <a:cubicBezTo>
                    <a:pt x="13162" y="12644"/>
                    <a:pt x="13939" y="16267"/>
                    <a:pt x="14974" y="19595"/>
                  </a:cubicBezTo>
                  <a:cubicBezTo>
                    <a:pt x="15528" y="21258"/>
                    <a:pt x="16120" y="22848"/>
                    <a:pt x="16749" y="24216"/>
                  </a:cubicBezTo>
                  <a:cubicBezTo>
                    <a:pt x="17340" y="25584"/>
                    <a:pt x="17969" y="26730"/>
                    <a:pt x="18597" y="27506"/>
                  </a:cubicBezTo>
                  <a:cubicBezTo>
                    <a:pt x="18967" y="27950"/>
                    <a:pt x="19373" y="28726"/>
                    <a:pt x="19780" y="29614"/>
                  </a:cubicBezTo>
                  <a:cubicBezTo>
                    <a:pt x="21000" y="32276"/>
                    <a:pt x="22257" y="36268"/>
                    <a:pt x="22997" y="38117"/>
                  </a:cubicBezTo>
                  <a:cubicBezTo>
                    <a:pt x="23218" y="38672"/>
                    <a:pt x="23329" y="39263"/>
                    <a:pt x="23329" y="39892"/>
                  </a:cubicBezTo>
                  <a:cubicBezTo>
                    <a:pt x="23329" y="40557"/>
                    <a:pt x="23181" y="41259"/>
                    <a:pt x="22886" y="41888"/>
                  </a:cubicBezTo>
                  <a:cubicBezTo>
                    <a:pt x="22664" y="42406"/>
                    <a:pt x="22479" y="42923"/>
                    <a:pt x="22479" y="43404"/>
                  </a:cubicBezTo>
                  <a:cubicBezTo>
                    <a:pt x="22479" y="43515"/>
                    <a:pt x="22479" y="43663"/>
                    <a:pt x="22553" y="43773"/>
                  </a:cubicBezTo>
                  <a:cubicBezTo>
                    <a:pt x="22627" y="44069"/>
                    <a:pt x="22812" y="44328"/>
                    <a:pt x="23034" y="44439"/>
                  </a:cubicBezTo>
                  <a:cubicBezTo>
                    <a:pt x="23366" y="44661"/>
                    <a:pt x="23699" y="44735"/>
                    <a:pt x="24032" y="44772"/>
                  </a:cubicBezTo>
                  <a:cubicBezTo>
                    <a:pt x="24364" y="44809"/>
                    <a:pt x="24623" y="44846"/>
                    <a:pt x="24808" y="44920"/>
                  </a:cubicBezTo>
                  <a:cubicBezTo>
                    <a:pt x="24919" y="44993"/>
                    <a:pt x="25178" y="45178"/>
                    <a:pt x="25437" y="45400"/>
                  </a:cubicBezTo>
                  <a:cubicBezTo>
                    <a:pt x="25880" y="45733"/>
                    <a:pt x="26398" y="46214"/>
                    <a:pt x="26915" y="46620"/>
                  </a:cubicBezTo>
                  <a:cubicBezTo>
                    <a:pt x="27396" y="47027"/>
                    <a:pt x="27803" y="47397"/>
                    <a:pt x="28062" y="47581"/>
                  </a:cubicBezTo>
                  <a:cubicBezTo>
                    <a:pt x="28320" y="47729"/>
                    <a:pt x="28616" y="47803"/>
                    <a:pt x="28986" y="47840"/>
                  </a:cubicBezTo>
                  <a:cubicBezTo>
                    <a:pt x="29355" y="47877"/>
                    <a:pt x="29799" y="47914"/>
                    <a:pt x="30206" y="47914"/>
                  </a:cubicBezTo>
                  <a:cubicBezTo>
                    <a:pt x="30612" y="47914"/>
                    <a:pt x="30982" y="47877"/>
                    <a:pt x="31315" y="47840"/>
                  </a:cubicBezTo>
                  <a:cubicBezTo>
                    <a:pt x="31500" y="47840"/>
                    <a:pt x="31648" y="47803"/>
                    <a:pt x="31759" y="47766"/>
                  </a:cubicBezTo>
                  <a:cubicBezTo>
                    <a:pt x="31906" y="47766"/>
                    <a:pt x="32017" y="47729"/>
                    <a:pt x="32128" y="47655"/>
                  </a:cubicBezTo>
                  <a:cubicBezTo>
                    <a:pt x="32202" y="47618"/>
                    <a:pt x="32276" y="47581"/>
                    <a:pt x="32313" y="47508"/>
                  </a:cubicBezTo>
                  <a:cubicBezTo>
                    <a:pt x="32387" y="47434"/>
                    <a:pt x="32461" y="47323"/>
                    <a:pt x="32461" y="47212"/>
                  </a:cubicBezTo>
                  <a:cubicBezTo>
                    <a:pt x="32424" y="47101"/>
                    <a:pt x="32387" y="47027"/>
                    <a:pt x="32350" y="46953"/>
                  </a:cubicBezTo>
                  <a:cubicBezTo>
                    <a:pt x="32276" y="46879"/>
                    <a:pt x="32202" y="46805"/>
                    <a:pt x="32091" y="46731"/>
                  </a:cubicBezTo>
                  <a:cubicBezTo>
                    <a:pt x="31833" y="46546"/>
                    <a:pt x="31426" y="46324"/>
                    <a:pt x="31167" y="46066"/>
                  </a:cubicBezTo>
                  <a:cubicBezTo>
                    <a:pt x="31130" y="46066"/>
                    <a:pt x="31019" y="45881"/>
                    <a:pt x="30871" y="45696"/>
                  </a:cubicBezTo>
                  <a:cubicBezTo>
                    <a:pt x="30354" y="44957"/>
                    <a:pt x="29429" y="43441"/>
                    <a:pt x="28616" y="42110"/>
                  </a:cubicBezTo>
                  <a:cubicBezTo>
                    <a:pt x="28209" y="41444"/>
                    <a:pt x="27840" y="40816"/>
                    <a:pt x="27581" y="40372"/>
                  </a:cubicBezTo>
                  <a:cubicBezTo>
                    <a:pt x="27378" y="40025"/>
                    <a:pt x="27221" y="39768"/>
                    <a:pt x="27162" y="39673"/>
                  </a:cubicBezTo>
                  <a:lnTo>
                    <a:pt x="27162" y="39673"/>
                  </a:lnTo>
                  <a:cubicBezTo>
                    <a:pt x="27016" y="38804"/>
                    <a:pt x="25533" y="30020"/>
                    <a:pt x="23884" y="21036"/>
                  </a:cubicBezTo>
                  <a:cubicBezTo>
                    <a:pt x="22997" y="16304"/>
                    <a:pt x="22072" y="11535"/>
                    <a:pt x="21296" y="7838"/>
                  </a:cubicBezTo>
                  <a:cubicBezTo>
                    <a:pt x="20926" y="5989"/>
                    <a:pt x="20556" y="4400"/>
                    <a:pt x="20261" y="3254"/>
                  </a:cubicBezTo>
                  <a:cubicBezTo>
                    <a:pt x="20113" y="2662"/>
                    <a:pt x="20002" y="2144"/>
                    <a:pt x="19854" y="1775"/>
                  </a:cubicBezTo>
                  <a:cubicBezTo>
                    <a:pt x="19817" y="1590"/>
                    <a:pt x="19743" y="1442"/>
                    <a:pt x="19706" y="1331"/>
                  </a:cubicBezTo>
                  <a:cubicBezTo>
                    <a:pt x="19632" y="1183"/>
                    <a:pt x="19595" y="1072"/>
                    <a:pt x="19521" y="998"/>
                  </a:cubicBezTo>
                  <a:cubicBezTo>
                    <a:pt x="19299" y="740"/>
                    <a:pt x="18967" y="592"/>
                    <a:pt x="18523" y="444"/>
                  </a:cubicBezTo>
                  <a:cubicBezTo>
                    <a:pt x="17895" y="259"/>
                    <a:pt x="17044" y="148"/>
                    <a:pt x="16009" y="74"/>
                  </a:cubicBezTo>
                  <a:cubicBezTo>
                    <a:pt x="15011" y="0"/>
                    <a:pt x="13865" y="0"/>
                    <a:pt x="126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70" name="Google Shape;3870;g3048a510704_4_0"/>
            <p:cNvSpPr/>
            <p:nvPr/>
          </p:nvSpPr>
          <p:spPr>
            <a:xfrm>
              <a:off x="2676375" y="4926925"/>
              <a:ext cx="287175" cy="118325"/>
            </a:xfrm>
            <a:custGeom>
              <a:rect b="b" l="l" r="r" t="t"/>
              <a:pathLst>
                <a:path extrusionOk="0" h="4733" w="11487">
                  <a:moveTo>
                    <a:pt x="1072" y="0"/>
                  </a:moveTo>
                  <a:cubicBezTo>
                    <a:pt x="1072" y="0"/>
                    <a:pt x="0" y="0"/>
                    <a:pt x="887" y="888"/>
                  </a:cubicBezTo>
                  <a:cubicBezTo>
                    <a:pt x="1775" y="1775"/>
                    <a:pt x="1775" y="4585"/>
                    <a:pt x="1775" y="4585"/>
                  </a:cubicBezTo>
                  <a:lnTo>
                    <a:pt x="2810" y="4585"/>
                  </a:lnTo>
                  <a:cubicBezTo>
                    <a:pt x="2810" y="4585"/>
                    <a:pt x="2477" y="3180"/>
                    <a:pt x="2995" y="2477"/>
                  </a:cubicBezTo>
                  <a:cubicBezTo>
                    <a:pt x="2995" y="2477"/>
                    <a:pt x="3097" y="2470"/>
                    <a:pt x="3259" y="2470"/>
                  </a:cubicBezTo>
                  <a:cubicBezTo>
                    <a:pt x="3805" y="2470"/>
                    <a:pt x="5030" y="2558"/>
                    <a:pt x="5287" y="3328"/>
                  </a:cubicBezTo>
                  <a:cubicBezTo>
                    <a:pt x="5509" y="4030"/>
                    <a:pt x="6248" y="4733"/>
                    <a:pt x="6248" y="4733"/>
                  </a:cubicBezTo>
                  <a:lnTo>
                    <a:pt x="9649" y="4733"/>
                  </a:lnTo>
                  <a:cubicBezTo>
                    <a:pt x="10574" y="4733"/>
                    <a:pt x="11165" y="4289"/>
                    <a:pt x="11313" y="4030"/>
                  </a:cubicBezTo>
                  <a:cubicBezTo>
                    <a:pt x="11442" y="3804"/>
                    <a:pt x="11487" y="3691"/>
                    <a:pt x="11075" y="3691"/>
                  </a:cubicBezTo>
                  <a:cubicBezTo>
                    <a:pt x="11016" y="3691"/>
                    <a:pt x="10948" y="3693"/>
                    <a:pt x="10869" y="3698"/>
                  </a:cubicBezTo>
                  <a:cubicBezTo>
                    <a:pt x="10783" y="3703"/>
                    <a:pt x="10660" y="3706"/>
                    <a:pt x="10509" y="3706"/>
                  </a:cubicBezTo>
                  <a:cubicBezTo>
                    <a:pt x="9626" y="3706"/>
                    <a:pt x="7820" y="3601"/>
                    <a:pt x="7283" y="3254"/>
                  </a:cubicBezTo>
                  <a:cubicBezTo>
                    <a:pt x="6951" y="3032"/>
                    <a:pt x="6581" y="2588"/>
                    <a:pt x="6322" y="2256"/>
                  </a:cubicBezTo>
                  <a:cubicBezTo>
                    <a:pt x="6063" y="1923"/>
                    <a:pt x="3697" y="814"/>
                    <a:pt x="2403" y="333"/>
                  </a:cubicBezTo>
                  <a:lnTo>
                    <a:pt x="107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71" name="Google Shape;3871;g3048a510704_4_0"/>
            <p:cNvSpPr/>
            <p:nvPr/>
          </p:nvSpPr>
          <p:spPr>
            <a:xfrm>
              <a:off x="2681900" y="4919525"/>
              <a:ext cx="287475" cy="133125"/>
            </a:xfrm>
            <a:custGeom>
              <a:rect b="b" l="l" r="r" t="t"/>
              <a:pathLst>
                <a:path extrusionOk="0" h="5325" w="11499">
                  <a:moveTo>
                    <a:pt x="802" y="598"/>
                  </a:moveTo>
                  <a:lnTo>
                    <a:pt x="2074" y="916"/>
                  </a:lnTo>
                  <a:lnTo>
                    <a:pt x="2074" y="916"/>
                  </a:lnTo>
                  <a:lnTo>
                    <a:pt x="2071" y="925"/>
                  </a:lnTo>
                  <a:cubicBezTo>
                    <a:pt x="2700" y="1147"/>
                    <a:pt x="3624" y="1553"/>
                    <a:pt x="4400" y="1923"/>
                  </a:cubicBezTo>
                  <a:cubicBezTo>
                    <a:pt x="4807" y="2108"/>
                    <a:pt x="5140" y="2293"/>
                    <a:pt x="5399" y="2441"/>
                  </a:cubicBezTo>
                  <a:cubicBezTo>
                    <a:pt x="5546" y="2515"/>
                    <a:pt x="5657" y="2589"/>
                    <a:pt x="5731" y="2626"/>
                  </a:cubicBezTo>
                  <a:lnTo>
                    <a:pt x="5842" y="2700"/>
                  </a:lnTo>
                  <a:lnTo>
                    <a:pt x="5842" y="2737"/>
                  </a:lnTo>
                  <a:cubicBezTo>
                    <a:pt x="6138" y="3106"/>
                    <a:pt x="6508" y="3550"/>
                    <a:pt x="6914" y="3809"/>
                  </a:cubicBezTo>
                  <a:cubicBezTo>
                    <a:pt x="7099" y="3957"/>
                    <a:pt x="7321" y="3994"/>
                    <a:pt x="7617" y="4067"/>
                  </a:cubicBezTo>
                  <a:cubicBezTo>
                    <a:pt x="8430" y="4252"/>
                    <a:pt x="9613" y="4289"/>
                    <a:pt x="10279" y="4289"/>
                  </a:cubicBezTo>
                  <a:lnTo>
                    <a:pt x="10744" y="4289"/>
                  </a:lnTo>
                  <a:cubicBezTo>
                    <a:pt x="10673" y="4360"/>
                    <a:pt x="10564" y="4443"/>
                    <a:pt x="10427" y="4511"/>
                  </a:cubicBezTo>
                  <a:cubicBezTo>
                    <a:pt x="10168" y="4622"/>
                    <a:pt x="9835" y="4733"/>
                    <a:pt x="9428" y="4733"/>
                  </a:cubicBezTo>
                  <a:lnTo>
                    <a:pt x="6175" y="4733"/>
                  </a:lnTo>
                  <a:cubicBezTo>
                    <a:pt x="6087" y="4644"/>
                    <a:pt x="5933" y="4480"/>
                    <a:pt x="5805" y="4289"/>
                  </a:cubicBezTo>
                  <a:cubicBezTo>
                    <a:pt x="5620" y="4067"/>
                    <a:pt x="5436" y="3772"/>
                    <a:pt x="5362" y="3550"/>
                  </a:cubicBezTo>
                  <a:cubicBezTo>
                    <a:pt x="5288" y="3291"/>
                    <a:pt x="5103" y="3069"/>
                    <a:pt x="4881" y="2921"/>
                  </a:cubicBezTo>
                  <a:cubicBezTo>
                    <a:pt x="4585" y="2700"/>
                    <a:pt x="4216" y="2589"/>
                    <a:pt x="3883" y="2515"/>
                  </a:cubicBezTo>
                  <a:cubicBezTo>
                    <a:pt x="3550" y="2441"/>
                    <a:pt x="3217" y="2441"/>
                    <a:pt x="3032" y="2441"/>
                  </a:cubicBezTo>
                  <a:lnTo>
                    <a:pt x="2774" y="2441"/>
                  </a:lnTo>
                  <a:cubicBezTo>
                    <a:pt x="2663" y="2441"/>
                    <a:pt x="2589" y="2515"/>
                    <a:pt x="2515" y="2589"/>
                  </a:cubicBezTo>
                  <a:cubicBezTo>
                    <a:pt x="2256" y="2958"/>
                    <a:pt x="2182" y="3439"/>
                    <a:pt x="2182" y="3883"/>
                  </a:cubicBezTo>
                  <a:cubicBezTo>
                    <a:pt x="2182" y="4130"/>
                    <a:pt x="2204" y="4363"/>
                    <a:pt x="2229" y="4548"/>
                  </a:cubicBezTo>
                  <a:lnTo>
                    <a:pt x="1842" y="4548"/>
                  </a:lnTo>
                  <a:cubicBezTo>
                    <a:pt x="1832" y="4256"/>
                    <a:pt x="1805" y="3800"/>
                    <a:pt x="1739" y="3291"/>
                  </a:cubicBezTo>
                  <a:cubicBezTo>
                    <a:pt x="1702" y="2884"/>
                    <a:pt x="1591" y="2441"/>
                    <a:pt x="1480" y="2034"/>
                  </a:cubicBezTo>
                  <a:cubicBezTo>
                    <a:pt x="1332" y="1627"/>
                    <a:pt x="1184" y="1258"/>
                    <a:pt x="888" y="962"/>
                  </a:cubicBezTo>
                  <a:cubicBezTo>
                    <a:pt x="777" y="851"/>
                    <a:pt x="703" y="740"/>
                    <a:pt x="666" y="703"/>
                  </a:cubicBezTo>
                  <a:lnTo>
                    <a:pt x="638" y="647"/>
                  </a:lnTo>
                  <a:lnTo>
                    <a:pt x="638" y="647"/>
                  </a:lnTo>
                  <a:cubicBezTo>
                    <a:pt x="659" y="629"/>
                    <a:pt x="711" y="629"/>
                    <a:pt x="740" y="629"/>
                  </a:cubicBezTo>
                  <a:lnTo>
                    <a:pt x="802" y="598"/>
                  </a:lnTo>
                  <a:close/>
                  <a:moveTo>
                    <a:pt x="851" y="1"/>
                  </a:moveTo>
                  <a:cubicBezTo>
                    <a:pt x="814" y="1"/>
                    <a:pt x="666" y="1"/>
                    <a:pt x="482" y="38"/>
                  </a:cubicBezTo>
                  <a:cubicBezTo>
                    <a:pt x="408" y="75"/>
                    <a:pt x="297" y="112"/>
                    <a:pt x="186" y="186"/>
                  </a:cubicBezTo>
                  <a:cubicBezTo>
                    <a:pt x="112" y="296"/>
                    <a:pt x="1" y="444"/>
                    <a:pt x="1" y="592"/>
                  </a:cubicBezTo>
                  <a:cubicBezTo>
                    <a:pt x="1" y="740"/>
                    <a:pt x="75" y="888"/>
                    <a:pt x="149" y="999"/>
                  </a:cubicBezTo>
                  <a:cubicBezTo>
                    <a:pt x="223" y="1110"/>
                    <a:pt x="297" y="1258"/>
                    <a:pt x="445" y="1406"/>
                  </a:cubicBezTo>
                  <a:cubicBezTo>
                    <a:pt x="629" y="1553"/>
                    <a:pt x="777" y="1849"/>
                    <a:pt x="888" y="2219"/>
                  </a:cubicBezTo>
                  <a:cubicBezTo>
                    <a:pt x="1073" y="2773"/>
                    <a:pt x="1147" y="3439"/>
                    <a:pt x="1184" y="3957"/>
                  </a:cubicBezTo>
                  <a:cubicBezTo>
                    <a:pt x="1221" y="4215"/>
                    <a:pt x="1221" y="4437"/>
                    <a:pt x="1221" y="4622"/>
                  </a:cubicBezTo>
                  <a:cubicBezTo>
                    <a:pt x="1258" y="4770"/>
                    <a:pt x="1258" y="4881"/>
                    <a:pt x="1258" y="4881"/>
                  </a:cubicBezTo>
                  <a:cubicBezTo>
                    <a:pt x="1258" y="4955"/>
                    <a:pt x="1258" y="5029"/>
                    <a:pt x="1332" y="5066"/>
                  </a:cubicBezTo>
                  <a:cubicBezTo>
                    <a:pt x="1406" y="5140"/>
                    <a:pt x="1480" y="5177"/>
                    <a:pt x="1554" y="5177"/>
                  </a:cubicBezTo>
                  <a:lnTo>
                    <a:pt x="2589" y="5177"/>
                  </a:lnTo>
                  <a:cubicBezTo>
                    <a:pt x="2700" y="5177"/>
                    <a:pt x="2774" y="5140"/>
                    <a:pt x="2848" y="5066"/>
                  </a:cubicBezTo>
                  <a:cubicBezTo>
                    <a:pt x="2922" y="4992"/>
                    <a:pt x="2922" y="4881"/>
                    <a:pt x="2885" y="4807"/>
                  </a:cubicBezTo>
                  <a:lnTo>
                    <a:pt x="2885" y="4770"/>
                  </a:lnTo>
                  <a:cubicBezTo>
                    <a:pt x="2885" y="4696"/>
                    <a:pt x="2811" y="4289"/>
                    <a:pt x="2811" y="3883"/>
                  </a:cubicBezTo>
                  <a:cubicBezTo>
                    <a:pt x="2811" y="3577"/>
                    <a:pt x="2836" y="3270"/>
                    <a:pt x="2950" y="3069"/>
                  </a:cubicBezTo>
                  <a:lnTo>
                    <a:pt x="3032" y="3069"/>
                  </a:lnTo>
                  <a:cubicBezTo>
                    <a:pt x="3254" y="3069"/>
                    <a:pt x="3698" y="3069"/>
                    <a:pt x="4068" y="3180"/>
                  </a:cubicBezTo>
                  <a:cubicBezTo>
                    <a:pt x="4253" y="3254"/>
                    <a:pt x="4400" y="3328"/>
                    <a:pt x="4511" y="3402"/>
                  </a:cubicBezTo>
                  <a:cubicBezTo>
                    <a:pt x="4659" y="3513"/>
                    <a:pt x="4733" y="3587"/>
                    <a:pt x="4770" y="3735"/>
                  </a:cubicBezTo>
                  <a:cubicBezTo>
                    <a:pt x="4881" y="4141"/>
                    <a:pt x="5177" y="4511"/>
                    <a:pt x="5399" y="4770"/>
                  </a:cubicBezTo>
                  <a:cubicBezTo>
                    <a:pt x="5620" y="5066"/>
                    <a:pt x="5842" y="5251"/>
                    <a:pt x="5842" y="5251"/>
                  </a:cubicBezTo>
                  <a:cubicBezTo>
                    <a:pt x="5879" y="5287"/>
                    <a:pt x="5953" y="5324"/>
                    <a:pt x="6027" y="5324"/>
                  </a:cubicBezTo>
                  <a:lnTo>
                    <a:pt x="9428" y="5324"/>
                  </a:lnTo>
                  <a:cubicBezTo>
                    <a:pt x="9946" y="5324"/>
                    <a:pt x="10353" y="5214"/>
                    <a:pt x="10685" y="5066"/>
                  </a:cubicBezTo>
                  <a:cubicBezTo>
                    <a:pt x="11018" y="4881"/>
                    <a:pt x="11240" y="4696"/>
                    <a:pt x="11351" y="4474"/>
                  </a:cubicBezTo>
                  <a:cubicBezTo>
                    <a:pt x="11388" y="4437"/>
                    <a:pt x="11425" y="4400"/>
                    <a:pt x="11425" y="4326"/>
                  </a:cubicBezTo>
                  <a:cubicBezTo>
                    <a:pt x="11462" y="4252"/>
                    <a:pt x="11499" y="4215"/>
                    <a:pt x="11499" y="4104"/>
                  </a:cubicBezTo>
                  <a:cubicBezTo>
                    <a:pt x="11499" y="4030"/>
                    <a:pt x="11462" y="3920"/>
                    <a:pt x="11425" y="3846"/>
                  </a:cubicBezTo>
                  <a:cubicBezTo>
                    <a:pt x="11314" y="3735"/>
                    <a:pt x="11240" y="3698"/>
                    <a:pt x="11129" y="3698"/>
                  </a:cubicBezTo>
                  <a:cubicBezTo>
                    <a:pt x="11055" y="3661"/>
                    <a:pt x="10981" y="3661"/>
                    <a:pt x="10870" y="3661"/>
                  </a:cubicBezTo>
                  <a:lnTo>
                    <a:pt x="10648" y="3661"/>
                  </a:lnTo>
                  <a:cubicBezTo>
                    <a:pt x="10574" y="3698"/>
                    <a:pt x="10427" y="3698"/>
                    <a:pt x="10279" y="3698"/>
                  </a:cubicBezTo>
                  <a:cubicBezTo>
                    <a:pt x="9835" y="3698"/>
                    <a:pt x="9170" y="3661"/>
                    <a:pt x="8578" y="3587"/>
                  </a:cubicBezTo>
                  <a:cubicBezTo>
                    <a:pt x="8282" y="3550"/>
                    <a:pt x="7987" y="3513"/>
                    <a:pt x="7728" y="3476"/>
                  </a:cubicBezTo>
                  <a:cubicBezTo>
                    <a:pt x="7506" y="3402"/>
                    <a:pt x="7321" y="3365"/>
                    <a:pt x="7247" y="3291"/>
                  </a:cubicBezTo>
                  <a:cubicBezTo>
                    <a:pt x="6951" y="3143"/>
                    <a:pt x="6582" y="2700"/>
                    <a:pt x="6360" y="2367"/>
                  </a:cubicBezTo>
                  <a:cubicBezTo>
                    <a:pt x="6286" y="2256"/>
                    <a:pt x="6212" y="2219"/>
                    <a:pt x="6101" y="2145"/>
                  </a:cubicBezTo>
                  <a:cubicBezTo>
                    <a:pt x="5731" y="1886"/>
                    <a:pt x="5103" y="1553"/>
                    <a:pt x="4363" y="1221"/>
                  </a:cubicBezTo>
                  <a:cubicBezTo>
                    <a:pt x="3661" y="888"/>
                    <a:pt x="2885" y="555"/>
                    <a:pt x="2293" y="333"/>
                  </a:cubicBezTo>
                  <a:lnTo>
                    <a:pt x="2256" y="333"/>
                  </a:lnTo>
                  <a:lnTo>
                    <a:pt x="9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72" name="Google Shape;3872;g3048a510704_4_0"/>
            <p:cNvSpPr/>
            <p:nvPr/>
          </p:nvSpPr>
          <p:spPr>
            <a:xfrm>
              <a:off x="2816850" y="4909350"/>
              <a:ext cx="98000" cy="95225"/>
            </a:xfrm>
            <a:custGeom>
              <a:rect b="b" l="l" r="r" t="t"/>
              <a:pathLst>
                <a:path extrusionOk="0" h="3809" w="3920">
                  <a:moveTo>
                    <a:pt x="2404" y="1"/>
                  </a:moveTo>
                  <a:cubicBezTo>
                    <a:pt x="2404" y="1"/>
                    <a:pt x="1" y="2293"/>
                    <a:pt x="38" y="2552"/>
                  </a:cubicBezTo>
                  <a:cubicBezTo>
                    <a:pt x="75" y="3144"/>
                    <a:pt x="1442" y="3809"/>
                    <a:pt x="1442" y="3809"/>
                  </a:cubicBezTo>
                  <a:lnTo>
                    <a:pt x="3919" y="2367"/>
                  </a:lnTo>
                  <a:lnTo>
                    <a:pt x="3624" y="1258"/>
                  </a:lnTo>
                  <a:cubicBezTo>
                    <a:pt x="3217" y="260"/>
                    <a:pt x="2404" y="1"/>
                    <a:pt x="24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73" name="Google Shape;3873;g3048a510704_4_0"/>
            <p:cNvSpPr/>
            <p:nvPr/>
          </p:nvSpPr>
          <p:spPr>
            <a:xfrm>
              <a:off x="2809450" y="4901600"/>
              <a:ext cx="113725" cy="111000"/>
            </a:xfrm>
            <a:custGeom>
              <a:rect b="b" l="l" r="r" t="t"/>
              <a:pathLst>
                <a:path extrusionOk="0" h="4440" w="4549">
                  <a:moveTo>
                    <a:pt x="629" y="2751"/>
                  </a:moveTo>
                  <a:lnTo>
                    <a:pt x="614" y="2757"/>
                  </a:lnTo>
                  <a:lnTo>
                    <a:pt x="614" y="2757"/>
                  </a:lnTo>
                  <a:cubicBezTo>
                    <a:pt x="616" y="2753"/>
                    <a:pt x="621" y="2751"/>
                    <a:pt x="629" y="2751"/>
                  </a:cubicBezTo>
                  <a:close/>
                  <a:moveTo>
                    <a:pt x="2769" y="674"/>
                  </a:moveTo>
                  <a:lnTo>
                    <a:pt x="2769" y="674"/>
                  </a:lnTo>
                  <a:cubicBezTo>
                    <a:pt x="2840" y="710"/>
                    <a:pt x="2933" y="762"/>
                    <a:pt x="3032" y="829"/>
                  </a:cubicBezTo>
                  <a:cubicBezTo>
                    <a:pt x="3217" y="1013"/>
                    <a:pt x="3476" y="1272"/>
                    <a:pt x="3624" y="1679"/>
                  </a:cubicBezTo>
                  <a:lnTo>
                    <a:pt x="3846" y="2529"/>
                  </a:lnTo>
                  <a:lnTo>
                    <a:pt x="1733" y="3776"/>
                  </a:lnTo>
                  <a:lnTo>
                    <a:pt x="1733" y="3776"/>
                  </a:lnTo>
                  <a:cubicBezTo>
                    <a:pt x="1584" y="3694"/>
                    <a:pt x="1322" y="3562"/>
                    <a:pt x="1110" y="3380"/>
                  </a:cubicBezTo>
                  <a:cubicBezTo>
                    <a:pt x="962" y="3269"/>
                    <a:pt x="814" y="3158"/>
                    <a:pt x="740" y="3047"/>
                  </a:cubicBezTo>
                  <a:cubicBezTo>
                    <a:pt x="693" y="2999"/>
                    <a:pt x="660" y="2936"/>
                    <a:pt x="643" y="2887"/>
                  </a:cubicBezTo>
                  <a:lnTo>
                    <a:pt x="643" y="2887"/>
                  </a:lnTo>
                  <a:cubicBezTo>
                    <a:pt x="663" y="2849"/>
                    <a:pt x="704" y="2800"/>
                    <a:pt x="777" y="2751"/>
                  </a:cubicBezTo>
                  <a:cubicBezTo>
                    <a:pt x="1036" y="2418"/>
                    <a:pt x="1591" y="1864"/>
                    <a:pt x="2034" y="1383"/>
                  </a:cubicBezTo>
                  <a:cubicBezTo>
                    <a:pt x="2335" y="1082"/>
                    <a:pt x="2608" y="824"/>
                    <a:pt x="2769" y="674"/>
                  </a:cubicBezTo>
                  <a:close/>
                  <a:moveTo>
                    <a:pt x="2722" y="1"/>
                  </a:moveTo>
                  <a:cubicBezTo>
                    <a:pt x="2643" y="1"/>
                    <a:pt x="2569" y="35"/>
                    <a:pt x="2515" y="89"/>
                  </a:cubicBezTo>
                  <a:cubicBezTo>
                    <a:pt x="2515" y="89"/>
                    <a:pt x="1886" y="644"/>
                    <a:pt x="1295" y="1272"/>
                  </a:cubicBezTo>
                  <a:cubicBezTo>
                    <a:pt x="999" y="1568"/>
                    <a:pt x="703" y="1864"/>
                    <a:pt x="481" y="2123"/>
                  </a:cubicBezTo>
                  <a:cubicBezTo>
                    <a:pt x="334" y="2270"/>
                    <a:pt x="260" y="2381"/>
                    <a:pt x="186" y="2492"/>
                  </a:cubicBezTo>
                  <a:lnTo>
                    <a:pt x="75" y="2640"/>
                  </a:lnTo>
                  <a:cubicBezTo>
                    <a:pt x="38" y="2677"/>
                    <a:pt x="1" y="2714"/>
                    <a:pt x="1" y="2862"/>
                  </a:cubicBezTo>
                  <a:cubicBezTo>
                    <a:pt x="1" y="2862"/>
                    <a:pt x="1" y="2862"/>
                    <a:pt x="1" y="2862"/>
                  </a:cubicBezTo>
                  <a:lnTo>
                    <a:pt x="1" y="2862"/>
                  </a:lnTo>
                  <a:cubicBezTo>
                    <a:pt x="1" y="2882"/>
                    <a:pt x="4" y="2897"/>
                    <a:pt x="7" y="2907"/>
                  </a:cubicBezTo>
                  <a:lnTo>
                    <a:pt x="7" y="2907"/>
                  </a:lnTo>
                  <a:cubicBezTo>
                    <a:pt x="53" y="3177"/>
                    <a:pt x="193" y="3352"/>
                    <a:pt x="334" y="3527"/>
                  </a:cubicBezTo>
                  <a:cubicBezTo>
                    <a:pt x="555" y="3786"/>
                    <a:pt x="888" y="4008"/>
                    <a:pt x="1147" y="4156"/>
                  </a:cubicBezTo>
                  <a:cubicBezTo>
                    <a:pt x="1406" y="4304"/>
                    <a:pt x="1628" y="4415"/>
                    <a:pt x="1628" y="4415"/>
                  </a:cubicBezTo>
                  <a:cubicBezTo>
                    <a:pt x="1658" y="4430"/>
                    <a:pt x="1695" y="4439"/>
                    <a:pt x="1733" y="4439"/>
                  </a:cubicBezTo>
                  <a:cubicBezTo>
                    <a:pt x="1787" y="4439"/>
                    <a:pt x="1843" y="4421"/>
                    <a:pt x="1886" y="4378"/>
                  </a:cubicBezTo>
                  <a:lnTo>
                    <a:pt x="4363" y="2936"/>
                  </a:lnTo>
                  <a:cubicBezTo>
                    <a:pt x="4474" y="2862"/>
                    <a:pt x="4548" y="2714"/>
                    <a:pt x="4511" y="2566"/>
                  </a:cubicBezTo>
                  <a:lnTo>
                    <a:pt x="4215" y="1494"/>
                  </a:lnTo>
                  <a:lnTo>
                    <a:pt x="4179" y="1457"/>
                  </a:lnTo>
                  <a:cubicBezTo>
                    <a:pt x="3994" y="903"/>
                    <a:pt x="3624" y="533"/>
                    <a:pt x="3365" y="311"/>
                  </a:cubicBezTo>
                  <a:cubicBezTo>
                    <a:pt x="3069" y="89"/>
                    <a:pt x="2848" y="15"/>
                    <a:pt x="2811" y="15"/>
                  </a:cubicBezTo>
                  <a:cubicBezTo>
                    <a:pt x="2781" y="5"/>
                    <a:pt x="2751" y="1"/>
                    <a:pt x="27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74" name="Google Shape;3874;g3048a510704_4_0"/>
            <p:cNvSpPr/>
            <p:nvPr/>
          </p:nvSpPr>
          <p:spPr>
            <a:xfrm>
              <a:off x="1840825" y="3478600"/>
              <a:ext cx="636850" cy="232925"/>
            </a:xfrm>
            <a:custGeom>
              <a:rect b="b" l="l" r="r" t="t"/>
              <a:pathLst>
                <a:path extrusionOk="0" h="9317" w="25474">
                  <a:moveTo>
                    <a:pt x="22590" y="0"/>
                  </a:moveTo>
                  <a:cubicBezTo>
                    <a:pt x="21628" y="0"/>
                    <a:pt x="20187" y="333"/>
                    <a:pt x="20187" y="333"/>
                  </a:cubicBezTo>
                  <a:lnTo>
                    <a:pt x="17414" y="1442"/>
                  </a:lnTo>
                  <a:lnTo>
                    <a:pt x="1" y="4252"/>
                  </a:lnTo>
                  <a:lnTo>
                    <a:pt x="407" y="9317"/>
                  </a:lnTo>
                  <a:lnTo>
                    <a:pt x="17931" y="3623"/>
                  </a:lnTo>
                  <a:lnTo>
                    <a:pt x="23107" y="2071"/>
                  </a:lnTo>
                  <a:cubicBezTo>
                    <a:pt x="23107" y="2071"/>
                    <a:pt x="24327" y="2921"/>
                    <a:pt x="24845" y="3217"/>
                  </a:cubicBezTo>
                  <a:cubicBezTo>
                    <a:pt x="24954" y="3279"/>
                    <a:pt x="25044" y="3305"/>
                    <a:pt x="25120" y="3305"/>
                  </a:cubicBezTo>
                  <a:cubicBezTo>
                    <a:pt x="25404" y="3305"/>
                    <a:pt x="25473" y="2933"/>
                    <a:pt x="25473" y="2699"/>
                  </a:cubicBezTo>
                  <a:cubicBezTo>
                    <a:pt x="25473" y="2403"/>
                    <a:pt x="23514" y="0"/>
                    <a:pt x="22590" y="0"/>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75" name="Google Shape;3875;g3048a510704_4_0"/>
            <p:cNvSpPr/>
            <p:nvPr/>
          </p:nvSpPr>
          <p:spPr>
            <a:xfrm>
              <a:off x="1832500" y="3471200"/>
              <a:ext cx="652575" cy="248325"/>
            </a:xfrm>
            <a:custGeom>
              <a:rect b="b" l="l" r="r" t="t"/>
              <a:pathLst>
                <a:path extrusionOk="0" h="9933" w="26103">
                  <a:moveTo>
                    <a:pt x="22923" y="592"/>
                  </a:moveTo>
                  <a:cubicBezTo>
                    <a:pt x="22997" y="592"/>
                    <a:pt x="23292" y="703"/>
                    <a:pt x="23588" y="925"/>
                  </a:cubicBezTo>
                  <a:cubicBezTo>
                    <a:pt x="24032" y="1258"/>
                    <a:pt x="24512" y="1738"/>
                    <a:pt x="24919" y="2219"/>
                  </a:cubicBezTo>
                  <a:cubicBezTo>
                    <a:pt x="25104" y="2441"/>
                    <a:pt x="25252" y="2625"/>
                    <a:pt x="25363" y="2810"/>
                  </a:cubicBezTo>
                  <a:cubicBezTo>
                    <a:pt x="25437" y="2884"/>
                    <a:pt x="25474" y="2958"/>
                    <a:pt x="25474" y="2995"/>
                  </a:cubicBezTo>
                  <a:lnTo>
                    <a:pt x="25509" y="3031"/>
                  </a:lnTo>
                  <a:lnTo>
                    <a:pt x="25509" y="3031"/>
                  </a:lnTo>
                  <a:cubicBezTo>
                    <a:pt x="25503" y="3130"/>
                    <a:pt x="25474" y="3225"/>
                    <a:pt x="25474" y="3291"/>
                  </a:cubicBezTo>
                  <a:cubicBezTo>
                    <a:pt x="25474" y="3291"/>
                    <a:pt x="25437" y="3291"/>
                    <a:pt x="25363" y="3254"/>
                  </a:cubicBezTo>
                  <a:cubicBezTo>
                    <a:pt x="25104" y="3106"/>
                    <a:pt x="24660" y="2810"/>
                    <a:pt x="24291" y="2552"/>
                  </a:cubicBezTo>
                  <a:cubicBezTo>
                    <a:pt x="23921" y="2330"/>
                    <a:pt x="23588" y="2108"/>
                    <a:pt x="23588" y="2108"/>
                  </a:cubicBezTo>
                  <a:cubicBezTo>
                    <a:pt x="23536" y="2082"/>
                    <a:pt x="23484" y="2056"/>
                    <a:pt x="23418" y="2056"/>
                  </a:cubicBezTo>
                  <a:cubicBezTo>
                    <a:pt x="23391" y="2056"/>
                    <a:pt x="23362" y="2060"/>
                    <a:pt x="23329" y="2071"/>
                  </a:cubicBezTo>
                  <a:lnTo>
                    <a:pt x="18153" y="3624"/>
                  </a:lnTo>
                  <a:lnTo>
                    <a:pt x="1036" y="9206"/>
                  </a:lnTo>
                  <a:lnTo>
                    <a:pt x="666" y="4807"/>
                  </a:lnTo>
                  <a:lnTo>
                    <a:pt x="17784" y="2071"/>
                  </a:lnTo>
                  <a:lnTo>
                    <a:pt x="17858" y="2034"/>
                  </a:lnTo>
                  <a:lnTo>
                    <a:pt x="20589" y="905"/>
                  </a:lnTo>
                  <a:lnTo>
                    <a:pt x="20589" y="905"/>
                  </a:lnTo>
                  <a:lnTo>
                    <a:pt x="20594" y="925"/>
                  </a:lnTo>
                  <a:cubicBezTo>
                    <a:pt x="20594" y="925"/>
                    <a:pt x="20667" y="888"/>
                    <a:pt x="20815" y="851"/>
                  </a:cubicBezTo>
                  <a:cubicBezTo>
                    <a:pt x="21259" y="777"/>
                    <a:pt x="22257" y="592"/>
                    <a:pt x="22923" y="592"/>
                  </a:cubicBezTo>
                  <a:close/>
                  <a:moveTo>
                    <a:pt x="22923" y="1"/>
                  </a:moveTo>
                  <a:cubicBezTo>
                    <a:pt x="21924" y="1"/>
                    <a:pt x="20483" y="296"/>
                    <a:pt x="20446" y="296"/>
                  </a:cubicBezTo>
                  <a:lnTo>
                    <a:pt x="20409" y="333"/>
                  </a:lnTo>
                  <a:lnTo>
                    <a:pt x="17674" y="1449"/>
                  </a:lnTo>
                  <a:lnTo>
                    <a:pt x="17674" y="1449"/>
                  </a:lnTo>
                  <a:lnTo>
                    <a:pt x="17673" y="1442"/>
                  </a:lnTo>
                  <a:lnTo>
                    <a:pt x="297" y="4252"/>
                  </a:lnTo>
                  <a:cubicBezTo>
                    <a:pt x="112" y="4252"/>
                    <a:pt x="1" y="4400"/>
                    <a:pt x="38" y="4585"/>
                  </a:cubicBezTo>
                  <a:lnTo>
                    <a:pt x="445" y="9650"/>
                  </a:lnTo>
                  <a:cubicBezTo>
                    <a:pt x="445" y="9724"/>
                    <a:pt x="482" y="9835"/>
                    <a:pt x="592" y="9872"/>
                  </a:cubicBezTo>
                  <a:cubicBezTo>
                    <a:pt x="636" y="9915"/>
                    <a:pt x="679" y="9933"/>
                    <a:pt x="730" y="9933"/>
                  </a:cubicBezTo>
                  <a:cubicBezTo>
                    <a:pt x="766" y="9933"/>
                    <a:pt x="805" y="9924"/>
                    <a:pt x="851" y="9909"/>
                  </a:cubicBezTo>
                  <a:lnTo>
                    <a:pt x="18338" y="4215"/>
                  </a:lnTo>
                  <a:lnTo>
                    <a:pt x="23376" y="2704"/>
                  </a:lnTo>
                  <a:lnTo>
                    <a:pt x="23376" y="2704"/>
                  </a:lnTo>
                  <a:cubicBezTo>
                    <a:pt x="23704" y="2916"/>
                    <a:pt x="24610" y="3502"/>
                    <a:pt x="25030" y="3772"/>
                  </a:cubicBezTo>
                  <a:cubicBezTo>
                    <a:pt x="25178" y="3846"/>
                    <a:pt x="25326" y="3919"/>
                    <a:pt x="25474" y="3919"/>
                  </a:cubicBezTo>
                  <a:cubicBezTo>
                    <a:pt x="25622" y="3919"/>
                    <a:pt x="25732" y="3846"/>
                    <a:pt x="25843" y="3772"/>
                  </a:cubicBezTo>
                  <a:cubicBezTo>
                    <a:pt x="25991" y="3661"/>
                    <a:pt x="26028" y="3513"/>
                    <a:pt x="26065" y="3365"/>
                  </a:cubicBezTo>
                  <a:cubicBezTo>
                    <a:pt x="26102" y="3217"/>
                    <a:pt x="26102" y="3106"/>
                    <a:pt x="26102" y="2995"/>
                  </a:cubicBezTo>
                  <a:cubicBezTo>
                    <a:pt x="26102" y="2884"/>
                    <a:pt x="26102" y="2847"/>
                    <a:pt x="26065" y="2773"/>
                  </a:cubicBezTo>
                  <a:cubicBezTo>
                    <a:pt x="25991" y="2589"/>
                    <a:pt x="25843" y="2367"/>
                    <a:pt x="25622" y="2108"/>
                  </a:cubicBezTo>
                  <a:cubicBezTo>
                    <a:pt x="25289" y="1664"/>
                    <a:pt x="24808" y="1184"/>
                    <a:pt x="24365" y="777"/>
                  </a:cubicBezTo>
                  <a:cubicBezTo>
                    <a:pt x="24106" y="555"/>
                    <a:pt x="23884" y="370"/>
                    <a:pt x="23625" y="222"/>
                  </a:cubicBezTo>
                  <a:cubicBezTo>
                    <a:pt x="23403" y="111"/>
                    <a:pt x="23181" y="1"/>
                    <a:pt x="229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76" name="Google Shape;3876;g3048a510704_4_0"/>
            <p:cNvSpPr/>
            <p:nvPr/>
          </p:nvSpPr>
          <p:spPr>
            <a:xfrm>
              <a:off x="2303875" y="3514650"/>
              <a:ext cx="171025" cy="49925"/>
            </a:xfrm>
            <a:custGeom>
              <a:rect b="b" l="l" r="r" t="t"/>
              <a:pathLst>
                <a:path extrusionOk="0" h="1997" w="6841">
                  <a:moveTo>
                    <a:pt x="1665" y="0"/>
                  </a:moveTo>
                  <a:lnTo>
                    <a:pt x="1" y="1997"/>
                  </a:lnTo>
                  <a:cubicBezTo>
                    <a:pt x="1" y="1997"/>
                    <a:pt x="334" y="1997"/>
                    <a:pt x="1665" y="1886"/>
                  </a:cubicBezTo>
                  <a:cubicBezTo>
                    <a:pt x="3033" y="1775"/>
                    <a:pt x="3735" y="1146"/>
                    <a:pt x="3735" y="1146"/>
                  </a:cubicBezTo>
                  <a:cubicBezTo>
                    <a:pt x="3735" y="1146"/>
                    <a:pt x="4992" y="1257"/>
                    <a:pt x="5916" y="1257"/>
                  </a:cubicBezTo>
                  <a:cubicBezTo>
                    <a:pt x="6840" y="1257"/>
                    <a:pt x="6545" y="444"/>
                    <a:pt x="5805" y="333"/>
                  </a:cubicBezTo>
                  <a:cubicBezTo>
                    <a:pt x="5103" y="222"/>
                    <a:pt x="1665" y="0"/>
                    <a:pt x="1665" y="0"/>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77" name="Google Shape;3877;g3048a510704_4_0"/>
            <p:cNvSpPr/>
            <p:nvPr/>
          </p:nvSpPr>
          <p:spPr>
            <a:xfrm>
              <a:off x="2296500" y="3507250"/>
              <a:ext cx="177475" cy="64725"/>
            </a:xfrm>
            <a:custGeom>
              <a:rect b="b" l="l" r="r" t="t"/>
              <a:pathLst>
                <a:path extrusionOk="0" h="2589" w="7099">
                  <a:moveTo>
                    <a:pt x="1997" y="0"/>
                  </a:moveTo>
                  <a:cubicBezTo>
                    <a:pt x="1812" y="0"/>
                    <a:pt x="1664" y="111"/>
                    <a:pt x="1664" y="296"/>
                  </a:cubicBezTo>
                  <a:cubicBezTo>
                    <a:pt x="1664" y="444"/>
                    <a:pt x="1775" y="592"/>
                    <a:pt x="1960" y="629"/>
                  </a:cubicBezTo>
                  <a:cubicBezTo>
                    <a:pt x="1960" y="629"/>
                    <a:pt x="2810" y="666"/>
                    <a:pt x="3734" y="740"/>
                  </a:cubicBezTo>
                  <a:cubicBezTo>
                    <a:pt x="4695" y="814"/>
                    <a:pt x="5731" y="888"/>
                    <a:pt x="6063" y="925"/>
                  </a:cubicBezTo>
                  <a:cubicBezTo>
                    <a:pt x="6211" y="962"/>
                    <a:pt x="6322" y="999"/>
                    <a:pt x="6396" y="1073"/>
                  </a:cubicBezTo>
                  <a:lnTo>
                    <a:pt x="6470" y="1147"/>
                  </a:lnTo>
                  <a:lnTo>
                    <a:pt x="6470" y="1183"/>
                  </a:lnTo>
                  <a:cubicBezTo>
                    <a:pt x="6470" y="1220"/>
                    <a:pt x="6359" y="1257"/>
                    <a:pt x="6211" y="1257"/>
                  </a:cubicBezTo>
                  <a:cubicBezTo>
                    <a:pt x="5768" y="1257"/>
                    <a:pt x="5213" y="1220"/>
                    <a:pt x="4806" y="1183"/>
                  </a:cubicBezTo>
                  <a:cubicBezTo>
                    <a:pt x="4363" y="1183"/>
                    <a:pt x="4067" y="1147"/>
                    <a:pt x="4067" y="1147"/>
                  </a:cubicBezTo>
                  <a:cubicBezTo>
                    <a:pt x="3993" y="1147"/>
                    <a:pt x="3882" y="1147"/>
                    <a:pt x="3845" y="1220"/>
                  </a:cubicBezTo>
                  <a:cubicBezTo>
                    <a:pt x="3808" y="1220"/>
                    <a:pt x="3180" y="1775"/>
                    <a:pt x="1960" y="1849"/>
                  </a:cubicBezTo>
                  <a:cubicBezTo>
                    <a:pt x="1257" y="1923"/>
                    <a:pt x="850" y="1960"/>
                    <a:pt x="629" y="1960"/>
                  </a:cubicBezTo>
                  <a:lnTo>
                    <a:pt x="296" y="1960"/>
                  </a:lnTo>
                  <a:cubicBezTo>
                    <a:pt x="148" y="1960"/>
                    <a:pt x="0" y="2108"/>
                    <a:pt x="0" y="2293"/>
                  </a:cubicBezTo>
                  <a:cubicBezTo>
                    <a:pt x="0" y="2440"/>
                    <a:pt x="148" y="2588"/>
                    <a:pt x="296" y="2588"/>
                  </a:cubicBezTo>
                  <a:cubicBezTo>
                    <a:pt x="333" y="2588"/>
                    <a:pt x="629" y="2588"/>
                    <a:pt x="1997" y="2477"/>
                  </a:cubicBezTo>
                  <a:cubicBezTo>
                    <a:pt x="3158" y="2388"/>
                    <a:pt x="3888" y="1939"/>
                    <a:pt x="4147" y="1748"/>
                  </a:cubicBezTo>
                  <a:lnTo>
                    <a:pt x="4147" y="1748"/>
                  </a:lnTo>
                  <a:cubicBezTo>
                    <a:pt x="4475" y="1775"/>
                    <a:pt x="5429" y="1849"/>
                    <a:pt x="6211" y="1849"/>
                  </a:cubicBezTo>
                  <a:cubicBezTo>
                    <a:pt x="6470" y="1849"/>
                    <a:pt x="6655" y="1812"/>
                    <a:pt x="6840" y="1701"/>
                  </a:cubicBezTo>
                  <a:cubicBezTo>
                    <a:pt x="6988" y="1590"/>
                    <a:pt x="7099" y="1405"/>
                    <a:pt x="7099" y="1220"/>
                  </a:cubicBezTo>
                  <a:cubicBezTo>
                    <a:pt x="7099" y="962"/>
                    <a:pt x="6988" y="777"/>
                    <a:pt x="6803" y="629"/>
                  </a:cubicBezTo>
                  <a:cubicBezTo>
                    <a:pt x="6655" y="481"/>
                    <a:pt x="6433" y="370"/>
                    <a:pt x="6137" y="296"/>
                  </a:cubicBezTo>
                  <a:cubicBezTo>
                    <a:pt x="5768" y="259"/>
                    <a:pt x="4732" y="185"/>
                    <a:pt x="3771" y="111"/>
                  </a:cubicBezTo>
                  <a:cubicBezTo>
                    <a:pt x="2847" y="37"/>
                    <a:pt x="1997" y="0"/>
                    <a:pt x="19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78" name="Google Shape;3878;g3048a510704_4_0"/>
            <p:cNvSpPr/>
            <p:nvPr/>
          </p:nvSpPr>
          <p:spPr>
            <a:xfrm>
              <a:off x="1536750" y="3107250"/>
              <a:ext cx="905800" cy="1073350"/>
            </a:xfrm>
            <a:custGeom>
              <a:rect b="b" l="l" r="r" t="t"/>
              <a:pathLst>
                <a:path extrusionOk="0" h="42934" w="36232">
                  <a:moveTo>
                    <a:pt x="12856" y="1"/>
                  </a:moveTo>
                  <a:cubicBezTo>
                    <a:pt x="7710" y="1"/>
                    <a:pt x="4615" y="2378"/>
                    <a:pt x="4215" y="7090"/>
                  </a:cubicBezTo>
                  <a:cubicBezTo>
                    <a:pt x="3734" y="12784"/>
                    <a:pt x="2921" y="20881"/>
                    <a:pt x="2440" y="25095"/>
                  </a:cubicBezTo>
                  <a:cubicBezTo>
                    <a:pt x="1923" y="29310"/>
                    <a:pt x="0" y="30419"/>
                    <a:pt x="333" y="34819"/>
                  </a:cubicBezTo>
                  <a:cubicBezTo>
                    <a:pt x="629" y="39181"/>
                    <a:pt x="3069" y="42434"/>
                    <a:pt x="7284" y="42730"/>
                  </a:cubicBezTo>
                  <a:cubicBezTo>
                    <a:pt x="9090" y="42873"/>
                    <a:pt x="10563" y="42934"/>
                    <a:pt x="12094" y="42934"/>
                  </a:cubicBezTo>
                  <a:cubicBezTo>
                    <a:pt x="14135" y="42934"/>
                    <a:pt x="16278" y="42825"/>
                    <a:pt x="19447" y="42656"/>
                  </a:cubicBezTo>
                  <a:cubicBezTo>
                    <a:pt x="24105" y="42398"/>
                    <a:pt x="33754" y="41362"/>
                    <a:pt x="33754" y="41362"/>
                  </a:cubicBezTo>
                  <a:cubicBezTo>
                    <a:pt x="33754" y="41362"/>
                    <a:pt x="35455" y="37591"/>
                    <a:pt x="35603" y="35817"/>
                  </a:cubicBezTo>
                  <a:cubicBezTo>
                    <a:pt x="35751" y="34042"/>
                    <a:pt x="36232" y="28681"/>
                    <a:pt x="35270" y="28681"/>
                  </a:cubicBezTo>
                  <a:cubicBezTo>
                    <a:pt x="34309" y="28681"/>
                    <a:pt x="15713" y="29606"/>
                    <a:pt x="15713" y="29606"/>
                  </a:cubicBezTo>
                  <a:lnTo>
                    <a:pt x="16859" y="22507"/>
                  </a:lnTo>
                  <a:cubicBezTo>
                    <a:pt x="16859" y="22507"/>
                    <a:pt x="20741" y="19882"/>
                    <a:pt x="21074" y="18293"/>
                  </a:cubicBezTo>
                  <a:cubicBezTo>
                    <a:pt x="21369" y="16666"/>
                    <a:pt x="21221" y="9678"/>
                    <a:pt x="20408" y="5944"/>
                  </a:cubicBezTo>
                  <a:cubicBezTo>
                    <a:pt x="19595" y="2247"/>
                    <a:pt x="16193" y="288"/>
                    <a:pt x="16193" y="288"/>
                  </a:cubicBezTo>
                  <a:cubicBezTo>
                    <a:pt x="15002" y="97"/>
                    <a:pt x="13888" y="1"/>
                    <a:pt x="128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79" name="Google Shape;3879;g3048a510704_4_0"/>
            <p:cNvSpPr/>
            <p:nvPr/>
          </p:nvSpPr>
          <p:spPr>
            <a:xfrm>
              <a:off x="1535825" y="3099650"/>
              <a:ext cx="904875" cy="1088800"/>
            </a:xfrm>
            <a:custGeom>
              <a:rect b="b" l="l" r="r" t="t"/>
              <a:pathLst>
                <a:path extrusionOk="0" h="43552" w="36195">
                  <a:moveTo>
                    <a:pt x="12940" y="629"/>
                  </a:moveTo>
                  <a:cubicBezTo>
                    <a:pt x="13914" y="629"/>
                    <a:pt x="14958" y="699"/>
                    <a:pt x="16106" y="874"/>
                  </a:cubicBezTo>
                  <a:lnTo>
                    <a:pt x="16106" y="874"/>
                  </a:lnTo>
                  <a:lnTo>
                    <a:pt x="16120" y="888"/>
                  </a:lnTo>
                  <a:cubicBezTo>
                    <a:pt x="16267" y="999"/>
                    <a:pt x="17118" y="1516"/>
                    <a:pt x="18005" y="2440"/>
                  </a:cubicBezTo>
                  <a:cubicBezTo>
                    <a:pt x="18855" y="3365"/>
                    <a:pt x="19780" y="4659"/>
                    <a:pt x="20149" y="6322"/>
                  </a:cubicBezTo>
                  <a:cubicBezTo>
                    <a:pt x="20704" y="8836"/>
                    <a:pt x="20926" y="12903"/>
                    <a:pt x="20926" y="15713"/>
                  </a:cubicBezTo>
                  <a:cubicBezTo>
                    <a:pt x="20926" y="17007"/>
                    <a:pt x="20889" y="18042"/>
                    <a:pt x="20778" y="18523"/>
                  </a:cubicBezTo>
                  <a:cubicBezTo>
                    <a:pt x="20741" y="18818"/>
                    <a:pt x="20445" y="19262"/>
                    <a:pt x="20075" y="19706"/>
                  </a:cubicBezTo>
                  <a:cubicBezTo>
                    <a:pt x="19484" y="20408"/>
                    <a:pt x="18634" y="21111"/>
                    <a:pt x="17931" y="21628"/>
                  </a:cubicBezTo>
                  <a:cubicBezTo>
                    <a:pt x="17598" y="21924"/>
                    <a:pt x="17303" y="22146"/>
                    <a:pt x="17081" y="22294"/>
                  </a:cubicBezTo>
                  <a:cubicBezTo>
                    <a:pt x="16859" y="22442"/>
                    <a:pt x="16711" y="22552"/>
                    <a:pt x="16711" y="22552"/>
                  </a:cubicBezTo>
                  <a:cubicBezTo>
                    <a:pt x="16637" y="22589"/>
                    <a:pt x="16600" y="22663"/>
                    <a:pt x="16563" y="22737"/>
                  </a:cubicBezTo>
                  <a:lnTo>
                    <a:pt x="15454" y="29873"/>
                  </a:lnTo>
                  <a:cubicBezTo>
                    <a:pt x="15417" y="29984"/>
                    <a:pt x="15454" y="30058"/>
                    <a:pt x="15528" y="30131"/>
                  </a:cubicBezTo>
                  <a:cubicBezTo>
                    <a:pt x="15565" y="30205"/>
                    <a:pt x="15676" y="30242"/>
                    <a:pt x="15750" y="30242"/>
                  </a:cubicBezTo>
                  <a:cubicBezTo>
                    <a:pt x="15750" y="30242"/>
                    <a:pt x="16933" y="30168"/>
                    <a:pt x="18671" y="30094"/>
                  </a:cubicBezTo>
                  <a:cubicBezTo>
                    <a:pt x="21332" y="29947"/>
                    <a:pt x="25288" y="29762"/>
                    <a:pt x="28727" y="29614"/>
                  </a:cubicBezTo>
                  <a:cubicBezTo>
                    <a:pt x="30427" y="29503"/>
                    <a:pt x="31980" y="29429"/>
                    <a:pt x="33163" y="29392"/>
                  </a:cubicBezTo>
                  <a:cubicBezTo>
                    <a:pt x="34280" y="29357"/>
                    <a:pt x="35068" y="29322"/>
                    <a:pt x="35276" y="29318"/>
                  </a:cubicBezTo>
                  <a:lnTo>
                    <a:pt x="35276" y="29318"/>
                  </a:lnTo>
                  <a:cubicBezTo>
                    <a:pt x="35311" y="29322"/>
                    <a:pt x="35346" y="29361"/>
                    <a:pt x="35381" y="29466"/>
                  </a:cubicBezTo>
                  <a:cubicBezTo>
                    <a:pt x="35455" y="29651"/>
                    <a:pt x="35529" y="29984"/>
                    <a:pt x="35529" y="30316"/>
                  </a:cubicBezTo>
                  <a:cubicBezTo>
                    <a:pt x="35566" y="30686"/>
                    <a:pt x="35603" y="31130"/>
                    <a:pt x="35603" y="31573"/>
                  </a:cubicBezTo>
                  <a:cubicBezTo>
                    <a:pt x="35603" y="33200"/>
                    <a:pt x="35418" y="35159"/>
                    <a:pt x="35344" y="36121"/>
                  </a:cubicBezTo>
                  <a:cubicBezTo>
                    <a:pt x="35270" y="36934"/>
                    <a:pt x="34790" y="38302"/>
                    <a:pt x="34383" y="39448"/>
                  </a:cubicBezTo>
                  <a:cubicBezTo>
                    <a:pt x="34161" y="40040"/>
                    <a:pt x="33939" y="40557"/>
                    <a:pt x="33755" y="40927"/>
                  </a:cubicBezTo>
                  <a:cubicBezTo>
                    <a:pt x="33681" y="41129"/>
                    <a:pt x="33617" y="41286"/>
                    <a:pt x="33570" y="41392"/>
                  </a:cubicBezTo>
                  <a:lnTo>
                    <a:pt x="33570" y="41392"/>
                  </a:lnTo>
                  <a:cubicBezTo>
                    <a:pt x="33323" y="41419"/>
                    <a:pt x="32836" y="41469"/>
                    <a:pt x="32165" y="41518"/>
                  </a:cubicBezTo>
                  <a:cubicBezTo>
                    <a:pt x="29244" y="41851"/>
                    <a:pt x="22959" y="42443"/>
                    <a:pt x="19484" y="42628"/>
                  </a:cubicBezTo>
                  <a:cubicBezTo>
                    <a:pt x="16230" y="42812"/>
                    <a:pt x="14049" y="42923"/>
                    <a:pt x="11979" y="42923"/>
                  </a:cubicBezTo>
                  <a:cubicBezTo>
                    <a:pt x="10500" y="42923"/>
                    <a:pt x="9095" y="42886"/>
                    <a:pt x="7358" y="42738"/>
                  </a:cubicBezTo>
                  <a:cubicBezTo>
                    <a:pt x="5324" y="42591"/>
                    <a:pt x="3734" y="41740"/>
                    <a:pt x="2625" y="40409"/>
                  </a:cubicBezTo>
                  <a:cubicBezTo>
                    <a:pt x="1479" y="39078"/>
                    <a:pt x="814" y="37230"/>
                    <a:pt x="666" y="35086"/>
                  </a:cubicBezTo>
                  <a:cubicBezTo>
                    <a:pt x="629" y="34753"/>
                    <a:pt x="629" y="34457"/>
                    <a:pt x="629" y="34161"/>
                  </a:cubicBezTo>
                  <a:cubicBezTo>
                    <a:pt x="629" y="32387"/>
                    <a:pt x="1036" y="31241"/>
                    <a:pt x="1516" y="29984"/>
                  </a:cubicBezTo>
                  <a:cubicBezTo>
                    <a:pt x="1997" y="28727"/>
                    <a:pt x="2551" y="27396"/>
                    <a:pt x="2773" y="25436"/>
                  </a:cubicBezTo>
                  <a:cubicBezTo>
                    <a:pt x="3254" y="21222"/>
                    <a:pt x="4067" y="13088"/>
                    <a:pt x="4548" y="7431"/>
                  </a:cubicBezTo>
                  <a:cubicBezTo>
                    <a:pt x="4733" y="5102"/>
                    <a:pt x="5583" y="3439"/>
                    <a:pt x="6988" y="2329"/>
                  </a:cubicBezTo>
                  <a:cubicBezTo>
                    <a:pt x="8393" y="1183"/>
                    <a:pt x="10389" y="629"/>
                    <a:pt x="12940" y="629"/>
                  </a:cubicBezTo>
                  <a:close/>
                  <a:moveTo>
                    <a:pt x="12940" y="0"/>
                  </a:moveTo>
                  <a:cubicBezTo>
                    <a:pt x="10315" y="0"/>
                    <a:pt x="8171" y="592"/>
                    <a:pt x="6618" y="1849"/>
                  </a:cubicBezTo>
                  <a:cubicBezTo>
                    <a:pt x="5065" y="3069"/>
                    <a:pt x="4141" y="4954"/>
                    <a:pt x="3919" y="7358"/>
                  </a:cubicBezTo>
                  <a:cubicBezTo>
                    <a:pt x="3439" y="13051"/>
                    <a:pt x="2625" y="21148"/>
                    <a:pt x="2145" y="25362"/>
                  </a:cubicBezTo>
                  <a:cubicBezTo>
                    <a:pt x="1923" y="27248"/>
                    <a:pt x="1405" y="28505"/>
                    <a:pt x="925" y="29762"/>
                  </a:cubicBezTo>
                  <a:cubicBezTo>
                    <a:pt x="444" y="31019"/>
                    <a:pt x="0" y="32313"/>
                    <a:pt x="0" y="34161"/>
                  </a:cubicBezTo>
                  <a:cubicBezTo>
                    <a:pt x="0" y="34457"/>
                    <a:pt x="37" y="34790"/>
                    <a:pt x="37" y="35123"/>
                  </a:cubicBezTo>
                  <a:cubicBezTo>
                    <a:pt x="222" y="37378"/>
                    <a:pt x="925" y="39337"/>
                    <a:pt x="2145" y="40779"/>
                  </a:cubicBezTo>
                  <a:cubicBezTo>
                    <a:pt x="3365" y="42258"/>
                    <a:pt x="5102" y="43182"/>
                    <a:pt x="7284" y="43367"/>
                  </a:cubicBezTo>
                  <a:cubicBezTo>
                    <a:pt x="9058" y="43478"/>
                    <a:pt x="10500" y="43552"/>
                    <a:pt x="11979" y="43552"/>
                  </a:cubicBezTo>
                  <a:cubicBezTo>
                    <a:pt x="14086" y="43552"/>
                    <a:pt x="16267" y="43441"/>
                    <a:pt x="19521" y="43256"/>
                  </a:cubicBezTo>
                  <a:cubicBezTo>
                    <a:pt x="24179" y="42997"/>
                    <a:pt x="33828" y="41999"/>
                    <a:pt x="33828" y="41999"/>
                  </a:cubicBezTo>
                  <a:cubicBezTo>
                    <a:pt x="33939" y="41962"/>
                    <a:pt x="34013" y="41888"/>
                    <a:pt x="34087" y="41814"/>
                  </a:cubicBezTo>
                  <a:cubicBezTo>
                    <a:pt x="34087" y="41814"/>
                    <a:pt x="34494" y="40853"/>
                    <a:pt x="34938" y="39670"/>
                  </a:cubicBezTo>
                  <a:cubicBezTo>
                    <a:pt x="35381" y="38487"/>
                    <a:pt x="35862" y="37119"/>
                    <a:pt x="35936" y="36158"/>
                  </a:cubicBezTo>
                  <a:cubicBezTo>
                    <a:pt x="36047" y="35196"/>
                    <a:pt x="36195" y="33237"/>
                    <a:pt x="36195" y="31573"/>
                  </a:cubicBezTo>
                  <a:cubicBezTo>
                    <a:pt x="36195" y="30871"/>
                    <a:pt x="36195" y="30205"/>
                    <a:pt x="36084" y="29688"/>
                  </a:cubicBezTo>
                  <a:cubicBezTo>
                    <a:pt x="36047" y="29466"/>
                    <a:pt x="35973" y="29244"/>
                    <a:pt x="35862" y="29059"/>
                  </a:cubicBezTo>
                  <a:cubicBezTo>
                    <a:pt x="35825" y="28948"/>
                    <a:pt x="35751" y="28874"/>
                    <a:pt x="35640" y="28801"/>
                  </a:cubicBezTo>
                  <a:cubicBezTo>
                    <a:pt x="35566" y="28727"/>
                    <a:pt x="35455" y="28690"/>
                    <a:pt x="35307" y="28690"/>
                  </a:cubicBezTo>
                  <a:cubicBezTo>
                    <a:pt x="35048" y="28690"/>
                    <a:pt x="33718" y="28764"/>
                    <a:pt x="31832" y="28837"/>
                  </a:cubicBezTo>
                  <a:cubicBezTo>
                    <a:pt x="26798" y="29068"/>
                    <a:pt x="17985" y="29503"/>
                    <a:pt x="16108" y="29596"/>
                  </a:cubicBezTo>
                  <a:lnTo>
                    <a:pt x="16108" y="29596"/>
                  </a:lnTo>
                  <a:lnTo>
                    <a:pt x="17176" y="22948"/>
                  </a:lnTo>
                  <a:lnTo>
                    <a:pt x="17176" y="22948"/>
                  </a:lnTo>
                  <a:cubicBezTo>
                    <a:pt x="17480" y="22747"/>
                    <a:pt x="18267" y="22211"/>
                    <a:pt x="19077" y="21517"/>
                  </a:cubicBezTo>
                  <a:cubicBezTo>
                    <a:pt x="19595" y="21111"/>
                    <a:pt x="20112" y="20630"/>
                    <a:pt x="20519" y="20112"/>
                  </a:cubicBezTo>
                  <a:cubicBezTo>
                    <a:pt x="20963" y="19632"/>
                    <a:pt x="21295" y="19151"/>
                    <a:pt x="21406" y="18634"/>
                  </a:cubicBezTo>
                  <a:cubicBezTo>
                    <a:pt x="21517" y="18079"/>
                    <a:pt x="21554" y="17044"/>
                    <a:pt x="21554" y="15713"/>
                  </a:cubicBezTo>
                  <a:cubicBezTo>
                    <a:pt x="21554" y="12866"/>
                    <a:pt x="21295" y="8799"/>
                    <a:pt x="20741" y="6211"/>
                  </a:cubicBezTo>
                  <a:cubicBezTo>
                    <a:pt x="20334" y="4252"/>
                    <a:pt x="19225" y="2810"/>
                    <a:pt x="18264" y="1812"/>
                  </a:cubicBezTo>
                  <a:cubicBezTo>
                    <a:pt x="17266" y="851"/>
                    <a:pt x="16415" y="333"/>
                    <a:pt x="16378" y="333"/>
                  </a:cubicBezTo>
                  <a:lnTo>
                    <a:pt x="16267" y="296"/>
                  </a:lnTo>
                  <a:cubicBezTo>
                    <a:pt x="15084" y="111"/>
                    <a:pt x="13975" y="0"/>
                    <a:pt x="129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80" name="Google Shape;3880;g3048a510704_4_0"/>
            <p:cNvSpPr/>
            <p:nvPr/>
          </p:nvSpPr>
          <p:spPr>
            <a:xfrm>
              <a:off x="2022900" y="2863875"/>
              <a:ext cx="279150" cy="311575"/>
            </a:xfrm>
            <a:custGeom>
              <a:rect b="b" l="l" r="r" t="t"/>
              <a:pathLst>
                <a:path extrusionOk="0" h="12463" w="11166">
                  <a:moveTo>
                    <a:pt x="8878" y="1"/>
                  </a:moveTo>
                  <a:cubicBezTo>
                    <a:pt x="8592" y="1"/>
                    <a:pt x="8271" y="46"/>
                    <a:pt x="7913" y="152"/>
                  </a:cubicBezTo>
                  <a:cubicBezTo>
                    <a:pt x="5177" y="965"/>
                    <a:pt x="1" y="8396"/>
                    <a:pt x="1" y="8396"/>
                  </a:cubicBezTo>
                  <a:cubicBezTo>
                    <a:pt x="1" y="8396"/>
                    <a:pt x="1775" y="12463"/>
                    <a:pt x="2737" y="12463"/>
                  </a:cubicBezTo>
                  <a:cubicBezTo>
                    <a:pt x="3735" y="12463"/>
                    <a:pt x="7765" y="10836"/>
                    <a:pt x="9244" y="8248"/>
                  </a:cubicBezTo>
                  <a:cubicBezTo>
                    <a:pt x="10685" y="5660"/>
                    <a:pt x="11166" y="2074"/>
                    <a:pt x="11166" y="2074"/>
                  </a:cubicBezTo>
                  <a:cubicBezTo>
                    <a:pt x="11166" y="2074"/>
                    <a:pt x="10802" y="1"/>
                    <a:pt x="8878" y="1"/>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81" name="Google Shape;3881;g3048a510704_4_0"/>
            <p:cNvSpPr/>
            <p:nvPr/>
          </p:nvSpPr>
          <p:spPr>
            <a:xfrm>
              <a:off x="2014600" y="2855650"/>
              <a:ext cx="294850" cy="327200"/>
            </a:xfrm>
            <a:custGeom>
              <a:rect b="b" l="l" r="r" t="t"/>
              <a:pathLst>
                <a:path extrusionOk="0" h="13088" w="11794">
                  <a:moveTo>
                    <a:pt x="9206" y="629"/>
                  </a:moveTo>
                  <a:cubicBezTo>
                    <a:pt x="9649" y="629"/>
                    <a:pt x="9945" y="739"/>
                    <a:pt x="10204" y="924"/>
                  </a:cubicBezTo>
                  <a:cubicBezTo>
                    <a:pt x="10611" y="1146"/>
                    <a:pt x="10869" y="1553"/>
                    <a:pt x="11017" y="1886"/>
                  </a:cubicBezTo>
                  <a:cubicBezTo>
                    <a:pt x="11091" y="2033"/>
                    <a:pt x="11128" y="2181"/>
                    <a:pt x="11165" y="2292"/>
                  </a:cubicBezTo>
                  <a:lnTo>
                    <a:pt x="11197" y="2418"/>
                  </a:lnTo>
                  <a:lnTo>
                    <a:pt x="11197" y="2418"/>
                  </a:lnTo>
                  <a:cubicBezTo>
                    <a:pt x="11192" y="2445"/>
                    <a:pt x="11183" y="2479"/>
                    <a:pt x="11165" y="2514"/>
                  </a:cubicBezTo>
                  <a:cubicBezTo>
                    <a:pt x="11054" y="3217"/>
                    <a:pt x="10537" y="6211"/>
                    <a:pt x="9280" y="8429"/>
                  </a:cubicBezTo>
                  <a:cubicBezTo>
                    <a:pt x="8614" y="9649"/>
                    <a:pt x="7283" y="10685"/>
                    <a:pt x="5989" y="11387"/>
                  </a:cubicBezTo>
                  <a:cubicBezTo>
                    <a:pt x="5361" y="11757"/>
                    <a:pt x="4695" y="12016"/>
                    <a:pt x="4178" y="12200"/>
                  </a:cubicBezTo>
                  <a:cubicBezTo>
                    <a:pt x="3660" y="12385"/>
                    <a:pt x="3254" y="12496"/>
                    <a:pt x="3069" y="12496"/>
                  </a:cubicBezTo>
                  <a:cubicBezTo>
                    <a:pt x="3069" y="12496"/>
                    <a:pt x="2995" y="12459"/>
                    <a:pt x="2884" y="12385"/>
                  </a:cubicBezTo>
                  <a:cubicBezTo>
                    <a:pt x="2662" y="12200"/>
                    <a:pt x="2403" y="11905"/>
                    <a:pt x="2144" y="11498"/>
                  </a:cubicBezTo>
                  <a:cubicBezTo>
                    <a:pt x="1775" y="10943"/>
                    <a:pt x="1368" y="10204"/>
                    <a:pt x="1072" y="9612"/>
                  </a:cubicBezTo>
                  <a:cubicBezTo>
                    <a:pt x="924" y="9317"/>
                    <a:pt x="813" y="9095"/>
                    <a:pt x="740" y="8910"/>
                  </a:cubicBezTo>
                  <a:cubicBezTo>
                    <a:pt x="719" y="8860"/>
                    <a:pt x="699" y="8815"/>
                    <a:pt x="681" y="8776"/>
                  </a:cubicBezTo>
                  <a:lnTo>
                    <a:pt x="681" y="8776"/>
                  </a:lnTo>
                  <a:cubicBezTo>
                    <a:pt x="715" y="8725"/>
                    <a:pt x="759" y="8659"/>
                    <a:pt x="813" y="8577"/>
                  </a:cubicBezTo>
                  <a:cubicBezTo>
                    <a:pt x="1294" y="7875"/>
                    <a:pt x="2625" y="6063"/>
                    <a:pt x="4104" y="4363"/>
                  </a:cubicBezTo>
                  <a:cubicBezTo>
                    <a:pt x="4880" y="3512"/>
                    <a:pt x="5657" y="2699"/>
                    <a:pt x="6396" y="2033"/>
                  </a:cubicBezTo>
                  <a:cubicBezTo>
                    <a:pt x="7135" y="1405"/>
                    <a:pt x="7838" y="924"/>
                    <a:pt x="8355" y="776"/>
                  </a:cubicBezTo>
                  <a:cubicBezTo>
                    <a:pt x="8688" y="666"/>
                    <a:pt x="8947" y="629"/>
                    <a:pt x="9206" y="629"/>
                  </a:cubicBezTo>
                  <a:close/>
                  <a:moveTo>
                    <a:pt x="9206" y="0"/>
                  </a:moveTo>
                  <a:cubicBezTo>
                    <a:pt x="8910" y="0"/>
                    <a:pt x="8540" y="74"/>
                    <a:pt x="8171" y="185"/>
                  </a:cubicBezTo>
                  <a:cubicBezTo>
                    <a:pt x="7394" y="407"/>
                    <a:pt x="6544" y="1072"/>
                    <a:pt x="5657" y="1886"/>
                  </a:cubicBezTo>
                  <a:cubicBezTo>
                    <a:pt x="2995" y="4363"/>
                    <a:pt x="74" y="8540"/>
                    <a:pt x="74" y="8577"/>
                  </a:cubicBezTo>
                  <a:cubicBezTo>
                    <a:pt x="0" y="8651"/>
                    <a:pt x="0" y="8762"/>
                    <a:pt x="37" y="8873"/>
                  </a:cubicBezTo>
                  <a:cubicBezTo>
                    <a:pt x="37" y="8873"/>
                    <a:pt x="481" y="9871"/>
                    <a:pt x="1072" y="10906"/>
                  </a:cubicBezTo>
                  <a:cubicBezTo>
                    <a:pt x="1368" y="11424"/>
                    <a:pt x="1664" y="11942"/>
                    <a:pt x="1997" y="12348"/>
                  </a:cubicBezTo>
                  <a:cubicBezTo>
                    <a:pt x="2144" y="12533"/>
                    <a:pt x="2329" y="12718"/>
                    <a:pt x="2477" y="12866"/>
                  </a:cubicBezTo>
                  <a:cubicBezTo>
                    <a:pt x="2662" y="12977"/>
                    <a:pt x="2847" y="13088"/>
                    <a:pt x="3069" y="13088"/>
                  </a:cubicBezTo>
                  <a:cubicBezTo>
                    <a:pt x="3401" y="13088"/>
                    <a:pt x="3845" y="12977"/>
                    <a:pt x="4400" y="12792"/>
                  </a:cubicBezTo>
                  <a:cubicBezTo>
                    <a:pt x="5250" y="12496"/>
                    <a:pt x="6285" y="11979"/>
                    <a:pt x="7283" y="11313"/>
                  </a:cubicBezTo>
                  <a:cubicBezTo>
                    <a:pt x="8282" y="10611"/>
                    <a:pt x="9243" y="9760"/>
                    <a:pt x="9834" y="8725"/>
                  </a:cubicBezTo>
                  <a:cubicBezTo>
                    <a:pt x="11313" y="6063"/>
                    <a:pt x="11794" y="2477"/>
                    <a:pt x="11794" y="2440"/>
                  </a:cubicBezTo>
                  <a:lnTo>
                    <a:pt x="11794" y="2366"/>
                  </a:lnTo>
                  <a:cubicBezTo>
                    <a:pt x="11794" y="2329"/>
                    <a:pt x="11720" y="1775"/>
                    <a:pt x="11350" y="1220"/>
                  </a:cubicBezTo>
                  <a:cubicBezTo>
                    <a:pt x="11165" y="924"/>
                    <a:pt x="10906" y="629"/>
                    <a:pt x="10537" y="407"/>
                  </a:cubicBezTo>
                  <a:cubicBezTo>
                    <a:pt x="10204" y="148"/>
                    <a:pt x="9760" y="0"/>
                    <a:pt x="92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82" name="Google Shape;3882;g3048a510704_4_0"/>
            <p:cNvSpPr/>
            <p:nvPr/>
          </p:nvSpPr>
          <p:spPr>
            <a:xfrm>
              <a:off x="1440650" y="2636575"/>
              <a:ext cx="1007450" cy="899975"/>
            </a:xfrm>
            <a:custGeom>
              <a:rect b="b" l="l" r="r" t="t"/>
              <a:pathLst>
                <a:path extrusionOk="0" h="35999" w="40298">
                  <a:moveTo>
                    <a:pt x="25818" y="0"/>
                  </a:moveTo>
                  <a:cubicBezTo>
                    <a:pt x="24898" y="0"/>
                    <a:pt x="23943" y="132"/>
                    <a:pt x="22958" y="482"/>
                  </a:cubicBezTo>
                  <a:cubicBezTo>
                    <a:pt x="18891" y="1960"/>
                    <a:pt x="18891" y="6471"/>
                    <a:pt x="18743" y="9392"/>
                  </a:cubicBezTo>
                  <a:cubicBezTo>
                    <a:pt x="18596" y="12312"/>
                    <a:pt x="18411" y="13126"/>
                    <a:pt x="12089" y="15381"/>
                  </a:cubicBezTo>
                  <a:cubicBezTo>
                    <a:pt x="5767" y="17673"/>
                    <a:pt x="2070" y="21703"/>
                    <a:pt x="924" y="27544"/>
                  </a:cubicBezTo>
                  <a:cubicBezTo>
                    <a:pt x="0" y="32252"/>
                    <a:pt x="3927" y="35999"/>
                    <a:pt x="8040" y="35999"/>
                  </a:cubicBezTo>
                  <a:cubicBezTo>
                    <a:pt x="9031" y="35999"/>
                    <a:pt x="10033" y="35782"/>
                    <a:pt x="10980" y="35308"/>
                  </a:cubicBezTo>
                  <a:cubicBezTo>
                    <a:pt x="15823" y="32905"/>
                    <a:pt x="15823" y="21703"/>
                    <a:pt x="19409" y="20409"/>
                  </a:cubicBezTo>
                  <a:cubicBezTo>
                    <a:pt x="22958" y="19115"/>
                    <a:pt x="27653" y="18967"/>
                    <a:pt x="29428" y="14087"/>
                  </a:cubicBezTo>
                  <a:cubicBezTo>
                    <a:pt x="29428" y="14087"/>
                    <a:pt x="29280" y="12978"/>
                    <a:pt x="33014" y="12978"/>
                  </a:cubicBezTo>
                  <a:cubicBezTo>
                    <a:pt x="36711" y="12978"/>
                    <a:pt x="39632" y="9392"/>
                    <a:pt x="39965" y="5510"/>
                  </a:cubicBezTo>
                  <a:cubicBezTo>
                    <a:pt x="40297" y="1628"/>
                    <a:pt x="36083" y="1295"/>
                    <a:pt x="33310" y="1295"/>
                  </a:cubicBezTo>
                  <a:cubicBezTo>
                    <a:pt x="31237" y="1295"/>
                    <a:pt x="28697" y="0"/>
                    <a:pt x="258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83" name="Google Shape;3883;g3048a510704_4_0"/>
            <p:cNvSpPr/>
            <p:nvPr/>
          </p:nvSpPr>
          <p:spPr>
            <a:xfrm>
              <a:off x="1452650" y="2629200"/>
              <a:ext cx="995450" cy="915050"/>
            </a:xfrm>
            <a:custGeom>
              <a:rect b="b" l="l" r="r" t="t"/>
              <a:pathLst>
                <a:path extrusionOk="0" h="36602" w="39818">
                  <a:moveTo>
                    <a:pt x="25325" y="592"/>
                  </a:moveTo>
                  <a:cubicBezTo>
                    <a:pt x="26730" y="592"/>
                    <a:pt x="28061" y="925"/>
                    <a:pt x="29318" y="1257"/>
                  </a:cubicBezTo>
                  <a:cubicBezTo>
                    <a:pt x="30575" y="1553"/>
                    <a:pt x="31758" y="1886"/>
                    <a:pt x="32830" y="1886"/>
                  </a:cubicBezTo>
                  <a:cubicBezTo>
                    <a:pt x="34161" y="1886"/>
                    <a:pt x="35788" y="1960"/>
                    <a:pt x="37045" y="2477"/>
                  </a:cubicBezTo>
                  <a:cubicBezTo>
                    <a:pt x="37710" y="2699"/>
                    <a:pt x="38228" y="3032"/>
                    <a:pt x="38597" y="3512"/>
                  </a:cubicBezTo>
                  <a:cubicBezTo>
                    <a:pt x="38967" y="3993"/>
                    <a:pt x="39189" y="4585"/>
                    <a:pt x="39189" y="5398"/>
                  </a:cubicBezTo>
                  <a:cubicBezTo>
                    <a:pt x="39189" y="5509"/>
                    <a:pt x="39189" y="5657"/>
                    <a:pt x="39189" y="5768"/>
                  </a:cubicBezTo>
                  <a:cubicBezTo>
                    <a:pt x="39041" y="7653"/>
                    <a:pt x="38228" y="9465"/>
                    <a:pt x="37045" y="10796"/>
                  </a:cubicBezTo>
                  <a:cubicBezTo>
                    <a:pt x="35861" y="12090"/>
                    <a:pt x="34272" y="12940"/>
                    <a:pt x="32534" y="12940"/>
                  </a:cubicBezTo>
                  <a:cubicBezTo>
                    <a:pt x="30797" y="12940"/>
                    <a:pt x="29835" y="13199"/>
                    <a:pt x="29318" y="13495"/>
                  </a:cubicBezTo>
                  <a:cubicBezTo>
                    <a:pt x="29022" y="13642"/>
                    <a:pt x="28874" y="13827"/>
                    <a:pt x="28763" y="13975"/>
                  </a:cubicBezTo>
                  <a:cubicBezTo>
                    <a:pt x="28686" y="14078"/>
                    <a:pt x="28662" y="14181"/>
                    <a:pt x="28655" y="14272"/>
                  </a:cubicBezTo>
                  <a:lnTo>
                    <a:pt x="28652" y="14271"/>
                  </a:lnTo>
                  <a:cubicBezTo>
                    <a:pt x="27802" y="16637"/>
                    <a:pt x="26286" y="17820"/>
                    <a:pt x="24475" y="18597"/>
                  </a:cubicBezTo>
                  <a:cubicBezTo>
                    <a:pt x="22700" y="19410"/>
                    <a:pt x="20630" y="19743"/>
                    <a:pt x="18818" y="20408"/>
                  </a:cubicBezTo>
                  <a:cubicBezTo>
                    <a:pt x="18300" y="20593"/>
                    <a:pt x="17857" y="20963"/>
                    <a:pt x="17487" y="21443"/>
                  </a:cubicBezTo>
                  <a:cubicBezTo>
                    <a:pt x="16822" y="22257"/>
                    <a:pt x="16341" y="23403"/>
                    <a:pt x="15860" y="24697"/>
                  </a:cubicBezTo>
                  <a:cubicBezTo>
                    <a:pt x="15158" y="26656"/>
                    <a:pt x="14566" y="28948"/>
                    <a:pt x="13716" y="30945"/>
                  </a:cubicBezTo>
                  <a:cubicBezTo>
                    <a:pt x="12866" y="32941"/>
                    <a:pt x="11831" y="34605"/>
                    <a:pt x="10352" y="35344"/>
                  </a:cubicBezTo>
                  <a:cubicBezTo>
                    <a:pt x="9464" y="35788"/>
                    <a:pt x="8503" y="36010"/>
                    <a:pt x="7579" y="36010"/>
                  </a:cubicBezTo>
                  <a:cubicBezTo>
                    <a:pt x="5804" y="36010"/>
                    <a:pt x="4067" y="35270"/>
                    <a:pt x="2773" y="34050"/>
                  </a:cubicBezTo>
                  <a:cubicBezTo>
                    <a:pt x="1479" y="32830"/>
                    <a:pt x="629" y="31130"/>
                    <a:pt x="629" y="29207"/>
                  </a:cubicBezTo>
                  <a:cubicBezTo>
                    <a:pt x="629" y="28800"/>
                    <a:pt x="665" y="28357"/>
                    <a:pt x="739" y="27913"/>
                  </a:cubicBezTo>
                  <a:cubicBezTo>
                    <a:pt x="1294" y="25029"/>
                    <a:pt x="2477" y="22626"/>
                    <a:pt x="4326" y="20630"/>
                  </a:cubicBezTo>
                  <a:cubicBezTo>
                    <a:pt x="6137" y="18670"/>
                    <a:pt x="8614" y="17081"/>
                    <a:pt x="11720" y="15972"/>
                  </a:cubicBezTo>
                  <a:cubicBezTo>
                    <a:pt x="14899" y="14825"/>
                    <a:pt x="16526" y="14086"/>
                    <a:pt x="17487" y="13162"/>
                  </a:cubicBezTo>
                  <a:cubicBezTo>
                    <a:pt x="17931" y="12681"/>
                    <a:pt x="18190" y="12164"/>
                    <a:pt x="18337" y="11609"/>
                  </a:cubicBezTo>
                  <a:cubicBezTo>
                    <a:pt x="18485" y="11054"/>
                    <a:pt x="18522" y="10426"/>
                    <a:pt x="18559" y="9724"/>
                  </a:cubicBezTo>
                  <a:cubicBezTo>
                    <a:pt x="18633" y="8245"/>
                    <a:pt x="18707" y="6396"/>
                    <a:pt x="19188" y="4769"/>
                  </a:cubicBezTo>
                  <a:cubicBezTo>
                    <a:pt x="19705" y="3143"/>
                    <a:pt x="20667" y="1775"/>
                    <a:pt x="22589" y="1072"/>
                  </a:cubicBezTo>
                  <a:cubicBezTo>
                    <a:pt x="23513" y="740"/>
                    <a:pt x="24438" y="592"/>
                    <a:pt x="25325" y="592"/>
                  </a:cubicBezTo>
                  <a:close/>
                  <a:moveTo>
                    <a:pt x="25325" y="0"/>
                  </a:moveTo>
                  <a:cubicBezTo>
                    <a:pt x="24401" y="0"/>
                    <a:pt x="23402" y="111"/>
                    <a:pt x="22367" y="481"/>
                  </a:cubicBezTo>
                  <a:cubicBezTo>
                    <a:pt x="20260" y="1257"/>
                    <a:pt x="19151" y="2847"/>
                    <a:pt x="18633" y="4585"/>
                  </a:cubicBezTo>
                  <a:cubicBezTo>
                    <a:pt x="18079" y="6322"/>
                    <a:pt x="18042" y="8208"/>
                    <a:pt x="17968" y="9687"/>
                  </a:cubicBezTo>
                  <a:cubicBezTo>
                    <a:pt x="17931" y="10389"/>
                    <a:pt x="17857" y="10981"/>
                    <a:pt x="17746" y="11461"/>
                  </a:cubicBezTo>
                  <a:cubicBezTo>
                    <a:pt x="17561" y="12164"/>
                    <a:pt x="17191" y="12681"/>
                    <a:pt x="16304" y="13310"/>
                  </a:cubicBezTo>
                  <a:cubicBezTo>
                    <a:pt x="15380" y="13901"/>
                    <a:pt x="13864" y="14567"/>
                    <a:pt x="11535" y="15380"/>
                  </a:cubicBezTo>
                  <a:cubicBezTo>
                    <a:pt x="8318" y="16526"/>
                    <a:pt x="5767" y="18153"/>
                    <a:pt x="3845" y="20223"/>
                  </a:cubicBezTo>
                  <a:cubicBezTo>
                    <a:pt x="1959" y="22294"/>
                    <a:pt x="702" y="24808"/>
                    <a:pt x="148" y="27765"/>
                  </a:cubicBezTo>
                  <a:cubicBezTo>
                    <a:pt x="37" y="28283"/>
                    <a:pt x="0" y="28726"/>
                    <a:pt x="0" y="29207"/>
                  </a:cubicBezTo>
                  <a:cubicBezTo>
                    <a:pt x="0" y="31314"/>
                    <a:pt x="924" y="33163"/>
                    <a:pt x="2329" y="34494"/>
                  </a:cubicBezTo>
                  <a:cubicBezTo>
                    <a:pt x="3734" y="35825"/>
                    <a:pt x="5620" y="36601"/>
                    <a:pt x="7579" y="36601"/>
                  </a:cubicBezTo>
                  <a:cubicBezTo>
                    <a:pt x="8614" y="36601"/>
                    <a:pt x="9649" y="36379"/>
                    <a:pt x="10611" y="35899"/>
                  </a:cubicBezTo>
                  <a:cubicBezTo>
                    <a:pt x="11942" y="35233"/>
                    <a:pt x="12866" y="34013"/>
                    <a:pt x="13642" y="32571"/>
                  </a:cubicBezTo>
                  <a:cubicBezTo>
                    <a:pt x="14751" y="30427"/>
                    <a:pt x="15491" y="27728"/>
                    <a:pt x="16267" y="25436"/>
                  </a:cubicBezTo>
                  <a:cubicBezTo>
                    <a:pt x="16637" y="24327"/>
                    <a:pt x="17043" y="23292"/>
                    <a:pt x="17487" y="22515"/>
                  </a:cubicBezTo>
                  <a:cubicBezTo>
                    <a:pt x="17931" y="21739"/>
                    <a:pt x="18448" y="21184"/>
                    <a:pt x="19003" y="21000"/>
                  </a:cubicBezTo>
                  <a:cubicBezTo>
                    <a:pt x="20777" y="20371"/>
                    <a:pt x="22848" y="20001"/>
                    <a:pt x="24733" y="19151"/>
                  </a:cubicBezTo>
                  <a:cubicBezTo>
                    <a:pt x="26619" y="18338"/>
                    <a:pt x="28319" y="17007"/>
                    <a:pt x="29244" y="14493"/>
                  </a:cubicBezTo>
                  <a:cubicBezTo>
                    <a:pt x="29271" y="14466"/>
                    <a:pt x="29278" y="14419"/>
                    <a:pt x="29266" y="14382"/>
                  </a:cubicBezTo>
                  <a:lnTo>
                    <a:pt x="29281" y="14382"/>
                  </a:lnTo>
                  <a:lnTo>
                    <a:pt x="29281" y="14345"/>
                  </a:lnTo>
                  <a:cubicBezTo>
                    <a:pt x="29281" y="14308"/>
                    <a:pt x="29318" y="14123"/>
                    <a:pt x="29761" y="13938"/>
                  </a:cubicBezTo>
                  <a:cubicBezTo>
                    <a:pt x="30205" y="13753"/>
                    <a:pt x="31055" y="13568"/>
                    <a:pt x="32534" y="13568"/>
                  </a:cubicBezTo>
                  <a:cubicBezTo>
                    <a:pt x="34494" y="13568"/>
                    <a:pt x="36231" y="12607"/>
                    <a:pt x="37525" y="11202"/>
                  </a:cubicBezTo>
                  <a:cubicBezTo>
                    <a:pt x="38782" y="9761"/>
                    <a:pt x="39632" y="7838"/>
                    <a:pt x="39780" y="5842"/>
                  </a:cubicBezTo>
                  <a:cubicBezTo>
                    <a:pt x="39817" y="5694"/>
                    <a:pt x="39817" y="5546"/>
                    <a:pt x="39817" y="5398"/>
                  </a:cubicBezTo>
                  <a:cubicBezTo>
                    <a:pt x="39817" y="4474"/>
                    <a:pt x="39559" y="3697"/>
                    <a:pt x="39078" y="3143"/>
                  </a:cubicBezTo>
                  <a:cubicBezTo>
                    <a:pt x="38375" y="2255"/>
                    <a:pt x="37303" y="1812"/>
                    <a:pt x="36194" y="1553"/>
                  </a:cubicBezTo>
                  <a:cubicBezTo>
                    <a:pt x="35048" y="1331"/>
                    <a:pt x="33865" y="1294"/>
                    <a:pt x="32830" y="1294"/>
                  </a:cubicBezTo>
                  <a:cubicBezTo>
                    <a:pt x="31869" y="1294"/>
                    <a:pt x="30723" y="961"/>
                    <a:pt x="29466" y="629"/>
                  </a:cubicBezTo>
                  <a:cubicBezTo>
                    <a:pt x="28209" y="333"/>
                    <a:pt x="26841" y="0"/>
                    <a:pt x="253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84" name="Google Shape;3884;g3048a510704_4_0"/>
            <p:cNvSpPr/>
            <p:nvPr/>
          </p:nvSpPr>
          <p:spPr>
            <a:xfrm>
              <a:off x="1917550" y="3189350"/>
              <a:ext cx="738725" cy="637725"/>
            </a:xfrm>
            <a:custGeom>
              <a:rect b="b" l="l" r="r" t="t"/>
              <a:pathLst>
                <a:path extrusionOk="0" h="25509" w="29549">
                  <a:moveTo>
                    <a:pt x="3335" y="0"/>
                  </a:moveTo>
                  <a:cubicBezTo>
                    <a:pt x="3240" y="0"/>
                    <a:pt x="3151" y="24"/>
                    <a:pt x="3069" y="72"/>
                  </a:cubicBezTo>
                  <a:lnTo>
                    <a:pt x="0" y="7873"/>
                  </a:lnTo>
                  <a:cubicBezTo>
                    <a:pt x="0" y="7873"/>
                    <a:pt x="8245" y="25508"/>
                    <a:pt x="9391" y="25508"/>
                  </a:cubicBezTo>
                  <a:cubicBezTo>
                    <a:pt x="10537" y="25508"/>
                    <a:pt x="23477" y="16783"/>
                    <a:pt x="23477" y="16783"/>
                  </a:cubicBezTo>
                  <a:cubicBezTo>
                    <a:pt x="23477" y="16783"/>
                    <a:pt x="23986" y="16931"/>
                    <a:pt x="24512" y="16931"/>
                  </a:cubicBezTo>
                  <a:cubicBezTo>
                    <a:pt x="24775" y="16931"/>
                    <a:pt x="25042" y="16894"/>
                    <a:pt x="25251" y="16783"/>
                  </a:cubicBezTo>
                  <a:cubicBezTo>
                    <a:pt x="25917" y="16450"/>
                    <a:pt x="27211" y="14824"/>
                    <a:pt x="27211" y="14824"/>
                  </a:cubicBezTo>
                  <a:cubicBezTo>
                    <a:pt x="27211" y="14824"/>
                    <a:pt x="28673" y="15931"/>
                    <a:pt x="29258" y="15931"/>
                  </a:cubicBezTo>
                  <a:cubicBezTo>
                    <a:pt x="29451" y="15931"/>
                    <a:pt x="29548" y="15810"/>
                    <a:pt x="29466" y="15489"/>
                  </a:cubicBezTo>
                  <a:cubicBezTo>
                    <a:pt x="29170" y="14195"/>
                    <a:pt x="27543" y="12901"/>
                    <a:pt x="26064" y="12901"/>
                  </a:cubicBezTo>
                  <a:cubicBezTo>
                    <a:pt x="24623" y="12901"/>
                    <a:pt x="22515" y="16303"/>
                    <a:pt x="22515" y="16303"/>
                  </a:cubicBezTo>
                  <a:lnTo>
                    <a:pt x="11165" y="20332"/>
                  </a:lnTo>
                  <a:cubicBezTo>
                    <a:pt x="11165" y="20332"/>
                    <a:pt x="8245" y="7688"/>
                    <a:pt x="6803" y="4620"/>
                  </a:cubicBezTo>
                  <a:cubicBezTo>
                    <a:pt x="5474" y="1862"/>
                    <a:pt x="4175" y="0"/>
                    <a:pt x="33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85" name="Google Shape;3885;g3048a510704_4_0"/>
            <p:cNvSpPr/>
            <p:nvPr/>
          </p:nvSpPr>
          <p:spPr>
            <a:xfrm>
              <a:off x="1908300" y="3181900"/>
              <a:ext cx="755150" cy="653500"/>
            </a:xfrm>
            <a:custGeom>
              <a:rect b="b" l="l" r="r" t="t"/>
              <a:pathLst>
                <a:path extrusionOk="0" h="26140" w="30206">
                  <a:moveTo>
                    <a:pt x="3698" y="1"/>
                  </a:moveTo>
                  <a:cubicBezTo>
                    <a:pt x="3550" y="1"/>
                    <a:pt x="3402" y="38"/>
                    <a:pt x="3291" y="112"/>
                  </a:cubicBezTo>
                  <a:cubicBezTo>
                    <a:pt x="3143" y="223"/>
                    <a:pt x="3106" y="407"/>
                    <a:pt x="3180" y="555"/>
                  </a:cubicBezTo>
                  <a:cubicBezTo>
                    <a:pt x="3225" y="645"/>
                    <a:pt x="3310" y="694"/>
                    <a:pt x="3403" y="694"/>
                  </a:cubicBezTo>
                  <a:cubicBezTo>
                    <a:pt x="3464" y="694"/>
                    <a:pt x="3528" y="673"/>
                    <a:pt x="3587" y="629"/>
                  </a:cubicBezTo>
                  <a:lnTo>
                    <a:pt x="3698" y="629"/>
                  </a:lnTo>
                  <a:cubicBezTo>
                    <a:pt x="3808" y="629"/>
                    <a:pt x="3993" y="666"/>
                    <a:pt x="4215" y="888"/>
                  </a:cubicBezTo>
                  <a:cubicBezTo>
                    <a:pt x="4585" y="1184"/>
                    <a:pt x="4992" y="1701"/>
                    <a:pt x="5472" y="2404"/>
                  </a:cubicBezTo>
                  <a:cubicBezTo>
                    <a:pt x="5916" y="3143"/>
                    <a:pt x="6396" y="4031"/>
                    <a:pt x="6877" y="5066"/>
                  </a:cubicBezTo>
                  <a:cubicBezTo>
                    <a:pt x="7247" y="5805"/>
                    <a:pt x="7690" y="7136"/>
                    <a:pt x="8171" y="8763"/>
                  </a:cubicBezTo>
                  <a:cubicBezTo>
                    <a:pt x="8873" y="11166"/>
                    <a:pt x="9650" y="14161"/>
                    <a:pt x="10241" y="16564"/>
                  </a:cubicBezTo>
                  <a:cubicBezTo>
                    <a:pt x="10537" y="17747"/>
                    <a:pt x="10796" y="18782"/>
                    <a:pt x="10981" y="19521"/>
                  </a:cubicBezTo>
                  <a:cubicBezTo>
                    <a:pt x="11129" y="20261"/>
                    <a:pt x="11240" y="20704"/>
                    <a:pt x="11240" y="20704"/>
                  </a:cubicBezTo>
                  <a:cubicBezTo>
                    <a:pt x="11277" y="20778"/>
                    <a:pt x="11314" y="20852"/>
                    <a:pt x="11387" y="20889"/>
                  </a:cubicBezTo>
                  <a:cubicBezTo>
                    <a:pt x="11431" y="20932"/>
                    <a:pt x="11487" y="20950"/>
                    <a:pt x="11541" y="20950"/>
                  </a:cubicBezTo>
                  <a:cubicBezTo>
                    <a:pt x="11579" y="20950"/>
                    <a:pt x="11616" y="20941"/>
                    <a:pt x="11646" y="20926"/>
                  </a:cubicBezTo>
                  <a:lnTo>
                    <a:pt x="22996" y="16859"/>
                  </a:lnTo>
                  <a:cubicBezTo>
                    <a:pt x="23070" y="16859"/>
                    <a:pt x="23107" y="16822"/>
                    <a:pt x="23144" y="16748"/>
                  </a:cubicBezTo>
                  <a:cubicBezTo>
                    <a:pt x="23144" y="16748"/>
                    <a:pt x="23181" y="16711"/>
                    <a:pt x="23218" y="16601"/>
                  </a:cubicBezTo>
                  <a:cubicBezTo>
                    <a:pt x="23440" y="16305"/>
                    <a:pt x="23994" y="15491"/>
                    <a:pt x="24623" y="14789"/>
                  </a:cubicBezTo>
                  <a:cubicBezTo>
                    <a:pt x="24956" y="14419"/>
                    <a:pt x="25288" y="14087"/>
                    <a:pt x="25621" y="13865"/>
                  </a:cubicBezTo>
                  <a:cubicBezTo>
                    <a:pt x="25917" y="13606"/>
                    <a:pt x="26250" y="13495"/>
                    <a:pt x="26434" y="13495"/>
                  </a:cubicBezTo>
                  <a:cubicBezTo>
                    <a:pt x="27100" y="13495"/>
                    <a:pt x="27802" y="13791"/>
                    <a:pt x="28394" y="14234"/>
                  </a:cubicBezTo>
                  <a:cubicBezTo>
                    <a:pt x="28985" y="14678"/>
                    <a:pt x="29429" y="15307"/>
                    <a:pt x="29540" y="15861"/>
                  </a:cubicBezTo>
                  <a:cubicBezTo>
                    <a:pt x="29556" y="15877"/>
                    <a:pt x="29565" y="15892"/>
                    <a:pt x="29570" y="15908"/>
                  </a:cubicBezTo>
                  <a:lnTo>
                    <a:pt x="29570" y="15908"/>
                  </a:lnTo>
                  <a:cubicBezTo>
                    <a:pt x="29496" y="15903"/>
                    <a:pt x="29352" y="15845"/>
                    <a:pt x="29207" y="15787"/>
                  </a:cubicBezTo>
                  <a:cubicBezTo>
                    <a:pt x="28875" y="15639"/>
                    <a:pt x="28542" y="15418"/>
                    <a:pt x="28246" y="15233"/>
                  </a:cubicBezTo>
                  <a:cubicBezTo>
                    <a:pt x="28098" y="15122"/>
                    <a:pt x="27987" y="15048"/>
                    <a:pt x="27913" y="14974"/>
                  </a:cubicBezTo>
                  <a:cubicBezTo>
                    <a:pt x="27802" y="14900"/>
                    <a:pt x="27765" y="14900"/>
                    <a:pt x="27765" y="14900"/>
                  </a:cubicBezTo>
                  <a:cubicBezTo>
                    <a:pt x="27697" y="14848"/>
                    <a:pt x="27620" y="14821"/>
                    <a:pt x="27550" y="14821"/>
                  </a:cubicBezTo>
                  <a:cubicBezTo>
                    <a:pt x="27470" y="14821"/>
                    <a:pt x="27398" y="14858"/>
                    <a:pt x="27359" y="14937"/>
                  </a:cubicBezTo>
                  <a:cubicBezTo>
                    <a:pt x="27359" y="14937"/>
                    <a:pt x="27248" y="15048"/>
                    <a:pt x="27137" y="15196"/>
                  </a:cubicBezTo>
                  <a:cubicBezTo>
                    <a:pt x="26952" y="15418"/>
                    <a:pt x="26619" y="15787"/>
                    <a:pt x="26324" y="16083"/>
                  </a:cubicBezTo>
                  <a:cubicBezTo>
                    <a:pt x="25991" y="16416"/>
                    <a:pt x="25658" y="16711"/>
                    <a:pt x="25510" y="16785"/>
                  </a:cubicBezTo>
                  <a:cubicBezTo>
                    <a:pt x="25362" y="16859"/>
                    <a:pt x="25141" y="16896"/>
                    <a:pt x="24882" y="16896"/>
                  </a:cubicBezTo>
                  <a:cubicBezTo>
                    <a:pt x="24660" y="16896"/>
                    <a:pt x="24401" y="16859"/>
                    <a:pt x="24216" y="16859"/>
                  </a:cubicBezTo>
                  <a:cubicBezTo>
                    <a:pt x="24142" y="16822"/>
                    <a:pt x="24068" y="16822"/>
                    <a:pt x="24031" y="16785"/>
                  </a:cubicBezTo>
                  <a:lnTo>
                    <a:pt x="23957" y="16785"/>
                  </a:lnTo>
                  <a:cubicBezTo>
                    <a:pt x="23912" y="16770"/>
                    <a:pt x="23872" y="16761"/>
                    <a:pt x="23836" y="16761"/>
                  </a:cubicBezTo>
                  <a:cubicBezTo>
                    <a:pt x="23785" y="16761"/>
                    <a:pt x="23742" y="16779"/>
                    <a:pt x="23699" y="16822"/>
                  </a:cubicBezTo>
                  <a:cubicBezTo>
                    <a:pt x="23699" y="16822"/>
                    <a:pt x="23477" y="16970"/>
                    <a:pt x="23107" y="17192"/>
                  </a:cubicBezTo>
                  <a:cubicBezTo>
                    <a:pt x="21887" y="18042"/>
                    <a:pt x="18745" y="20113"/>
                    <a:pt x="15787" y="21998"/>
                  </a:cubicBezTo>
                  <a:cubicBezTo>
                    <a:pt x="14308" y="22960"/>
                    <a:pt x="12903" y="23847"/>
                    <a:pt x="11794" y="24475"/>
                  </a:cubicBezTo>
                  <a:cubicBezTo>
                    <a:pt x="11240" y="24808"/>
                    <a:pt x="10759" y="25067"/>
                    <a:pt x="10389" y="25252"/>
                  </a:cubicBezTo>
                  <a:cubicBezTo>
                    <a:pt x="10204" y="25363"/>
                    <a:pt x="10057" y="25400"/>
                    <a:pt x="9946" y="25474"/>
                  </a:cubicBezTo>
                  <a:cubicBezTo>
                    <a:pt x="9885" y="25474"/>
                    <a:pt x="9849" y="25498"/>
                    <a:pt x="9818" y="25507"/>
                  </a:cubicBezTo>
                  <a:lnTo>
                    <a:pt x="9818" y="25507"/>
                  </a:lnTo>
                  <a:cubicBezTo>
                    <a:pt x="9771" y="25492"/>
                    <a:pt x="9673" y="25419"/>
                    <a:pt x="9576" y="25289"/>
                  </a:cubicBezTo>
                  <a:cubicBezTo>
                    <a:pt x="9095" y="24697"/>
                    <a:pt x="8282" y="23292"/>
                    <a:pt x="7321" y="21555"/>
                  </a:cubicBezTo>
                  <a:cubicBezTo>
                    <a:pt x="5953" y="18967"/>
                    <a:pt x="4252" y="15565"/>
                    <a:pt x="2921" y="12830"/>
                  </a:cubicBezTo>
                  <a:cubicBezTo>
                    <a:pt x="2293" y="11462"/>
                    <a:pt x="1701" y="10279"/>
                    <a:pt x="1294" y="9428"/>
                  </a:cubicBezTo>
                  <a:cubicBezTo>
                    <a:pt x="888" y="8541"/>
                    <a:pt x="629" y="8023"/>
                    <a:pt x="629" y="8023"/>
                  </a:cubicBezTo>
                  <a:cubicBezTo>
                    <a:pt x="575" y="7915"/>
                    <a:pt x="461" y="7846"/>
                    <a:pt x="346" y="7846"/>
                  </a:cubicBezTo>
                  <a:cubicBezTo>
                    <a:pt x="304" y="7846"/>
                    <a:pt x="262" y="7856"/>
                    <a:pt x="222" y="7875"/>
                  </a:cubicBezTo>
                  <a:cubicBezTo>
                    <a:pt x="74" y="7949"/>
                    <a:pt x="1" y="8134"/>
                    <a:pt x="74" y="8282"/>
                  </a:cubicBezTo>
                  <a:cubicBezTo>
                    <a:pt x="74" y="8282"/>
                    <a:pt x="2145" y="12719"/>
                    <a:pt x="4363" y="17118"/>
                  </a:cubicBezTo>
                  <a:cubicBezTo>
                    <a:pt x="5472" y="19336"/>
                    <a:pt x="6618" y="21555"/>
                    <a:pt x="7543" y="23218"/>
                  </a:cubicBezTo>
                  <a:cubicBezTo>
                    <a:pt x="8023" y="24032"/>
                    <a:pt x="8430" y="24734"/>
                    <a:pt x="8763" y="25252"/>
                  </a:cubicBezTo>
                  <a:cubicBezTo>
                    <a:pt x="8947" y="25474"/>
                    <a:pt x="9095" y="25695"/>
                    <a:pt x="9243" y="25843"/>
                  </a:cubicBezTo>
                  <a:cubicBezTo>
                    <a:pt x="9317" y="25917"/>
                    <a:pt x="9391" y="25991"/>
                    <a:pt x="9465" y="26028"/>
                  </a:cubicBezTo>
                  <a:cubicBezTo>
                    <a:pt x="9539" y="26065"/>
                    <a:pt x="9613" y="26139"/>
                    <a:pt x="9761" y="26139"/>
                  </a:cubicBezTo>
                  <a:cubicBezTo>
                    <a:pt x="9909" y="26139"/>
                    <a:pt x="10057" y="26065"/>
                    <a:pt x="10204" y="25991"/>
                  </a:cubicBezTo>
                  <a:cubicBezTo>
                    <a:pt x="10870" y="25732"/>
                    <a:pt x="12016" y="25104"/>
                    <a:pt x="13421" y="24217"/>
                  </a:cubicBezTo>
                  <a:cubicBezTo>
                    <a:pt x="17312" y="21862"/>
                    <a:pt x="23062" y="17994"/>
                    <a:pt x="23922" y="17414"/>
                  </a:cubicBezTo>
                  <a:lnTo>
                    <a:pt x="23922" y="17414"/>
                  </a:lnTo>
                  <a:cubicBezTo>
                    <a:pt x="24118" y="17458"/>
                    <a:pt x="24483" y="17525"/>
                    <a:pt x="24882" y="17525"/>
                  </a:cubicBezTo>
                  <a:cubicBezTo>
                    <a:pt x="25177" y="17525"/>
                    <a:pt x="25473" y="17488"/>
                    <a:pt x="25769" y="17340"/>
                  </a:cubicBezTo>
                  <a:cubicBezTo>
                    <a:pt x="25991" y="17229"/>
                    <a:pt x="26213" y="17081"/>
                    <a:pt x="26434" y="16859"/>
                  </a:cubicBezTo>
                  <a:cubicBezTo>
                    <a:pt x="26896" y="16424"/>
                    <a:pt x="27375" y="15863"/>
                    <a:pt x="27638" y="15548"/>
                  </a:cubicBezTo>
                  <a:lnTo>
                    <a:pt x="27638" y="15548"/>
                  </a:lnTo>
                  <a:cubicBezTo>
                    <a:pt x="27786" y="15650"/>
                    <a:pt x="27988" y="15788"/>
                    <a:pt x="28209" y="15935"/>
                  </a:cubicBezTo>
                  <a:cubicBezTo>
                    <a:pt x="28431" y="16083"/>
                    <a:pt x="28690" y="16231"/>
                    <a:pt x="28948" y="16342"/>
                  </a:cubicBezTo>
                  <a:cubicBezTo>
                    <a:pt x="29170" y="16453"/>
                    <a:pt x="29392" y="16527"/>
                    <a:pt x="29614" y="16527"/>
                  </a:cubicBezTo>
                  <a:cubicBezTo>
                    <a:pt x="29762" y="16527"/>
                    <a:pt x="29910" y="16490"/>
                    <a:pt x="30021" y="16379"/>
                  </a:cubicBezTo>
                  <a:cubicBezTo>
                    <a:pt x="30132" y="16268"/>
                    <a:pt x="30205" y="16120"/>
                    <a:pt x="30169" y="15972"/>
                  </a:cubicBezTo>
                  <a:cubicBezTo>
                    <a:pt x="30169" y="15898"/>
                    <a:pt x="30169" y="15787"/>
                    <a:pt x="30132" y="15713"/>
                  </a:cubicBezTo>
                  <a:cubicBezTo>
                    <a:pt x="29947" y="14974"/>
                    <a:pt x="29429" y="14271"/>
                    <a:pt x="28764" y="13754"/>
                  </a:cubicBezTo>
                  <a:cubicBezTo>
                    <a:pt x="28098" y="13236"/>
                    <a:pt x="27285" y="12867"/>
                    <a:pt x="26434" y="12867"/>
                  </a:cubicBezTo>
                  <a:cubicBezTo>
                    <a:pt x="25954" y="12867"/>
                    <a:pt x="25510" y="13125"/>
                    <a:pt x="25067" y="13458"/>
                  </a:cubicBezTo>
                  <a:cubicBezTo>
                    <a:pt x="24438" y="13976"/>
                    <a:pt x="23847" y="14715"/>
                    <a:pt x="23366" y="15344"/>
                  </a:cubicBezTo>
                  <a:cubicBezTo>
                    <a:pt x="23027" y="15796"/>
                    <a:pt x="22774" y="16183"/>
                    <a:pt x="22674" y="16341"/>
                  </a:cubicBezTo>
                  <a:lnTo>
                    <a:pt x="22674" y="16341"/>
                  </a:lnTo>
                  <a:lnTo>
                    <a:pt x="11754" y="20217"/>
                  </a:lnTo>
                  <a:lnTo>
                    <a:pt x="11754" y="20217"/>
                  </a:lnTo>
                  <a:cubicBezTo>
                    <a:pt x="11548" y="19314"/>
                    <a:pt x="10948" y="16721"/>
                    <a:pt x="10204" y="13865"/>
                  </a:cubicBezTo>
                  <a:cubicBezTo>
                    <a:pt x="9761" y="12090"/>
                    <a:pt x="9243" y="10205"/>
                    <a:pt x="8763" y="8578"/>
                  </a:cubicBezTo>
                  <a:cubicBezTo>
                    <a:pt x="8282" y="6951"/>
                    <a:pt x="7838" y="5583"/>
                    <a:pt x="7432" y="4807"/>
                  </a:cubicBezTo>
                  <a:cubicBezTo>
                    <a:pt x="6803" y="3402"/>
                    <a:pt x="6138" y="2219"/>
                    <a:pt x="5509" y="1406"/>
                  </a:cubicBezTo>
                  <a:cubicBezTo>
                    <a:pt x="5213" y="962"/>
                    <a:pt x="4918" y="629"/>
                    <a:pt x="4622" y="407"/>
                  </a:cubicBezTo>
                  <a:cubicBezTo>
                    <a:pt x="4326" y="149"/>
                    <a:pt x="4030" y="1"/>
                    <a:pt x="36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86" name="Google Shape;3886;g3048a510704_4_0"/>
            <p:cNvSpPr/>
            <p:nvPr/>
          </p:nvSpPr>
          <p:spPr>
            <a:xfrm>
              <a:off x="2058950" y="3511875"/>
              <a:ext cx="597325" cy="315200"/>
            </a:xfrm>
            <a:custGeom>
              <a:rect b="b" l="l" r="r" t="t"/>
              <a:pathLst>
                <a:path extrusionOk="0" h="12608" w="23893">
                  <a:moveTo>
                    <a:pt x="20408" y="0"/>
                  </a:moveTo>
                  <a:cubicBezTo>
                    <a:pt x="18967" y="0"/>
                    <a:pt x="16859" y="3402"/>
                    <a:pt x="16859" y="3402"/>
                  </a:cubicBezTo>
                  <a:lnTo>
                    <a:pt x="5509" y="7431"/>
                  </a:lnTo>
                  <a:cubicBezTo>
                    <a:pt x="5509" y="7431"/>
                    <a:pt x="5140" y="5842"/>
                    <a:pt x="4622" y="3623"/>
                  </a:cubicBezTo>
                  <a:lnTo>
                    <a:pt x="1" y="6544"/>
                  </a:lnTo>
                  <a:cubicBezTo>
                    <a:pt x="1738" y="9871"/>
                    <a:pt x="3291" y="12607"/>
                    <a:pt x="3735" y="12607"/>
                  </a:cubicBezTo>
                  <a:cubicBezTo>
                    <a:pt x="4881" y="12607"/>
                    <a:pt x="17821" y="3882"/>
                    <a:pt x="17821" y="3882"/>
                  </a:cubicBezTo>
                  <a:cubicBezTo>
                    <a:pt x="17821" y="3882"/>
                    <a:pt x="18330" y="4030"/>
                    <a:pt x="18856" y="4030"/>
                  </a:cubicBezTo>
                  <a:cubicBezTo>
                    <a:pt x="19119" y="4030"/>
                    <a:pt x="19386" y="3993"/>
                    <a:pt x="19595" y="3882"/>
                  </a:cubicBezTo>
                  <a:cubicBezTo>
                    <a:pt x="20261" y="3549"/>
                    <a:pt x="21555" y="1923"/>
                    <a:pt x="21555" y="1923"/>
                  </a:cubicBezTo>
                  <a:cubicBezTo>
                    <a:pt x="21555" y="1923"/>
                    <a:pt x="23017" y="3030"/>
                    <a:pt x="23602" y="3030"/>
                  </a:cubicBezTo>
                  <a:cubicBezTo>
                    <a:pt x="23795" y="3030"/>
                    <a:pt x="23892" y="2909"/>
                    <a:pt x="23810" y="2588"/>
                  </a:cubicBezTo>
                  <a:cubicBezTo>
                    <a:pt x="23514" y="1294"/>
                    <a:pt x="21887" y="0"/>
                    <a:pt x="20408" y="0"/>
                  </a:cubicBezTo>
                  <a:close/>
                </a:path>
              </a:pathLst>
            </a:custGeom>
            <a:solidFill>
              <a:srgbClr val="ADAD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87" name="Google Shape;3887;g3048a510704_4_0"/>
            <p:cNvSpPr/>
            <p:nvPr/>
          </p:nvSpPr>
          <p:spPr>
            <a:xfrm>
              <a:off x="2050625" y="3503550"/>
              <a:ext cx="612825" cy="331850"/>
            </a:xfrm>
            <a:custGeom>
              <a:rect b="b" l="l" r="r" t="t"/>
              <a:pathLst>
                <a:path extrusionOk="0" h="13274" w="24513">
                  <a:moveTo>
                    <a:pt x="20741" y="629"/>
                  </a:moveTo>
                  <a:cubicBezTo>
                    <a:pt x="21407" y="629"/>
                    <a:pt x="22109" y="925"/>
                    <a:pt x="22701" y="1368"/>
                  </a:cubicBezTo>
                  <a:cubicBezTo>
                    <a:pt x="23292" y="1812"/>
                    <a:pt x="23736" y="2441"/>
                    <a:pt x="23847" y="2995"/>
                  </a:cubicBezTo>
                  <a:cubicBezTo>
                    <a:pt x="23863" y="3011"/>
                    <a:pt x="23872" y="3026"/>
                    <a:pt x="23877" y="3042"/>
                  </a:cubicBezTo>
                  <a:lnTo>
                    <a:pt x="23877" y="3042"/>
                  </a:lnTo>
                  <a:cubicBezTo>
                    <a:pt x="23803" y="3037"/>
                    <a:pt x="23659" y="2979"/>
                    <a:pt x="23514" y="2921"/>
                  </a:cubicBezTo>
                  <a:cubicBezTo>
                    <a:pt x="23182" y="2773"/>
                    <a:pt x="22849" y="2552"/>
                    <a:pt x="22553" y="2367"/>
                  </a:cubicBezTo>
                  <a:cubicBezTo>
                    <a:pt x="22405" y="2256"/>
                    <a:pt x="22294" y="2182"/>
                    <a:pt x="22220" y="2108"/>
                  </a:cubicBezTo>
                  <a:cubicBezTo>
                    <a:pt x="22109" y="2034"/>
                    <a:pt x="22072" y="2034"/>
                    <a:pt x="22072" y="2034"/>
                  </a:cubicBezTo>
                  <a:cubicBezTo>
                    <a:pt x="22004" y="1982"/>
                    <a:pt x="21927" y="1955"/>
                    <a:pt x="21857" y="1955"/>
                  </a:cubicBezTo>
                  <a:cubicBezTo>
                    <a:pt x="21777" y="1955"/>
                    <a:pt x="21705" y="1992"/>
                    <a:pt x="21666" y="2071"/>
                  </a:cubicBezTo>
                  <a:cubicBezTo>
                    <a:pt x="21666" y="2071"/>
                    <a:pt x="21555" y="2182"/>
                    <a:pt x="21444" y="2330"/>
                  </a:cubicBezTo>
                  <a:cubicBezTo>
                    <a:pt x="21259" y="2552"/>
                    <a:pt x="20926" y="2921"/>
                    <a:pt x="20631" y="3217"/>
                  </a:cubicBezTo>
                  <a:cubicBezTo>
                    <a:pt x="20298" y="3550"/>
                    <a:pt x="19965" y="3845"/>
                    <a:pt x="19817" y="3919"/>
                  </a:cubicBezTo>
                  <a:cubicBezTo>
                    <a:pt x="19669" y="3993"/>
                    <a:pt x="19448" y="4030"/>
                    <a:pt x="19189" y="4030"/>
                  </a:cubicBezTo>
                  <a:cubicBezTo>
                    <a:pt x="18967" y="4030"/>
                    <a:pt x="18708" y="3993"/>
                    <a:pt x="18523" y="3993"/>
                  </a:cubicBezTo>
                  <a:cubicBezTo>
                    <a:pt x="18449" y="3956"/>
                    <a:pt x="18375" y="3956"/>
                    <a:pt x="18338" y="3919"/>
                  </a:cubicBezTo>
                  <a:lnTo>
                    <a:pt x="18264" y="3919"/>
                  </a:lnTo>
                  <a:cubicBezTo>
                    <a:pt x="18219" y="3904"/>
                    <a:pt x="18179" y="3895"/>
                    <a:pt x="18143" y="3895"/>
                  </a:cubicBezTo>
                  <a:cubicBezTo>
                    <a:pt x="18092" y="3895"/>
                    <a:pt x="18049" y="3913"/>
                    <a:pt x="18006" y="3956"/>
                  </a:cubicBezTo>
                  <a:cubicBezTo>
                    <a:pt x="18006" y="3956"/>
                    <a:pt x="17784" y="4104"/>
                    <a:pt x="17414" y="4326"/>
                  </a:cubicBezTo>
                  <a:cubicBezTo>
                    <a:pt x="16194" y="5176"/>
                    <a:pt x="13052" y="7247"/>
                    <a:pt x="10094" y="9132"/>
                  </a:cubicBezTo>
                  <a:cubicBezTo>
                    <a:pt x="8615" y="10094"/>
                    <a:pt x="7210" y="10981"/>
                    <a:pt x="6101" y="11609"/>
                  </a:cubicBezTo>
                  <a:cubicBezTo>
                    <a:pt x="5547" y="11942"/>
                    <a:pt x="5066" y="12201"/>
                    <a:pt x="4696" y="12386"/>
                  </a:cubicBezTo>
                  <a:cubicBezTo>
                    <a:pt x="4511" y="12497"/>
                    <a:pt x="4364" y="12534"/>
                    <a:pt x="4253" y="12608"/>
                  </a:cubicBezTo>
                  <a:cubicBezTo>
                    <a:pt x="4179" y="12608"/>
                    <a:pt x="4142" y="12645"/>
                    <a:pt x="4105" y="12645"/>
                  </a:cubicBezTo>
                  <a:cubicBezTo>
                    <a:pt x="4031" y="12608"/>
                    <a:pt x="3846" y="12386"/>
                    <a:pt x="3624" y="12053"/>
                  </a:cubicBezTo>
                  <a:cubicBezTo>
                    <a:pt x="2948" y="11092"/>
                    <a:pt x="1894" y="9171"/>
                    <a:pt x="761" y="6983"/>
                  </a:cubicBezTo>
                  <a:lnTo>
                    <a:pt x="761" y="6983"/>
                  </a:lnTo>
                  <a:lnTo>
                    <a:pt x="4740" y="4480"/>
                  </a:lnTo>
                  <a:lnTo>
                    <a:pt x="4740" y="4480"/>
                  </a:lnTo>
                  <a:cubicBezTo>
                    <a:pt x="4978" y="5399"/>
                    <a:pt x="5160" y="6192"/>
                    <a:pt x="5288" y="6766"/>
                  </a:cubicBezTo>
                  <a:cubicBezTo>
                    <a:pt x="5473" y="7432"/>
                    <a:pt x="5547" y="7838"/>
                    <a:pt x="5547" y="7838"/>
                  </a:cubicBezTo>
                  <a:cubicBezTo>
                    <a:pt x="5584" y="7912"/>
                    <a:pt x="5621" y="7986"/>
                    <a:pt x="5694" y="8023"/>
                  </a:cubicBezTo>
                  <a:cubicBezTo>
                    <a:pt x="5738" y="8066"/>
                    <a:pt x="5794" y="8084"/>
                    <a:pt x="5848" y="8084"/>
                  </a:cubicBezTo>
                  <a:cubicBezTo>
                    <a:pt x="5886" y="8084"/>
                    <a:pt x="5923" y="8075"/>
                    <a:pt x="5953" y="8060"/>
                  </a:cubicBezTo>
                  <a:lnTo>
                    <a:pt x="17303" y="3993"/>
                  </a:lnTo>
                  <a:cubicBezTo>
                    <a:pt x="17377" y="3993"/>
                    <a:pt x="17414" y="3956"/>
                    <a:pt x="17451" y="3882"/>
                  </a:cubicBezTo>
                  <a:cubicBezTo>
                    <a:pt x="17451" y="3882"/>
                    <a:pt x="17488" y="3845"/>
                    <a:pt x="17525" y="3735"/>
                  </a:cubicBezTo>
                  <a:cubicBezTo>
                    <a:pt x="17747" y="3439"/>
                    <a:pt x="18301" y="2625"/>
                    <a:pt x="18930" y="1923"/>
                  </a:cubicBezTo>
                  <a:cubicBezTo>
                    <a:pt x="19263" y="1553"/>
                    <a:pt x="19595" y="1221"/>
                    <a:pt x="19928" y="999"/>
                  </a:cubicBezTo>
                  <a:cubicBezTo>
                    <a:pt x="20224" y="740"/>
                    <a:pt x="20557" y="629"/>
                    <a:pt x="20741" y="629"/>
                  </a:cubicBezTo>
                  <a:close/>
                  <a:moveTo>
                    <a:pt x="20741" y="1"/>
                  </a:moveTo>
                  <a:cubicBezTo>
                    <a:pt x="20261" y="1"/>
                    <a:pt x="19817" y="259"/>
                    <a:pt x="19374" y="592"/>
                  </a:cubicBezTo>
                  <a:cubicBezTo>
                    <a:pt x="18745" y="1110"/>
                    <a:pt x="18154" y="1849"/>
                    <a:pt x="17673" y="2478"/>
                  </a:cubicBezTo>
                  <a:cubicBezTo>
                    <a:pt x="17334" y="2930"/>
                    <a:pt x="17081" y="3317"/>
                    <a:pt x="16981" y="3475"/>
                  </a:cubicBezTo>
                  <a:lnTo>
                    <a:pt x="16981" y="3475"/>
                  </a:lnTo>
                  <a:lnTo>
                    <a:pt x="6059" y="7352"/>
                  </a:lnTo>
                  <a:lnTo>
                    <a:pt x="6059" y="7352"/>
                  </a:lnTo>
                  <a:cubicBezTo>
                    <a:pt x="5924" y="6772"/>
                    <a:pt x="5627" y="5493"/>
                    <a:pt x="5251" y="3882"/>
                  </a:cubicBezTo>
                  <a:cubicBezTo>
                    <a:pt x="5214" y="3809"/>
                    <a:pt x="5140" y="3735"/>
                    <a:pt x="5066" y="3698"/>
                  </a:cubicBezTo>
                  <a:cubicBezTo>
                    <a:pt x="5011" y="3679"/>
                    <a:pt x="4955" y="3670"/>
                    <a:pt x="4904" y="3670"/>
                  </a:cubicBezTo>
                  <a:cubicBezTo>
                    <a:pt x="4853" y="3670"/>
                    <a:pt x="4807" y="3679"/>
                    <a:pt x="4770" y="3698"/>
                  </a:cubicBezTo>
                  <a:lnTo>
                    <a:pt x="186" y="6618"/>
                  </a:lnTo>
                  <a:cubicBezTo>
                    <a:pt x="38" y="6692"/>
                    <a:pt x="1" y="6877"/>
                    <a:pt x="75" y="7025"/>
                  </a:cubicBezTo>
                  <a:cubicBezTo>
                    <a:pt x="925" y="8689"/>
                    <a:pt x="1739" y="10204"/>
                    <a:pt x="2404" y="11314"/>
                  </a:cubicBezTo>
                  <a:cubicBezTo>
                    <a:pt x="2737" y="11868"/>
                    <a:pt x="3033" y="12349"/>
                    <a:pt x="3291" y="12645"/>
                  </a:cubicBezTo>
                  <a:cubicBezTo>
                    <a:pt x="3402" y="12829"/>
                    <a:pt x="3513" y="12940"/>
                    <a:pt x="3624" y="13051"/>
                  </a:cubicBezTo>
                  <a:cubicBezTo>
                    <a:pt x="3698" y="13125"/>
                    <a:pt x="3735" y="13162"/>
                    <a:pt x="3809" y="13199"/>
                  </a:cubicBezTo>
                  <a:cubicBezTo>
                    <a:pt x="3883" y="13236"/>
                    <a:pt x="3957" y="13273"/>
                    <a:pt x="4068" y="13273"/>
                  </a:cubicBezTo>
                  <a:cubicBezTo>
                    <a:pt x="4216" y="13273"/>
                    <a:pt x="4364" y="13199"/>
                    <a:pt x="4511" y="13125"/>
                  </a:cubicBezTo>
                  <a:cubicBezTo>
                    <a:pt x="5177" y="12866"/>
                    <a:pt x="6323" y="12238"/>
                    <a:pt x="7728" y="11351"/>
                  </a:cubicBezTo>
                  <a:cubicBezTo>
                    <a:pt x="11619" y="8996"/>
                    <a:pt x="17369" y="5128"/>
                    <a:pt x="18229" y="4548"/>
                  </a:cubicBezTo>
                  <a:lnTo>
                    <a:pt x="18229" y="4548"/>
                  </a:lnTo>
                  <a:cubicBezTo>
                    <a:pt x="18425" y="4592"/>
                    <a:pt x="18790" y="4659"/>
                    <a:pt x="19189" y="4659"/>
                  </a:cubicBezTo>
                  <a:cubicBezTo>
                    <a:pt x="19484" y="4659"/>
                    <a:pt x="19780" y="4622"/>
                    <a:pt x="20076" y="4474"/>
                  </a:cubicBezTo>
                  <a:cubicBezTo>
                    <a:pt x="20298" y="4363"/>
                    <a:pt x="20520" y="4215"/>
                    <a:pt x="20741" y="3993"/>
                  </a:cubicBezTo>
                  <a:cubicBezTo>
                    <a:pt x="21203" y="3558"/>
                    <a:pt x="21682" y="2997"/>
                    <a:pt x="21945" y="2682"/>
                  </a:cubicBezTo>
                  <a:lnTo>
                    <a:pt x="21945" y="2682"/>
                  </a:lnTo>
                  <a:cubicBezTo>
                    <a:pt x="22093" y="2784"/>
                    <a:pt x="22295" y="2922"/>
                    <a:pt x="22516" y="3069"/>
                  </a:cubicBezTo>
                  <a:cubicBezTo>
                    <a:pt x="22738" y="3217"/>
                    <a:pt x="22997" y="3365"/>
                    <a:pt x="23255" y="3476"/>
                  </a:cubicBezTo>
                  <a:cubicBezTo>
                    <a:pt x="23477" y="3587"/>
                    <a:pt x="23699" y="3661"/>
                    <a:pt x="23921" y="3661"/>
                  </a:cubicBezTo>
                  <a:cubicBezTo>
                    <a:pt x="24069" y="3661"/>
                    <a:pt x="24217" y="3624"/>
                    <a:pt x="24328" y="3513"/>
                  </a:cubicBezTo>
                  <a:cubicBezTo>
                    <a:pt x="24439" y="3402"/>
                    <a:pt x="24512" y="3254"/>
                    <a:pt x="24476" y="3106"/>
                  </a:cubicBezTo>
                  <a:cubicBezTo>
                    <a:pt x="24476" y="3032"/>
                    <a:pt x="24476" y="2921"/>
                    <a:pt x="24439" y="2847"/>
                  </a:cubicBezTo>
                  <a:cubicBezTo>
                    <a:pt x="24254" y="2108"/>
                    <a:pt x="23736" y="1405"/>
                    <a:pt x="23071" y="888"/>
                  </a:cubicBezTo>
                  <a:cubicBezTo>
                    <a:pt x="22405" y="370"/>
                    <a:pt x="21592" y="1"/>
                    <a:pt x="207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88" name="Google Shape;3888;g3048a510704_4_0"/>
            <p:cNvSpPr/>
            <p:nvPr/>
          </p:nvSpPr>
          <p:spPr>
            <a:xfrm>
              <a:off x="1660600" y="4206925"/>
              <a:ext cx="147900" cy="871025"/>
            </a:xfrm>
            <a:custGeom>
              <a:rect b="b" l="l" r="r" t="t"/>
              <a:pathLst>
                <a:path extrusionOk="0" h="34841" w="5916">
                  <a:moveTo>
                    <a:pt x="2514" y="0"/>
                  </a:moveTo>
                  <a:lnTo>
                    <a:pt x="0" y="555"/>
                  </a:lnTo>
                  <a:lnTo>
                    <a:pt x="4733" y="34346"/>
                  </a:lnTo>
                  <a:cubicBezTo>
                    <a:pt x="4765" y="34635"/>
                    <a:pt x="5021" y="34841"/>
                    <a:pt x="5306" y="34841"/>
                  </a:cubicBezTo>
                  <a:cubicBezTo>
                    <a:pt x="5348" y="34841"/>
                    <a:pt x="5392" y="34836"/>
                    <a:pt x="5435" y="34827"/>
                  </a:cubicBezTo>
                  <a:cubicBezTo>
                    <a:pt x="5731" y="34790"/>
                    <a:pt x="5916" y="34531"/>
                    <a:pt x="5879" y="34235"/>
                  </a:cubicBezTo>
                  <a:lnTo>
                    <a:pt x="25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89" name="Google Shape;3889;g3048a510704_4_0"/>
            <p:cNvSpPr/>
            <p:nvPr/>
          </p:nvSpPr>
          <p:spPr>
            <a:xfrm>
              <a:off x="1652275" y="4199525"/>
              <a:ext cx="162700" cy="886400"/>
            </a:xfrm>
            <a:custGeom>
              <a:rect b="b" l="l" r="r" t="t"/>
              <a:pathLst>
                <a:path extrusionOk="0" h="35456" w="6508">
                  <a:moveTo>
                    <a:pt x="2589" y="703"/>
                  </a:moveTo>
                  <a:lnTo>
                    <a:pt x="5912" y="34531"/>
                  </a:lnTo>
                  <a:lnTo>
                    <a:pt x="5879" y="34531"/>
                  </a:lnTo>
                  <a:lnTo>
                    <a:pt x="5916" y="34568"/>
                  </a:lnTo>
                  <a:cubicBezTo>
                    <a:pt x="5916" y="34716"/>
                    <a:pt x="5805" y="34790"/>
                    <a:pt x="5694" y="34827"/>
                  </a:cubicBezTo>
                  <a:lnTo>
                    <a:pt x="5620" y="34827"/>
                  </a:lnTo>
                  <a:cubicBezTo>
                    <a:pt x="5509" y="34827"/>
                    <a:pt x="5398" y="34753"/>
                    <a:pt x="5361" y="34605"/>
                  </a:cubicBezTo>
                  <a:lnTo>
                    <a:pt x="672" y="1118"/>
                  </a:lnTo>
                  <a:lnTo>
                    <a:pt x="672" y="1118"/>
                  </a:lnTo>
                  <a:lnTo>
                    <a:pt x="2589" y="703"/>
                  </a:lnTo>
                  <a:close/>
                  <a:moveTo>
                    <a:pt x="2773" y="0"/>
                  </a:moveTo>
                  <a:lnTo>
                    <a:pt x="259" y="555"/>
                  </a:lnTo>
                  <a:cubicBezTo>
                    <a:pt x="112" y="592"/>
                    <a:pt x="1" y="740"/>
                    <a:pt x="1" y="925"/>
                  </a:cubicBezTo>
                  <a:lnTo>
                    <a:pt x="4770" y="34716"/>
                  </a:lnTo>
                  <a:cubicBezTo>
                    <a:pt x="4844" y="35160"/>
                    <a:pt x="5214" y="35455"/>
                    <a:pt x="5620" y="35455"/>
                  </a:cubicBezTo>
                  <a:cubicBezTo>
                    <a:pt x="5694" y="35455"/>
                    <a:pt x="5768" y="35455"/>
                    <a:pt x="5842" y="35418"/>
                  </a:cubicBezTo>
                  <a:cubicBezTo>
                    <a:pt x="6249" y="35344"/>
                    <a:pt x="6507" y="34975"/>
                    <a:pt x="6507" y="34568"/>
                  </a:cubicBezTo>
                  <a:lnTo>
                    <a:pt x="6507" y="34494"/>
                  </a:lnTo>
                  <a:lnTo>
                    <a:pt x="3143" y="296"/>
                  </a:lnTo>
                  <a:cubicBezTo>
                    <a:pt x="3143" y="185"/>
                    <a:pt x="3106" y="111"/>
                    <a:pt x="3032" y="74"/>
                  </a:cubicBezTo>
                  <a:cubicBezTo>
                    <a:pt x="2958" y="0"/>
                    <a:pt x="2884" y="0"/>
                    <a:pt x="27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90" name="Google Shape;3890;g3048a510704_4_0"/>
            <p:cNvSpPr/>
            <p:nvPr/>
          </p:nvSpPr>
          <p:spPr>
            <a:xfrm>
              <a:off x="1118050" y="4228175"/>
              <a:ext cx="260675" cy="847075"/>
            </a:xfrm>
            <a:custGeom>
              <a:rect b="b" l="l" r="r" t="t"/>
              <a:pathLst>
                <a:path extrusionOk="0" h="33883" w="10427">
                  <a:moveTo>
                    <a:pt x="8023" y="1"/>
                  </a:moveTo>
                  <a:lnTo>
                    <a:pt x="75" y="33200"/>
                  </a:lnTo>
                  <a:cubicBezTo>
                    <a:pt x="1" y="33496"/>
                    <a:pt x="222" y="33829"/>
                    <a:pt x="555" y="33866"/>
                  </a:cubicBezTo>
                  <a:cubicBezTo>
                    <a:pt x="599" y="33877"/>
                    <a:pt x="643" y="33882"/>
                    <a:pt x="685" y="33882"/>
                  </a:cubicBezTo>
                  <a:cubicBezTo>
                    <a:pt x="924" y="33882"/>
                    <a:pt x="1121" y="33711"/>
                    <a:pt x="1184" y="33459"/>
                  </a:cubicBezTo>
                  <a:lnTo>
                    <a:pt x="10426" y="1258"/>
                  </a:lnTo>
                  <a:lnTo>
                    <a:pt x="802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91" name="Google Shape;3891;g3048a510704_4_0"/>
            <p:cNvSpPr/>
            <p:nvPr/>
          </p:nvSpPr>
          <p:spPr>
            <a:xfrm>
              <a:off x="1112500" y="4220175"/>
              <a:ext cx="274550" cy="862975"/>
            </a:xfrm>
            <a:custGeom>
              <a:rect b="b" l="l" r="r" t="t"/>
              <a:pathLst>
                <a:path extrusionOk="0" h="34519" w="10982">
                  <a:moveTo>
                    <a:pt x="8452" y="766"/>
                  </a:moveTo>
                  <a:lnTo>
                    <a:pt x="10279" y="1725"/>
                  </a:lnTo>
                  <a:lnTo>
                    <a:pt x="1110" y="33705"/>
                  </a:lnTo>
                  <a:cubicBezTo>
                    <a:pt x="1073" y="33816"/>
                    <a:pt x="962" y="33890"/>
                    <a:pt x="851" y="33890"/>
                  </a:cubicBezTo>
                  <a:lnTo>
                    <a:pt x="814" y="33890"/>
                  </a:lnTo>
                  <a:cubicBezTo>
                    <a:pt x="703" y="33890"/>
                    <a:pt x="592" y="33779"/>
                    <a:pt x="592" y="33631"/>
                  </a:cubicBezTo>
                  <a:lnTo>
                    <a:pt x="592" y="33594"/>
                  </a:lnTo>
                  <a:lnTo>
                    <a:pt x="8452" y="766"/>
                  </a:lnTo>
                  <a:close/>
                  <a:moveTo>
                    <a:pt x="8240" y="1"/>
                  </a:moveTo>
                  <a:cubicBezTo>
                    <a:pt x="8202" y="1"/>
                    <a:pt x="8165" y="9"/>
                    <a:pt x="8134" y="25"/>
                  </a:cubicBezTo>
                  <a:cubicBezTo>
                    <a:pt x="8060" y="62"/>
                    <a:pt x="7986" y="173"/>
                    <a:pt x="7950" y="247"/>
                  </a:cubicBezTo>
                  <a:lnTo>
                    <a:pt x="1" y="33446"/>
                  </a:lnTo>
                  <a:cubicBezTo>
                    <a:pt x="1" y="33483"/>
                    <a:pt x="1" y="33557"/>
                    <a:pt x="1" y="33631"/>
                  </a:cubicBezTo>
                  <a:cubicBezTo>
                    <a:pt x="1" y="34075"/>
                    <a:pt x="297" y="34445"/>
                    <a:pt x="740" y="34518"/>
                  </a:cubicBezTo>
                  <a:lnTo>
                    <a:pt x="851" y="34518"/>
                  </a:lnTo>
                  <a:cubicBezTo>
                    <a:pt x="1258" y="34518"/>
                    <a:pt x="1591" y="34260"/>
                    <a:pt x="1701" y="33890"/>
                  </a:cubicBezTo>
                  <a:lnTo>
                    <a:pt x="10944" y="1688"/>
                  </a:lnTo>
                  <a:cubicBezTo>
                    <a:pt x="10981" y="1541"/>
                    <a:pt x="10907" y="1393"/>
                    <a:pt x="10796" y="1319"/>
                  </a:cubicBezTo>
                  <a:lnTo>
                    <a:pt x="8393" y="62"/>
                  </a:lnTo>
                  <a:cubicBezTo>
                    <a:pt x="8350" y="18"/>
                    <a:pt x="8294" y="1"/>
                    <a:pt x="82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92" name="Google Shape;3892;g3048a510704_4_0"/>
            <p:cNvSpPr/>
            <p:nvPr/>
          </p:nvSpPr>
          <p:spPr>
            <a:xfrm>
              <a:off x="1551525" y="4218000"/>
              <a:ext cx="190425" cy="859700"/>
            </a:xfrm>
            <a:custGeom>
              <a:rect b="b" l="l" r="r" t="t"/>
              <a:pathLst>
                <a:path extrusionOk="0" h="34388" w="7617">
                  <a:moveTo>
                    <a:pt x="5140" y="1"/>
                  </a:moveTo>
                  <a:lnTo>
                    <a:pt x="75" y="33755"/>
                  </a:lnTo>
                  <a:cubicBezTo>
                    <a:pt x="1" y="34088"/>
                    <a:pt x="260" y="34384"/>
                    <a:pt x="592" y="34384"/>
                  </a:cubicBezTo>
                  <a:cubicBezTo>
                    <a:pt x="614" y="34386"/>
                    <a:pt x="636" y="34388"/>
                    <a:pt x="657" y="34388"/>
                  </a:cubicBezTo>
                  <a:cubicBezTo>
                    <a:pt x="925" y="34388"/>
                    <a:pt x="1150" y="34180"/>
                    <a:pt x="1184" y="33940"/>
                  </a:cubicBezTo>
                  <a:lnTo>
                    <a:pt x="7617" y="1073"/>
                  </a:lnTo>
                  <a:lnTo>
                    <a:pt x="514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93" name="Google Shape;3893;g3048a510704_4_0"/>
            <p:cNvSpPr/>
            <p:nvPr/>
          </p:nvSpPr>
          <p:spPr>
            <a:xfrm>
              <a:off x="1545075" y="4210000"/>
              <a:ext cx="205200" cy="875925"/>
            </a:xfrm>
            <a:custGeom>
              <a:rect b="b" l="l" r="r" t="t"/>
              <a:pathLst>
                <a:path extrusionOk="0" h="35037" w="8208">
                  <a:moveTo>
                    <a:pt x="5630" y="779"/>
                  </a:moveTo>
                  <a:lnTo>
                    <a:pt x="7505" y="1578"/>
                  </a:lnTo>
                  <a:lnTo>
                    <a:pt x="1146" y="34186"/>
                  </a:lnTo>
                  <a:cubicBezTo>
                    <a:pt x="1109" y="34334"/>
                    <a:pt x="998" y="34408"/>
                    <a:pt x="887" y="34408"/>
                  </a:cubicBezTo>
                  <a:cubicBezTo>
                    <a:pt x="739" y="34408"/>
                    <a:pt x="629" y="34297"/>
                    <a:pt x="629" y="34149"/>
                  </a:cubicBezTo>
                  <a:lnTo>
                    <a:pt x="629" y="34112"/>
                  </a:lnTo>
                  <a:lnTo>
                    <a:pt x="5630" y="779"/>
                  </a:lnTo>
                  <a:close/>
                  <a:moveTo>
                    <a:pt x="5385" y="1"/>
                  </a:moveTo>
                  <a:cubicBezTo>
                    <a:pt x="5330" y="1"/>
                    <a:pt x="5278" y="19"/>
                    <a:pt x="5213" y="62"/>
                  </a:cubicBezTo>
                  <a:cubicBezTo>
                    <a:pt x="5139" y="99"/>
                    <a:pt x="5102" y="173"/>
                    <a:pt x="5065" y="284"/>
                  </a:cubicBezTo>
                  <a:lnTo>
                    <a:pt x="0" y="34001"/>
                  </a:lnTo>
                  <a:lnTo>
                    <a:pt x="37" y="34001"/>
                  </a:lnTo>
                  <a:lnTo>
                    <a:pt x="0" y="34149"/>
                  </a:lnTo>
                  <a:cubicBezTo>
                    <a:pt x="0" y="34593"/>
                    <a:pt x="370" y="34999"/>
                    <a:pt x="850" y="35036"/>
                  </a:cubicBezTo>
                  <a:lnTo>
                    <a:pt x="887" y="35036"/>
                  </a:lnTo>
                  <a:cubicBezTo>
                    <a:pt x="1294" y="35036"/>
                    <a:pt x="1664" y="34741"/>
                    <a:pt x="1738" y="34334"/>
                  </a:cubicBezTo>
                  <a:lnTo>
                    <a:pt x="8171" y="1430"/>
                  </a:lnTo>
                  <a:cubicBezTo>
                    <a:pt x="8208" y="1282"/>
                    <a:pt x="8134" y="1134"/>
                    <a:pt x="7986" y="1097"/>
                  </a:cubicBezTo>
                  <a:lnTo>
                    <a:pt x="5509" y="25"/>
                  </a:lnTo>
                  <a:cubicBezTo>
                    <a:pt x="5463" y="10"/>
                    <a:pt x="5423" y="1"/>
                    <a:pt x="538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94" name="Google Shape;3894;g3048a510704_4_0"/>
            <p:cNvSpPr/>
            <p:nvPr/>
          </p:nvSpPr>
          <p:spPr>
            <a:xfrm>
              <a:off x="2127350" y="4206925"/>
              <a:ext cx="147900" cy="871025"/>
            </a:xfrm>
            <a:custGeom>
              <a:rect b="b" l="l" r="r" t="t"/>
              <a:pathLst>
                <a:path extrusionOk="0" h="34841" w="5916">
                  <a:moveTo>
                    <a:pt x="2515" y="0"/>
                  </a:moveTo>
                  <a:lnTo>
                    <a:pt x="1" y="555"/>
                  </a:lnTo>
                  <a:lnTo>
                    <a:pt x="4733" y="34346"/>
                  </a:lnTo>
                  <a:cubicBezTo>
                    <a:pt x="4797" y="34635"/>
                    <a:pt x="5029" y="34841"/>
                    <a:pt x="5307" y="34841"/>
                  </a:cubicBezTo>
                  <a:cubicBezTo>
                    <a:pt x="5349" y="34841"/>
                    <a:pt x="5392" y="34836"/>
                    <a:pt x="5435" y="34827"/>
                  </a:cubicBezTo>
                  <a:cubicBezTo>
                    <a:pt x="5731" y="34790"/>
                    <a:pt x="5916" y="34531"/>
                    <a:pt x="5879" y="34235"/>
                  </a:cubicBezTo>
                  <a:lnTo>
                    <a:pt x="25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95" name="Google Shape;3895;g3048a510704_4_0"/>
            <p:cNvSpPr/>
            <p:nvPr/>
          </p:nvSpPr>
          <p:spPr>
            <a:xfrm>
              <a:off x="2119025" y="4199525"/>
              <a:ext cx="162700" cy="886400"/>
            </a:xfrm>
            <a:custGeom>
              <a:rect b="b" l="l" r="r" t="t"/>
              <a:pathLst>
                <a:path extrusionOk="0" h="35456" w="6508">
                  <a:moveTo>
                    <a:pt x="2589" y="703"/>
                  </a:moveTo>
                  <a:lnTo>
                    <a:pt x="5916" y="34568"/>
                  </a:lnTo>
                  <a:cubicBezTo>
                    <a:pt x="5916" y="34716"/>
                    <a:pt x="5805" y="34790"/>
                    <a:pt x="5694" y="34827"/>
                  </a:cubicBezTo>
                  <a:lnTo>
                    <a:pt x="5657" y="34827"/>
                  </a:lnTo>
                  <a:cubicBezTo>
                    <a:pt x="5509" y="34827"/>
                    <a:pt x="5399" y="34753"/>
                    <a:pt x="5399" y="34605"/>
                  </a:cubicBezTo>
                  <a:lnTo>
                    <a:pt x="673" y="1125"/>
                  </a:lnTo>
                  <a:lnTo>
                    <a:pt x="673" y="1125"/>
                  </a:lnTo>
                  <a:lnTo>
                    <a:pt x="2589" y="703"/>
                  </a:lnTo>
                  <a:close/>
                  <a:moveTo>
                    <a:pt x="2811" y="0"/>
                  </a:moveTo>
                  <a:lnTo>
                    <a:pt x="260" y="555"/>
                  </a:lnTo>
                  <a:cubicBezTo>
                    <a:pt x="112" y="592"/>
                    <a:pt x="1" y="740"/>
                    <a:pt x="1" y="925"/>
                  </a:cubicBezTo>
                  <a:lnTo>
                    <a:pt x="4770" y="34716"/>
                  </a:lnTo>
                  <a:cubicBezTo>
                    <a:pt x="4844" y="35160"/>
                    <a:pt x="5214" y="35455"/>
                    <a:pt x="5657" y="35455"/>
                  </a:cubicBezTo>
                  <a:cubicBezTo>
                    <a:pt x="5694" y="35455"/>
                    <a:pt x="5768" y="35455"/>
                    <a:pt x="5842" y="35418"/>
                  </a:cubicBezTo>
                  <a:cubicBezTo>
                    <a:pt x="6249" y="35344"/>
                    <a:pt x="6508" y="34975"/>
                    <a:pt x="6508" y="34568"/>
                  </a:cubicBezTo>
                  <a:lnTo>
                    <a:pt x="6508" y="34494"/>
                  </a:lnTo>
                  <a:lnTo>
                    <a:pt x="3180" y="296"/>
                  </a:lnTo>
                  <a:cubicBezTo>
                    <a:pt x="3143" y="185"/>
                    <a:pt x="3106" y="111"/>
                    <a:pt x="3032" y="74"/>
                  </a:cubicBezTo>
                  <a:cubicBezTo>
                    <a:pt x="2958" y="0"/>
                    <a:pt x="2885" y="0"/>
                    <a:pt x="28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96" name="Google Shape;3896;g3048a510704_4_0"/>
            <p:cNvSpPr/>
            <p:nvPr/>
          </p:nvSpPr>
          <p:spPr>
            <a:xfrm>
              <a:off x="1121750" y="3236425"/>
              <a:ext cx="1197875" cy="1049075"/>
            </a:xfrm>
            <a:custGeom>
              <a:rect b="b" l="l" r="r" t="t"/>
              <a:pathLst>
                <a:path extrusionOk="0" h="41963" w="47915">
                  <a:moveTo>
                    <a:pt x="4067" y="1"/>
                  </a:moveTo>
                  <a:cubicBezTo>
                    <a:pt x="1775" y="1"/>
                    <a:pt x="1" y="2071"/>
                    <a:pt x="370" y="4327"/>
                  </a:cubicBezTo>
                  <a:lnTo>
                    <a:pt x="6138" y="41963"/>
                  </a:lnTo>
                  <a:lnTo>
                    <a:pt x="47286" y="41963"/>
                  </a:lnTo>
                  <a:cubicBezTo>
                    <a:pt x="47286" y="41963"/>
                    <a:pt x="47914" y="31130"/>
                    <a:pt x="46103" y="27285"/>
                  </a:cubicBezTo>
                  <a:cubicBezTo>
                    <a:pt x="45759" y="26556"/>
                    <a:pt x="44676" y="26262"/>
                    <a:pt x="43140" y="26262"/>
                  </a:cubicBezTo>
                  <a:cubicBezTo>
                    <a:pt x="36681" y="26262"/>
                    <a:pt x="22218" y="31467"/>
                    <a:pt x="21118" y="31467"/>
                  </a:cubicBezTo>
                  <a:cubicBezTo>
                    <a:pt x="21099" y="31467"/>
                    <a:pt x="21085" y="31466"/>
                    <a:pt x="21074" y="31463"/>
                  </a:cubicBezTo>
                  <a:cubicBezTo>
                    <a:pt x="20482" y="31315"/>
                    <a:pt x="21370" y="11906"/>
                    <a:pt x="22442" y="4290"/>
                  </a:cubicBezTo>
                  <a:cubicBezTo>
                    <a:pt x="22774" y="2034"/>
                    <a:pt x="21037" y="1"/>
                    <a:pt x="187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97" name="Google Shape;3897;g3048a510704_4_0"/>
            <p:cNvSpPr/>
            <p:nvPr/>
          </p:nvSpPr>
          <p:spPr>
            <a:xfrm>
              <a:off x="1121750" y="3229050"/>
              <a:ext cx="1192325" cy="1063850"/>
            </a:xfrm>
            <a:custGeom>
              <a:rect b="b" l="l" r="r" t="t"/>
              <a:pathLst>
                <a:path extrusionOk="0" h="42554" w="47693">
                  <a:moveTo>
                    <a:pt x="18745" y="592"/>
                  </a:moveTo>
                  <a:cubicBezTo>
                    <a:pt x="19706" y="592"/>
                    <a:pt x="20556" y="998"/>
                    <a:pt x="21185" y="1627"/>
                  </a:cubicBezTo>
                  <a:cubicBezTo>
                    <a:pt x="21813" y="2255"/>
                    <a:pt x="22183" y="3106"/>
                    <a:pt x="22183" y="4067"/>
                  </a:cubicBezTo>
                  <a:cubicBezTo>
                    <a:pt x="22183" y="4215"/>
                    <a:pt x="22183" y="4400"/>
                    <a:pt x="22146" y="4548"/>
                  </a:cubicBezTo>
                  <a:cubicBezTo>
                    <a:pt x="21296" y="10463"/>
                    <a:pt x="20556" y="23477"/>
                    <a:pt x="20556" y="29096"/>
                  </a:cubicBezTo>
                  <a:cubicBezTo>
                    <a:pt x="20556" y="29910"/>
                    <a:pt x="20593" y="30575"/>
                    <a:pt x="20630" y="31056"/>
                  </a:cubicBezTo>
                  <a:cubicBezTo>
                    <a:pt x="20630" y="31277"/>
                    <a:pt x="20667" y="31462"/>
                    <a:pt x="20704" y="31610"/>
                  </a:cubicBezTo>
                  <a:cubicBezTo>
                    <a:pt x="20704" y="31684"/>
                    <a:pt x="20704" y="31758"/>
                    <a:pt x="20741" y="31832"/>
                  </a:cubicBezTo>
                  <a:lnTo>
                    <a:pt x="20815" y="31943"/>
                  </a:lnTo>
                  <a:cubicBezTo>
                    <a:pt x="20852" y="31980"/>
                    <a:pt x="20889" y="32054"/>
                    <a:pt x="21000" y="32054"/>
                  </a:cubicBezTo>
                  <a:lnTo>
                    <a:pt x="21111" y="32091"/>
                  </a:lnTo>
                  <a:cubicBezTo>
                    <a:pt x="21222" y="32091"/>
                    <a:pt x="21370" y="32054"/>
                    <a:pt x="21517" y="32017"/>
                  </a:cubicBezTo>
                  <a:cubicBezTo>
                    <a:pt x="22183" y="31869"/>
                    <a:pt x="23477" y="31462"/>
                    <a:pt x="25141" y="30945"/>
                  </a:cubicBezTo>
                  <a:cubicBezTo>
                    <a:pt x="27655" y="30205"/>
                    <a:pt x="31019" y="29170"/>
                    <a:pt x="34346" y="28320"/>
                  </a:cubicBezTo>
                  <a:cubicBezTo>
                    <a:pt x="37637" y="27506"/>
                    <a:pt x="40927" y="26878"/>
                    <a:pt x="43145" y="26878"/>
                  </a:cubicBezTo>
                  <a:cubicBezTo>
                    <a:pt x="43885" y="26878"/>
                    <a:pt x="44513" y="26952"/>
                    <a:pt x="44957" y="27100"/>
                  </a:cubicBezTo>
                  <a:cubicBezTo>
                    <a:pt x="45437" y="27248"/>
                    <a:pt x="45696" y="27469"/>
                    <a:pt x="45807" y="27728"/>
                  </a:cubicBezTo>
                  <a:cubicBezTo>
                    <a:pt x="46325" y="28800"/>
                    <a:pt x="46657" y="30538"/>
                    <a:pt x="46842" y="32461"/>
                  </a:cubicBezTo>
                  <a:cubicBezTo>
                    <a:pt x="47027" y="34346"/>
                    <a:pt x="47101" y="36416"/>
                    <a:pt x="47101" y="38154"/>
                  </a:cubicBezTo>
                  <a:cubicBezTo>
                    <a:pt x="47101" y="39337"/>
                    <a:pt x="47064" y="40335"/>
                    <a:pt x="47027" y="41075"/>
                  </a:cubicBezTo>
                  <a:cubicBezTo>
                    <a:pt x="47027" y="41469"/>
                    <a:pt x="47017" y="41768"/>
                    <a:pt x="47007" y="41962"/>
                  </a:cubicBezTo>
                  <a:lnTo>
                    <a:pt x="6396" y="41962"/>
                  </a:lnTo>
                  <a:lnTo>
                    <a:pt x="666" y="4585"/>
                  </a:lnTo>
                  <a:cubicBezTo>
                    <a:pt x="629" y="4400"/>
                    <a:pt x="629" y="4215"/>
                    <a:pt x="629" y="4067"/>
                  </a:cubicBezTo>
                  <a:cubicBezTo>
                    <a:pt x="629" y="3106"/>
                    <a:pt x="999" y="2255"/>
                    <a:pt x="1627" y="1627"/>
                  </a:cubicBezTo>
                  <a:cubicBezTo>
                    <a:pt x="2256" y="998"/>
                    <a:pt x="3106" y="592"/>
                    <a:pt x="4067" y="592"/>
                  </a:cubicBezTo>
                  <a:close/>
                  <a:moveTo>
                    <a:pt x="4067" y="0"/>
                  </a:moveTo>
                  <a:cubicBezTo>
                    <a:pt x="1812" y="0"/>
                    <a:pt x="1" y="1849"/>
                    <a:pt x="1" y="4067"/>
                  </a:cubicBezTo>
                  <a:cubicBezTo>
                    <a:pt x="1" y="4252"/>
                    <a:pt x="38" y="4474"/>
                    <a:pt x="38" y="4696"/>
                  </a:cubicBezTo>
                  <a:lnTo>
                    <a:pt x="5842" y="42295"/>
                  </a:lnTo>
                  <a:cubicBezTo>
                    <a:pt x="5879" y="42443"/>
                    <a:pt x="5990" y="42554"/>
                    <a:pt x="6138" y="42554"/>
                  </a:cubicBezTo>
                  <a:lnTo>
                    <a:pt x="47286" y="42554"/>
                  </a:lnTo>
                  <a:cubicBezTo>
                    <a:pt x="47471" y="42554"/>
                    <a:pt x="47582" y="42443"/>
                    <a:pt x="47619" y="42258"/>
                  </a:cubicBezTo>
                  <a:cubicBezTo>
                    <a:pt x="47619" y="42258"/>
                    <a:pt x="47693" y="40520"/>
                    <a:pt x="47693" y="38154"/>
                  </a:cubicBezTo>
                  <a:cubicBezTo>
                    <a:pt x="47693" y="36416"/>
                    <a:pt x="47656" y="34309"/>
                    <a:pt x="47471" y="32387"/>
                  </a:cubicBezTo>
                  <a:cubicBezTo>
                    <a:pt x="47249" y="30464"/>
                    <a:pt x="46953" y="28653"/>
                    <a:pt x="46362" y="27433"/>
                  </a:cubicBezTo>
                  <a:cubicBezTo>
                    <a:pt x="46140" y="26989"/>
                    <a:pt x="45696" y="26693"/>
                    <a:pt x="45142" y="26508"/>
                  </a:cubicBezTo>
                  <a:cubicBezTo>
                    <a:pt x="44587" y="26323"/>
                    <a:pt x="43922" y="26249"/>
                    <a:pt x="43145" y="26249"/>
                  </a:cubicBezTo>
                  <a:cubicBezTo>
                    <a:pt x="39818" y="26249"/>
                    <a:pt x="34568" y="27580"/>
                    <a:pt x="30021" y="28874"/>
                  </a:cubicBezTo>
                  <a:cubicBezTo>
                    <a:pt x="27728" y="29503"/>
                    <a:pt x="25621" y="30168"/>
                    <a:pt x="23994" y="30649"/>
                  </a:cubicBezTo>
                  <a:cubicBezTo>
                    <a:pt x="23181" y="30908"/>
                    <a:pt x="22516" y="31093"/>
                    <a:pt x="21998" y="31240"/>
                  </a:cubicBezTo>
                  <a:cubicBezTo>
                    <a:pt x="21776" y="31314"/>
                    <a:pt x="21554" y="31388"/>
                    <a:pt x="21407" y="31425"/>
                  </a:cubicBezTo>
                  <a:cubicBezTo>
                    <a:pt x="21362" y="31436"/>
                    <a:pt x="21318" y="31444"/>
                    <a:pt x="21277" y="31450"/>
                  </a:cubicBezTo>
                  <a:lnTo>
                    <a:pt x="21277" y="31450"/>
                  </a:lnTo>
                  <a:cubicBezTo>
                    <a:pt x="21247" y="31286"/>
                    <a:pt x="21222" y="31024"/>
                    <a:pt x="21222" y="30686"/>
                  </a:cubicBezTo>
                  <a:cubicBezTo>
                    <a:pt x="21185" y="30242"/>
                    <a:pt x="21185" y="29725"/>
                    <a:pt x="21185" y="29096"/>
                  </a:cubicBezTo>
                  <a:cubicBezTo>
                    <a:pt x="21185" y="23514"/>
                    <a:pt x="21924" y="10500"/>
                    <a:pt x="22774" y="4659"/>
                  </a:cubicBezTo>
                  <a:cubicBezTo>
                    <a:pt x="22774" y="4437"/>
                    <a:pt x="22811" y="4252"/>
                    <a:pt x="22811" y="4067"/>
                  </a:cubicBezTo>
                  <a:cubicBezTo>
                    <a:pt x="22811" y="1849"/>
                    <a:pt x="21000" y="0"/>
                    <a:pt x="187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98" name="Google Shape;3898;g3048a510704_4_0"/>
            <p:cNvSpPr/>
            <p:nvPr/>
          </p:nvSpPr>
          <p:spPr>
            <a:xfrm>
              <a:off x="1495150" y="3236425"/>
              <a:ext cx="824475" cy="1049075"/>
            </a:xfrm>
            <a:custGeom>
              <a:rect b="b" l="l" r="r" t="t"/>
              <a:pathLst>
                <a:path extrusionOk="0" h="41963" w="32979">
                  <a:moveTo>
                    <a:pt x="3920" y="1"/>
                  </a:moveTo>
                  <a:cubicBezTo>
                    <a:pt x="1701" y="75"/>
                    <a:pt x="1" y="2108"/>
                    <a:pt x="333" y="4327"/>
                  </a:cubicBezTo>
                  <a:lnTo>
                    <a:pt x="6138" y="41963"/>
                  </a:lnTo>
                  <a:lnTo>
                    <a:pt x="32350" y="41963"/>
                  </a:lnTo>
                  <a:cubicBezTo>
                    <a:pt x="32350" y="41963"/>
                    <a:pt x="32978" y="31130"/>
                    <a:pt x="31167" y="27285"/>
                  </a:cubicBezTo>
                  <a:cubicBezTo>
                    <a:pt x="30823" y="26556"/>
                    <a:pt x="29740" y="26262"/>
                    <a:pt x="28204" y="26262"/>
                  </a:cubicBezTo>
                  <a:cubicBezTo>
                    <a:pt x="21745" y="26262"/>
                    <a:pt x="7282" y="31467"/>
                    <a:pt x="6182" y="31467"/>
                  </a:cubicBezTo>
                  <a:cubicBezTo>
                    <a:pt x="6163" y="31467"/>
                    <a:pt x="6149" y="31466"/>
                    <a:pt x="6138" y="31463"/>
                  </a:cubicBezTo>
                  <a:cubicBezTo>
                    <a:pt x="5546" y="31315"/>
                    <a:pt x="6434" y="11906"/>
                    <a:pt x="7506" y="4290"/>
                  </a:cubicBezTo>
                  <a:cubicBezTo>
                    <a:pt x="7838" y="2071"/>
                    <a:pt x="6175" y="75"/>
                    <a:pt x="39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sp>
          <p:nvSpPr>
            <p:cNvPr id="3899" name="Google Shape;3899;g3048a510704_4_0"/>
            <p:cNvSpPr/>
            <p:nvPr/>
          </p:nvSpPr>
          <p:spPr>
            <a:xfrm>
              <a:off x="1495150" y="3229050"/>
              <a:ext cx="818925" cy="1063850"/>
            </a:xfrm>
            <a:custGeom>
              <a:rect b="b" l="l" r="r" t="t"/>
              <a:pathLst>
                <a:path extrusionOk="0" h="42554" w="32757">
                  <a:moveTo>
                    <a:pt x="3938" y="629"/>
                  </a:moveTo>
                  <a:cubicBezTo>
                    <a:pt x="5814" y="676"/>
                    <a:pt x="7247" y="2225"/>
                    <a:pt x="7247" y="4067"/>
                  </a:cubicBezTo>
                  <a:cubicBezTo>
                    <a:pt x="7247" y="4215"/>
                    <a:pt x="7247" y="4400"/>
                    <a:pt x="7210" y="4548"/>
                  </a:cubicBezTo>
                  <a:cubicBezTo>
                    <a:pt x="6360" y="10463"/>
                    <a:pt x="5620" y="23477"/>
                    <a:pt x="5620" y="29096"/>
                  </a:cubicBezTo>
                  <a:cubicBezTo>
                    <a:pt x="5620" y="29910"/>
                    <a:pt x="5657" y="30575"/>
                    <a:pt x="5694" y="31056"/>
                  </a:cubicBezTo>
                  <a:cubicBezTo>
                    <a:pt x="5694" y="31277"/>
                    <a:pt x="5731" y="31462"/>
                    <a:pt x="5768" y="31610"/>
                  </a:cubicBezTo>
                  <a:cubicBezTo>
                    <a:pt x="5768" y="31684"/>
                    <a:pt x="5768" y="31758"/>
                    <a:pt x="5805" y="31832"/>
                  </a:cubicBezTo>
                  <a:lnTo>
                    <a:pt x="5879" y="31943"/>
                  </a:lnTo>
                  <a:cubicBezTo>
                    <a:pt x="5916" y="31980"/>
                    <a:pt x="5953" y="32054"/>
                    <a:pt x="6064" y="32054"/>
                  </a:cubicBezTo>
                  <a:lnTo>
                    <a:pt x="6175" y="32091"/>
                  </a:lnTo>
                  <a:cubicBezTo>
                    <a:pt x="6286" y="32091"/>
                    <a:pt x="6434" y="32054"/>
                    <a:pt x="6581" y="32017"/>
                  </a:cubicBezTo>
                  <a:cubicBezTo>
                    <a:pt x="7247" y="31869"/>
                    <a:pt x="8541" y="31462"/>
                    <a:pt x="10205" y="30945"/>
                  </a:cubicBezTo>
                  <a:cubicBezTo>
                    <a:pt x="12719" y="30205"/>
                    <a:pt x="16083" y="29170"/>
                    <a:pt x="19410" y="28320"/>
                  </a:cubicBezTo>
                  <a:cubicBezTo>
                    <a:pt x="22701" y="27506"/>
                    <a:pt x="25991" y="26878"/>
                    <a:pt x="28209" y="26878"/>
                  </a:cubicBezTo>
                  <a:cubicBezTo>
                    <a:pt x="28949" y="26878"/>
                    <a:pt x="29577" y="26952"/>
                    <a:pt x="30021" y="27100"/>
                  </a:cubicBezTo>
                  <a:cubicBezTo>
                    <a:pt x="30501" y="27248"/>
                    <a:pt x="30760" y="27469"/>
                    <a:pt x="30871" y="27728"/>
                  </a:cubicBezTo>
                  <a:cubicBezTo>
                    <a:pt x="31389" y="28800"/>
                    <a:pt x="31721" y="30538"/>
                    <a:pt x="31906" y="32461"/>
                  </a:cubicBezTo>
                  <a:cubicBezTo>
                    <a:pt x="32091" y="34346"/>
                    <a:pt x="32165" y="36416"/>
                    <a:pt x="32165" y="38154"/>
                  </a:cubicBezTo>
                  <a:cubicBezTo>
                    <a:pt x="32165" y="39337"/>
                    <a:pt x="32128" y="40335"/>
                    <a:pt x="32091" y="41075"/>
                  </a:cubicBezTo>
                  <a:cubicBezTo>
                    <a:pt x="32091" y="41469"/>
                    <a:pt x="32081" y="41768"/>
                    <a:pt x="32071" y="41962"/>
                  </a:cubicBezTo>
                  <a:lnTo>
                    <a:pt x="6397" y="41962"/>
                  </a:lnTo>
                  <a:lnTo>
                    <a:pt x="666" y="4585"/>
                  </a:lnTo>
                  <a:cubicBezTo>
                    <a:pt x="629" y="4400"/>
                    <a:pt x="629" y="4215"/>
                    <a:pt x="629" y="4067"/>
                  </a:cubicBezTo>
                  <a:cubicBezTo>
                    <a:pt x="629" y="2225"/>
                    <a:pt x="2062" y="676"/>
                    <a:pt x="3938" y="629"/>
                  </a:cubicBezTo>
                  <a:close/>
                  <a:moveTo>
                    <a:pt x="3920" y="0"/>
                  </a:moveTo>
                  <a:cubicBezTo>
                    <a:pt x="1701" y="74"/>
                    <a:pt x="1" y="1886"/>
                    <a:pt x="1" y="4067"/>
                  </a:cubicBezTo>
                  <a:cubicBezTo>
                    <a:pt x="1" y="4252"/>
                    <a:pt x="1" y="4474"/>
                    <a:pt x="38" y="4696"/>
                  </a:cubicBezTo>
                  <a:lnTo>
                    <a:pt x="5842" y="42295"/>
                  </a:lnTo>
                  <a:cubicBezTo>
                    <a:pt x="5842" y="42443"/>
                    <a:pt x="5990" y="42554"/>
                    <a:pt x="6138" y="42554"/>
                  </a:cubicBezTo>
                  <a:lnTo>
                    <a:pt x="32350" y="42554"/>
                  </a:lnTo>
                  <a:cubicBezTo>
                    <a:pt x="32535" y="42554"/>
                    <a:pt x="32646" y="42443"/>
                    <a:pt x="32683" y="42258"/>
                  </a:cubicBezTo>
                  <a:cubicBezTo>
                    <a:pt x="32683" y="42258"/>
                    <a:pt x="32757" y="40520"/>
                    <a:pt x="32757" y="38154"/>
                  </a:cubicBezTo>
                  <a:cubicBezTo>
                    <a:pt x="32757" y="36416"/>
                    <a:pt x="32720" y="34309"/>
                    <a:pt x="32535" y="32387"/>
                  </a:cubicBezTo>
                  <a:cubicBezTo>
                    <a:pt x="32313" y="30464"/>
                    <a:pt x="32017" y="28653"/>
                    <a:pt x="31426" y="27433"/>
                  </a:cubicBezTo>
                  <a:cubicBezTo>
                    <a:pt x="31204" y="26989"/>
                    <a:pt x="30760" y="26693"/>
                    <a:pt x="30206" y="26508"/>
                  </a:cubicBezTo>
                  <a:cubicBezTo>
                    <a:pt x="29651" y="26323"/>
                    <a:pt x="28986" y="26249"/>
                    <a:pt x="28209" y="26249"/>
                  </a:cubicBezTo>
                  <a:cubicBezTo>
                    <a:pt x="24882" y="26249"/>
                    <a:pt x="19632" y="27580"/>
                    <a:pt x="15085" y="28874"/>
                  </a:cubicBezTo>
                  <a:cubicBezTo>
                    <a:pt x="12792" y="29503"/>
                    <a:pt x="10685" y="30168"/>
                    <a:pt x="9058" y="30649"/>
                  </a:cubicBezTo>
                  <a:cubicBezTo>
                    <a:pt x="8245" y="30908"/>
                    <a:pt x="7580" y="31093"/>
                    <a:pt x="7062" y="31240"/>
                  </a:cubicBezTo>
                  <a:cubicBezTo>
                    <a:pt x="6840" y="31314"/>
                    <a:pt x="6618" y="31388"/>
                    <a:pt x="6471" y="31425"/>
                  </a:cubicBezTo>
                  <a:cubicBezTo>
                    <a:pt x="6426" y="31436"/>
                    <a:pt x="6382" y="31444"/>
                    <a:pt x="6341" y="31450"/>
                  </a:cubicBezTo>
                  <a:lnTo>
                    <a:pt x="6341" y="31450"/>
                  </a:lnTo>
                  <a:cubicBezTo>
                    <a:pt x="6311" y="31286"/>
                    <a:pt x="6286" y="31024"/>
                    <a:pt x="6286" y="30686"/>
                  </a:cubicBezTo>
                  <a:cubicBezTo>
                    <a:pt x="6249" y="30242"/>
                    <a:pt x="6249" y="29725"/>
                    <a:pt x="6249" y="29096"/>
                  </a:cubicBezTo>
                  <a:cubicBezTo>
                    <a:pt x="6249" y="23514"/>
                    <a:pt x="6988" y="10500"/>
                    <a:pt x="7838" y="4659"/>
                  </a:cubicBezTo>
                  <a:cubicBezTo>
                    <a:pt x="7838" y="4437"/>
                    <a:pt x="7875" y="4252"/>
                    <a:pt x="7875" y="4067"/>
                  </a:cubicBezTo>
                  <a:cubicBezTo>
                    <a:pt x="7875" y="1886"/>
                    <a:pt x="6138" y="74"/>
                    <a:pt x="39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00000"/>
                </a:solidFill>
                <a:latin typeface="Arial"/>
                <a:ea typeface="Arial"/>
                <a:cs typeface="Arial"/>
                <a:sym typeface="Arial"/>
              </a:endParaRPr>
            </a:p>
          </p:txBody>
        </p:sp>
      </p:grpSp>
      <p:grpSp>
        <p:nvGrpSpPr>
          <p:cNvPr id="3900" name="Google Shape;3900;g3048a510704_4_0"/>
          <p:cNvGrpSpPr/>
          <p:nvPr/>
        </p:nvGrpSpPr>
        <p:grpSpPr>
          <a:xfrm>
            <a:off x="4179723" y="2628750"/>
            <a:ext cx="203374" cy="179736"/>
            <a:chOff x="-3137650" y="2787000"/>
            <a:chExt cx="291450" cy="257575"/>
          </a:xfrm>
        </p:grpSpPr>
        <p:sp>
          <p:nvSpPr>
            <p:cNvPr id="3901" name="Google Shape;3901;g3048a510704_4_0"/>
            <p:cNvSpPr/>
            <p:nvPr/>
          </p:nvSpPr>
          <p:spPr>
            <a:xfrm>
              <a:off x="-3137650" y="2787000"/>
              <a:ext cx="291450" cy="257575"/>
            </a:xfrm>
            <a:custGeom>
              <a:rect b="b" l="l" r="r" t="t"/>
              <a:pathLst>
                <a:path extrusionOk="0" h="10303" w="11658">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2" name="Google Shape;3902;g3048a510704_4_0"/>
            <p:cNvSpPr/>
            <p:nvPr/>
          </p:nvSpPr>
          <p:spPr>
            <a:xfrm>
              <a:off x="-3104575" y="2820875"/>
              <a:ext cx="18150" cy="17350"/>
            </a:xfrm>
            <a:custGeom>
              <a:rect b="b" l="l" r="r" t="t"/>
              <a:pathLst>
                <a:path extrusionOk="0" h="694" w="726">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3" name="Google Shape;3903;g3048a510704_4_0"/>
            <p:cNvSpPr/>
            <p:nvPr/>
          </p:nvSpPr>
          <p:spPr>
            <a:xfrm>
              <a:off x="-3069900" y="282087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4" name="Google Shape;3904;g3048a510704_4_0"/>
            <p:cNvSpPr/>
            <p:nvPr/>
          </p:nvSpPr>
          <p:spPr>
            <a:xfrm>
              <a:off x="-3035250" y="282087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5" name="Google Shape;3905;g3048a510704_4_0"/>
            <p:cNvSpPr/>
            <p:nvPr/>
          </p:nvSpPr>
          <p:spPr>
            <a:xfrm>
              <a:off x="-3002175" y="2820875"/>
              <a:ext cx="121325" cy="17350"/>
            </a:xfrm>
            <a:custGeom>
              <a:rect b="b" l="l" r="r" t="t"/>
              <a:pathLst>
                <a:path extrusionOk="0" h="694" w="4853">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6" name="Google Shape;3906;g3048a510704_4_0"/>
            <p:cNvSpPr/>
            <p:nvPr/>
          </p:nvSpPr>
          <p:spPr>
            <a:xfrm>
              <a:off x="-2948625" y="2907300"/>
              <a:ext cx="52025" cy="85300"/>
            </a:xfrm>
            <a:custGeom>
              <a:rect b="b" l="l" r="r" t="t"/>
              <a:pathLst>
                <a:path extrusionOk="0" h="3412" w="2081">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7" name="Google Shape;3907;g3048a510704_4_0"/>
            <p:cNvSpPr/>
            <p:nvPr/>
          </p:nvSpPr>
          <p:spPr>
            <a:xfrm>
              <a:off x="-3088025" y="2907300"/>
              <a:ext cx="53575" cy="85300"/>
            </a:xfrm>
            <a:custGeom>
              <a:rect b="b" l="l" r="r" t="t"/>
              <a:pathLst>
                <a:path extrusionOk="0" h="3412" w="2143">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8" name="Google Shape;3908;g3048a510704_4_0"/>
            <p:cNvSpPr/>
            <p:nvPr/>
          </p:nvSpPr>
          <p:spPr>
            <a:xfrm>
              <a:off x="-3019500" y="2888975"/>
              <a:ext cx="54375" cy="119400"/>
            </a:xfrm>
            <a:custGeom>
              <a:rect b="b" l="l" r="r" t="t"/>
              <a:pathLst>
                <a:path extrusionOk="0" h="4776" w="2175">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09" name="Google Shape;3909;g3048a510704_4_0"/>
          <p:cNvGrpSpPr/>
          <p:nvPr/>
        </p:nvGrpSpPr>
        <p:grpSpPr>
          <a:xfrm>
            <a:off x="2507395" y="2632513"/>
            <a:ext cx="203915" cy="203915"/>
            <a:chOff x="-6354300" y="2757075"/>
            <a:chExt cx="292225" cy="292225"/>
          </a:xfrm>
        </p:grpSpPr>
        <p:sp>
          <p:nvSpPr>
            <p:cNvPr id="3910" name="Google Shape;3910;g3048a510704_4_0"/>
            <p:cNvSpPr/>
            <p:nvPr/>
          </p:nvSpPr>
          <p:spPr>
            <a:xfrm>
              <a:off x="-6354300" y="2757075"/>
              <a:ext cx="292225" cy="292225"/>
            </a:xfrm>
            <a:custGeom>
              <a:rect b="b" l="l" r="r" t="t"/>
              <a:pathLst>
                <a:path extrusionOk="0" h="11689" w="11689">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1" name="Google Shape;3911;g3048a510704_4_0"/>
            <p:cNvSpPr/>
            <p:nvPr/>
          </p:nvSpPr>
          <p:spPr>
            <a:xfrm>
              <a:off x="-6268450" y="2790150"/>
              <a:ext cx="119750" cy="18125"/>
            </a:xfrm>
            <a:custGeom>
              <a:rect b="b" l="l" r="r" t="t"/>
              <a:pathLst>
                <a:path extrusionOk="0" h="725" w="479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2" name="Google Shape;3912;g3048a510704_4_0"/>
            <p:cNvSpPr/>
            <p:nvPr/>
          </p:nvSpPr>
          <p:spPr>
            <a:xfrm>
              <a:off x="-6268450" y="2825600"/>
              <a:ext cx="119750" cy="18125"/>
            </a:xfrm>
            <a:custGeom>
              <a:rect b="b" l="l" r="r" t="t"/>
              <a:pathLst>
                <a:path extrusionOk="0" h="725" w="479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3" name="Google Shape;3913;g3048a510704_4_0"/>
            <p:cNvSpPr/>
            <p:nvPr/>
          </p:nvSpPr>
          <p:spPr>
            <a:xfrm>
              <a:off x="-6268450" y="2860250"/>
              <a:ext cx="119750" cy="17350"/>
            </a:xfrm>
            <a:custGeom>
              <a:rect b="b" l="l" r="r" t="t"/>
              <a:pathLst>
                <a:path extrusionOk="0" h="694" w="479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14" name="Google Shape;3914;g3048a510704_4_0"/>
          <p:cNvGrpSpPr/>
          <p:nvPr/>
        </p:nvGrpSpPr>
        <p:grpSpPr>
          <a:xfrm>
            <a:off x="3594264" y="2436541"/>
            <a:ext cx="203374" cy="203915"/>
            <a:chOff x="-1700225" y="2768875"/>
            <a:chExt cx="291450" cy="292225"/>
          </a:xfrm>
        </p:grpSpPr>
        <p:sp>
          <p:nvSpPr>
            <p:cNvPr id="3915" name="Google Shape;3915;g3048a510704_4_0"/>
            <p:cNvSpPr/>
            <p:nvPr/>
          </p:nvSpPr>
          <p:spPr>
            <a:xfrm>
              <a:off x="-1700225" y="2768875"/>
              <a:ext cx="291450" cy="292225"/>
            </a:xfrm>
            <a:custGeom>
              <a:rect b="b" l="l" r="r" t="t"/>
              <a:pathLst>
                <a:path extrusionOk="0" h="11689" w="11658">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6" name="Google Shape;3916;g3048a510704_4_0"/>
            <p:cNvSpPr/>
            <p:nvPr/>
          </p:nvSpPr>
          <p:spPr>
            <a:xfrm>
              <a:off x="-1667150" y="2801950"/>
              <a:ext cx="18150" cy="18150"/>
            </a:xfrm>
            <a:custGeom>
              <a:rect b="b" l="l" r="r" t="t"/>
              <a:pathLst>
                <a:path extrusionOk="0" h="726" w="726">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7" name="Google Shape;3917;g3048a510704_4_0"/>
            <p:cNvSpPr/>
            <p:nvPr/>
          </p:nvSpPr>
          <p:spPr>
            <a:xfrm>
              <a:off x="-1632500" y="2801950"/>
              <a:ext cx="17350" cy="18150"/>
            </a:xfrm>
            <a:custGeom>
              <a:rect b="b" l="l" r="r" t="t"/>
              <a:pathLst>
                <a:path extrusionOk="0" h="726" w="694">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8" name="Google Shape;3918;g3048a510704_4_0"/>
            <p:cNvSpPr/>
            <p:nvPr/>
          </p:nvSpPr>
          <p:spPr>
            <a:xfrm>
              <a:off x="-1597850" y="2801950"/>
              <a:ext cx="17375" cy="18150"/>
            </a:xfrm>
            <a:custGeom>
              <a:rect b="b" l="l" r="r" t="t"/>
              <a:pathLst>
                <a:path extrusionOk="0" h="726" w="695">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9" name="Google Shape;3919;g3048a510704_4_0"/>
            <p:cNvSpPr/>
            <p:nvPr/>
          </p:nvSpPr>
          <p:spPr>
            <a:xfrm>
              <a:off x="-1564750" y="2801950"/>
              <a:ext cx="120525" cy="18150"/>
            </a:xfrm>
            <a:custGeom>
              <a:rect b="b" l="l" r="r" t="t"/>
              <a:pathLst>
                <a:path extrusionOk="0" h="726" w="4821">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0" name="Google Shape;3920;g3048a510704_4_0"/>
            <p:cNvSpPr/>
            <p:nvPr/>
          </p:nvSpPr>
          <p:spPr>
            <a:xfrm>
              <a:off x="-1597850" y="2924050"/>
              <a:ext cx="85100" cy="85075"/>
            </a:xfrm>
            <a:custGeom>
              <a:rect b="b" l="l" r="r" t="t"/>
              <a:pathLst>
                <a:path extrusionOk="0" h="3403" w="3404">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21" name="Google Shape;3921;g3048a510704_4_0"/>
          <p:cNvSpPr txBox="1"/>
          <p:nvPr/>
        </p:nvSpPr>
        <p:spPr>
          <a:xfrm>
            <a:off x="2535011" y="1649465"/>
            <a:ext cx="1636800" cy="536648"/>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sng" cap="none" strike="noStrike">
                <a:solidFill>
                  <a:srgbClr val="2D2D2D"/>
                </a:solidFill>
                <a:latin typeface="Barlow Semi Condensed Medium"/>
                <a:ea typeface="Barlow Semi Condensed Medium"/>
                <a:cs typeface="Barlow Semi Condensed Medium"/>
                <a:sym typeface="Barlow Semi Condensed Medium"/>
              </a:rPr>
              <a:t>Xuansheng</a:t>
            </a:r>
            <a:r>
              <a:rPr b="1" i="0" lang="en" sz="1800" u="sng" cap="none" strike="noStrike">
                <a:solidFill>
                  <a:srgbClr val="2D2D2D"/>
                </a:solidFill>
                <a:latin typeface="Barlow Semi Condensed Medium"/>
                <a:ea typeface="Barlow Semi Condensed Medium"/>
                <a:cs typeface="Barlow Semi Condensed Medium"/>
                <a:sym typeface="Barlow Semi Condensed Medium"/>
              </a:rPr>
              <a:t> Xia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1" lang="en" sz="1800" u="none" cap="none" strike="noStrike">
                <a:solidFill>
                  <a:srgbClr val="C00000"/>
                </a:solidFill>
                <a:latin typeface="Barlow Semi Condensed Medium"/>
                <a:ea typeface="Barlow Semi Condensed Medium"/>
                <a:cs typeface="Barlow Semi Condensed Medium"/>
                <a:sym typeface="Barlow Semi Condensed Medium"/>
              </a:rPr>
              <a:t>Team Leader</a:t>
            </a:r>
            <a:endParaRPr b="0" i="0" sz="1400" u="none" cap="none" strike="noStrike">
              <a:solidFill>
                <a:srgbClr val="000000"/>
              </a:solidFill>
              <a:latin typeface="Arial"/>
              <a:ea typeface="Arial"/>
              <a:cs typeface="Arial"/>
              <a:sym typeface="Arial"/>
            </a:endParaRPr>
          </a:p>
        </p:txBody>
      </p:sp>
      <p:sp>
        <p:nvSpPr>
          <p:cNvPr id="3922" name="Google Shape;3922;g3048a510704_4_0"/>
          <p:cNvSpPr txBox="1"/>
          <p:nvPr/>
        </p:nvSpPr>
        <p:spPr>
          <a:xfrm>
            <a:off x="583776" y="2105003"/>
            <a:ext cx="1636800" cy="689402"/>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sng" cap="none" strike="noStrike">
                <a:solidFill>
                  <a:srgbClr val="2D2D2D"/>
                </a:solidFill>
                <a:latin typeface="Barlow Semi Condensed Medium"/>
                <a:ea typeface="Barlow Semi Condensed Medium"/>
                <a:cs typeface="Barlow Semi Condensed Medium"/>
                <a:sym typeface="Barlow Semi Condensed Medium"/>
              </a:rPr>
              <a:t>Xiaojuan Li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FF735B"/>
                </a:solidFill>
                <a:latin typeface="Barlow Semi Condensed Medium"/>
                <a:ea typeface="Barlow Semi Condensed Medium"/>
                <a:cs typeface="Barlow Semi Condensed Medium"/>
                <a:sym typeface="Barlow Semi Condensed Medium"/>
              </a:rPr>
              <a:t>Requirement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FF735B"/>
                </a:solidFill>
                <a:latin typeface="Barlow Semi Condensed Medium"/>
                <a:ea typeface="Barlow Semi Condensed Medium"/>
                <a:cs typeface="Barlow Semi Condensed Medium"/>
                <a:sym typeface="Barlow Semi Condensed Medium"/>
              </a:rPr>
              <a:t>Leader</a:t>
            </a:r>
            <a:endParaRPr b="0" i="0" sz="1400" u="none" cap="none" strike="noStrike">
              <a:solidFill>
                <a:srgbClr val="000000"/>
              </a:solidFill>
              <a:latin typeface="Arial"/>
              <a:ea typeface="Arial"/>
              <a:cs typeface="Arial"/>
              <a:sym typeface="Arial"/>
            </a:endParaRPr>
          </a:p>
        </p:txBody>
      </p:sp>
      <p:grpSp>
        <p:nvGrpSpPr>
          <p:cNvPr id="3923" name="Google Shape;3923;g3048a510704_4_0"/>
          <p:cNvGrpSpPr/>
          <p:nvPr/>
        </p:nvGrpSpPr>
        <p:grpSpPr>
          <a:xfrm>
            <a:off x="3161480" y="1244032"/>
            <a:ext cx="340168" cy="252332"/>
            <a:chOff x="2676100" y="2083800"/>
            <a:chExt cx="483125" cy="358375"/>
          </a:xfrm>
        </p:grpSpPr>
        <p:sp>
          <p:nvSpPr>
            <p:cNvPr id="3924" name="Google Shape;3924;g3048a510704_4_0"/>
            <p:cNvSpPr/>
            <p:nvPr/>
          </p:nvSpPr>
          <p:spPr>
            <a:xfrm>
              <a:off x="2676100" y="2083800"/>
              <a:ext cx="483125" cy="358375"/>
            </a:xfrm>
            <a:custGeom>
              <a:rect b="b" l="l" r="r" t="t"/>
              <a:pathLst>
                <a:path extrusionOk="0" h="14335" w="19325">
                  <a:moveTo>
                    <a:pt x="1932" y="6375"/>
                  </a:moveTo>
                  <a:cubicBezTo>
                    <a:pt x="2126" y="6375"/>
                    <a:pt x="2324" y="6447"/>
                    <a:pt x="2485" y="6608"/>
                  </a:cubicBezTo>
                  <a:cubicBezTo>
                    <a:pt x="2984" y="7109"/>
                    <a:pt x="2630" y="7964"/>
                    <a:pt x="1927" y="7964"/>
                  </a:cubicBezTo>
                  <a:cubicBezTo>
                    <a:pt x="1489" y="7964"/>
                    <a:pt x="1133" y="7608"/>
                    <a:pt x="1133" y="7170"/>
                  </a:cubicBezTo>
                  <a:cubicBezTo>
                    <a:pt x="1133" y="6692"/>
                    <a:pt x="1524" y="6375"/>
                    <a:pt x="1932" y="6375"/>
                  </a:cubicBezTo>
                  <a:close/>
                  <a:moveTo>
                    <a:pt x="17401" y="6379"/>
                  </a:moveTo>
                  <a:cubicBezTo>
                    <a:pt x="17836" y="6379"/>
                    <a:pt x="18193" y="6732"/>
                    <a:pt x="18193" y="7170"/>
                  </a:cubicBezTo>
                  <a:cubicBezTo>
                    <a:pt x="18193" y="7648"/>
                    <a:pt x="17801" y="7964"/>
                    <a:pt x="17394" y="7964"/>
                  </a:cubicBezTo>
                  <a:cubicBezTo>
                    <a:pt x="17199" y="7964"/>
                    <a:pt x="17001" y="7892"/>
                    <a:pt x="16840" y="7731"/>
                  </a:cubicBezTo>
                  <a:cubicBezTo>
                    <a:pt x="16342" y="7230"/>
                    <a:pt x="16695" y="6379"/>
                    <a:pt x="17401" y="6379"/>
                  </a:cubicBezTo>
                  <a:close/>
                  <a:moveTo>
                    <a:pt x="9669" y="1276"/>
                  </a:moveTo>
                  <a:lnTo>
                    <a:pt x="14542" y="4851"/>
                  </a:lnTo>
                  <a:cubicBezTo>
                    <a:pt x="14642" y="4924"/>
                    <a:pt x="14760" y="4960"/>
                    <a:pt x="14877" y="4960"/>
                  </a:cubicBezTo>
                  <a:cubicBezTo>
                    <a:pt x="15021" y="4960"/>
                    <a:pt x="15164" y="4905"/>
                    <a:pt x="15273" y="4797"/>
                  </a:cubicBezTo>
                  <a:lnTo>
                    <a:pt x="18193" y="1925"/>
                  </a:lnTo>
                  <a:lnTo>
                    <a:pt x="18193" y="5419"/>
                  </a:lnTo>
                  <a:cubicBezTo>
                    <a:pt x="17930" y="5300"/>
                    <a:pt x="17661" y="5245"/>
                    <a:pt x="17398" y="5245"/>
                  </a:cubicBezTo>
                  <a:cubicBezTo>
                    <a:pt x="16385" y="5245"/>
                    <a:pt x="15475" y="6060"/>
                    <a:pt x="15475" y="7173"/>
                  </a:cubicBezTo>
                  <a:cubicBezTo>
                    <a:pt x="15475" y="8283"/>
                    <a:pt x="16385" y="9098"/>
                    <a:pt x="17398" y="9098"/>
                  </a:cubicBezTo>
                  <a:cubicBezTo>
                    <a:pt x="17660" y="9098"/>
                    <a:pt x="17930" y="9043"/>
                    <a:pt x="18193" y="8924"/>
                  </a:cubicBezTo>
                  <a:lnTo>
                    <a:pt x="18193" y="10878"/>
                  </a:lnTo>
                  <a:lnTo>
                    <a:pt x="1133" y="10878"/>
                  </a:lnTo>
                  <a:lnTo>
                    <a:pt x="1133" y="8924"/>
                  </a:lnTo>
                  <a:cubicBezTo>
                    <a:pt x="1395" y="9043"/>
                    <a:pt x="1665" y="9098"/>
                    <a:pt x="1928" y="9098"/>
                  </a:cubicBezTo>
                  <a:cubicBezTo>
                    <a:pt x="2940" y="9098"/>
                    <a:pt x="3850" y="8283"/>
                    <a:pt x="3850" y="7173"/>
                  </a:cubicBezTo>
                  <a:cubicBezTo>
                    <a:pt x="3850" y="6060"/>
                    <a:pt x="2940" y="5245"/>
                    <a:pt x="1927" y="5245"/>
                  </a:cubicBezTo>
                  <a:cubicBezTo>
                    <a:pt x="1665" y="5245"/>
                    <a:pt x="1395" y="5300"/>
                    <a:pt x="1133" y="5419"/>
                  </a:cubicBezTo>
                  <a:lnTo>
                    <a:pt x="1133" y="1883"/>
                  </a:lnTo>
                  <a:lnTo>
                    <a:pt x="4240" y="4806"/>
                  </a:lnTo>
                  <a:cubicBezTo>
                    <a:pt x="4349" y="4908"/>
                    <a:pt x="4488" y="4960"/>
                    <a:pt x="4628" y="4960"/>
                  </a:cubicBezTo>
                  <a:cubicBezTo>
                    <a:pt x="4748" y="4960"/>
                    <a:pt x="4869" y="4922"/>
                    <a:pt x="4970" y="4845"/>
                  </a:cubicBezTo>
                  <a:lnTo>
                    <a:pt x="9669" y="1276"/>
                  </a:lnTo>
                  <a:close/>
                  <a:moveTo>
                    <a:pt x="18193" y="12007"/>
                  </a:moveTo>
                  <a:lnTo>
                    <a:pt x="18193" y="13203"/>
                  </a:lnTo>
                  <a:lnTo>
                    <a:pt x="1133" y="13206"/>
                  </a:lnTo>
                  <a:lnTo>
                    <a:pt x="1133" y="12007"/>
                  </a:lnTo>
                  <a:close/>
                  <a:moveTo>
                    <a:pt x="570" y="0"/>
                  </a:moveTo>
                  <a:cubicBezTo>
                    <a:pt x="278" y="0"/>
                    <a:pt x="0" y="228"/>
                    <a:pt x="0" y="569"/>
                  </a:cubicBezTo>
                  <a:lnTo>
                    <a:pt x="0" y="13770"/>
                  </a:lnTo>
                  <a:cubicBezTo>
                    <a:pt x="0" y="14081"/>
                    <a:pt x="254" y="14335"/>
                    <a:pt x="565" y="14335"/>
                  </a:cubicBezTo>
                  <a:lnTo>
                    <a:pt x="18760" y="14335"/>
                  </a:lnTo>
                  <a:cubicBezTo>
                    <a:pt x="19071" y="14335"/>
                    <a:pt x="19325" y="14081"/>
                    <a:pt x="19325" y="13770"/>
                  </a:cubicBezTo>
                  <a:lnTo>
                    <a:pt x="19325" y="569"/>
                  </a:lnTo>
                  <a:cubicBezTo>
                    <a:pt x="19325" y="343"/>
                    <a:pt x="19189" y="134"/>
                    <a:pt x="18978" y="47"/>
                  </a:cubicBezTo>
                  <a:cubicBezTo>
                    <a:pt x="18907" y="18"/>
                    <a:pt x="18832" y="3"/>
                    <a:pt x="18758" y="3"/>
                  </a:cubicBezTo>
                  <a:cubicBezTo>
                    <a:pt x="18613" y="3"/>
                    <a:pt x="18470" y="59"/>
                    <a:pt x="18362" y="168"/>
                  </a:cubicBezTo>
                  <a:lnTo>
                    <a:pt x="14823" y="3652"/>
                  </a:lnTo>
                  <a:lnTo>
                    <a:pt x="9998" y="113"/>
                  </a:lnTo>
                  <a:cubicBezTo>
                    <a:pt x="9898" y="39"/>
                    <a:pt x="9780" y="2"/>
                    <a:pt x="9662" y="2"/>
                  </a:cubicBezTo>
                  <a:cubicBezTo>
                    <a:pt x="9542" y="2"/>
                    <a:pt x="9422" y="40"/>
                    <a:pt x="9321" y="116"/>
                  </a:cubicBezTo>
                  <a:lnTo>
                    <a:pt x="4668" y="3652"/>
                  </a:lnTo>
                  <a:lnTo>
                    <a:pt x="955" y="156"/>
                  </a:lnTo>
                  <a:cubicBezTo>
                    <a:pt x="840" y="48"/>
                    <a:pt x="704" y="0"/>
                    <a:pt x="570" y="0"/>
                  </a:cubicBezTo>
                  <a:close/>
                </a:path>
              </a:pathLst>
            </a:custGeom>
            <a:solidFill>
              <a:schemeClr val="accent1"/>
            </a:solidFill>
            <a:ln cap="flat" cmpd="sng" w="9525">
              <a:solidFill>
                <a:srgbClr val="E72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3925" name="Google Shape;3925;g3048a510704_4_0"/>
            <p:cNvSpPr/>
            <p:nvPr/>
          </p:nvSpPr>
          <p:spPr>
            <a:xfrm>
              <a:off x="2869575" y="2214900"/>
              <a:ext cx="100050" cy="96325"/>
            </a:xfrm>
            <a:custGeom>
              <a:rect b="b" l="l" r="r" t="t"/>
              <a:pathLst>
                <a:path extrusionOk="0" h="3853" w="4002">
                  <a:moveTo>
                    <a:pt x="1924" y="1135"/>
                  </a:moveTo>
                  <a:cubicBezTo>
                    <a:pt x="2630" y="1135"/>
                    <a:pt x="2983" y="1986"/>
                    <a:pt x="2485" y="2487"/>
                  </a:cubicBezTo>
                  <a:cubicBezTo>
                    <a:pt x="2323" y="2648"/>
                    <a:pt x="2125" y="2720"/>
                    <a:pt x="1930" y="2720"/>
                  </a:cubicBezTo>
                  <a:cubicBezTo>
                    <a:pt x="1523" y="2720"/>
                    <a:pt x="1133" y="2404"/>
                    <a:pt x="1133" y="1926"/>
                  </a:cubicBezTo>
                  <a:cubicBezTo>
                    <a:pt x="1133" y="1488"/>
                    <a:pt x="1486" y="1135"/>
                    <a:pt x="1924" y="1135"/>
                  </a:cubicBezTo>
                  <a:close/>
                  <a:moveTo>
                    <a:pt x="1922" y="0"/>
                  </a:moveTo>
                  <a:cubicBezTo>
                    <a:pt x="1675" y="0"/>
                    <a:pt x="1425" y="48"/>
                    <a:pt x="1187" y="147"/>
                  </a:cubicBezTo>
                  <a:cubicBezTo>
                    <a:pt x="468" y="446"/>
                    <a:pt x="0" y="1147"/>
                    <a:pt x="0" y="1926"/>
                  </a:cubicBezTo>
                  <a:cubicBezTo>
                    <a:pt x="0" y="2989"/>
                    <a:pt x="861" y="3849"/>
                    <a:pt x="1924" y="3852"/>
                  </a:cubicBezTo>
                  <a:cubicBezTo>
                    <a:pt x="2703" y="3852"/>
                    <a:pt x="3403" y="3381"/>
                    <a:pt x="3702" y="2663"/>
                  </a:cubicBezTo>
                  <a:cubicBezTo>
                    <a:pt x="4001" y="1944"/>
                    <a:pt x="3835" y="1117"/>
                    <a:pt x="3285" y="564"/>
                  </a:cubicBezTo>
                  <a:cubicBezTo>
                    <a:pt x="2916" y="196"/>
                    <a:pt x="2423" y="0"/>
                    <a:pt x="1922" y="0"/>
                  </a:cubicBezTo>
                  <a:close/>
                </a:path>
              </a:pathLst>
            </a:custGeom>
            <a:solidFill>
              <a:schemeClr val="accent1"/>
            </a:solidFill>
            <a:ln cap="flat" cmpd="sng" w="9525">
              <a:solidFill>
                <a:srgbClr val="E72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sp>
        <p:nvSpPr>
          <p:cNvPr id="3926" name="Google Shape;3926;g3048a510704_4_0"/>
          <p:cNvSpPr txBox="1"/>
          <p:nvPr/>
        </p:nvSpPr>
        <p:spPr>
          <a:xfrm>
            <a:off x="5425743" y="1451154"/>
            <a:ext cx="1636800" cy="689402"/>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sng" cap="none" strike="noStrike">
                <a:solidFill>
                  <a:srgbClr val="2D2D2D"/>
                </a:solidFill>
                <a:latin typeface="Barlow Semi Condensed Medium"/>
                <a:ea typeface="Barlow Semi Condensed Medium"/>
                <a:cs typeface="Barlow Semi Condensed Medium"/>
                <a:sym typeface="Barlow Semi Condensed Medium"/>
              </a:rPr>
              <a:t>Hengyi Song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FF735B"/>
                </a:solidFill>
                <a:latin typeface="Barlow Semi Condensed Medium"/>
                <a:ea typeface="Barlow Semi Condensed Medium"/>
                <a:cs typeface="Barlow Semi Condensed Medium"/>
                <a:sym typeface="Barlow Semi Condensed Medium"/>
              </a:rPr>
              <a:t>Design &amp; Implementation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FF735B"/>
                </a:solidFill>
                <a:latin typeface="Barlow Semi Condensed Medium"/>
                <a:ea typeface="Barlow Semi Condensed Medium"/>
                <a:cs typeface="Barlow Semi Condensed Medium"/>
                <a:sym typeface="Barlow Semi Condensed Medium"/>
              </a:rPr>
              <a:t>Leader</a:t>
            </a:r>
            <a:endParaRPr b="0" i="0" sz="1400" u="none" cap="none" strike="noStrike">
              <a:solidFill>
                <a:srgbClr val="000000"/>
              </a:solidFill>
              <a:latin typeface="Arial"/>
              <a:ea typeface="Arial"/>
              <a:cs typeface="Arial"/>
              <a:sym typeface="Arial"/>
            </a:endParaRPr>
          </a:p>
        </p:txBody>
      </p:sp>
      <p:sp>
        <p:nvSpPr>
          <p:cNvPr id="3927" name="Google Shape;3927;g3048a510704_4_0"/>
          <p:cNvSpPr txBox="1"/>
          <p:nvPr/>
        </p:nvSpPr>
        <p:spPr>
          <a:xfrm>
            <a:off x="4072664" y="1838891"/>
            <a:ext cx="1636800" cy="689402"/>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sng" cap="none" strike="noStrike">
                <a:solidFill>
                  <a:srgbClr val="2D2D2D"/>
                </a:solidFill>
                <a:latin typeface="Barlow Semi Condensed Medium"/>
                <a:ea typeface="Barlow Semi Condensed Medium"/>
                <a:cs typeface="Barlow Semi Condensed Medium"/>
                <a:sym typeface="Barlow Semi Condensed Medium"/>
              </a:rPr>
              <a:t>Mingyuan Xu</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FF735B"/>
                </a:solidFill>
                <a:latin typeface="Barlow Semi Condensed Medium"/>
                <a:ea typeface="Barlow Semi Condensed Medium"/>
                <a:cs typeface="Barlow Semi Condensed Medium"/>
                <a:sym typeface="Barlow Semi Condensed Medium"/>
              </a:rPr>
              <a:t>Configuration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FF735B"/>
                </a:solidFill>
                <a:latin typeface="Barlow Semi Condensed Medium"/>
                <a:ea typeface="Barlow Semi Condensed Medium"/>
                <a:cs typeface="Barlow Semi Condensed Medium"/>
                <a:sym typeface="Barlow Semi Condensed Medium"/>
              </a:rPr>
              <a:t>Leader</a:t>
            </a:r>
            <a:endParaRPr b="0" i="0" sz="1400" u="none" cap="none" strike="noStrike">
              <a:solidFill>
                <a:srgbClr val="000000"/>
              </a:solidFill>
              <a:latin typeface="Arial"/>
              <a:ea typeface="Arial"/>
              <a:cs typeface="Arial"/>
              <a:sym typeface="Arial"/>
            </a:endParaRPr>
          </a:p>
        </p:txBody>
      </p:sp>
      <p:sp>
        <p:nvSpPr>
          <p:cNvPr id="3928" name="Google Shape;3928;g3048a510704_4_0"/>
          <p:cNvSpPr txBox="1"/>
          <p:nvPr/>
        </p:nvSpPr>
        <p:spPr>
          <a:xfrm>
            <a:off x="6754640" y="1785514"/>
            <a:ext cx="1636800" cy="689402"/>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sng" cap="none" strike="noStrike">
                <a:solidFill>
                  <a:srgbClr val="2D2D2D"/>
                </a:solidFill>
                <a:latin typeface="Barlow Semi Condensed Medium"/>
                <a:ea typeface="Barlow Semi Condensed Medium"/>
                <a:cs typeface="Barlow Semi Condensed Medium"/>
                <a:sym typeface="Barlow Semi Condensed Medium"/>
              </a:rPr>
              <a:t>Ziliang Ren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FF735B"/>
                </a:solidFill>
                <a:latin typeface="Barlow Semi Condensed Medium"/>
                <a:ea typeface="Barlow Semi Condensed Medium"/>
                <a:cs typeface="Barlow Semi Condensed Medium"/>
                <a:sym typeface="Barlow Semi Condensed Medium"/>
              </a:rPr>
              <a:t>QA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FF735B"/>
                </a:solidFill>
                <a:latin typeface="Barlow Semi Condensed Medium"/>
                <a:ea typeface="Barlow Semi Condensed Medium"/>
                <a:cs typeface="Barlow Semi Condensed Medium"/>
                <a:sym typeface="Barlow Semi Condensed Medium"/>
              </a:rPr>
              <a:t>Leader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2" name="Shape 3932"/>
        <p:cNvGrpSpPr/>
        <p:nvPr/>
      </p:nvGrpSpPr>
      <p:grpSpPr>
        <a:xfrm>
          <a:off x="0" y="0"/>
          <a:ext cx="0" cy="0"/>
          <a:chOff x="0" y="0"/>
          <a:chExt cx="0" cy="0"/>
        </a:xfrm>
      </p:grpSpPr>
      <p:sp>
        <p:nvSpPr>
          <p:cNvPr id="3933" name="Google Shape;3933;p5"/>
          <p:cNvSpPr txBox="1"/>
          <p:nvPr>
            <p:ph type="title"/>
          </p:nvPr>
        </p:nvSpPr>
        <p:spPr>
          <a:xfrm>
            <a:off x="2971800" y="2231136"/>
            <a:ext cx="3200400" cy="80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4700"/>
              <a:t>Design</a:t>
            </a:r>
            <a:endParaRPr sz="4700"/>
          </a:p>
        </p:txBody>
      </p:sp>
      <p:sp>
        <p:nvSpPr>
          <p:cNvPr id="3934" name="Google Shape;3934;p5"/>
          <p:cNvSpPr txBox="1"/>
          <p:nvPr>
            <p:ph idx="2" type="title"/>
          </p:nvPr>
        </p:nvSpPr>
        <p:spPr>
          <a:xfrm>
            <a:off x="2971800" y="1161288"/>
            <a:ext cx="2967600" cy="10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t>02</a:t>
            </a:r>
            <a:endParaRPr/>
          </a:p>
        </p:txBody>
      </p:sp>
      <p:sp>
        <p:nvSpPr>
          <p:cNvPr id="3935" name="Google Shape;3935;p5"/>
          <p:cNvSpPr txBox="1"/>
          <p:nvPr>
            <p:ph idx="1" type="subTitle"/>
          </p:nvPr>
        </p:nvSpPr>
        <p:spPr>
          <a:xfrm>
            <a:off x="2973225" y="2999232"/>
            <a:ext cx="3200400" cy="685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9" name="Shape 3939"/>
        <p:cNvGrpSpPr/>
        <p:nvPr/>
      </p:nvGrpSpPr>
      <p:grpSpPr>
        <a:xfrm>
          <a:off x="0" y="0"/>
          <a:ext cx="0" cy="0"/>
          <a:chOff x="0" y="0"/>
          <a:chExt cx="0" cy="0"/>
        </a:xfrm>
      </p:grpSpPr>
      <p:sp>
        <p:nvSpPr>
          <p:cNvPr id="3940" name="Google Shape;3940;p6"/>
          <p:cNvSpPr txBox="1"/>
          <p:nvPr>
            <p:ph type="title"/>
          </p:nvPr>
        </p:nvSpPr>
        <p:spPr>
          <a:xfrm>
            <a:off x="1271016" y="338328"/>
            <a:ext cx="6611100" cy="54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System Architecture</a:t>
            </a:r>
            <a:endParaRPr/>
          </a:p>
        </p:txBody>
      </p:sp>
      <p:sp>
        <p:nvSpPr>
          <p:cNvPr id="3941" name="Google Shape;3941;p6"/>
          <p:cNvSpPr txBox="1"/>
          <p:nvPr>
            <p:ph idx="1" type="subTitle"/>
          </p:nvPr>
        </p:nvSpPr>
        <p:spPr>
          <a:xfrm>
            <a:off x="5111515" y="1196298"/>
            <a:ext cx="3557100" cy="265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latin typeface="Barlow Semi Condensed"/>
                <a:ea typeface="Barlow Semi Condensed"/>
                <a:cs typeface="Barlow Semi Condensed"/>
                <a:sym typeface="Barlow Semi Condensed"/>
              </a:rPr>
              <a:t>Key Components:</a:t>
            </a:r>
            <a:endParaRPr/>
          </a:p>
          <a:p>
            <a:pPr indent="0" lvl="0" marL="0" rtl="0" algn="l">
              <a:lnSpc>
                <a:spcPct val="100000"/>
              </a:lnSpc>
              <a:spcBef>
                <a:spcPts val="0"/>
              </a:spcBef>
              <a:spcAft>
                <a:spcPts val="0"/>
              </a:spcAft>
              <a:buClr>
                <a:schemeClr val="dk1"/>
              </a:buClr>
              <a:buSzPts val="1100"/>
              <a:buFont typeface="Arial"/>
              <a:buNone/>
            </a:pPr>
            <a:r>
              <a:t/>
            </a:r>
            <a:endParaRPr/>
          </a:p>
          <a:p>
            <a:pPr indent="-330200" lvl="0" marL="457200" rtl="0" algn="l">
              <a:lnSpc>
                <a:spcPct val="100000"/>
              </a:lnSpc>
              <a:spcBef>
                <a:spcPts val="0"/>
              </a:spcBef>
              <a:spcAft>
                <a:spcPts val="0"/>
              </a:spcAft>
              <a:buClr>
                <a:schemeClr val="accent1"/>
              </a:buClr>
              <a:buSzPts val="1600"/>
              <a:buFont typeface="Barlow Semi Condensed"/>
              <a:buChar char="●"/>
            </a:pPr>
            <a:r>
              <a:rPr lang="en"/>
              <a:t>Backend: Django (Models, Views)</a:t>
            </a:r>
            <a:endParaRPr/>
          </a:p>
          <a:p>
            <a:pPr indent="-330200" lvl="0" marL="457200" rtl="0" algn="l">
              <a:lnSpc>
                <a:spcPct val="100000"/>
              </a:lnSpc>
              <a:spcBef>
                <a:spcPts val="0"/>
              </a:spcBef>
              <a:spcAft>
                <a:spcPts val="0"/>
              </a:spcAft>
              <a:buClr>
                <a:schemeClr val="accent1"/>
              </a:buClr>
              <a:buSzPts val="1600"/>
              <a:buFont typeface="Barlow Semi Condensed"/>
              <a:buChar char="●"/>
            </a:pPr>
            <a:r>
              <a:rPr lang="en">
                <a:latin typeface="Barlow Semi Condensed"/>
                <a:ea typeface="Barlow Semi Condensed"/>
                <a:cs typeface="Barlow Semi Condensed"/>
                <a:sym typeface="Barlow Semi Condensed"/>
              </a:rPr>
              <a:t>Frontend: Templates (HTML/CSS), JavaScript</a:t>
            </a:r>
            <a:endParaRPr/>
          </a:p>
          <a:p>
            <a:pPr indent="-330200" lvl="0" marL="457200" rtl="0" algn="l">
              <a:lnSpc>
                <a:spcPct val="100000"/>
              </a:lnSpc>
              <a:spcBef>
                <a:spcPts val="0"/>
              </a:spcBef>
              <a:spcAft>
                <a:spcPts val="0"/>
              </a:spcAft>
              <a:buClr>
                <a:schemeClr val="accent1"/>
              </a:buClr>
              <a:buSzPts val="1600"/>
              <a:buFont typeface="Barlow Semi Condensed"/>
              <a:buChar char="●"/>
            </a:pPr>
            <a:r>
              <a:rPr lang="en"/>
              <a:t>Database: MySQL</a:t>
            </a:r>
            <a:endParaRPr/>
          </a:p>
          <a:p>
            <a:pPr indent="-330200" lvl="0" marL="457200" rtl="0" algn="l">
              <a:lnSpc>
                <a:spcPct val="100000"/>
              </a:lnSpc>
              <a:spcBef>
                <a:spcPts val="0"/>
              </a:spcBef>
              <a:spcAft>
                <a:spcPts val="0"/>
              </a:spcAft>
              <a:buClr>
                <a:schemeClr val="accent1"/>
              </a:buClr>
              <a:buSzPts val="1600"/>
              <a:buFont typeface="Barlow Semi Condensed"/>
              <a:buChar char="●"/>
            </a:pPr>
            <a:r>
              <a:rPr lang="en">
                <a:latin typeface="Barlow Semi Condensed"/>
                <a:ea typeface="Barlow Semi Condensed"/>
                <a:cs typeface="Barlow Semi Condensed"/>
                <a:sym typeface="Barlow Semi Condensed"/>
              </a:rPr>
              <a:t>Containerization: Docker</a:t>
            </a:r>
            <a:endParaRPr/>
          </a:p>
        </p:txBody>
      </p:sp>
      <p:pic>
        <p:nvPicPr>
          <p:cNvPr id="3942" name="Google Shape;3942;p6"/>
          <p:cNvPicPr preferRelativeResize="0"/>
          <p:nvPr/>
        </p:nvPicPr>
        <p:blipFill rotWithShape="1">
          <a:blip r:embed="rId3">
            <a:alphaModFix/>
          </a:blip>
          <a:srcRect b="0" l="0" r="0" t="0"/>
          <a:stretch/>
        </p:blipFill>
        <p:spPr>
          <a:xfrm>
            <a:off x="80080" y="1469541"/>
            <a:ext cx="5031435" cy="1903081"/>
          </a:xfrm>
          <a:prstGeom prst="rect">
            <a:avLst/>
          </a:prstGeom>
          <a:noFill/>
          <a:ln>
            <a:noFill/>
          </a:ln>
        </p:spPr>
      </p:pic>
      <p:sp>
        <p:nvSpPr>
          <p:cNvPr id="3943" name="Google Shape;3943;p6"/>
          <p:cNvSpPr txBox="1"/>
          <p:nvPr/>
        </p:nvSpPr>
        <p:spPr>
          <a:xfrm>
            <a:off x="475384" y="3664612"/>
            <a:ext cx="81932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i="0" lang="en" sz="1600" u="none" cap="none" strike="noStrike">
                <a:solidFill>
                  <a:srgbClr val="000000"/>
                </a:solidFill>
                <a:latin typeface="Barlow Semi Condensed"/>
                <a:ea typeface="Barlow Semi Condensed"/>
                <a:cs typeface="Barlow Semi Condensed"/>
                <a:sym typeface="Barlow Semi Condensed"/>
              </a:rPr>
              <a:t>Interaction Flow: </a:t>
            </a:r>
            <a:r>
              <a:rPr b="0" i="0" lang="en" sz="1600" u="none" cap="none" strike="noStrike">
                <a:solidFill>
                  <a:srgbClr val="000000"/>
                </a:solidFill>
                <a:latin typeface="Barlow Semi Condensed"/>
                <a:ea typeface="Barlow Semi Condensed"/>
                <a:cs typeface="Barlow Semi Condensed"/>
                <a:sym typeface="Barlow Semi Condensed"/>
              </a:rPr>
              <a:t>Backend processes → Templates render data → Visualized with ECharts.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7" name="Shape 3947"/>
        <p:cNvGrpSpPr/>
        <p:nvPr/>
      </p:nvGrpSpPr>
      <p:grpSpPr>
        <a:xfrm>
          <a:off x="0" y="0"/>
          <a:ext cx="0" cy="0"/>
          <a:chOff x="0" y="0"/>
          <a:chExt cx="0" cy="0"/>
        </a:xfrm>
      </p:grpSpPr>
      <p:grpSp>
        <p:nvGrpSpPr>
          <p:cNvPr id="3948" name="Google Shape;3948;p7"/>
          <p:cNvGrpSpPr/>
          <p:nvPr/>
        </p:nvGrpSpPr>
        <p:grpSpPr>
          <a:xfrm>
            <a:off x="1819023" y="3893816"/>
            <a:ext cx="175013" cy="27000"/>
            <a:chOff x="5662375" y="212375"/>
            <a:chExt cx="175013" cy="27000"/>
          </a:xfrm>
        </p:grpSpPr>
        <p:sp>
          <p:nvSpPr>
            <p:cNvPr id="3949" name="Google Shape;3949;p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950" name="Google Shape;3950;p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951" name="Google Shape;3951;p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3952" name="Google Shape;3952;p7"/>
          <p:cNvGrpSpPr/>
          <p:nvPr/>
        </p:nvGrpSpPr>
        <p:grpSpPr>
          <a:xfrm>
            <a:off x="4484494" y="3893828"/>
            <a:ext cx="175013" cy="27000"/>
            <a:chOff x="5662375" y="212375"/>
            <a:chExt cx="175013" cy="27000"/>
          </a:xfrm>
        </p:grpSpPr>
        <p:sp>
          <p:nvSpPr>
            <p:cNvPr id="3953" name="Google Shape;3953;p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954" name="Google Shape;3954;p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955" name="Google Shape;3955;p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3956" name="Google Shape;3956;p7"/>
          <p:cNvGrpSpPr/>
          <p:nvPr/>
        </p:nvGrpSpPr>
        <p:grpSpPr>
          <a:xfrm>
            <a:off x="7149964" y="3893816"/>
            <a:ext cx="175013" cy="27000"/>
            <a:chOff x="5662375" y="212375"/>
            <a:chExt cx="175013" cy="27000"/>
          </a:xfrm>
        </p:grpSpPr>
        <p:sp>
          <p:nvSpPr>
            <p:cNvPr id="3957" name="Google Shape;3957;p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958" name="Google Shape;3958;p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959" name="Google Shape;3959;p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3960" name="Google Shape;3960;p7"/>
          <p:cNvSpPr txBox="1"/>
          <p:nvPr>
            <p:ph type="title"/>
          </p:nvPr>
        </p:nvSpPr>
        <p:spPr>
          <a:xfrm>
            <a:off x="1719072" y="338328"/>
            <a:ext cx="5577900" cy="59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Database Design</a:t>
            </a:r>
            <a:endParaRPr/>
          </a:p>
        </p:txBody>
      </p:sp>
      <p:sp>
        <p:nvSpPr>
          <p:cNvPr id="3961" name="Google Shape;3961;p7"/>
          <p:cNvSpPr txBox="1"/>
          <p:nvPr>
            <p:ph idx="1" type="subTitle"/>
          </p:nvPr>
        </p:nvSpPr>
        <p:spPr>
          <a:xfrm>
            <a:off x="3694176" y="1220802"/>
            <a:ext cx="1764900" cy="329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
              <a:t>Reviews Table</a:t>
            </a:r>
            <a:endParaRPr/>
          </a:p>
        </p:txBody>
      </p:sp>
      <p:sp>
        <p:nvSpPr>
          <p:cNvPr id="3962" name="Google Shape;3962;p7"/>
          <p:cNvSpPr txBox="1"/>
          <p:nvPr>
            <p:ph idx="2" type="subTitle"/>
          </p:nvPr>
        </p:nvSpPr>
        <p:spPr>
          <a:xfrm>
            <a:off x="1111586" y="1220802"/>
            <a:ext cx="1764900" cy="329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
                <a:solidFill>
                  <a:schemeClr val="accent1"/>
                </a:solidFill>
              </a:rPr>
              <a:t>Movies Table</a:t>
            </a:r>
            <a:endParaRPr/>
          </a:p>
        </p:txBody>
      </p:sp>
      <p:sp>
        <p:nvSpPr>
          <p:cNvPr id="3963" name="Google Shape;3963;p7"/>
          <p:cNvSpPr txBox="1"/>
          <p:nvPr>
            <p:ph idx="3" type="subTitle"/>
          </p:nvPr>
        </p:nvSpPr>
        <p:spPr>
          <a:xfrm>
            <a:off x="6341520" y="1220802"/>
            <a:ext cx="1764900" cy="329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
              <a:t>Users Table</a:t>
            </a:r>
            <a:endParaRPr/>
          </a:p>
        </p:txBody>
      </p:sp>
      <p:sp>
        <p:nvSpPr>
          <p:cNvPr id="3964" name="Google Shape;3964;p7"/>
          <p:cNvSpPr txBox="1"/>
          <p:nvPr>
            <p:ph idx="4" type="subTitle"/>
          </p:nvPr>
        </p:nvSpPr>
        <p:spPr>
          <a:xfrm>
            <a:off x="3694176" y="1632282"/>
            <a:ext cx="1764900" cy="2288534"/>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Attributes: </a:t>
            </a:r>
            <a:endParaRPr/>
          </a:p>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review content, associated movie.</a:t>
            </a:r>
            <a:endParaRPr/>
          </a:p>
          <a:p>
            <a:pPr indent="0" lvl="0" marL="0" rtl="0" algn="ctr">
              <a:lnSpc>
                <a:spcPct val="100000"/>
              </a:lnSpc>
              <a:spcBef>
                <a:spcPts val="0"/>
              </a:spcBef>
              <a:spcAft>
                <a:spcPts val="0"/>
              </a:spcAft>
              <a:buSzPts val="1600"/>
              <a:buNone/>
            </a:pPr>
            <a:r>
              <a:t/>
            </a:r>
            <a:endParaRPr>
              <a:solidFill>
                <a:schemeClr val="dk2"/>
              </a:solidFill>
              <a:latin typeface="Barlow Semi Condensed"/>
              <a:ea typeface="Barlow Semi Condensed"/>
              <a:cs typeface="Barlow Semi Condensed"/>
              <a:sym typeface="Barlow Semi Condensed"/>
            </a:endParaRPr>
          </a:p>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Relationship: </a:t>
            </a:r>
            <a:endParaRPr/>
          </a:p>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One-to-Many with Movies.</a:t>
            </a:r>
            <a:endParaRPr/>
          </a:p>
        </p:txBody>
      </p:sp>
      <p:sp>
        <p:nvSpPr>
          <p:cNvPr id="3965" name="Google Shape;3965;p7"/>
          <p:cNvSpPr txBox="1"/>
          <p:nvPr>
            <p:ph idx="5" type="subTitle"/>
          </p:nvPr>
        </p:nvSpPr>
        <p:spPr>
          <a:xfrm>
            <a:off x="799793" y="1633191"/>
            <a:ext cx="2388487" cy="2179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Attributes: </a:t>
            </a:r>
            <a:endParaRPr/>
          </a:p>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title, year, rating, language, genre, runtime, etc.</a:t>
            </a:r>
            <a:endParaRPr/>
          </a:p>
          <a:p>
            <a:pPr indent="0" lvl="0" marL="0" rtl="0" algn="ctr">
              <a:lnSpc>
                <a:spcPct val="100000"/>
              </a:lnSpc>
              <a:spcBef>
                <a:spcPts val="0"/>
              </a:spcBef>
              <a:spcAft>
                <a:spcPts val="0"/>
              </a:spcAft>
              <a:buSzPts val="1600"/>
              <a:buNone/>
            </a:pPr>
            <a:r>
              <a:t/>
            </a:r>
            <a:endParaRPr>
              <a:solidFill>
                <a:schemeClr val="dk2"/>
              </a:solidFill>
              <a:latin typeface="Barlow Semi Condensed"/>
              <a:ea typeface="Barlow Semi Condensed"/>
              <a:cs typeface="Barlow Semi Condensed"/>
              <a:sym typeface="Barlow Semi Condensed"/>
            </a:endParaRPr>
          </a:p>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Relationships: </a:t>
            </a:r>
            <a:endParaRPr/>
          </a:p>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Many-to-Many with Genres, </a:t>
            </a:r>
            <a:endParaRPr/>
          </a:p>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One-to-Many with Companies.</a:t>
            </a:r>
            <a:endParaRPr/>
          </a:p>
        </p:txBody>
      </p:sp>
      <p:sp>
        <p:nvSpPr>
          <p:cNvPr id="3966" name="Google Shape;3966;p7"/>
          <p:cNvSpPr txBox="1"/>
          <p:nvPr>
            <p:ph idx="6" type="subTitle"/>
          </p:nvPr>
        </p:nvSpPr>
        <p:spPr>
          <a:xfrm>
            <a:off x="6062232" y="1637657"/>
            <a:ext cx="2350475" cy="230485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Attributes: </a:t>
            </a:r>
            <a:endParaRPr/>
          </a:p>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username, email, password hash, etc.</a:t>
            </a:r>
            <a:endParaRPr/>
          </a:p>
          <a:p>
            <a:pPr indent="0" lvl="0" marL="0" rtl="0" algn="ctr">
              <a:lnSpc>
                <a:spcPct val="100000"/>
              </a:lnSpc>
              <a:spcBef>
                <a:spcPts val="0"/>
              </a:spcBef>
              <a:spcAft>
                <a:spcPts val="0"/>
              </a:spcAft>
              <a:buSzPts val="1600"/>
              <a:buNone/>
            </a:pPr>
            <a:r>
              <a:t/>
            </a:r>
            <a:endParaRPr>
              <a:solidFill>
                <a:schemeClr val="dk2"/>
              </a:solidFill>
              <a:latin typeface="Barlow Semi Condensed"/>
              <a:ea typeface="Barlow Semi Condensed"/>
              <a:cs typeface="Barlow Semi Condensed"/>
              <a:sym typeface="Barlow Semi Condensed"/>
            </a:endParaRPr>
          </a:p>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Relationships: </a:t>
            </a:r>
            <a:endParaRPr/>
          </a:p>
          <a:p>
            <a:pPr indent="0" lvl="0" marL="0" rtl="0" algn="ctr">
              <a:lnSpc>
                <a:spcPct val="100000"/>
              </a:lnSpc>
              <a:spcBef>
                <a:spcPts val="0"/>
              </a:spcBef>
              <a:spcAft>
                <a:spcPts val="0"/>
              </a:spcAft>
              <a:buSzPts val="1600"/>
              <a:buNone/>
            </a:pPr>
            <a:r>
              <a:rPr lang="en">
                <a:solidFill>
                  <a:schemeClr val="dk2"/>
                </a:solidFill>
                <a:latin typeface="Barlow Semi Condensed"/>
                <a:ea typeface="Barlow Semi Condensed"/>
                <a:cs typeface="Barlow Semi Condensed"/>
                <a:sym typeface="Barlow Semi Condensed"/>
              </a:rPr>
              <a:t>Independent for now but can support future user-specific features.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0" name="Shape 3970"/>
        <p:cNvGrpSpPr/>
        <p:nvPr/>
      </p:nvGrpSpPr>
      <p:grpSpPr>
        <a:xfrm>
          <a:off x="0" y="0"/>
          <a:ext cx="0" cy="0"/>
          <a:chOff x="0" y="0"/>
          <a:chExt cx="0" cy="0"/>
        </a:xfrm>
      </p:grpSpPr>
      <p:sp>
        <p:nvSpPr>
          <p:cNvPr id="3971" name="Google Shape;3971;p9"/>
          <p:cNvSpPr txBox="1"/>
          <p:nvPr>
            <p:ph type="title"/>
          </p:nvPr>
        </p:nvSpPr>
        <p:spPr>
          <a:xfrm>
            <a:off x="1271016" y="338328"/>
            <a:ext cx="6611100" cy="54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UI Design Overview</a:t>
            </a:r>
            <a:endParaRPr/>
          </a:p>
        </p:txBody>
      </p:sp>
      <p:sp>
        <p:nvSpPr>
          <p:cNvPr id="3972" name="Google Shape;3972;p9"/>
          <p:cNvSpPr txBox="1"/>
          <p:nvPr>
            <p:ph idx="1" type="subTitle"/>
          </p:nvPr>
        </p:nvSpPr>
        <p:spPr>
          <a:xfrm>
            <a:off x="129076" y="887028"/>
            <a:ext cx="5055797" cy="4124936"/>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400"/>
              <a:t>Navigation Panel:</a:t>
            </a:r>
            <a:endParaRPr/>
          </a:p>
          <a:p>
            <a:pPr indent="0" lvl="0" marL="0" rtl="0" algn="l">
              <a:lnSpc>
                <a:spcPct val="100000"/>
              </a:lnSpc>
              <a:spcBef>
                <a:spcPts val="0"/>
              </a:spcBef>
              <a:spcAft>
                <a:spcPts val="0"/>
              </a:spcAft>
              <a:buClr>
                <a:schemeClr val="dk1"/>
              </a:buClr>
              <a:buSzPts val="1100"/>
              <a:buFont typeface="Arial"/>
              <a:buNone/>
            </a:pPr>
            <a:r>
              <a:rPr lang="en" sz="1400"/>
              <a:t>Positioned on the left, offering access to the following sections:</a:t>
            </a:r>
            <a:endParaRPr/>
          </a:p>
          <a:p>
            <a:pPr indent="-127000" lvl="0" marL="127000" rtl="0" algn="l">
              <a:lnSpc>
                <a:spcPct val="115000"/>
              </a:lnSpc>
              <a:spcBef>
                <a:spcPts val="0"/>
              </a:spcBef>
              <a:spcAft>
                <a:spcPts val="0"/>
              </a:spcAft>
              <a:buClr>
                <a:schemeClr val="accent1"/>
              </a:buClr>
              <a:buSzPts val="1600"/>
              <a:buFont typeface="Barlow Semi Condensed"/>
              <a:buChar char="●"/>
            </a:pPr>
            <a:r>
              <a:rPr lang="en" sz="1400"/>
              <a:t> </a:t>
            </a:r>
            <a:r>
              <a:rPr b="1" lang="en" sz="1400"/>
              <a:t>Dashboard: </a:t>
            </a:r>
            <a:r>
              <a:rPr lang="en" sz="1400"/>
              <a:t>Provides an overview of key insights and statistics.</a:t>
            </a:r>
            <a:endParaRPr/>
          </a:p>
          <a:p>
            <a:pPr indent="-127000" lvl="0" marL="127000" rtl="0" algn="l">
              <a:lnSpc>
                <a:spcPct val="115000"/>
              </a:lnSpc>
              <a:spcBef>
                <a:spcPts val="0"/>
              </a:spcBef>
              <a:spcAft>
                <a:spcPts val="0"/>
              </a:spcAft>
              <a:buClr>
                <a:schemeClr val="accent1"/>
              </a:buClr>
              <a:buSzPts val="1600"/>
              <a:buFont typeface="Barlow Semi Condensed"/>
              <a:buChar char="●"/>
            </a:pPr>
            <a:r>
              <a:rPr lang="en" sz="1400"/>
              <a:t> </a:t>
            </a:r>
            <a:r>
              <a:rPr b="1" lang="en" sz="1400"/>
              <a:t>Data Analysis: </a:t>
            </a:r>
            <a:r>
              <a:rPr lang="en" sz="1400"/>
              <a:t>Comprises four sub-sections:</a:t>
            </a:r>
            <a:endParaRPr/>
          </a:p>
          <a:p>
            <a:pPr indent="-101600" lvl="1" marL="269875" rtl="0" algn="l">
              <a:lnSpc>
                <a:spcPct val="115000"/>
              </a:lnSpc>
              <a:spcBef>
                <a:spcPts val="0"/>
              </a:spcBef>
              <a:spcAft>
                <a:spcPts val="0"/>
              </a:spcAft>
              <a:buClr>
                <a:schemeClr val="accent1"/>
              </a:buClr>
              <a:buSzPts val="1600"/>
              <a:buFont typeface="Barlow Semi Condensed"/>
              <a:buChar char="●"/>
            </a:pPr>
            <a:r>
              <a:rPr lang="en" sz="1400"/>
              <a:t> </a:t>
            </a:r>
            <a:r>
              <a:rPr b="1" lang="en" sz="1400"/>
              <a:t>Box Office: </a:t>
            </a:r>
            <a:r>
              <a:rPr lang="en" sz="1400"/>
              <a:t>Visualizes box office trends across countries and time periods.</a:t>
            </a:r>
            <a:endParaRPr/>
          </a:p>
          <a:p>
            <a:pPr indent="-101600" lvl="1" marL="269875" rtl="0" algn="l">
              <a:lnSpc>
                <a:spcPct val="115000"/>
              </a:lnSpc>
              <a:spcBef>
                <a:spcPts val="0"/>
              </a:spcBef>
              <a:spcAft>
                <a:spcPts val="0"/>
              </a:spcAft>
              <a:buClr>
                <a:schemeClr val="accent1"/>
              </a:buClr>
              <a:buSzPts val="1600"/>
              <a:buFont typeface="Barlow Semi Condensed"/>
              <a:buChar char="●"/>
            </a:pPr>
            <a:r>
              <a:rPr lang="en" sz="1400"/>
              <a:t> </a:t>
            </a:r>
            <a:r>
              <a:rPr b="1" lang="en" sz="1400"/>
              <a:t>Genre Insights: </a:t>
            </a:r>
            <a:r>
              <a:rPr lang="en" sz="1400"/>
              <a:t>Displays the performance and distribution of different genres.</a:t>
            </a:r>
            <a:endParaRPr/>
          </a:p>
          <a:p>
            <a:pPr indent="-101600" lvl="1" marL="269875" rtl="0" algn="l">
              <a:lnSpc>
                <a:spcPct val="115000"/>
              </a:lnSpc>
              <a:spcBef>
                <a:spcPts val="0"/>
              </a:spcBef>
              <a:spcAft>
                <a:spcPts val="0"/>
              </a:spcAft>
              <a:buClr>
                <a:schemeClr val="accent1"/>
              </a:buClr>
              <a:buSzPts val="1600"/>
              <a:buFont typeface="Barlow Semi Condensed"/>
              <a:buChar char="●"/>
            </a:pPr>
            <a:r>
              <a:rPr lang="en" sz="1400"/>
              <a:t> </a:t>
            </a:r>
            <a:r>
              <a:rPr b="1" lang="en" sz="1400"/>
              <a:t>Movie Runtime: </a:t>
            </a:r>
            <a:r>
              <a:rPr lang="en" sz="1400"/>
              <a:t>Highlights trends in movie durations over time.</a:t>
            </a:r>
            <a:endParaRPr/>
          </a:p>
          <a:p>
            <a:pPr indent="-101600" lvl="1" marL="269875" rtl="0" algn="l">
              <a:lnSpc>
                <a:spcPct val="115000"/>
              </a:lnSpc>
              <a:spcBef>
                <a:spcPts val="0"/>
              </a:spcBef>
              <a:spcAft>
                <a:spcPts val="0"/>
              </a:spcAft>
              <a:buClr>
                <a:schemeClr val="accent1"/>
              </a:buClr>
              <a:buSzPts val="1600"/>
              <a:buFont typeface="Barlow Semi Condensed"/>
              <a:buChar char="●"/>
            </a:pPr>
            <a:r>
              <a:rPr lang="en" sz="1400"/>
              <a:t> </a:t>
            </a:r>
            <a:r>
              <a:rPr b="1" lang="en" sz="1400"/>
              <a:t>Language Diversity: </a:t>
            </a:r>
            <a:r>
              <a:rPr lang="en" sz="1400"/>
              <a:t>Analyzes the representation of languages in movies.</a:t>
            </a:r>
            <a:endParaRPr/>
          </a:p>
          <a:p>
            <a:pPr indent="-127000" lvl="0" marL="127000" rtl="0" algn="l">
              <a:lnSpc>
                <a:spcPct val="115000"/>
              </a:lnSpc>
              <a:spcBef>
                <a:spcPts val="0"/>
              </a:spcBef>
              <a:spcAft>
                <a:spcPts val="0"/>
              </a:spcAft>
              <a:buClr>
                <a:schemeClr val="accent1"/>
              </a:buClr>
              <a:buSzPts val="1600"/>
              <a:buFont typeface="Barlow Semi Condensed"/>
              <a:buChar char="●"/>
            </a:pPr>
            <a:r>
              <a:rPr lang="en" sz="1400"/>
              <a:t> </a:t>
            </a:r>
            <a:r>
              <a:rPr b="1" lang="en" sz="1400"/>
              <a:t>Sentiment Analysis: </a:t>
            </a:r>
            <a:r>
              <a:rPr lang="en" sz="1400"/>
              <a:t>Analyzes user reviews, including sentiment scores and word clouds.</a:t>
            </a:r>
            <a:endParaRPr/>
          </a:p>
          <a:p>
            <a:pPr indent="-127000" lvl="0" marL="127000" rtl="0" algn="l">
              <a:lnSpc>
                <a:spcPct val="115000"/>
              </a:lnSpc>
              <a:spcBef>
                <a:spcPts val="0"/>
              </a:spcBef>
              <a:spcAft>
                <a:spcPts val="0"/>
              </a:spcAft>
              <a:buClr>
                <a:schemeClr val="accent1"/>
              </a:buClr>
              <a:buSzPts val="1600"/>
              <a:buFont typeface="Barlow Semi Condensed"/>
              <a:buChar char="●"/>
            </a:pPr>
            <a:r>
              <a:rPr b="1" lang="en" sz="1400"/>
              <a:t> AI Insights: </a:t>
            </a:r>
            <a:r>
              <a:rPr lang="en" sz="1400"/>
              <a:t>Advanced analysis integrating AI-driven metrics and predictions.</a:t>
            </a:r>
            <a:endParaRPr/>
          </a:p>
          <a:p>
            <a:pPr indent="0" lvl="0" marL="0" rtl="0" algn="l">
              <a:lnSpc>
                <a:spcPct val="100000"/>
              </a:lnSpc>
              <a:spcBef>
                <a:spcPts val="0"/>
              </a:spcBef>
              <a:spcAft>
                <a:spcPts val="0"/>
              </a:spcAft>
              <a:buSzPts val="1600"/>
              <a:buNone/>
            </a:pPr>
            <a:r>
              <a:t/>
            </a:r>
            <a:endParaRPr sz="1400">
              <a:latin typeface="Barlow Semi Condensed"/>
              <a:ea typeface="Barlow Semi Condensed"/>
              <a:cs typeface="Barlow Semi Condensed"/>
              <a:sym typeface="Barlow Semi Condensed"/>
            </a:endParaRPr>
          </a:p>
        </p:txBody>
      </p:sp>
      <p:pic>
        <p:nvPicPr>
          <p:cNvPr id="3973" name="Google Shape;3973;p9"/>
          <p:cNvPicPr preferRelativeResize="0"/>
          <p:nvPr/>
        </p:nvPicPr>
        <p:blipFill rotWithShape="1">
          <a:blip r:embed="rId3">
            <a:alphaModFix/>
          </a:blip>
          <a:srcRect b="0" l="0" r="0" t="0"/>
          <a:stretch/>
        </p:blipFill>
        <p:spPr>
          <a:xfrm>
            <a:off x="5153376" y="1055417"/>
            <a:ext cx="1905563" cy="3283527"/>
          </a:xfrm>
          <a:prstGeom prst="rect">
            <a:avLst/>
          </a:prstGeom>
          <a:noFill/>
          <a:ln>
            <a:noFill/>
          </a:ln>
        </p:spPr>
      </p:pic>
      <p:pic>
        <p:nvPicPr>
          <p:cNvPr id="3974" name="Google Shape;3974;p9"/>
          <p:cNvPicPr preferRelativeResize="0"/>
          <p:nvPr/>
        </p:nvPicPr>
        <p:blipFill rotWithShape="1">
          <a:blip r:embed="rId4">
            <a:alphaModFix/>
          </a:blip>
          <a:srcRect b="0" l="0" r="0" t="0"/>
          <a:stretch/>
        </p:blipFill>
        <p:spPr>
          <a:xfrm>
            <a:off x="7168943" y="169939"/>
            <a:ext cx="1986142" cy="1056188"/>
          </a:xfrm>
          <a:prstGeom prst="rect">
            <a:avLst/>
          </a:prstGeom>
          <a:noFill/>
          <a:ln>
            <a:noFill/>
          </a:ln>
        </p:spPr>
      </p:pic>
      <p:pic>
        <p:nvPicPr>
          <p:cNvPr id="3975" name="Google Shape;3975;p9"/>
          <p:cNvPicPr preferRelativeResize="0"/>
          <p:nvPr/>
        </p:nvPicPr>
        <p:blipFill rotWithShape="1">
          <a:blip r:embed="rId5">
            <a:alphaModFix/>
          </a:blip>
          <a:srcRect b="0" l="12644" r="0" t="0"/>
          <a:stretch/>
        </p:blipFill>
        <p:spPr>
          <a:xfrm>
            <a:off x="7168943" y="1394516"/>
            <a:ext cx="1964765" cy="790168"/>
          </a:xfrm>
          <a:prstGeom prst="rect">
            <a:avLst/>
          </a:prstGeom>
          <a:noFill/>
          <a:ln>
            <a:noFill/>
          </a:ln>
        </p:spPr>
      </p:pic>
      <p:pic>
        <p:nvPicPr>
          <p:cNvPr id="3976" name="Google Shape;3976;p9"/>
          <p:cNvPicPr preferRelativeResize="0"/>
          <p:nvPr/>
        </p:nvPicPr>
        <p:blipFill rotWithShape="1">
          <a:blip r:embed="rId6">
            <a:alphaModFix/>
          </a:blip>
          <a:srcRect b="0" l="0" r="0" t="0"/>
          <a:stretch/>
        </p:blipFill>
        <p:spPr>
          <a:xfrm>
            <a:off x="7116605" y="2352079"/>
            <a:ext cx="2009880" cy="790169"/>
          </a:xfrm>
          <a:prstGeom prst="rect">
            <a:avLst/>
          </a:prstGeom>
          <a:noFill/>
          <a:ln>
            <a:noFill/>
          </a:ln>
        </p:spPr>
      </p:pic>
      <p:pic>
        <p:nvPicPr>
          <p:cNvPr id="3977" name="Google Shape;3977;p9"/>
          <p:cNvPicPr preferRelativeResize="0"/>
          <p:nvPr/>
        </p:nvPicPr>
        <p:blipFill rotWithShape="1">
          <a:blip r:embed="rId7">
            <a:alphaModFix/>
          </a:blip>
          <a:srcRect b="0" l="0" r="0" t="0"/>
          <a:stretch/>
        </p:blipFill>
        <p:spPr>
          <a:xfrm>
            <a:off x="7116605" y="3309643"/>
            <a:ext cx="1983488" cy="648919"/>
          </a:xfrm>
          <a:prstGeom prst="rect">
            <a:avLst/>
          </a:prstGeom>
          <a:noFill/>
          <a:ln>
            <a:noFill/>
          </a:ln>
        </p:spPr>
      </p:pic>
      <p:pic>
        <p:nvPicPr>
          <p:cNvPr id="3978" name="Google Shape;3978;p9"/>
          <p:cNvPicPr preferRelativeResize="0"/>
          <p:nvPr/>
        </p:nvPicPr>
        <p:blipFill rotWithShape="1">
          <a:blip r:embed="rId8">
            <a:alphaModFix/>
          </a:blip>
          <a:srcRect b="0" l="0" r="0" t="0"/>
          <a:stretch/>
        </p:blipFill>
        <p:spPr>
          <a:xfrm>
            <a:off x="7168943" y="4034963"/>
            <a:ext cx="2000577" cy="1056188"/>
          </a:xfrm>
          <a:prstGeom prst="rect">
            <a:avLst/>
          </a:prstGeom>
          <a:noFill/>
          <a:ln>
            <a:noFill/>
          </a:ln>
        </p:spPr>
      </p:pic>
      <p:cxnSp>
        <p:nvCxnSpPr>
          <p:cNvPr id="3979" name="Google Shape;3979;p9"/>
          <p:cNvCxnSpPr>
            <a:endCxn id="3974" idx="1"/>
          </p:cNvCxnSpPr>
          <p:nvPr/>
        </p:nvCxnSpPr>
        <p:spPr>
          <a:xfrm flipH="1" rot="10800000">
            <a:off x="6326843" y="698033"/>
            <a:ext cx="842100" cy="1015200"/>
          </a:xfrm>
          <a:prstGeom prst="straightConnector1">
            <a:avLst/>
          </a:prstGeom>
          <a:noFill/>
          <a:ln cap="flat" cmpd="sng" w="9525">
            <a:solidFill>
              <a:srgbClr val="FC7A66"/>
            </a:solidFill>
            <a:prstDash val="solid"/>
            <a:round/>
            <a:headEnd len="sm" w="sm" type="none"/>
            <a:tailEnd len="med" w="med" type="triangle"/>
          </a:ln>
        </p:spPr>
      </p:cxnSp>
      <p:cxnSp>
        <p:nvCxnSpPr>
          <p:cNvPr id="3980" name="Google Shape;3980;p9"/>
          <p:cNvCxnSpPr>
            <a:endCxn id="3975" idx="1"/>
          </p:cNvCxnSpPr>
          <p:nvPr/>
        </p:nvCxnSpPr>
        <p:spPr>
          <a:xfrm flipH="1" rot="10800000">
            <a:off x="6166943" y="1789600"/>
            <a:ext cx="1002000" cy="631500"/>
          </a:xfrm>
          <a:prstGeom prst="straightConnector1">
            <a:avLst/>
          </a:prstGeom>
          <a:noFill/>
          <a:ln cap="flat" cmpd="sng" w="9525">
            <a:solidFill>
              <a:srgbClr val="FC7A66"/>
            </a:solidFill>
            <a:prstDash val="solid"/>
            <a:round/>
            <a:headEnd len="sm" w="sm" type="none"/>
            <a:tailEnd len="med" w="med" type="triangle"/>
          </a:ln>
        </p:spPr>
      </p:cxnSp>
      <p:cxnSp>
        <p:nvCxnSpPr>
          <p:cNvPr id="3981" name="Google Shape;3981;p9"/>
          <p:cNvCxnSpPr>
            <a:endCxn id="3976" idx="1"/>
          </p:cNvCxnSpPr>
          <p:nvPr/>
        </p:nvCxnSpPr>
        <p:spPr>
          <a:xfrm>
            <a:off x="6411305" y="2747164"/>
            <a:ext cx="705300" cy="0"/>
          </a:xfrm>
          <a:prstGeom prst="straightConnector1">
            <a:avLst/>
          </a:prstGeom>
          <a:noFill/>
          <a:ln cap="flat" cmpd="sng" w="9525">
            <a:solidFill>
              <a:srgbClr val="FC7A66"/>
            </a:solidFill>
            <a:prstDash val="solid"/>
            <a:round/>
            <a:headEnd len="sm" w="sm" type="none"/>
            <a:tailEnd len="med" w="med" type="triangle"/>
          </a:ln>
        </p:spPr>
      </p:cxnSp>
      <p:cxnSp>
        <p:nvCxnSpPr>
          <p:cNvPr id="3982" name="Google Shape;3982;p9"/>
          <p:cNvCxnSpPr>
            <a:endCxn id="3977" idx="1"/>
          </p:cNvCxnSpPr>
          <p:nvPr/>
        </p:nvCxnSpPr>
        <p:spPr>
          <a:xfrm>
            <a:off x="6395705" y="3096503"/>
            <a:ext cx="720900" cy="537600"/>
          </a:xfrm>
          <a:prstGeom prst="straightConnector1">
            <a:avLst/>
          </a:prstGeom>
          <a:noFill/>
          <a:ln cap="flat" cmpd="sng" w="9525">
            <a:solidFill>
              <a:srgbClr val="FC7A66"/>
            </a:solidFill>
            <a:prstDash val="solid"/>
            <a:round/>
            <a:headEnd len="sm" w="sm" type="none"/>
            <a:tailEnd len="med" w="med" type="triangle"/>
          </a:ln>
        </p:spPr>
      </p:cxnSp>
      <p:cxnSp>
        <p:nvCxnSpPr>
          <p:cNvPr id="3983" name="Google Shape;3983;p9"/>
          <p:cNvCxnSpPr>
            <a:endCxn id="3978" idx="1"/>
          </p:cNvCxnSpPr>
          <p:nvPr/>
        </p:nvCxnSpPr>
        <p:spPr>
          <a:xfrm>
            <a:off x="6535943" y="3468357"/>
            <a:ext cx="633000" cy="1094700"/>
          </a:xfrm>
          <a:prstGeom prst="straightConnector1">
            <a:avLst/>
          </a:prstGeom>
          <a:noFill/>
          <a:ln cap="flat" cmpd="sng" w="9525">
            <a:solidFill>
              <a:srgbClr val="FC7A66"/>
            </a:solidFill>
            <a:prstDash val="solid"/>
            <a:round/>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7" name="Shape 3987"/>
        <p:cNvGrpSpPr/>
        <p:nvPr/>
      </p:nvGrpSpPr>
      <p:grpSpPr>
        <a:xfrm>
          <a:off x="0" y="0"/>
          <a:ext cx="0" cy="0"/>
          <a:chOff x="0" y="0"/>
          <a:chExt cx="0" cy="0"/>
        </a:xfrm>
      </p:grpSpPr>
      <p:sp>
        <p:nvSpPr>
          <p:cNvPr id="3988" name="Google Shape;3988;p12"/>
          <p:cNvSpPr/>
          <p:nvPr/>
        </p:nvSpPr>
        <p:spPr>
          <a:xfrm>
            <a:off x="949729" y="1044048"/>
            <a:ext cx="3313112" cy="904504"/>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9" name="Google Shape;3989;p12"/>
          <p:cNvSpPr/>
          <p:nvPr/>
        </p:nvSpPr>
        <p:spPr>
          <a:xfrm>
            <a:off x="949731" y="2289758"/>
            <a:ext cx="3313112" cy="904504"/>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0" name="Google Shape;3990;p12"/>
          <p:cNvSpPr/>
          <p:nvPr/>
        </p:nvSpPr>
        <p:spPr>
          <a:xfrm>
            <a:off x="949729" y="3495318"/>
            <a:ext cx="3313111" cy="1289169"/>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1" name="Google Shape;3991;p12"/>
          <p:cNvSpPr txBox="1"/>
          <p:nvPr>
            <p:ph type="title"/>
          </p:nvPr>
        </p:nvSpPr>
        <p:spPr>
          <a:xfrm>
            <a:off x="2520380" y="312691"/>
            <a:ext cx="4170703"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Enhanced Visual Elements</a:t>
            </a:r>
            <a:endParaRPr/>
          </a:p>
        </p:txBody>
      </p:sp>
      <p:sp>
        <p:nvSpPr>
          <p:cNvPr id="3992" name="Google Shape;3992;p12"/>
          <p:cNvSpPr txBox="1"/>
          <p:nvPr>
            <p:ph idx="1" type="subTitle"/>
          </p:nvPr>
        </p:nvSpPr>
        <p:spPr>
          <a:xfrm>
            <a:off x="1018633" y="1039787"/>
            <a:ext cx="2651359" cy="45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t>Interactive Charts:</a:t>
            </a:r>
            <a:endParaRPr/>
          </a:p>
        </p:txBody>
      </p:sp>
      <p:sp>
        <p:nvSpPr>
          <p:cNvPr id="3993" name="Google Shape;3993;p12"/>
          <p:cNvSpPr txBox="1"/>
          <p:nvPr>
            <p:ph idx="2" type="subTitle"/>
          </p:nvPr>
        </p:nvSpPr>
        <p:spPr>
          <a:xfrm>
            <a:off x="1018632" y="1340979"/>
            <a:ext cx="3244207" cy="61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sz="1400">
                <a:latin typeface="Barlow Semi Condensed"/>
                <a:ea typeface="Barlow Semi Condensed"/>
                <a:cs typeface="Barlow Semi Condensed"/>
                <a:sym typeface="Barlow Semi Condensed"/>
              </a:rPr>
              <a:t>Includes pie charts, bar charts, and radar charts, offering dynamic data interaction.</a:t>
            </a:r>
            <a:endParaRPr sz="1400"/>
          </a:p>
        </p:txBody>
      </p:sp>
      <p:sp>
        <p:nvSpPr>
          <p:cNvPr id="3994" name="Google Shape;3994;p12"/>
          <p:cNvSpPr txBox="1"/>
          <p:nvPr>
            <p:ph idx="3" type="subTitle"/>
          </p:nvPr>
        </p:nvSpPr>
        <p:spPr>
          <a:xfrm>
            <a:off x="1018632" y="2286155"/>
            <a:ext cx="3163825" cy="45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t>Bubble Charts:</a:t>
            </a:r>
            <a:endParaRPr/>
          </a:p>
        </p:txBody>
      </p:sp>
      <p:sp>
        <p:nvSpPr>
          <p:cNvPr id="3995" name="Google Shape;3995;p12"/>
          <p:cNvSpPr txBox="1"/>
          <p:nvPr>
            <p:ph idx="4" type="subTitle"/>
          </p:nvPr>
        </p:nvSpPr>
        <p:spPr>
          <a:xfrm>
            <a:off x="1025091" y="2591931"/>
            <a:ext cx="3076977" cy="61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sz="1400">
                <a:latin typeface="Barlow Semi Condensed"/>
                <a:ea typeface="Barlow Semi Condensed"/>
                <a:cs typeface="Barlow Semi Condensed"/>
                <a:sym typeface="Barlow Semi Condensed"/>
              </a:rPr>
              <a:t>Displays relationships between box office performance and movie attributes.</a:t>
            </a:r>
            <a:endParaRPr sz="1400"/>
          </a:p>
        </p:txBody>
      </p:sp>
      <p:sp>
        <p:nvSpPr>
          <p:cNvPr id="3996" name="Google Shape;3996;p12"/>
          <p:cNvSpPr txBox="1"/>
          <p:nvPr>
            <p:ph idx="5" type="subTitle"/>
          </p:nvPr>
        </p:nvSpPr>
        <p:spPr>
          <a:xfrm>
            <a:off x="1025091" y="3483527"/>
            <a:ext cx="2927689" cy="45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t>Dark and Light Modes:</a:t>
            </a:r>
            <a:endParaRPr/>
          </a:p>
        </p:txBody>
      </p:sp>
      <p:sp>
        <p:nvSpPr>
          <p:cNvPr id="3997" name="Google Shape;3997;p12"/>
          <p:cNvSpPr txBox="1"/>
          <p:nvPr>
            <p:ph idx="6" type="subTitle"/>
          </p:nvPr>
        </p:nvSpPr>
        <p:spPr>
          <a:xfrm>
            <a:off x="1025091" y="3791912"/>
            <a:ext cx="3237748" cy="61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sz="1400">
                <a:latin typeface="Barlow Semi Condensed"/>
                <a:ea typeface="Barlow Semi Condensed"/>
                <a:cs typeface="Barlow Semi Condensed"/>
                <a:sym typeface="Barlow Semi Condensed"/>
              </a:rPr>
              <a:t>The interface offers dark and light themes, providing flexibility for user preferences and enhancing accessibility across different lighting conditions.</a:t>
            </a:r>
            <a:endParaRPr sz="1400"/>
          </a:p>
        </p:txBody>
      </p:sp>
      <p:pic>
        <p:nvPicPr>
          <p:cNvPr id="3998" name="Google Shape;3998;p12"/>
          <p:cNvPicPr preferRelativeResize="0"/>
          <p:nvPr/>
        </p:nvPicPr>
        <p:blipFill rotWithShape="1">
          <a:blip r:embed="rId3">
            <a:alphaModFix/>
          </a:blip>
          <a:srcRect b="0" l="0" r="0" t="0"/>
          <a:stretch/>
        </p:blipFill>
        <p:spPr>
          <a:xfrm>
            <a:off x="4493955" y="889414"/>
            <a:ext cx="2153700" cy="1164431"/>
          </a:xfrm>
          <a:prstGeom prst="rect">
            <a:avLst/>
          </a:prstGeom>
          <a:noFill/>
          <a:ln>
            <a:noFill/>
          </a:ln>
        </p:spPr>
      </p:pic>
      <p:pic>
        <p:nvPicPr>
          <p:cNvPr id="3999" name="Google Shape;3999;p12"/>
          <p:cNvPicPr preferRelativeResize="0"/>
          <p:nvPr/>
        </p:nvPicPr>
        <p:blipFill rotWithShape="1">
          <a:blip r:embed="rId4">
            <a:alphaModFix/>
          </a:blip>
          <a:srcRect b="0" l="0" r="0" t="0"/>
          <a:stretch/>
        </p:blipFill>
        <p:spPr>
          <a:xfrm>
            <a:off x="6607211" y="885391"/>
            <a:ext cx="2160018" cy="1164430"/>
          </a:xfrm>
          <a:prstGeom prst="rect">
            <a:avLst/>
          </a:prstGeom>
          <a:noFill/>
          <a:ln>
            <a:noFill/>
          </a:ln>
        </p:spPr>
      </p:pic>
      <p:pic>
        <p:nvPicPr>
          <p:cNvPr id="4000" name="Google Shape;4000;p12"/>
          <p:cNvPicPr preferRelativeResize="0"/>
          <p:nvPr/>
        </p:nvPicPr>
        <p:blipFill rotWithShape="1">
          <a:blip r:embed="rId5">
            <a:alphaModFix/>
          </a:blip>
          <a:srcRect b="0" l="0" r="0" t="0"/>
          <a:stretch/>
        </p:blipFill>
        <p:spPr>
          <a:xfrm>
            <a:off x="4493955" y="2167038"/>
            <a:ext cx="2031536" cy="1147818"/>
          </a:xfrm>
          <a:prstGeom prst="rect">
            <a:avLst/>
          </a:prstGeom>
          <a:noFill/>
          <a:ln>
            <a:noFill/>
          </a:ln>
        </p:spPr>
      </p:pic>
      <p:pic>
        <p:nvPicPr>
          <p:cNvPr id="4001" name="Google Shape;4001;p12"/>
          <p:cNvPicPr preferRelativeResize="0"/>
          <p:nvPr/>
        </p:nvPicPr>
        <p:blipFill rotWithShape="1">
          <a:blip r:embed="rId6">
            <a:alphaModFix/>
          </a:blip>
          <a:srcRect b="0" l="0" r="0" t="0"/>
          <a:stretch/>
        </p:blipFill>
        <p:spPr>
          <a:xfrm>
            <a:off x="6662818" y="2309198"/>
            <a:ext cx="2104411" cy="679421"/>
          </a:xfrm>
          <a:prstGeom prst="rect">
            <a:avLst/>
          </a:prstGeom>
          <a:noFill/>
          <a:ln>
            <a:noFill/>
          </a:ln>
        </p:spPr>
      </p:pic>
      <p:pic>
        <p:nvPicPr>
          <p:cNvPr id="4002" name="Google Shape;4002;p12"/>
          <p:cNvPicPr preferRelativeResize="0"/>
          <p:nvPr/>
        </p:nvPicPr>
        <p:blipFill rotWithShape="1">
          <a:blip r:embed="rId7">
            <a:alphaModFix/>
          </a:blip>
          <a:srcRect b="0" l="0" r="9187" t="0"/>
          <a:stretch/>
        </p:blipFill>
        <p:spPr>
          <a:xfrm>
            <a:off x="4493955" y="3495318"/>
            <a:ext cx="2153700" cy="1147819"/>
          </a:xfrm>
          <a:prstGeom prst="rect">
            <a:avLst/>
          </a:prstGeom>
          <a:noFill/>
          <a:ln>
            <a:noFill/>
          </a:ln>
        </p:spPr>
      </p:pic>
      <p:pic>
        <p:nvPicPr>
          <p:cNvPr id="4003" name="Google Shape;4003;p12"/>
          <p:cNvPicPr preferRelativeResize="0"/>
          <p:nvPr/>
        </p:nvPicPr>
        <p:blipFill rotWithShape="1">
          <a:blip r:embed="rId8">
            <a:alphaModFix/>
          </a:blip>
          <a:srcRect b="0" l="0" r="11266" t="0"/>
          <a:stretch/>
        </p:blipFill>
        <p:spPr>
          <a:xfrm>
            <a:off x="6803095" y="3495317"/>
            <a:ext cx="2104411" cy="114781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7" name="Shape 4007"/>
        <p:cNvGrpSpPr/>
        <p:nvPr/>
      </p:nvGrpSpPr>
      <p:grpSpPr>
        <a:xfrm>
          <a:off x="0" y="0"/>
          <a:ext cx="0" cy="0"/>
          <a:chOff x="0" y="0"/>
          <a:chExt cx="0" cy="0"/>
        </a:xfrm>
      </p:grpSpPr>
      <p:sp>
        <p:nvSpPr>
          <p:cNvPr id="4008" name="Google Shape;4008;p15"/>
          <p:cNvSpPr txBox="1"/>
          <p:nvPr>
            <p:ph type="title"/>
          </p:nvPr>
        </p:nvSpPr>
        <p:spPr>
          <a:xfrm>
            <a:off x="2540577" y="2510113"/>
            <a:ext cx="4062845" cy="80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4700"/>
              <a:t>Implementation </a:t>
            </a:r>
            <a:endParaRPr/>
          </a:p>
        </p:txBody>
      </p:sp>
      <p:sp>
        <p:nvSpPr>
          <p:cNvPr id="4009" name="Google Shape;4009;p15"/>
          <p:cNvSpPr txBox="1"/>
          <p:nvPr>
            <p:ph idx="2" type="title"/>
          </p:nvPr>
        </p:nvSpPr>
        <p:spPr>
          <a:xfrm>
            <a:off x="2971800" y="1161288"/>
            <a:ext cx="2967600" cy="10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t>03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3" name="Shape 4013"/>
        <p:cNvGrpSpPr/>
        <p:nvPr/>
      </p:nvGrpSpPr>
      <p:grpSpPr>
        <a:xfrm>
          <a:off x="0" y="0"/>
          <a:ext cx="0" cy="0"/>
          <a:chOff x="0" y="0"/>
          <a:chExt cx="0" cy="0"/>
        </a:xfrm>
      </p:grpSpPr>
      <p:sp>
        <p:nvSpPr>
          <p:cNvPr id="4014" name="Google Shape;4014;p24"/>
          <p:cNvSpPr txBox="1"/>
          <p:nvPr>
            <p:ph type="title"/>
          </p:nvPr>
        </p:nvSpPr>
        <p:spPr>
          <a:xfrm>
            <a:off x="1823475" y="338328"/>
            <a:ext cx="5496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Implementation </a:t>
            </a:r>
            <a:endParaRPr/>
          </a:p>
        </p:txBody>
      </p:sp>
      <p:sp>
        <p:nvSpPr>
          <p:cNvPr id="4015" name="Google Shape;4015;p24"/>
          <p:cNvSpPr txBox="1"/>
          <p:nvPr/>
        </p:nvSpPr>
        <p:spPr>
          <a:xfrm>
            <a:off x="960468" y="1312048"/>
            <a:ext cx="7116774" cy="1492716"/>
          </a:xfrm>
          <a:prstGeom prst="rect">
            <a:avLst/>
          </a:prstGeom>
          <a:noFill/>
          <a:ln>
            <a:noFill/>
          </a:ln>
        </p:spPr>
        <p:txBody>
          <a:bodyPr anchorCtr="0" anchor="t" bIns="45700" lIns="91425" spcFirstLastPara="1" rIns="91425" wrap="square" tIns="45700">
            <a:spAutoFit/>
          </a:bodyPr>
          <a:lstStyle/>
          <a:p>
            <a:pPr indent="-88900" lvl="0" marL="0"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 </a:t>
            </a:r>
            <a:r>
              <a:rPr b="0" i="0" lang="en" sz="1400" u="none" cap="none" strike="noStrike">
                <a:solidFill>
                  <a:srgbClr val="000000"/>
                </a:solidFill>
                <a:latin typeface="Arial"/>
                <a:ea typeface="Arial"/>
                <a:cs typeface="Arial"/>
                <a:sym typeface="Arial"/>
              </a:rPr>
              <a:t>Pandas Workflow:</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        Data loading → Cleaning → Grouping → Exporting JSON for visualization.</a:t>
            </a:r>
            <a:endParaRPr/>
          </a:p>
          <a:p>
            <a:pPr indent="-88900" lvl="0" marL="0" marR="0" rtl="0" algn="l">
              <a:lnSpc>
                <a:spcPct val="15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 </a:t>
            </a:r>
            <a:r>
              <a:rPr b="0" i="0" lang="en" sz="1400" u="none" cap="none" strike="noStrike">
                <a:solidFill>
                  <a:srgbClr val="000000"/>
                </a:solidFill>
                <a:latin typeface="Arial"/>
                <a:ea typeface="Arial"/>
                <a:cs typeface="Arial"/>
                <a:sym typeface="Arial"/>
              </a:rPr>
              <a:t>Examples:</a:t>
            </a:r>
            <a:endParaRPr/>
          </a:p>
          <a:p>
            <a:pPr indent="-73025" lvl="1" marL="358775"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 </a:t>
            </a:r>
            <a:r>
              <a:rPr b="0" i="0" lang="en" sz="1400" u="none" cap="none" strike="noStrike">
                <a:solidFill>
                  <a:srgbClr val="000000"/>
                </a:solidFill>
                <a:latin typeface="Arial"/>
                <a:ea typeface="Arial"/>
                <a:cs typeface="Arial"/>
                <a:sym typeface="Arial"/>
              </a:rPr>
              <a:t>Runtime Conversion: Standardized to minutes.</a:t>
            </a:r>
            <a:endParaRPr/>
          </a:p>
          <a:p>
            <a:pPr indent="-73025" lvl="1" marL="358775"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Language Analysis: Top 20 languages by frequency.</a:t>
            </a:r>
            <a:endParaRPr/>
          </a:p>
          <a:p>
            <a:pPr indent="-73025" lvl="1" marL="358775"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Yearly Trends: Movies grouped by 5-year intervals.</a:t>
            </a:r>
            <a:endParaRPr b="0" i="0" sz="1400" u="none" cap="none" strike="noStrike">
              <a:solidFill>
                <a:srgbClr val="000000"/>
              </a:solidFill>
              <a:latin typeface="Arial"/>
              <a:ea typeface="Arial"/>
              <a:cs typeface="Arial"/>
              <a:sym typeface="Arial"/>
            </a:endParaRPr>
          </a:p>
        </p:txBody>
      </p:sp>
      <p:sp>
        <p:nvSpPr>
          <p:cNvPr id="4016" name="Google Shape;4016;p24"/>
          <p:cNvSpPr txBox="1"/>
          <p:nvPr/>
        </p:nvSpPr>
        <p:spPr>
          <a:xfrm>
            <a:off x="1013538" y="916332"/>
            <a:ext cx="3706476" cy="435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Data Processing:</a:t>
            </a:r>
            <a:endParaRPr/>
          </a:p>
        </p:txBody>
      </p:sp>
      <p:sp>
        <p:nvSpPr>
          <p:cNvPr id="4017" name="Google Shape;4017;p24"/>
          <p:cNvSpPr txBox="1"/>
          <p:nvPr/>
        </p:nvSpPr>
        <p:spPr>
          <a:xfrm>
            <a:off x="1013538" y="2876311"/>
            <a:ext cx="3706476" cy="435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Visualization Implementation</a:t>
            </a:r>
            <a:endParaRPr b="0" i="0" sz="1800" u="none" cap="none" strike="noStrike">
              <a:solidFill>
                <a:schemeClr val="accent1"/>
              </a:solidFill>
              <a:latin typeface="Barlow Semi Condensed Medium"/>
              <a:ea typeface="Barlow Semi Condensed Medium"/>
              <a:cs typeface="Barlow Semi Condensed Medium"/>
              <a:sym typeface="Barlow Semi Condensed Medium"/>
            </a:endParaRPr>
          </a:p>
        </p:txBody>
      </p:sp>
      <p:sp>
        <p:nvSpPr>
          <p:cNvPr id="4018" name="Google Shape;4018;p24"/>
          <p:cNvSpPr txBox="1"/>
          <p:nvPr/>
        </p:nvSpPr>
        <p:spPr>
          <a:xfrm>
            <a:off x="960468" y="3245783"/>
            <a:ext cx="7116774" cy="1237326"/>
          </a:xfrm>
          <a:prstGeom prst="rect">
            <a:avLst/>
          </a:prstGeom>
          <a:noFill/>
          <a:ln>
            <a:noFill/>
          </a:ln>
        </p:spPr>
        <p:txBody>
          <a:bodyPr anchorCtr="0" anchor="t" bIns="45700" lIns="91425" spcFirstLastPara="1" rIns="91425" wrap="square" tIns="45700">
            <a:spAutoFit/>
          </a:bodyPr>
          <a:lstStyle/>
          <a:p>
            <a:pPr indent="-88900" lvl="0" marL="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ECharts Integration:</a:t>
            </a:r>
            <a:endParaRPr/>
          </a:p>
          <a:p>
            <a:pPr indent="-73025" lvl="1" marL="358775"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 </a:t>
            </a:r>
            <a:r>
              <a:rPr b="0" i="0" lang="en" sz="1400" u="none" cap="none" strike="noStrike">
                <a:solidFill>
                  <a:srgbClr val="000000"/>
                </a:solidFill>
                <a:latin typeface="Arial"/>
                <a:ea typeface="Arial"/>
                <a:cs typeface="Arial"/>
                <a:sym typeface="Arial"/>
              </a:rPr>
              <a:t>Bar Charts: Genre-based ratings.</a:t>
            </a:r>
            <a:endParaRPr/>
          </a:p>
          <a:p>
            <a:pPr indent="-73025" lvl="1" marL="358775"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Funnel Charts: Country-wise production.</a:t>
            </a:r>
            <a:endParaRPr/>
          </a:p>
          <a:p>
            <a:pPr indent="-73025" lvl="1" marL="358775"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Word Cloud: Sentiment analysis keywords.</a:t>
            </a:r>
            <a:endParaRPr/>
          </a:p>
          <a:p>
            <a:pPr indent="-88900" lvl="1" marL="88900" marR="0" rtl="0" algn="l">
              <a:lnSpc>
                <a:spcPct val="15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Dynamic Updates: AJAX calls for seamless data retrieval.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2" name="Shape 4022"/>
        <p:cNvGrpSpPr/>
        <p:nvPr/>
      </p:nvGrpSpPr>
      <p:grpSpPr>
        <a:xfrm>
          <a:off x="0" y="0"/>
          <a:ext cx="0" cy="0"/>
          <a:chOff x="0" y="0"/>
          <a:chExt cx="0" cy="0"/>
        </a:xfrm>
      </p:grpSpPr>
      <p:sp>
        <p:nvSpPr>
          <p:cNvPr id="4023" name="Google Shape;4023;p25"/>
          <p:cNvSpPr txBox="1"/>
          <p:nvPr>
            <p:ph type="title"/>
          </p:nvPr>
        </p:nvSpPr>
        <p:spPr>
          <a:xfrm>
            <a:off x="1823475" y="338328"/>
            <a:ext cx="5496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Implementation</a:t>
            </a:r>
            <a:endParaRPr/>
          </a:p>
        </p:txBody>
      </p:sp>
      <p:sp>
        <p:nvSpPr>
          <p:cNvPr id="4024" name="Google Shape;4024;p25"/>
          <p:cNvSpPr txBox="1"/>
          <p:nvPr/>
        </p:nvSpPr>
        <p:spPr>
          <a:xfrm>
            <a:off x="960468" y="1208139"/>
            <a:ext cx="7116774" cy="1815882"/>
          </a:xfrm>
          <a:prstGeom prst="rect">
            <a:avLst/>
          </a:prstGeom>
          <a:noFill/>
          <a:ln>
            <a:noFill/>
          </a:ln>
        </p:spPr>
        <p:txBody>
          <a:bodyPr anchorCtr="0" anchor="t" bIns="45700" lIns="91425" spcFirstLastPara="1" rIns="91425" wrap="square" tIns="45700">
            <a:spAutoFit/>
          </a:bodyPr>
          <a:lstStyle/>
          <a:p>
            <a:pPr indent="-88900" lvl="0" marL="0" marR="0" rtl="0" algn="l">
              <a:lnSpc>
                <a:spcPct val="15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Database Security:</a:t>
            </a:r>
            <a:endParaRPr/>
          </a:p>
          <a:p>
            <a:pPr indent="-73025" lvl="1" marL="358775"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 </a:t>
            </a:r>
            <a:r>
              <a:rPr b="0" i="0" lang="en" sz="1400" u="none" cap="none" strike="noStrike">
                <a:solidFill>
                  <a:srgbClr val="000000"/>
                </a:solidFill>
                <a:latin typeface="Arial"/>
                <a:ea typeface="Arial"/>
                <a:cs typeface="Arial"/>
                <a:sym typeface="Arial"/>
              </a:rPr>
              <a:t>Environment variables for credentials.</a:t>
            </a:r>
            <a:endParaRPr/>
          </a:p>
          <a:p>
            <a:pPr indent="-73025" lvl="1" marL="358775"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SQL injection prevention (Django ORM).</a:t>
            </a:r>
            <a:endParaRPr/>
          </a:p>
          <a:p>
            <a:pPr indent="-88900" lvl="0" marL="0" marR="0" rtl="0" algn="l">
              <a:lnSpc>
                <a:spcPct val="15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Session Management:</a:t>
            </a:r>
            <a:endParaRPr/>
          </a:p>
          <a:p>
            <a:pPr indent="-73025" lvl="1" marL="358775"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 </a:t>
            </a:r>
            <a:r>
              <a:rPr b="0" i="0" lang="en" sz="1400" u="none" cap="none" strike="noStrike">
                <a:solidFill>
                  <a:srgbClr val="000000"/>
                </a:solidFill>
                <a:latin typeface="Arial"/>
                <a:ea typeface="Arial"/>
                <a:cs typeface="Arial"/>
                <a:sym typeface="Arial"/>
              </a:rPr>
              <a:t>CSRF protection.</a:t>
            </a:r>
            <a:endParaRPr/>
          </a:p>
          <a:p>
            <a:pPr indent="-73025" lvl="1" marL="358775"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Session timeout for inactive users.</a:t>
            </a:r>
            <a:endParaRPr/>
          </a:p>
          <a:p>
            <a:pPr indent="0" lvl="1"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5" name="Google Shape;4025;p25"/>
          <p:cNvSpPr txBox="1"/>
          <p:nvPr/>
        </p:nvSpPr>
        <p:spPr>
          <a:xfrm>
            <a:off x="1013538" y="916332"/>
            <a:ext cx="3706476" cy="435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Security Measures:</a:t>
            </a:r>
            <a:endParaRPr/>
          </a:p>
        </p:txBody>
      </p:sp>
      <p:sp>
        <p:nvSpPr>
          <p:cNvPr id="4026" name="Google Shape;4026;p25"/>
          <p:cNvSpPr txBox="1"/>
          <p:nvPr/>
        </p:nvSpPr>
        <p:spPr>
          <a:xfrm>
            <a:off x="1013538" y="2880166"/>
            <a:ext cx="3706476" cy="435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Challenges &amp; Future Work</a:t>
            </a:r>
            <a:endParaRPr b="0" i="0" sz="1800" u="none" cap="none" strike="noStrike">
              <a:solidFill>
                <a:schemeClr val="accent1"/>
              </a:solidFill>
              <a:latin typeface="Barlow Semi Condensed Medium"/>
              <a:ea typeface="Barlow Semi Condensed Medium"/>
              <a:cs typeface="Barlow Semi Condensed Medium"/>
              <a:sym typeface="Barlow Semi Condensed Medium"/>
            </a:endParaRPr>
          </a:p>
        </p:txBody>
      </p:sp>
      <p:sp>
        <p:nvSpPr>
          <p:cNvPr id="4027" name="Google Shape;4027;p25"/>
          <p:cNvSpPr txBox="1"/>
          <p:nvPr/>
        </p:nvSpPr>
        <p:spPr>
          <a:xfrm>
            <a:off x="960468" y="3163361"/>
            <a:ext cx="7116774" cy="1815882"/>
          </a:xfrm>
          <a:prstGeom prst="rect">
            <a:avLst/>
          </a:prstGeom>
          <a:noFill/>
          <a:ln>
            <a:noFill/>
          </a:ln>
        </p:spPr>
        <p:txBody>
          <a:bodyPr anchorCtr="0" anchor="t" bIns="45700" lIns="91425" spcFirstLastPara="1" rIns="91425" wrap="square" tIns="45700">
            <a:spAutoFit/>
          </a:bodyPr>
          <a:lstStyle/>
          <a:p>
            <a:pPr indent="-88900" lvl="0" marL="0" marR="0" rtl="0" algn="l">
              <a:lnSpc>
                <a:spcPct val="15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Key Challenges:</a:t>
            </a:r>
            <a:endParaRPr/>
          </a:p>
          <a:p>
            <a:pPr indent="-73025" lvl="1" marL="358775"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 </a:t>
            </a:r>
            <a:r>
              <a:rPr b="0" i="0" lang="en" sz="1400" u="none" cap="none" strike="noStrike">
                <a:solidFill>
                  <a:srgbClr val="000000"/>
                </a:solidFill>
                <a:latin typeface="Arial"/>
                <a:ea typeface="Arial"/>
                <a:cs typeface="Arial"/>
                <a:sym typeface="Arial"/>
              </a:rPr>
              <a:t>Docker integration for seamless deployment.</a:t>
            </a:r>
            <a:endParaRPr/>
          </a:p>
          <a:p>
            <a:pPr indent="-73025" lvl="1" marL="358775"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Optimizing AJAX-based data updates.</a:t>
            </a:r>
            <a:endParaRPr/>
          </a:p>
          <a:p>
            <a:pPr indent="-88900" lvl="0" marL="0" marR="0" rtl="0" algn="l">
              <a:lnSpc>
                <a:spcPct val="15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Future Enhancements:</a:t>
            </a:r>
            <a:endParaRPr/>
          </a:p>
          <a:p>
            <a:pPr indent="-73025" lvl="1" marL="358775"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 </a:t>
            </a:r>
            <a:r>
              <a:rPr b="0" i="0" lang="en" sz="1400" u="none" cap="none" strike="noStrike">
                <a:solidFill>
                  <a:srgbClr val="000000"/>
                </a:solidFill>
                <a:latin typeface="Arial"/>
                <a:ea typeface="Arial"/>
                <a:cs typeface="Arial"/>
                <a:sym typeface="Arial"/>
              </a:rPr>
              <a:t>Real-time data refresh.</a:t>
            </a:r>
            <a:endParaRPr/>
          </a:p>
          <a:p>
            <a:pPr indent="-73025" lvl="1" marL="358775"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User account management.</a:t>
            </a:r>
            <a:endParaRPr/>
          </a:p>
          <a:p>
            <a:pPr indent="0" lvl="1"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1" name="Shape 4031"/>
        <p:cNvGrpSpPr/>
        <p:nvPr/>
      </p:nvGrpSpPr>
      <p:grpSpPr>
        <a:xfrm>
          <a:off x="0" y="0"/>
          <a:ext cx="0" cy="0"/>
          <a:chOff x="0" y="0"/>
          <a:chExt cx="0" cy="0"/>
        </a:xfrm>
      </p:grpSpPr>
      <p:sp>
        <p:nvSpPr>
          <p:cNvPr id="4032" name="Google Shape;4032;g2d6744795db_4_3118"/>
          <p:cNvSpPr txBox="1"/>
          <p:nvPr>
            <p:ph type="title"/>
          </p:nvPr>
        </p:nvSpPr>
        <p:spPr>
          <a:xfrm>
            <a:off x="2971800" y="2510113"/>
            <a:ext cx="3200400" cy="80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4700"/>
              <a:t>Requirement Analysis</a:t>
            </a:r>
            <a:endParaRPr sz="4700"/>
          </a:p>
        </p:txBody>
      </p:sp>
      <p:sp>
        <p:nvSpPr>
          <p:cNvPr id="4033" name="Google Shape;4033;g2d6744795db_4_3118"/>
          <p:cNvSpPr txBox="1"/>
          <p:nvPr>
            <p:ph idx="2" type="title"/>
          </p:nvPr>
        </p:nvSpPr>
        <p:spPr>
          <a:xfrm>
            <a:off x="2971800" y="1161288"/>
            <a:ext cx="2967600" cy="10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t>04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7" name="Shape 4037"/>
        <p:cNvGrpSpPr/>
        <p:nvPr/>
      </p:nvGrpSpPr>
      <p:grpSpPr>
        <a:xfrm>
          <a:off x="0" y="0"/>
          <a:ext cx="0" cy="0"/>
          <a:chOff x="0" y="0"/>
          <a:chExt cx="0" cy="0"/>
        </a:xfrm>
      </p:grpSpPr>
      <p:sp>
        <p:nvSpPr>
          <p:cNvPr id="4038" name="Google Shape;4038;g2d6744795db_4_3123"/>
          <p:cNvSpPr txBox="1"/>
          <p:nvPr>
            <p:ph type="title"/>
          </p:nvPr>
        </p:nvSpPr>
        <p:spPr>
          <a:xfrm>
            <a:off x="1823475" y="338328"/>
            <a:ext cx="5496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High-Level Requirements</a:t>
            </a:r>
            <a:endParaRPr/>
          </a:p>
        </p:txBody>
      </p:sp>
      <p:sp>
        <p:nvSpPr>
          <p:cNvPr id="4039" name="Google Shape;4039;g2d6744795db_4_3123"/>
          <p:cNvSpPr txBox="1"/>
          <p:nvPr/>
        </p:nvSpPr>
        <p:spPr>
          <a:xfrm>
            <a:off x="4696215" y="968454"/>
            <a:ext cx="3706500" cy="43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Non</a:t>
            </a:r>
            <a:r>
              <a:rPr lang="en" sz="1800">
                <a:solidFill>
                  <a:schemeClr val="accent1"/>
                </a:solidFill>
                <a:latin typeface="Barlow Semi Condensed Medium"/>
                <a:ea typeface="Barlow Semi Condensed Medium"/>
                <a:cs typeface="Barlow Semi Condensed Medium"/>
                <a:sym typeface="Barlow Semi Condensed Medium"/>
              </a:rPr>
              <a:t>-</a:t>
            </a:r>
            <a:r>
              <a:rPr b="0" i="0" lang="en" sz="1800" u="none" cap="none" strike="noStrike">
                <a:solidFill>
                  <a:schemeClr val="accent1"/>
                </a:solidFill>
                <a:latin typeface="Barlow Semi Condensed Medium"/>
                <a:ea typeface="Barlow Semi Condensed Medium"/>
                <a:cs typeface="Barlow Semi Condensed Medium"/>
                <a:sym typeface="Barlow Semi Condensed Medium"/>
              </a:rPr>
              <a:t>Functional Requirements</a:t>
            </a:r>
            <a:endParaRPr b="0" i="0" sz="1800" u="none" cap="none" strike="noStrike">
              <a:solidFill>
                <a:schemeClr val="accent1"/>
              </a:solidFill>
              <a:latin typeface="Barlow Semi Condensed Medium"/>
              <a:ea typeface="Barlow Semi Condensed Medium"/>
              <a:cs typeface="Barlow Semi Condensed Medium"/>
              <a:sym typeface="Barlow Semi Condensed Medium"/>
            </a:endParaRPr>
          </a:p>
        </p:txBody>
      </p:sp>
      <p:sp>
        <p:nvSpPr>
          <p:cNvPr id="4040" name="Google Shape;4040;g2d6744795db_4_3123"/>
          <p:cNvSpPr txBox="1"/>
          <p:nvPr/>
        </p:nvSpPr>
        <p:spPr>
          <a:xfrm>
            <a:off x="4572000" y="1384628"/>
            <a:ext cx="3706500" cy="5264100"/>
          </a:xfrm>
          <a:prstGeom prst="rect">
            <a:avLst/>
          </a:prstGeom>
          <a:noFill/>
          <a:ln>
            <a:noFill/>
          </a:ln>
        </p:spPr>
        <p:txBody>
          <a:bodyPr anchorCtr="0" anchor="t" bIns="45700" lIns="91425" spcFirstLastPara="1" rIns="91425" wrap="square" tIns="45700">
            <a:spAutoFit/>
          </a:bodyPr>
          <a:lstStyle/>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Performance</a:t>
            </a:r>
            <a:r>
              <a:rPr b="0" i="0" lang="en" sz="1400" u="none" cap="none" strike="noStrike">
                <a:solidFill>
                  <a:schemeClr val="dk1"/>
                </a:solidFill>
                <a:latin typeface="Arial"/>
                <a:ea typeface="Arial"/>
                <a:cs typeface="Arial"/>
                <a:sym typeface="Arial"/>
              </a:rPr>
              <a:t>: Charts and tables render within 2 seconds; pagination loads within 1 second.</a:t>
            </a:r>
            <a:endParaRPr b="0" i="0" sz="1400" u="none" cap="none" strike="noStrike">
              <a:solidFill>
                <a:srgbClr val="000000"/>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Scalability</a:t>
            </a:r>
            <a:r>
              <a:rPr b="0" i="0" lang="en" sz="1400" u="none" cap="none" strike="noStrike">
                <a:solidFill>
                  <a:schemeClr val="dk1"/>
                </a:solidFill>
                <a:latin typeface="Arial"/>
                <a:ea typeface="Arial"/>
                <a:cs typeface="Arial"/>
                <a:sym typeface="Arial"/>
              </a:rPr>
              <a:t>: Supports up to 1,000 concurrent users with room for future features.</a:t>
            </a:r>
            <a:endParaRPr b="0" i="0" sz="1400" u="none" cap="none" strike="noStrike">
              <a:solidFill>
                <a:srgbClr val="000000"/>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Security</a:t>
            </a:r>
            <a:r>
              <a:rPr b="0" i="0" lang="en" sz="1400" u="none" cap="none" strike="noStrike">
                <a:solidFill>
                  <a:schemeClr val="dk1"/>
                </a:solidFill>
                <a:latin typeface="Arial"/>
                <a:ea typeface="Arial"/>
                <a:cs typeface="Arial"/>
                <a:sym typeface="Arial"/>
              </a:rPr>
              <a:t>: User authentication uses encrypted storage and transmission.</a:t>
            </a:r>
            <a:endParaRPr b="0" i="0" sz="1400" u="none" cap="none" strike="noStrike">
              <a:solidFill>
                <a:srgbClr val="000000"/>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2"/>
                </a:solidFill>
                <a:latin typeface="Barlow Semi Condensed"/>
                <a:ea typeface="Barlow Semi Condensed"/>
                <a:cs typeface="Barlow Semi Condensed"/>
                <a:sym typeface="Barlow Semi Condensed"/>
              </a:rPr>
              <a:t>Database Security: </a:t>
            </a:r>
            <a:r>
              <a:rPr b="0" i="0" lang="en" sz="1400" u="none" cap="none" strike="noStrike">
                <a:solidFill>
                  <a:schemeClr val="dk2"/>
                </a:solidFill>
                <a:latin typeface="Barlow Semi Condensed"/>
                <a:ea typeface="Barlow Semi Condensed"/>
                <a:cs typeface="Barlow Semi Condensed"/>
                <a:sym typeface="Barlow Semi Condensed"/>
              </a:rPr>
              <a:t>Protect against unauthorized access and SQL injection</a:t>
            </a:r>
            <a:endParaRPr b="0" i="0" sz="1400" u="none" cap="none" strike="noStrike">
              <a:solidFill>
                <a:schemeClr val="dk1"/>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Usability</a:t>
            </a:r>
            <a:r>
              <a:rPr b="0" i="0" lang="en" sz="1400" u="none" cap="none" strike="noStrike">
                <a:solidFill>
                  <a:schemeClr val="dk1"/>
                </a:solidFill>
                <a:latin typeface="Arial"/>
                <a:ea typeface="Arial"/>
                <a:cs typeface="Arial"/>
                <a:sym typeface="Arial"/>
              </a:rPr>
              <a:t>: Intuitive navigation with responsive charts, tooltips, and legends.</a:t>
            </a:r>
            <a:endParaRPr b="0" i="0" sz="1400" u="none" cap="none" strike="noStrike">
              <a:solidFill>
                <a:srgbClr val="000000"/>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Maintainability</a:t>
            </a:r>
            <a:r>
              <a:rPr b="0" i="0" lang="en" sz="1400" u="none" cap="none" strike="noStrike">
                <a:solidFill>
                  <a:schemeClr val="dk1"/>
                </a:solidFill>
                <a:latin typeface="Arial"/>
                <a:ea typeface="Arial"/>
                <a:cs typeface="Arial"/>
                <a:sym typeface="Arial"/>
              </a:rPr>
              <a:t>: Modular code design with documentation and regular reviews. </a:t>
            </a:r>
            <a:endParaRPr b="0" i="0" sz="1400" u="none" cap="none" strike="noStrike">
              <a:solidFill>
                <a:srgbClr val="000000"/>
              </a:solidFill>
              <a:latin typeface="Arial"/>
              <a:ea typeface="Arial"/>
              <a:cs typeface="Arial"/>
              <a:sym typeface="Arial"/>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chemeClr val="dk1"/>
              </a:solidFill>
              <a:latin typeface="Arial"/>
              <a:ea typeface="Arial"/>
              <a:cs typeface="Arial"/>
              <a:sym typeface="Arial"/>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chemeClr val="dk1"/>
              </a:solidFill>
              <a:latin typeface="Arial"/>
              <a:ea typeface="Arial"/>
              <a:cs typeface="Arial"/>
              <a:sym typeface="Arial"/>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chemeClr val="dk1"/>
              </a:solidFill>
              <a:latin typeface="Arial"/>
              <a:ea typeface="Arial"/>
              <a:cs typeface="Arial"/>
              <a:sym typeface="Arial"/>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rgbClr val="000000"/>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2"/>
                </a:solidFill>
                <a:latin typeface="Barlow Semi Condensed"/>
                <a:ea typeface="Barlow Semi Condensed"/>
                <a:cs typeface="Barlow Semi Condensed"/>
                <a:sym typeface="Barlow Semi Condensed"/>
              </a:rPr>
              <a:t>Database Security: </a:t>
            </a:r>
            <a:r>
              <a:rPr b="0" i="0" lang="en" sz="1400" u="none" cap="none" strike="noStrike">
                <a:solidFill>
                  <a:schemeClr val="dk2"/>
                </a:solidFill>
                <a:latin typeface="Barlow Semi Condensed"/>
                <a:ea typeface="Barlow Semi Condensed"/>
                <a:cs typeface="Barlow Semi Condensed"/>
                <a:sym typeface="Barlow Semi Condensed"/>
              </a:rPr>
              <a:t>Protect against unauthorized access and SQL injection</a:t>
            </a:r>
            <a:endParaRPr b="0" i="0" sz="1400" u="none" cap="none" strike="noStrike">
              <a:solidFill>
                <a:srgbClr val="000000"/>
              </a:solidFill>
              <a:latin typeface="Arial"/>
              <a:ea typeface="Arial"/>
              <a:cs typeface="Arial"/>
              <a:sym typeface="Arial"/>
            </a:endParaRPr>
          </a:p>
        </p:txBody>
      </p:sp>
      <p:sp>
        <p:nvSpPr>
          <p:cNvPr id="4041" name="Google Shape;4041;g2d6744795db_4_3123"/>
          <p:cNvSpPr txBox="1"/>
          <p:nvPr/>
        </p:nvSpPr>
        <p:spPr>
          <a:xfrm>
            <a:off x="955795" y="1461542"/>
            <a:ext cx="3200700" cy="3423300"/>
          </a:xfrm>
          <a:prstGeom prst="rect">
            <a:avLst/>
          </a:prstGeom>
          <a:noFill/>
          <a:ln>
            <a:noFill/>
          </a:ln>
        </p:spPr>
        <p:txBody>
          <a:bodyPr anchorCtr="0" anchor="t" bIns="45700" lIns="91425" spcFirstLastPara="1" rIns="91425" wrap="square" tIns="45700">
            <a:spAutoFit/>
          </a:bodyPr>
          <a:lstStyle/>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2"/>
                </a:solidFill>
                <a:latin typeface="Barlow Semi Condensed"/>
                <a:ea typeface="Barlow Semi Condensed"/>
                <a:cs typeface="Barlow Semi Condensed"/>
                <a:sym typeface="Barlow Semi Condensed"/>
              </a:rPr>
              <a:t>Interactive Dashboard Visualization: </a:t>
            </a:r>
            <a:r>
              <a:rPr b="0" i="0" lang="en" sz="1400" u="none" cap="none" strike="noStrike">
                <a:solidFill>
                  <a:schemeClr val="dk2"/>
                </a:solidFill>
                <a:latin typeface="Barlow Semi Condensed"/>
                <a:ea typeface="Barlow Semi Condensed"/>
                <a:cs typeface="Barlow Semi Condensed"/>
                <a:sym typeface="Barlow Semi Condensed"/>
              </a:rPr>
              <a:t>Explore movie attributes (ratings, genres, distributions, rewards, etc.)</a:t>
            </a:r>
            <a:endParaRPr b="0" i="0" sz="1400" u="none" cap="none" strike="noStrike">
              <a:solidFill>
                <a:srgbClr val="000000"/>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2"/>
                </a:solidFill>
                <a:latin typeface="Barlow Semi Condensed"/>
                <a:ea typeface="Barlow Semi Condensed"/>
                <a:cs typeface="Barlow Semi Condensed"/>
                <a:sym typeface="Barlow Semi Condensed"/>
              </a:rPr>
              <a:t>Box Office &amp; Genre Insights: </a:t>
            </a:r>
            <a:r>
              <a:rPr b="0" i="0" lang="en" sz="1400" u="none" cap="none" strike="noStrike">
                <a:solidFill>
                  <a:schemeClr val="dk2"/>
                </a:solidFill>
                <a:latin typeface="Barlow Semi Condensed"/>
                <a:ea typeface="Barlow Semi Condensed"/>
                <a:cs typeface="Barlow Semi Condensed"/>
                <a:sym typeface="Barlow Semi Condensed"/>
              </a:rPr>
              <a:t>Visualize box office performance and genre distribution</a:t>
            </a:r>
            <a:endParaRPr b="0" i="0" sz="1400" u="none" cap="none" strike="noStrike">
              <a:solidFill>
                <a:srgbClr val="000000"/>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2"/>
                </a:solidFill>
                <a:latin typeface="Barlow Semi Condensed"/>
                <a:ea typeface="Barlow Semi Condensed"/>
                <a:cs typeface="Barlow Semi Condensed"/>
                <a:sym typeface="Barlow Semi Condensed"/>
              </a:rPr>
              <a:t>Movie Duration &amp; Language Analysis: </a:t>
            </a:r>
            <a:r>
              <a:rPr b="0" i="0" lang="en" sz="1400" u="none" cap="none" strike="noStrike">
                <a:solidFill>
                  <a:schemeClr val="dk2"/>
                </a:solidFill>
                <a:latin typeface="Barlow Semi Condensed"/>
                <a:ea typeface="Barlow Semi Condensed"/>
                <a:cs typeface="Barlow Semi Condensed"/>
                <a:sym typeface="Barlow Semi Condensed"/>
              </a:rPr>
              <a:t>Analyze movie runtimes and language diversity</a:t>
            </a:r>
            <a:endParaRPr b="0" i="0" sz="1400" u="none" cap="none" strike="noStrike">
              <a:solidFill>
                <a:srgbClr val="000000"/>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2"/>
                </a:solidFill>
                <a:latin typeface="Barlow Semi Condensed"/>
                <a:ea typeface="Barlow Semi Condensed"/>
                <a:cs typeface="Barlow Semi Condensed"/>
                <a:sym typeface="Barlow Semi Condensed"/>
              </a:rPr>
              <a:t>Sentiment Analysis: </a:t>
            </a:r>
            <a:r>
              <a:rPr b="0" i="0" lang="en" sz="1400" u="none" cap="none" strike="noStrike">
                <a:solidFill>
                  <a:schemeClr val="dk2"/>
                </a:solidFill>
                <a:latin typeface="Barlow Semi Condensed"/>
                <a:ea typeface="Barlow Semi Condensed"/>
                <a:cs typeface="Barlow Semi Condensed"/>
                <a:sym typeface="Barlow Semi Condensed"/>
              </a:rPr>
              <a:t>generate a word cloud from movie reviews and perform sentiment analysis</a:t>
            </a:r>
            <a:endParaRPr b="0" i="0" sz="1400" u="none" cap="none" strike="noStrike">
              <a:solidFill>
                <a:schemeClr val="dk2"/>
              </a:solidFill>
              <a:latin typeface="Barlow Semi Condensed"/>
              <a:ea typeface="Barlow Semi Condensed"/>
              <a:cs typeface="Barlow Semi Condensed"/>
              <a:sym typeface="Barlow Semi Condensed"/>
            </a:endParaRPr>
          </a:p>
          <a:p>
            <a:pPr indent="0" lvl="0" marL="0" marR="0" rtl="0" algn="l">
              <a:lnSpc>
                <a:spcPct val="115000"/>
              </a:lnSpc>
              <a:spcBef>
                <a:spcPts val="0"/>
              </a:spcBef>
              <a:spcAft>
                <a:spcPts val="0"/>
              </a:spcAft>
              <a:buClr>
                <a:srgbClr val="000000"/>
              </a:buClr>
              <a:buSzPts val="1400"/>
              <a:buFont typeface="Arial"/>
              <a:buNone/>
            </a:pPr>
            <a:r>
              <a:t/>
            </a:r>
            <a:endParaRPr b="1" i="0" sz="1400" u="none" cap="none" strike="noStrike">
              <a:solidFill>
                <a:schemeClr val="dk2"/>
              </a:solidFill>
              <a:latin typeface="Barlow Semi Condensed"/>
              <a:ea typeface="Barlow Semi Condensed"/>
              <a:cs typeface="Barlow Semi Condensed"/>
              <a:sym typeface="Barlow Semi Condensed"/>
            </a:endParaRPr>
          </a:p>
        </p:txBody>
      </p:sp>
      <p:sp>
        <p:nvSpPr>
          <p:cNvPr id="4042" name="Google Shape;4042;g2d6744795db_4_3123"/>
          <p:cNvSpPr txBox="1"/>
          <p:nvPr/>
        </p:nvSpPr>
        <p:spPr>
          <a:xfrm>
            <a:off x="1175525" y="968454"/>
            <a:ext cx="3706500" cy="43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Essential Requirements</a:t>
            </a:r>
            <a:endParaRPr b="0" i="0" sz="1800" u="none" cap="none" strike="noStrike">
              <a:solidFill>
                <a:schemeClr val="accent1"/>
              </a:solidFill>
              <a:latin typeface="Barlow Semi Condensed Medium"/>
              <a:ea typeface="Barlow Semi Condensed Medium"/>
              <a:cs typeface="Barlow Semi Condensed Medium"/>
              <a:sym typeface="Barlow Semi Condensed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6" name="Shape 4046"/>
        <p:cNvGrpSpPr/>
        <p:nvPr/>
      </p:nvGrpSpPr>
      <p:grpSpPr>
        <a:xfrm>
          <a:off x="0" y="0"/>
          <a:ext cx="0" cy="0"/>
          <a:chOff x="0" y="0"/>
          <a:chExt cx="0" cy="0"/>
        </a:xfrm>
      </p:grpSpPr>
      <p:pic>
        <p:nvPicPr>
          <p:cNvPr id="4047" name="Google Shape;4047;g2d6744795db_4_3147"/>
          <p:cNvPicPr preferRelativeResize="0"/>
          <p:nvPr/>
        </p:nvPicPr>
        <p:blipFill rotWithShape="1">
          <a:blip r:embed="rId3">
            <a:alphaModFix/>
          </a:blip>
          <a:srcRect b="0" l="0" r="0" t="0"/>
          <a:stretch/>
        </p:blipFill>
        <p:spPr>
          <a:xfrm>
            <a:off x="2931284" y="0"/>
            <a:ext cx="5506469" cy="5143497"/>
          </a:xfrm>
          <a:prstGeom prst="rect">
            <a:avLst/>
          </a:prstGeom>
          <a:noFill/>
          <a:ln>
            <a:noFill/>
          </a:ln>
        </p:spPr>
      </p:pic>
      <p:sp>
        <p:nvSpPr>
          <p:cNvPr id="4048" name="Google Shape;4048;g2d6744795db_4_3147"/>
          <p:cNvSpPr txBox="1"/>
          <p:nvPr/>
        </p:nvSpPr>
        <p:spPr>
          <a:xfrm>
            <a:off x="442544" y="182880"/>
            <a:ext cx="2856900" cy="1005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dk2"/>
                </a:solidFill>
                <a:latin typeface="Fjalla One"/>
                <a:ea typeface="Fjalla One"/>
                <a:cs typeface="Fjalla One"/>
                <a:sym typeface="Fjalla One"/>
              </a:rPr>
              <a:t>Use  Case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dk2"/>
                </a:solidFill>
                <a:latin typeface="Fjalla One"/>
                <a:ea typeface="Fjalla One"/>
                <a:cs typeface="Fjalla One"/>
                <a:sym typeface="Fjalla One"/>
              </a:rPr>
              <a:t>Diagram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2" name="Shape 4052"/>
        <p:cNvGrpSpPr/>
        <p:nvPr/>
      </p:nvGrpSpPr>
      <p:grpSpPr>
        <a:xfrm>
          <a:off x="0" y="0"/>
          <a:ext cx="0" cy="0"/>
          <a:chOff x="0" y="0"/>
          <a:chExt cx="0" cy="0"/>
        </a:xfrm>
      </p:grpSpPr>
      <p:sp>
        <p:nvSpPr>
          <p:cNvPr id="4053" name="Google Shape;4053;g2d6744795db_4_3152"/>
          <p:cNvSpPr txBox="1"/>
          <p:nvPr>
            <p:ph type="title"/>
          </p:nvPr>
        </p:nvSpPr>
        <p:spPr>
          <a:xfrm>
            <a:off x="3090672" y="338328"/>
            <a:ext cx="2962800" cy="576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User Story Example</a:t>
            </a:r>
            <a:endParaRPr/>
          </a:p>
        </p:txBody>
      </p:sp>
      <p:sp>
        <p:nvSpPr>
          <p:cNvPr id="4054" name="Google Shape;4054;g2d6744795db_4_3152"/>
          <p:cNvSpPr txBox="1"/>
          <p:nvPr/>
        </p:nvSpPr>
        <p:spPr>
          <a:xfrm>
            <a:off x="1402080" y="1961104"/>
            <a:ext cx="6179700" cy="1854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5000"/>
              </a:lnSpc>
              <a:spcBef>
                <a:spcPts val="0"/>
              </a:spcBef>
              <a:spcAft>
                <a:spcPts val="0"/>
              </a:spcAft>
              <a:buClr>
                <a:srgbClr val="000000"/>
              </a:buClr>
              <a:buSzPts val="1400"/>
              <a:buFont typeface="Noto Sans Symbols"/>
              <a:buChar char="❑"/>
            </a:pPr>
            <a:r>
              <a:rPr b="1" i="0" lang="en" sz="1400" u="none" cap="none" strike="noStrike">
                <a:solidFill>
                  <a:srgbClr val="000000"/>
                </a:solidFill>
                <a:latin typeface="Arial"/>
                <a:ea typeface="Arial"/>
                <a:cs typeface="Arial"/>
                <a:sym typeface="Arial"/>
              </a:rPr>
              <a:t>Title</a:t>
            </a:r>
            <a:r>
              <a:rPr b="0" i="0" lang="en" sz="1400" u="none" cap="none" strike="noStrike">
                <a:solidFill>
                  <a:srgbClr val="000000"/>
                </a:solidFill>
                <a:latin typeface="Arial"/>
                <a:ea typeface="Arial"/>
                <a:cs typeface="Arial"/>
                <a:sym typeface="Arial"/>
              </a:rPr>
              <a:t>: Implement a Dynamic Bubble Chart for Box Office Performance</a:t>
            </a:r>
            <a:endParaRPr b="0" i="0" sz="1400" u="none" cap="none" strike="noStrike">
              <a:solidFill>
                <a:srgbClr val="000000"/>
              </a:solidFill>
              <a:latin typeface="Arial"/>
              <a:ea typeface="Arial"/>
              <a:cs typeface="Arial"/>
              <a:sym typeface="Arial"/>
            </a:endParaRPr>
          </a:p>
          <a:p>
            <a:pPr indent="-285750" lvl="0" marL="285750" marR="0" rtl="0" algn="l">
              <a:lnSpc>
                <a:spcPct val="115000"/>
              </a:lnSpc>
              <a:spcBef>
                <a:spcPts val="2400"/>
              </a:spcBef>
              <a:spcAft>
                <a:spcPts val="0"/>
              </a:spcAft>
              <a:buClr>
                <a:srgbClr val="000000"/>
              </a:buClr>
              <a:buSzPts val="1400"/>
              <a:buFont typeface="Noto Sans Symbols"/>
              <a:buChar char="❑"/>
            </a:pPr>
            <a:r>
              <a:rPr b="1" i="0" lang="en" sz="1400" u="none" cap="none" strike="noStrike">
                <a:solidFill>
                  <a:srgbClr val="000000"/>
                </a:solidFill>
                <a:latin typeface="Arial"/>
                <a:ea typeface="Arial"/>
                <a:cs typeface="Arial"/>
                <a:sym typeface="Arial"/>
              </a:rPr>
              <a:t>Description</a:t>
            </a:r>
            <a:r>
              <a:rPr b="0" i="0" lang="en" sz="1400" u="none" cap="none" strike="noStrike">
                <a:solidFill>
                  <a:srgbClr val="000000"/>
                </a:solidFill>
                <a:latin typeface="Arial"/>
                <a:ea typeface="Arial"/>
                <a:cs typeface="Arial"/>
                <a:sym typeface="Arial"/>
              </a:rPr>
              <a:t>:</a:t>
            </a:r>
            <a:br>
              <a:rPr b="0" i="0" lang="en" sz="1400" u="none" cap="none" strike="noStrike">
                <a:solidFill>
                  <a:srgbClr val="000000"/>
                </a:solidFill>
                <a:latin typeface="Arial"/>
                <a:ea typeface="Arial"/>
                <a:cs typeface="Arial"/>
                <a:sym typeface="Arial"/>
              </a:rPr>
            </a:br>
            <a:r>
              <a:rPr b="1" i="0" lang="en" sz="1400" u="none" cap="none" strike="noStrike">
                <a:solidFill>
                  <a:srgbClr val="000000"/>
                </a:solidFill>
                <a:latin typeface="Arial"/>
                <a:ea typeface="Arial"/>
                <a:cs typeface="Arial"/>
                <a:sym typeface="Arial"/>
              </a:rPr>
              <a:t>As</a:t>
            </a:r>
            <a:r>
              <a:rPr b="0" i="0" lang="en" sz="1400" u="none" cap="none" strike="noStrike">
                <a:solidFill>
                  <a:srgbClr val="000000"/>
                </a:solidFill>
                <a:latin typeface="Arial"/>
                <a:ea typeface="Arial"/>
                <a:cs typeface="Arial"/>
                <a:sym typeface="Arial"/>
              </a:rPr>
              <a:t> a user, </a:t>
            </a:r>
            <a:r>
              <a:rPr b="1" i="0" lang="en" sz="1400" u="none" cap="none" strike="noStrike">
                <a:solidFill>
                  <a:srgbClr val="000000"/>
                </a:solidFill>
                <a:latin typeface="Arial"/>
                <a:ea typeface="Arial"/>
                <a:cs typeface="Arial"/>
                <a:sym typeface="Arial"/>
              </a:rPr>
              <a:t>I want to </a:t>
            </a:r>
            <a:r>
              <a:rPr b="0" i="0" lang="en" sz="1400" u="none" cap="none" strike="noStrike">
                <a:solidFill>
                  <a:srgbClr val="000000"/>
                </a:solidFill>
                <a:latin typeface="Arial"/>
                <a:ea typeface="Arial"/>
                <a:cs typeface="Arial"/>
                <a:sym typeface="Arial"/>
              </a:rPr>
              <a:t>view a dynamic bubble chart that visualizes the relationship between the gross revenue and number of movies produced across different countries and time intervals </a:t>
            </a:r>
            <a:r>
              <a:rPr b="1" i="0" lang="en" sz="1400" u="none" cap="none" strike="noStrike">
                <a:solidFill>
                  <a:srgbClr val="000000"/>
                </a:solidFill>
                <a:latin typeface="Arial"/>
                <a:ea typeface="Arial"/>
                <a:cs typeface="Arial"/>
                <a:sym typeface="Arial"/>
              </a:rPr>
              <a:t>so that </a:t>
            </a:r>
            <a:r>
              <a:rPr b="0" i="0" lang="en" sz="1400" u="none" cap="none" strike="noStrike">
                <a:solidFill>
                  <a:srgbClr val="000000"/>
                </a:solidFill>
                <a:latin typeface="Arial"/>
                <a:ea typeface="Arial"/>
                <a:cs typeface="Arial"/>
                <a:sym typeface="Arial"/>
              </a:rPr>
              <a:t>I can identify trends in box office performance.</a:t>
            </a:r>
            <a:endParaRPr b="0" i="0" sz="1400" u="none" cap="none" strike="noStrike">
              <a:solidFill>
                <a:srgbClr val="000000"/>
              </a:solidFill>
              <a:latin typeface="Arial"/>
              <a:ea typeface="Arial"/>
              <a:cs typeface="Arial"/>
              <a:sym typeface="Arial"/>
            </a:endParaRPr>
          </a:p>
        </p:txBody>
      </p:sp>
      <p:sp>
        <p:nvSpPr>
          <p:cNvPr id="4055" name="Google Shape;4055;g2d6744795db_4_3152"/>
          <p:cNvSpPr txBox="1"/>
          <p:nvPr>
            <p:ph idx="1" type="subTitle"/>
          </p:nvPr>
        </p:nvSpPr>
        <p:spPr>
          <a:xfrm>
            <a:off x="1097271" y="1214368"/>
            <a:ext cx="6629400" cy="44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lang="en" sz="1600">
                <a:latin typeface="Arial"/>
                <a:ea typeface="Arial"/>
                <a:cs typeface="Arial"/>
                <a:sym typeface="Arial"/>
              </a:rPr>
              <a:t>User Story </a:t>
            </a:r>
            <a:r>
              <a:rPr b="1" lang="en">
                <a:latin typeface="Arial"/>
                <a:ea typeface="Arial"/>
                <a:cs typeface="Arial"/>
                <a:sym typeface="Arial"/>
              </a:rPr>
              <a:t>#27</a:t>
            </a:r>
            <a:r>
              <a:rPr b="1" lang="en" sz="1600">
                <a:latin typeface="Arial"/>
                <a:ea typeface="Arial"/>
                <a:cs typeface="Arial"/>
                <a:sym typeface="Arial"/>
              </a:rPr>
              <a:t>: Box Office Performance Dynamic Bubble Chart</a:t>
            </a:r>
            <a:endParaRPr sz="1600">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9" name="Shape 4059"/>
        <p:cNvGrpSpPr/>
        <p:nvPr/>
      </p:nvGrpSpPr>
      <p:grpSpPr>
        <a:xfrm>
          <a:off x="0" y="0"/>
          <a:ext cx="0" cy="0"/>
          <a:chOff x="0" y="0"/>
          <a:chExt cx="0" cy="0"/>
        </a:xfrm>
      </p:grpSpPr>
      <p:pic>
        <p:nvPicPr>
          <p:cNvPr id="4060" name="Google Shape;4060;g2d6744795db_4_3158"/>
          <p:cNvPicPr preferRelativeResize="0"/>
          <p:nvPr/>
        </p:nvPicPr>
        <p:blipFill rotWithShape="1">
          <a:blip r:embed="rId3">
            <a:alphaModFix/>
          </a:blip>
          <a:srcRect b="0" l="0" r="0" t="0"/>
          <a:stretch/>
        </p:blipFill>
        <p:spPr>
          <a:xfrm>
            <a:off x="875987" y="804221"/>
            <a:ext cx="7392026" cy="4176495"/>
          </a:xfrm>
          <a:prstGeom prst="rect">
            <a:avLst/>
          </a:prstGeom>
          <a:noFill/>
          <a:ln>
            <a:noFill/>
          </a:ln>
        </p:spPr>
      </p:pic>
      <p:sp>
        <p:nvSpPr>
          <p:cNvPr id="4061" name="Google Shape;4061;g2d6744795db_4_3158"/>
          <p:cNvSpPr txBox="1"/>
          <p:nvPr/>
        </p:nvSpPr>
        <p:spPr>
          <a:xfrm>
            <a:off x="1442045" y="254998"/>
            <a:ext cx="6667500" cy="434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accent1"/>
                </a:solidFill>
                <a:latin typeface="Arial"/>
                <a:ea typeface="Arial"/>
                <a:cs typeface="Arial"/>
                <a:sym typeface="Arial"/>
              </a:rPr>
              <a:t>User Story </a:t>
            </a:r>
            <a:r>
              <a:rPr b="1" i="0" lang="en" sz="1400" u="none" cap="none" strike="noStrike">
                <a:solidFill>
                  <a:schemeClr val="accent1"/>
                </a:solidFill>
                <a:latin typeface="Arial"/>
                <a:ea typeface="Arial"/>
                <a:cs typeface="Arial"/>
                <a:sym typeface="Arial"/>
              </a:rPr>
              <a:t>#27</a:t>
            </a:r>
            <a:r>
              <a:rPr b="1" i="0" lang="en" sz="1600" u="none" cap="none" strike="noStrike">
                <a:solidFill>
                  <a:schemeClr val="accent1"/>
                </a:solidFill>
                <a:latin typeface="Arial"/>
                <a:ea typeface="Arial"/>
                <a:cs typeface="Arial"/>
                <a:sym typeface="Arial"/>
              </a:rPr>
              <a:t>: Box Office Performance Dynamic Bubble Chart</a:t>
            </a:r>
            <a:endParaRPr b="0" i="0" sz="1600" u="none" cap="none" strike="noStrike">
              <a:solidFill>
                <a:schemeClr val="accen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5" name="Shape 4065"/>
        <p:cNvGrpSpPr/>
        <p:nvPr/>
      </p:nvGrpSpPr>
      <p:grpSpPr>
        <a:xfrm>
          <a:off x="0" y="0"/>
          <a:ext cx="0" cy="0"/>
          <a:chOff x="0" y="0"/>
          <a:chExt cx="0" cy="0"/>
        </a:xfrm>
      </p:grpSpPr>
      <p:sp>
        <p:nvSpPr>
          <p:cNvPr id="4066" name="Google Shape;4066;g2d6744795db_4_3163"/>
          <p:cNvSpPr txBox="1"/>
          <p:nvPr>
            <p:ph type="title"/>
          </p:nvPr>
        </p:nvSpPr>
        <p:spPr>
          <a:xfrm>
            <a:off x="1719072" y="338328"/>
            <a:ext cx="5577900" cy="59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Acceptance Test Example</a:t>
            </a:r>
            <a:endParaRPr/>
          </a:p>
        </p:txBody>
      </p:sp>
      <p:sp>
        <p:nvSpPr>
          <p:cNvPr id="4067" name="Google Shape;4067;g2d6744795db_4_3163"/>
          <p:cNvSpPr txBox="1"/>
          <p:nvPr>
            <p:ph idx="1" type="subTitle"/>
          </p:nvPr>
        </p:nvSpPr>
        <p:spPr>
          <a:xfrm>
            <a:off x="5530596" y="1088286"/>
            <a:ext cx="2485500" cy="329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a:t>Acceptance Test 2</a:t>
            </a:r>
            <a:endParaRPr/>
          </a:p>
          <a:p>
            <a:pPr indent="0" lvl="0" marL="0" marR="0" rtl="0" algn="ctr">
              <a:lnSpc>
                <a:spcPct val="100000"/>
              </a:lnSpc>
              <a:spcBef>
                <a:spcPts val="0"/>
              </a:spcBef>
              <a:spcAft>
                <a:spcPts val="0"/>
              </a:spcAft>
              <a:buClr>
                <a:srgbClr val="000000"/>
              </a:buClr>
              <a:buSzPts val="1800"/>
              <a:buFont typeface="Arial"/>
              <a:buNone/>
            </a:pPr>
            <a:r>
              <a:t/>
            </a:r>
            <a:endParaRPr/>
          </a:p>
        </p:txBody>
      </p:sp>
      <p:sp>
        <p:nvSpPr>
          <p:cNvPr id="4068" name="Google Shape;4068;g2d6744795db_4_3163"/>
          <p:cNvSpPr txBox="1"/>
          <p:nvPr>
            <p:ph idx="2" type="subTitle"/>
          </p:nvPr>
        </p:nvSpPr>
        <p:spPr>
          <a:xfrm>
            <a:off x="873144" y="1088286"/>
            <a:ext cx="3706500" cy="43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a:t>Acceptance Test 1</a:t>
            </a:r>
            <a:endParaRPr/>
          </a:p>
        </p:txBody>
      </p:sp>
      <p:sp>
        <p:nvSpPr>
          <p:cNvPr id="4069" name="Google Shape;4069;g2d6744795db_4_3163"/>
          <p:cNvSpPr txBox="1"/>
          <p:nvPr>
            <p:ph idx="5" type="subTitle"/>
          </p:nvPr>
        </p:nvSpPr>
        <p:spPr>
          <a:xfrm>
            <a:off x="873144" y="1523948"/>
            <a:ext cx="3706500" cy="30525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Given</a:t>
            </a:r>
            <a:r>
              <a:rPr b="0" i="0" lang="en" sz="1200" u="none" cap="none" strike="noStrike">
                <a:solidFill>
                  <a:schemeClr val="dk1"/>
                </a:solidFill>
                <a:latin typeface="Arial"/>
                <a:ea typeface="Arial"/>
                <a:cs typeface="Arial"/>
                <a:sym typeface="Arial"/>
              </a:rPr>
              <a:t> the "Box Office Performance" menu is available,</a:t>
            </a:r>
            <a:endParaRPr/>
          </a:p>
          <a:p>
            <a:pPr indent="0" lvl="0" marL="0" marR="0" rtl="0" algn="l">
              <a:lnSpc>
                <a:spcPct val="100000"/>
              </a:lnSpc>
              <a:spcBef>
                <a:spcPts val="0"/>
              </a:spcBef>
              <a:spcAft>
                <a:spcPts val="0"/>
              </a:spcAft>
              <a:buClr>
                <a:schemeClr val="dk2"/>
              </a:buClr>
              <a:buSzPts val="1200"/>
              <a:buFont typeface="Barlow Semi Condensed"/>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When</a:t>
            </a:r>
            <a:r>
              <a:rPr b="0" i="0" lang="en" sz="1200" u="none" cap="none" strike="noStrike">
                <a:solidFill>
                  <a:schemeClr val="dk1"/>
                </a:solidFill>
                <a:latin typeface="Arial"/>
                <a:ea typeface="Arial"/>
                <a:cs typeface="Arial"/>
                <a:sym typeface="Arial"/>
              </a:rPr>
              <a:t> I click on this menu,</a:t>
            </a:r>
            <a:endParaRPr/>
          </a:p>
          <a:p>
            <a:pPr indent="0" lvl="0" marL="0" marR="0" rtl="0" algn="l">
              <a:lnSpc>
                <a:spcPct val="100000"/>
              </a:lnSpc>
              <a:spcBef>
                <a:spcPts val="0"/>
              </a:spcBef>
              <a:spcAft>
                <a:spcPts val="0"/>
              </a:spcAft>
              <a:buClr>
                <a:schemeClr val="dk2"/>
              </a:buClr>
              <a:buSzPts val="1200"/>
              <a:buFont typeface="Barlow Semi Condensed"/>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Then</a:t>
            </a:r>
            <a:r>
              <a:rPr b="0" i="0" lang="en" sz="1200" u="none" cap="none" strike="noStrike">
                <a:solidFill>
                  <a:schemeClr val="dk1"/>
                </a:solidFill>
                <a:latin typeface="Arial"/>
                <a:ea typeface="Arial"/>
                <a:cs typeface="Arial"/>
                <a:sym typeface="Arial"/>
              </a:rPr>
              <a:t> I should see a </a:t>
            </a:r>
            <a:r>
              <a:rPr b="1" i="0" lang="en" sz="1200" u="none" cap="none" strike="noStrike">
                <a:solidFill>
                  <a:schemeClr val="dk1"/>
                </a:solidFill>
                <a:latin typeface="Arial"/>
                <a:ea typeface="Arial"/>
                <a:cs typeface="Arial"/>
                <a:sym typeface="Arial"/>
              </a:rPr>
              <a:t>dynamic bubble chart</a:t>
            </a:r>
            <a:r>
              <a:rPr b="0" i="0" lang="en" sz="1200" u="none" cap="none" strike="noStrike">
                <a:solidFill>
                  <a:schemeClr val="dk1"/>
                </a:solidFill>
                <a:latin typeface="Arial"/>
                <a:ea typeface="Arial"/>
                <a:cs typeface="Arial"/>
                <a:sym typeface="Arial"/>
              </a:rPr>
              <a:t>, where:</a:t>
            </a:r>
            <a:endParaRPr b="0" i="0" sz="1200" u="none" cap="none" strike="noStrike">
              <a:solidFill>
                <a:schemeClr val="dk1"/>
              </a:solidFill>
              <a:latin typeface="Arial"/>
              <a:ea typeface="Arial"/>
              <a:cs typeface="Arial"/>
              <a:sym typeface="Arial"/>
            </a:endParaRPr>
          </a:p>
          <a:p>
            <a:pPr indent="-76200" lvl="1" marL="457200" marR="0" rtl="0" algn="l">
              <a:lnSpc>
                <a:spcPct val="100000"/>
              </a:lnSpc>
              <a:spcBef>
                <a:spcPts val="0"/>
              </a:spcBef>
              <a:spcAft>
                <a:spcPts val="0"/>
              </a:spcAft>
              <a:buClr>
                <a:schemeClr val="dk1"/>
              </a:buClr>
              <a:buSzPts val="1200"/>
              <a:buFont typeface="Noto Sans Symbols"/>
              <a:buChar char="∙"/>
            </a:pPr>
            <a:r>
              <a:rPr b="0" i="0" lang="en" sz="1200" u="none" cap="none" strike="noStrike">
                <a:solidFill>
                  <a:schemeClr val="dk1"/>
                </a:solidFill>
                <a:latin typeface="Arial"/>
                <a:ea typeface="Arial"/>
                <a:cs typeface="Arial"/>
                <a:sym typeface="Arial"/>
              </a:rPr>
              <a:t>The </a:t>
            </a:r>
            <a:r>
              <a:rPr i="0" lang="en" sz="1200" u="none" cap="none" strike="noStrike">
                <a:solidFill>
                  <a:schemeClr val="dk1"/>
                </a:solidFill>
                <a:latin typeface="Arial"/>
                <a:ea typeface="Arial"/>
                <a:cs typeface="Arial"/>
                <a:sym typeface="Arial"/>
              </a:rPr>
              <a:t>x-axis</a:t>
            </a:r>
            <a:r>
              <a:rPr b="0" i="0" lang="en" sz="1200" u="none" cap="none" strike="noStrike">
                <a:solidFill>
                  <a:schemeClr val="dk1"/>
                </a:solidFill>
                <a:latin typeface="Arial"/>
                <a:ea typeface="Arial"/>
                <a:cs typeface="Arial"/>
                <a:sym typeface="Arial"/>
              </a:rPr>
              <a:t> represents gross revenue.</a:t>
            </a:r>
            <a:endParaRPr/>
          </a:p>
          <a:p>
            <a:pPr indent="0" lvl="1" marL="457200" marR="0" rtl="0" algn="l">
              <a:lnSpc>
                <a:spcPct val="100000"/>
              </a:lnSpc>
              <a:spcBef>
                <a:spcPts val="0"/>
              </a:spcBef>
              <a:spcAft>
                <a:spcPts val="0"/>
              </a:spcAft>
              <a:buClr>
                <a:schemeClr val="dk2"/>
              </a:buClr>
              <a:buSzPts val="1200"/>
              <a:buFont typeface="Noto Sans Symbols"/>
              <a:buNone/>
            </a:pPr>
            <a:r>
              <a:t/>
            </a:r>
            <a:endParaRPr b="0" i="0" sz="1200" u="none" cap="none" strike="noStrike">
              <a:solidFill>
                <a:schemeClr val="dk1"/>
              </a:solidFill>
              <a:latin typeface="Arial"/>
              <a:ea typeface="Arial"/>
              <a:cs typeface="Arial"/>
              <a:sym typeface="Arial"/>
            </a:endParaRPr>
          </a:p>
          <a:p>
            <a:pPr indent="-76200" lvl="1" marL="457200" marR="0" rtl="0" algn="l">
              <a:lnSpc>
                <a:spcPct val="100000"/>
              </a:lnSpc>
              <a:spcBef>
                <a:spcPts val="0"/>
              </a:spcBef>
              <a:spcAft>
                <a:spcPts val="0"/>
              </a:spcAft>
              <a:buClr>
                <a:schemeClr val="dk1"/>
              </a:buClr>
              <a:buSzPts val="1200"/>
              <a:buFont typeface="Noto Sans Symbols"/>
              <a:buChar char="∙"/>
            </a:pPr>
            <a:r>
              <a:rPr b="0" i="0" lang="en" sz="1200" u="none" cap="none" strike="noStrike">
                <a:solidFill>
                  <a:schemeClr val="dk1"/>
                </a:solidFill>
                <a:latin typeface="Arial"/>
                <a:ea typeface="Arial"/>
                <a:cs typeface="Arial"/>
                <a:sym typeface="Arial"/>
              </a:rPr>
              <a:t>The </a:t>
            </a:r>
            <a:r>
              <a:rPr i="0" lang="en" sz="1200" u="none" cap="none" strike="noStrike">
                <a:solidFill>
                  <a:schemeClr val="dk1"/>
                </a:solidFill>
                <a:latin typeface="Arial"/>
                <a:ea typeface="Arial"/>
                <a:cs typeface="Arial"/>
                <a:sym typeface="Arial"/>
              </a:rPr>
              <a:t>y-axis</a:t>
            </a:r>
            <a:r>
              <a:rPr b="0" i="0" lang="en" sz="1200" u="none" cap="none" strike="noStrike">
                <a:solidFill>
                  <a:schemeClr val="dk1"/>
                </a:solidFill>
                <a:latin typeface="Arial"/>
                <a:ea typeface="Arial"/>
                <a:cs typeface="Arial"/>
                <a:sym typeface="Arial"/>
              </a:rPr>
              <a:t> represents the number of movies produced.</a:t>
            </a:r>
            <a:endParaRPr/>
          </a:p>
          <a:p>
            <a:pPr indent="0" lvl="1" marL="457200" marR="0" rtl="0" algn="l">
              <a:lnSpc>
                <a:spcPct val="100000"/>
              </a:lnSpc>
              <a:spcBef>
                <a:spcPts val="0"/>
              </a:spcBef>
              <a:spcAft>
                <a:spcPts val="0"/>
              </a:spcAft>
              <a:buClr>
                <a:schemeClr val="dk2"/>
              </a:buClr>
              <a:buSzPts val="1200"/>
              <a:buFont typeface="Noto Sans Symbols"/>
              <a:buNone/>
            </a:pPr>
            <a:r>
              <a:t/>
            </a:r>
            <a:endParaRPr b="0" i="0" sz="1200" u="none" cap="none" strike="noStrike">
              <a:solidFill>
                <a:schemeClr val="dk1"/>
              </a:solidFill>
              <a:latin typeface="Arial"/>
              <a:ea typeface="Arial"/>
              <a:cs typeface="Arial"/>
              <a:sym typeface="Arial"/>
            </a:endParaRPr>
          </a:p>
          <a:p>
            <a:pPr indent="-76200" lvl="1" marL="457200" marR="0" rtl="0" algn="l">
              <a:lnSpc>
                <a:spcPct val="100000"/>
              </a:lnSpc>
              <a:spcBef>
                <a:spcPts val="0"/>
              </a:spcBef>
              <a:spcAft>
                <a:spcPts val="0"/>
              </a:spcAft>
              <a:buClr>
                <a:schemeClr val="dk1"/>
              </a:buClr>
              <a:buSzPts val="1200"/>
              <a:buFont typeface="Noto Sans Symbols"/>
              <a:buChar char="∙"/>
            </a:pPr>
            <a:r>
              <a:rPr b="0" i="0" lang="en" sz="1200" u="none" cap="none" strike="noStrike">
                <a:solidFill>
                  <a:schemeClr val="dk1"/>
                </a:solidFill>
                <a:latin typeface="Arial"/>
                <a:ea typeface="Arial"/>
                <a:cs typeface="Arial"/>
                <a:sym typeface="Arial"/>
              </a:rPr>
              <a:t>The size of the bubbles represents the total movie count for each country.</a:t>
            </a:r>
            <a:endParaRPr/>
          </a:p>
          <a:p>
            <a:pPr indent="0" lvl="1" marL="457200" marR="0" rtl="0" algn="l">
              <a:lnSpc>
                <a:spcPct val="100000"/>
              </a:lnSpc>
              <a:spcBef>
                <a:spcPts val="0"/>
              </a:spcBef>
              <a:spcAft>
                <a:spcPts val="0"/>
              </a:spcAft>
              <a:buClr>
                <a:schemeClr val="dk2"/>
              </a:buClr>
              <a:buSzPts val="1200"/>
              <a:buFont typeface="Noto Sans Symbols"/>
              <a:buNone/>
            </a:pPr>
            <a:r>
              <a:t/>
            </a:r>
            <a:endParaRPr b="0" i="0" sz="1200" u="none" cap="none" strike="noStrike">
              <a:solidFill>
                <a:schemeClr val="dk1"/>
              </a:solidFill>
              <a:latin typeface="Arial"/>
              <a:ea typeface="Arial"/>
              <a:cs typeface="Arial"/>
              <a:sym typeface="Arial"/>
            </a:endParaRPr>
          </a:p>
          <a:p>
            <a:pPr indent="-76200" lvl="1" marL="457200" marR="0" rtl="0" algn="l">
              <a:lnSpc>
                <a:spcPct val="100000"/>
              </a:lnSpc>
              <a:spcBef>
                <a:spcPts val="0"/>
              </a:spcBef>
              <a:spcAft>
                <a:spcPts val="0"/>
              </a:spcAft>
              <a:buClr>
                <a:schemeClr val="dk1"/>
              </a:buClr>
              <a:buSzPts val="1200"/>
              <a:buFont typeface="Noto Sans Symbols"/>
              <a:buChar char="∙"/>
            </a:pPr>
            <a:r>
              <a:rPr b="0" i="0" lang="en" sz="1200" u="none" cap="none" strike="noStrike">
                <a:solidFill>
                  <a:schemeClr val="dk1"/>
                </a:solidFill>
                <a:latin typeface="Arial"/>
                <a:ea typeface="Arial"/>
                <a:cs typeface="Arial"/>
                <a:sym typeface="Arial"/>
              </a:rPr>
              <a:t>The bubbles are color-coded by country.</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a:p>
        </p:txBody>
      </p:sp>
      <p:sp>
        <p:nvSpPr>
          <p:cNvPr id="4070" name="Google Shape;4070;g2d6744795db_4_3163"/>
          <p:cNvSpPr txBox="1"/>
          <p:nvPr/>
        </p:nvSpPr>
        <p:spPr>
          <a:xfrm>
            <a:off x="4797444" y="1557804"/>
            <a:ext cx="3706500" cy="30525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Given </a:t>
            </a:r>
            <a:r>
              <a:rPr b="0" i="0" lang="en" sz="1200" u="none" cap="none" strike="noStrike">
                <a:solidFill>
                  <a:schemeClr val="dk1"/>
                </a:solidFill>
                <a:latin typeface="Arial"/>
                <a:ea typeface="Arial"/>
                <a:cs typeface="Arial"/>
                <a:sym typeface="Arial"/>
              </a:rPr>
              <a:t>the bubble chart is displayed,</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When</a:t>
            </a:r>
            <a:r>
              <a:rPr b="0" i="0" lang="en" sz="1200" u="none" cap="none" strike="noStrike">
                <a:solidFill>
                  <a:schemeClr val="dk1"/>
                </a:solidFill>
                <a:latin typeface="Arial"/>
                <a:ea typeface="Arial"/>
                <a:cs typeface="Arial"/>
                <a:sym typeface="Arial"/>
              </a:rPr>
              <a:t> I hover over a bubble,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Then </a:t>
            </a:r>
            <a:r>
              <a:rPr b="0" i="0" lang="en" sz="1200" u="none" cap="none" strike="noStrike">
                <a:solidFill>
                  <a:schemeClr val="dk1"/>
                </a:solidFill>
                <a:latin typeface="Arial"/>
                <a:ea typeface="Arial"/>
                <a:cs typeface="Arial"/>
                <a:sym typeface="Arial"/>
              </a:rPr>
              <a:t>a tooltip should display the following details for the selected country: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Arial"/>
              <a:buNone/>
            </a:pPr>
            <a:r>
              <a:t/>
            </a:r>
            <a:endParaRPr b="0" i="0" sz="1200" u="none" cap="none" strike="noStrike">
              <a:solidFill>
                <a:schemeClr val="dk1"/>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200"/>
              <a:buFont typeface="Courier New"/>
              <a:buChar char="o"/>
            </a:pPr>
            <a:r>
              <a:rPr b="0" i="0" lang="en" sz="1200" u="none" cap="none" strike="noStrike">
                <a:solidFill>
                  <a:schemeClr val="dk1"/>
                </a:solidFill>
                <a:latin typeface="Arial"/>
                <a:ea typeface="Arial"/>
                <a:cs typeface="Arial"/>
                <a:sym typeface="Arial"/>
              </a:rPr>
              <a:t>Country name </a:t>
            </a:r>
            <a:endParaRPr b="0" i="0" sz="1400" u="none" cap="none" strike="noStrike">
              <a:solidFill>
                <a:srgbClr val="000000"/>
              </a:solidFill>
              <a:latin typeface="Arial"/>
              <a:ea typeface="Arial"/>
              <a:cs typeface="Arial"/>
              <a:sym typeface="Arial"/>
            </a:endParaRPr>
          </a:p>
          <a:p>
            <a:pPr indent="-95250" lvl="0" marL="171450" marR="0" rtl="0" algn="l">
              <a:lnSpc>
                <a:spcPct val="100000"/>
              </a:lnSpc>
              <a:spcBef>
                <a:spcPts val="0"/>
              </a:spcBef>
              <a:spcAft>
                <a:spcPts val="0"/>
              </a:spcAft>
              <a:buClr>
                <a:schemeClr val="dk2"/>
              </a:buClr>
              <a:buSzPts val="1200"/>
              <a:buFont typeface="Courier New"/>
              <a:buNone/>
            </a:pPr>
            <a:r>
              <a:t/>
            </a:r>
            <a:endParaRPr b="0" i="0" sz="1200" u="none" cap="none" strike="noStrike">
              <a:solidFill>
                <a:schemeClr val="dk1"/>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200"/>
              <a:buFont typeface="Courier New"/>
              <a:buChar char="o"/>
            </a:pPr>
            <a:r>
              <a:rPr b="0" i="0" lang="en" sz="1200" u="none" cap="none" strike="noStrike">
                <a:solidFill>
                  <a:schemeClr val="dk1"/>
                </a:solidFill>
                <a:latin typeface="Arial"/>
                <a:ea typeface="Arial"/>
                <a:cs typeface="Arial"/>
                <a:sym typeface="Arial"/>
              </a:rPr>
              <a:t>Gross revenue</a:t>
            </a:r>
            <a:endParaRPr b="0" i="0" sz="1400" u="none" cap="none" strike="noStrike">
              <a:solidFill>
                <a:srgbClr val="000000"/>
              </a:solidFill>
              <a:latin typeface="Arial"/>
              <a:ea typeface="Arial"/>
              <a:cs typeface="Arial"/>
              <a:sym typeface="Arial"/>
            </a:endParaRPr>
          </a:p>
          <a:p>
            <a:pPr indent="-95250" lvl="0" marL="171450" marR="0" rtl="0" algn="l">
              <a:lnSpc>
                <a:spcPct val="100000"/>
              </a:lnSpc>
              <a:spcBef>
                <a:spcPts val="0"/>
              </a:spcBef>
              <a:spcAft>
                <a:spcPts val="0"/>
              </a:spcAft>
              <a:buClr>
                <a:schemeClr val="dk2"/>
              </a:buClr>
              <a:buSzPts val="1200"/>
              <a:buFont typeface="Courier New"/>
              <a:buNone/>
            </a:pPr>
            <a:r>
              <a:t/>
            </a:r>
            <a:endParaRPr b="0" i="0" sz="1200" u="none" cap="none" strike="noStrike">
              <a:solidFill>
                <a:schemeClr val="dk1"/>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200"/>
              <a:buFont typeface="Courier New"/>
              <a:buChar char="o"/>
            </a:pPr>
            <a:r>
              <a:rPr b="0" i="0" lang="en" sz="1200" u="none" cap="none" strike="noStrike">
                <a:solidFill>
                  <a:schemeClr val="dk1"/>
                </a:solidFill>
                <a:latin typeface="Arial"/>
                <a:ea typeface="Arial"/>
                <a:cs typeface="Arial"/>
                <a:sym typeface="Arial"/>
              </a:rPr>
              <a:t>Number of movies produced</a:t>
            </a:r>
            <a:endParaRPr b="0" i="0" sz="1400" u="none" cap="none" strike="noStrike">
              <a:solidFill>
                <a:srgbClr val="000000"/>
              </a:solidFill>
              <a:latin typeface="Arial"/>
              <a:ea typeface="Arial"/>
              <a:cs typeface="Arial"/>
              <a:sym typeface="Arial"/>
            </a:endParaRPr>
          </a:p>
          <a:p>
            <a:pPr indent="-95250" lvl="0" marL="171450" marR="0" rtl="0" algn="l">
              <a:lnSpc>
                <a:spcPct val="100000"/>
              </a:lnSpc>
              <a:spcBef>
                <a:spcPts val="0"/>
              </a:spcBef>
              <a:spcAft>
                <a:spcPts val="0"/>
              </a:spcAft>
              <a:buClr>
                <a:schemeClr val="dk2"/>
              </a:buClr>
              <a:buSzPts val="1200"/>
              <a:buFont typeface="Courier New"/>
              <a:buNone/>
            </a:pPr>
            <a:r>
              <a:t/>
            </a:r>
            <a:endParaRPr b="0" i="0" sz="1200" u="none" cap="none" strike="noStrike">
              <a:solidFill>
                <a:schemeClr val="dk1"/>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200"/>
              <a:buFont typeface="Courier New"/>
              <a:buChar char="o"/>
            </a:pPr>
            <a:r>
              <a:rPr b="0" i="0" lang="en" sz="1200" u="none" cap="none" strike="noStrike">
                <a:solidFill>
                  <a:schemeClr val="dk1"/>
                </a:solidFill>
                <a:latin typeface="Arial"/>
                <a:ea typeface="Arial"/>
                <a:cs typeface="Arial"/>
                <a:sym typeface="Arial"/>
              </a:rPr>
              <a:t>Total movie count</a:t>
            </a:r>
            <a:endParaRPr b="0" i="0" sz="1400" u="none" cap="none" strike="noStrike">
              <a:solidFill>
                <a:srgbClr val="000000"/>
              </a:solidFill>
              <a:latin typeface="Arial"/>
              <a:ea typeface="Arial"/>
              <a:cs typeface="Arial"/>
              <a:sym typeface="Arial"/>
            </a:endParaRPr>
          </a:p>
          <a:p>
            <a:pPr indent="-95250" lvl="0" marL="171450" marR="0" rtl="0" algn="l">
              <a:lnSpc>
                <a:spcPct val="100000"/>
              </a:lnSpc>
              <a:spcBef>
                <a:spcPts val="0"/>
              </a:spcBef>
              <a:spcAft>
                <a:spcPts val="0"/>
              </a:spcAft>
              <a:buClr>
                <a:schemeClr val="dk2"/>
              </a:buClr>
              <a:buSzPts val="1200"/>
              <a:buFont typeface="Courier New"/>
              <a:buNone/>
            </a:pPr>
            <a:r>
              <a:t/>
            </a:r>
            <a:endParaRPr b="0" i="0" sz="1200" u="none" cap="none" strike="noStrike">
              <a:solidFill>
                <a:schemeClr val="dk1"/>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200"/>
              <a:buFont typeface="Courier New"/>
              <a:buChar char="o"/>
            </a:pPr>
            <a:r>
              <a:rPr b="0" i="0" lang="en" sz="1200" u="none" cap="none" strike="noStrike">
                <a:solidFill>
                  <a:schemeClr val="dk1"/>
                </a:solidFill>
                <a:latin typeface="Arial"/>
                <a:ea typeface="Arial"/>
                <a:cs typeface="Arial"/>
                <a:sym typeface="Arial"/>
              </a:rPr>
              <a:t>The time interval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Barlow Semi Condensed"/>
              <a:ea typeface="Barlow Semi Condensed"/>
              <a:cs typeface="Barlow Semi Condensed"/>
              <a:sym typeface="Barlow Semi Condense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4" name="Shape 4074"/>
        <p:cNvGrpSpPr/>
        <p:nvPr/>
      </p:nvGrpSpPr>
      <p:grpSpPr>
        <a:xfrm>
          <a:off x="0" y="0"/>
          <a:ext cx="0" cy="0"/>
          <a:chOff x="0" y="0"/>
          <a:chExt cx="0" cy="0"/>
        </a:xfrm>
      </p:grpSpPr>
      <p:sp>
        <p:nvSpPr>
          <p:cNvPr id="4075" name="Google Shape;4075;g2d6744795db_4_3171"/>
          <p:cNvSpPr txBox="1"/>
          <p:nvPr>
            <p:ph type="title"/>
          </p:nvPr>
        </p:nvSpPr>
        <p:spPr>
          <a:xfrm>
            <a:off x="1719072" y="338328"/>
            <a:ext cx="5577900" cy="59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Acceptance Test Example</a:t>
            </a:r>
            <a:endParaRPr/>
          </a:p>
        </p:txBody>
      </p:sp>
      <p:sp>
        <p:nvSpPr>
          <p:cNvPr id="4076" name="Google Shape;4076;g2d6744795db_4_3171"/>
          <p:cNvSpPr txBox="1"/>
          <p:nvPr>
            <p:ph idx="1" type="subTitle"/>
          </p:nvPr>
        </p:nvSpPr>
        <p:spPr>
          <a:xfrm>
            <a:off x="5530596" y="1088286"/>
            <a:ext cx="2485500" cy="329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a:t>Acceptance Test 4</a:t>
            </a:r>
            <a:endParaRPr/>
          </a:p>
          <a:p>
            <a:pPr indent="0" lvl="0" marL="0" marR="0" rtl="0" algn="ctr">
              <a:lnSpc>
                <a:spcPct val="100000"/>
              </a:lnSpc>
              <a:spcBef>
                <a:spcPts val="0"/>
              </a:spcBef>
              <a:spcAft>
                <a:spcPts val="0"/>
              </a:spcAft>
              <a:buClr>
                <a:srgbClr val="000000"/>
              </a:buClr>
              <a:buSzPts val="1800"/>
              <a:buFont typeface="Arial"/>
              <a:buNone/>
            </a:pPr>
            <a:r>
              <a:t/>
            </a:r>
            <a:endParaRPr/>
          </a:p>
        </p:txBody>
      </p:sp>
      <p:sp>
        <p:nvSpPr>
          <p:cNvPr id="4077" name="Google Shape;4077;g2d6744795db_4_3171"/>
          <p:cNvSpPr txBox="1"/>
          <p:nvPr>
            <p:ph idx="2" type="subTitle"/>
          </p:nvPr>
        </p:nvSpPr>
        <p:spPr>
          <a:xfrm>
            <a:off x="873144" y="1088286"/>
            <a:ext cx="3706500" cy="43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a:t>Acceptance Test 3</a:t>
            </a:r>
            <a:endParaRPr/>
          </a:p>
        </p:txBody>
      </p:sp>
      <p:sp>
        <p:nvSpPr>
          <p:cNvPr id="4078" name="Google Shape;4078;g2d6744795db_4_3171"/>
          <p:cNvSpPr txBox="1"/>
          <p:nvPr/>
        </p:nvSpPr>
        <p:spPr>
          <a:xfrm>
            <a:off x="4736484" y="1569616"/>
            <a:ext cx="3706500" cy="19659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76200" lvl="0" marL="342900" marR="0" rtl="0" algn="l">
              <a:lnSpc>
                <a:spcPct val="100000"/>
              </a:lnSpc>
              <a:spcBef>
                <a:spcPts val="0"/>
              </a:spcBef>
              <a:spcAft>
                <a:spcPts val="0"/>
              </a:spcAft>
              <a:buClr>
                <a:schemeClr val="dk1"/>
              </a:buClr>
              <a:buSzPts val="1200"/>
              <a:buFont typeface="Noto Sans Symbols"/>
              <a:buChar char="∙"/>
            </a:pPr>
            <a:r>
              <a:rPr b="1" i="0" lang="en" sz="1200" u="none" cap="none" strike="noStrike">
                <a:solidFill>
                  <a:schemeClr val="dk1"/>
                </a:solidFill>
                <a:latin typeface="Arial"/>
                <a:ea typeface="Arial"/>
                <a:cs typeface="Arial"/>
                <a:sym typeface="Arial"/>
              </a:rPr>
              <a:t>Given</a:t>
            </a:r>
            <a:r>
              <a:rPr b="0" i="0" lang="en" sz="1200" u="none" cap="none" strike="noStrike">
                <a:solidFill>
                  <a:schemeClr val="dk1"/>
                </a:solidFill>
                <a:latin typeface="Arial"/>
                <a:ea typeface="Arial"/>
                <a:cs typeface="Arial"/>
                <a:sym typeface="Arial"/>
              </a:rPr>
              <a:t> the bubble chart is displayed,</a:t>
            </a:r>
            <a:endParaRPr b="0" i="0" sz="1400" u="none" cap="none" strike="noStrike">
              <a:solidFill>
                <a:srgbClr val="000000"/>
              </a:solidFill>
              <a:latin typeface="Arial"/>
              <a:ea typeface="Arial"/>
              <a:cs typeface="Arial"/>
              <a:sym typeface="Arial"/>
            </a:endParaRPr>
          </a:p>
          <a:p>
            <a:pPr indent="0" lvl="0" marL="342900" marR="0" rtl="0" algn="l">
              <a:lnSpc>
                <a:spcPct val="100000"/>
              </a:lnSpc>
              <a:spcBef>
                <a:spcPts val="0"/>
              </a:spcBef>
              <a:spcAft>
                <a:spcPts val="0"/>
              </a:spcAft>
              <a:buClr>
                <a:schemeClr val="dk2"/>
              </a:buClr>
              <a:buSzPts val="1200"/>
              <a:buFont typeface="Noto Sans Symbols"/>
              <a:buNone/>
            </a:pPr>
            <a:r>
              <a:t/>
            </a:r>
            <a:endParaRPr b="0" i="0" sz="1200" u="none" cap="none" strike="noStrike">
              <a:solidFill>
                <a:schemeClr val="dk1"/>
              </a:solidFill>
              <a:latin typeface="Arial"/>
              <a:ea typeface="Arial"/>
              <a:cs typeface="Arial"/>
              <a:sym typeface="Arial"/>
            </a:endParaRPr>
          </a:p>
          <a:p>
            <a:pPr indent="-76200" lvl="0" marL="342900" marR="0" rtl="0" algn="l">
              <a:lnSpc>
                <a:spcPct val="100000"/>
              </a:lnSpc>
              <a:spcBef>
                <a:spcPts val="0"/>
              </a:spcBef>
              <a:spcAft>
                <a:spcPts val="0"/>
              </a:spcAft>
              <a:buClr>
                <a:schemeClr val="dk1"/>
              </a:buClr>
              <a:buSzPts val="1200"/>
              <a:buFont typeface="Noto Sans Symbols"/>
              <a:buChar char="∙"/>
            </a:pPr>
            <a:r>
              <a:rPr b="1" i="0" lang="en" sz="1200" u="none" cap="none" strike="noStrike">
                <a:solidFill>
                  <a:schemeClr val="dk1"/>
                </a:solidFill>
                <a:latin typeface="Arial"/>
                <a:ea typeface="Arial"/>
                <a:cs typeface="Arial"/>
                <a:sym typeface="Arial"/>
              </a:rPr>
              <a:t>When</a:t>
            </a:r>
            <a:r>
              <a:rPr b="0" i="0" lang="en" sz="1200" u="none" cap="none" strike="noStrike">
                <a:solidFill>
                  <a:schemeClr val="dk1"/>
                </a:solidFill>
                <a:latin typeface="Arial"/>
                <a:ea typeface="Arial"/>
                <a:cs typeface="Arial"/>
                <a:sym typeface="Arial"/>
              </a:rPr>
              <a:t> I view the legend at the bottom of the chart,</a:t>
            </a:r>
            <a:endParaRPr b="0" i="0" sz="1400" u="none" cap="none" strike="noStrike">
              <a:solidFill>
                <a:srgbClr val="000000"/>
              </a:solidFill>
              <a:latin typeface="Arial"/>
              <a:ea typeface="Arial"/>
              <a:cs typeface="Arial"/>
              <a:sym typeface="Arial"/>
            </a:endParaRPr>
          </a:p>
          <a:p>
            <a:pPr indent="0" lvl="0" marL="342900" marR="0" rtl="0" algn="l">
              <a:lnSpc>
                <a:spcPct val="100000"/>
              </a:lnSpc>
              <a:spcBef>
                <a:spcPts val="0"/>
              </a:spcBef>
              <a:spcAft>
                <a:spcPts val="0"/>
              </a:spcAft>
              <a:buClr>
                <a:schemeClr val="dk2"/>
              </a:buClr>
              <a:buSzPts val="1200"/>
              <a:buFont typeface="Noto Sans Symbols"/>
              <a:buNone/>
            </a:pPr>
            <a:r>
              <a:t/>
            </a:r>
            <a:endParaRPr b="0" i="0" sz="1200" u="none" cap="none" strike="noStrike">
              <a:solidFill>
                <a:schemeClr val="dk1"/>
              </a:solidFill>
              <a:latin typeface="Arial"/>
              <a:ea typeface="Arial"/>
              <a:cs typeface="Arial"/>
              <a:sym typeface="Arial"/>
            </a:endParaRPr>
          </a:p>
          <a:p>
            <a:pPr indent="-76200" lvl="0" marL="342900" marR="0" rtl="0" algn="l">
              <a:lnSpc>
                <a:spcPct val="100000"/>
              </a:lnSpc>
              <a:spcBef>
                <a:spcPts val="0"/>
              </a:spcBef>
              <a:spcAft>
                <a:spcPts val="0"/>
              </a:spcAft>
              <a:buClr>
                <a:schemeClr val="dk1"/>
              </a:buClr>
              <a:buSzPts val="1200"/>
              <a:buFont typeface="Noto Sans Symbols"/>
              <a:buChar char="∙"/>
            </a:pPr>
            <a:r>
              <a:rPr b="1" i="0" lang="en" sz="1200" u="none" cap="none" strike="noStrike">
                <a:solidFill>
                  <a:schemeClr val="dk1"/>
                </a:solidFill>
                <a:latin typeface="Arial"/>
                <a:ea typeface="Arial"/>
                <a:cs typeface="Arial"/>
                <a:sym typeface="Arial"/>
              </a:rPr>
              <a:t>Then </a:t>
            </a:r>
            <a:r>
              <a:rPr b="0" i="0" lang="en" sz="1200" u="none" cap="none" strike="noStrike">
                <a:solidFill>
                  <a:schemeClr val="dk1"/>
                </a:solidFill>
                <a:latin typeface="Arial"/>
                <a:ea typeface="Arial"/>
                <a:cs typeface="Arial"/>
                <a:sym typeface="Arial"/>
              </a:rPr>
              <a:t>I should see the countries listed with colors corresponding to their bubbles on the chart.</a:t>
            </a:r>
            <a:endParaRPr b="0" i="0" sz="1400" u="none" cap="none" strike="noStrike">
              <a:solidFill>
                <a:srgbClr val="000000"/>
              </a:solidFill>
              <a:latin typeface="Arial"/>
              <a:ea typeface="Arial"/>
              <a:cs typeface="Arial"/>
              <a:sym typeface="Arial"/>
            </a:endParaRPr>
          </a:p>
        </p:txBody>
      </p:sp>
      <p:sp>
        <p:nvSpPr>
          <p:cNvPr id="4079" name="Google Shape;4079;g2d6744795db_4_3171"/>
          <p:cNvSpPr txBox="1"/>
          <p:nvPr/>
        </p:nvSpPr>
        <p:spPr>
          <a:xfrm>
            <a:off x="801546" y="1554428"/>
            <a:ext cx="3706500" cy="19659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76200" lvl="0" marL="342900" marR="0" rtl="0" algn="l">
              <a:lnSpc>
                <a:spcPct val="100000"/>
              </a:lnSpc>
              <a:spcBef>
                <a:spcPts val="0"/>
              </a:spcBef>
              <a:spcAft>
                <a:spcPts val="0"/>
              </a:spcAft>
              <a:buClr>
                <a:schemeClr val="dk1"/>
              </a:buClr>
              <a:buSzPts val="1200"/>
              <a:buFont typeface="Noto Sans Symbols"/>
              <a:buChar char="∙"/>
            </a:pPr>
            <a:r>
              <a:rPr b="1" i="0" lang="en" sz="1200" u="none" cap="none" strike="noStrike">
                <a:solidFill>
                  <a:schemeClr val="dk1"/>
                </a:solidFill>
                <a:latin typeface="Arial"/>
                <a:ea typeface="Arial"/>
                <a:cs typeface="Arial"/>
                <a:sym typeface="Arial"/>
              </a:rPr>
              <a:t>Given</a:t>
            </a:r>
            <a:r>
              <a:rPr b="0" i="0" lang="en" sz="1200" u="none" cap="none" strike="noStrike">
                <a:solidFill>
                  <a:schemeClr val="dk1"/>
                </a:solidFill>
                <a:latin typeface="Arial"/>
                <a:ea typeface="Arial"/>
                <a:cs typeface="Arial"/>
                <a:sym typeface="Arial"/>
              </a:rPr>
              <a:t> the bubble chart is displayed,</a:t>
            </a:r>
            <a:endParaRPr b="0" i="0" sz="1400" u="none" cap="none" strike="noStrike">
              <a:solidFill>
                <a:srgbClr val="000000"/>
              </a:solidFill>
              <a:latin typeface="Arial"/>
              <a:ea typeface="Arial"/>
              <a:cs typeface="Arial"/>
              <a:sym typeface="Arial"/>
            </a:endParaRPr>
          </a:p>
          <a:p>
            <a:pPr indent="0" lvl="0" marL="342900" marR="0" rtl="0" algn="l">
              <a:lnSpc>
                <a:spcPct val="100000"/>
              </a:lnSpc>
              <a:spcBef>
                <a:spcPts val="0"/>
              </a:spcBef>
              <a:spcAft>
                <a:spcPts val="0"/>
              </a:spcAft>
              <a:buClr>
                <a:schemeClr val="dk2"/>
              </a:buClr>
              <a:buSzPts val="1200"/>
              <a:buFont typeface="Noto Sans Symbols"/>
              <a:buNone/>
            </a:pPr>
            <a:r>
              <a:t/>
            </a:r>
            <a:endParaRPr b="0" i="0" sz="1200" u="none" cap="none" strike="noStrike">
              <a:solidFill>
                <a:schemeClr val="dk1"/>
              </a:solidFill>
              <a:latin typeface="Arial"/>
              <a:ea typeface="Arial"/>
              <a:cs typeface="Arial"/>
              <a:sym typeface="Arial"/>
            </a:endParaRPr>
          </a:p>
          <a:p>
            <a:pPr indent="-76200" lvl="0" marL="342900" marR="0" rtl="0" algn="l">
              <a:lnSpc>
                <a:spcPct val="100000"/>
              </a:lnSpc>
              <a:spcBef>
                <a:spcPts val="0"/>
              </a:spcBef>
              <a:spcAft>
                <a:spcPts val="0"/>
              </a:spcAft>
              <a:buClr>
                <a:schemeClr val="dk1"/>
              </a:buClr>
              <a:buSzPts val="1200"/>
              <a:buFont typeface="Noto Sans Symbols"/>
              <a:buChar char="∙"/>
            </a:pPr>
            <a:r>
              <a:rPr b="1" i="0" lang="en" sz="1200" u="none" cap="none" strike="noStrike">
                <a:solidFill>
                  <a:schemeClr val="dk1"/>
                </a:solidFill>
                <a:latin typeface="Arial"/>
                <a:ea typeface="Arial"/>
                <a:cs typeface="Arial"/>
                <a:sym typeface="Arial"/>
              </a:rPr>
              <a:t>When</a:t>
            </a:r>
            <a:r>
              <a:rPr b="0" i="0" lang="en" sz="1200" u="none" cap="none" strike="noStrike">
                <a:solidFill>
                  <a:schemeClr val="dk1"/>
                </a:solidFill>
                <a:latin typeface="Arial"/>
                <a:ea typeface="Arial"/>
                <a:cs typeface="Arial"/>
                <a:sym typeface="Arial"/>
              </a:rPr>
              <a:t> I interact with the timeline,</a:t>
            </a:r>
            <a:endParaRPr b="0" i="0" sz="1400" u="none" cap="none" strike="noStrike">
              <a:solidFill>
                <a:srgbClr val="000000"/>
              </a:solidFill>
              <a:latin typeface="Arial"/>
              <a:ea typeface="Arial"/>
              <a:cs typeface="Arial"/>
              <a:sym typeface="Arial"/>
            </a:endParaRPr>
          </a:p>
          <a:p>
            <a:pPr indent="0" lvl="0" marL="342900" marR="0" rtl="0" algn="l">
              <a:lnSpc>
                <a:spcPct val="100000"/>
              </a:lnSpc>
              <a:spcBef>
                <a:spcPts val="0"/>
              </a:spcBef>
              <a:spcAft>
                <a:spcPts val="0"/>
              </a:spcAft>
              <a:buClr>
                <a:schemeClr val="dk2"/>
              </a:buClr>
              <a:buSzPts val="1200"/>
              <a:buFont typeface="Noto Sans Symbols"/>
              <a:buNone/>
            </a:pPr>
            <a:r>
              <a:t/>
            </a:r>
            <a:endParaRPr b="0" i="0" sz="1200" u="none" cap="none" strike="noStrike">
              <a:solidFill>
                <a:schemeClr val="dk1"/>
              </a:solidFill>
              <a:latin typeface="Arial"/>
              <a:ea typeface="Arial"/>
              <a:cs typeface="Arial"/>
              <a:sym typeface="Arial"/>
            </a:endParaRPr>
          </a:p>
          <a:p>
            <a:pPr indent="-76200" lvl="0" marL="342900" marR="0" rtl="0" algn="l">
              <a:lnSpc>
                <a:spcPct val="100000"/>
              </a:lnSpc>
              <a:spcBef>
                <a:spcPts val="0"/>
              </a:spcBef>
              <a:spcAft>
                <a:spcPts val="0"/>
              </a:spcAft>
              <a:buClr>
                <a:schemeClr val="dk1"/>
              </a:buClr>
              <a:buSzPts val="1200"/>
              <a:buFont typeface="Noto Sans Symbols"/>
              <a:buChar char="∙"/>
            </a:pPr>
            <a:r>
              <a:rPr b="1" i="0" lang="en" sz="1200" u="none" cap="none" strike="noStrike">
                <a:solidFill>
                  <a:schemeClr val="dk1"/>
                </a:solidFill>
                <a:latin typeface="Arial"/>
                <a:ea typeface="Arial"/>
                <a:cs typeface="Arial"/>
                <a:sym typeface="Arial"/>
              </a:rPr>
              <a:t>Then </a:t>
            </a:r>
            <a:r>
              <a:rPr b="0" i="0" lang="en" sz="1200" u="none" cap="none" strike="noStrike">
                <a:solidFill>
                  <a:schemeClr val="dk1"/>
                </a:solidFill>
                <a:latin typeface="Arial"/>
                <a:ea typeface="Arial"/>
                <a:cs typeface="Arial"/>
                <a:sym typeface="Arial"/>
              </a:rPr>
              <a:t>the chart should dynamically update to reflect the box office performance for the selected time interval.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Barlow Semi Condensed"/>
              <a:ea typeface="Barlow Semi Condensed"/>
              <a:cs typeface="Barlow Semi Condensed"/>
              <a:sym typeface="Barlow Semi Condense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3" name="Shape 4083"/>
        <p:cNvGrpSpPr/>
        <p:nvPr/>
      </p:nvGrpSpPr>
      <p:grpSpPr>
        <a:xfrm>
          <a:off x="0" y="0"/>
          <a:ext cx="0" cy="0"/>
          <a:chOff x="0" y="0"/>
          <a:chExt cx="0" cy="0"/>
        </a:xfrm>
      </p:grpSpPr>
      <p:sp>
        <p:nvSpPr>
          <p:cNvPr id="4084" name="Google Shape;4084;g2d6744795db_4_3179"/>
          <p:cNvSpPr/>
          <p:nvPr/>
        </p:nvSpPr>
        <p:spPr>
          <a:xfrm>
            <a:off x="1611443" y="2721872"/>
            <a:ext cx="6843000" cy="20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4085" name="Google Shape;4085;g2d6744795db_4_3179"/>
          <p:cNvSpPr txBox="1"/>
          <p:nvPr/>
        </p:nvSpPr>
        <p:spPr>
          <a:xfrm>
            <a:off x="1703554" y="426019"/>
            <a:ext cx="5496900" cy="728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n" sz="2800" u="none" cap="none" strike="noStrike">
                <a:solidFill>
                  <a:schemeClr val="dk2"/>
                </a:solidFill>
                <a:latin typeface="Fjalla One"/>
                <a:ea typeface="Fjalla One"/>
                <a:cs typeface="Fjalla One"/>
                <a:sym typeface="Fjalla One"/>
              </a:rPr>
              <a:t>Refactoring Example</a:t>
            </a:r>
            <a:endParaRPr/>
          </a:p>
          <a:p>
            <a:pPr indent="0" lvl="0" marL="0" marR="0" rtl="0" algn="ctr">
              <a:lnSpc>
                <a:spcPct val="100000"/>
              </a:lnSpc>
              <a:spcBef>
                <a:spcPts val="0"/>
              </a:spcBef>
              <a:spcAft>
                <a:spcPts val="0"/>
              </a:spcAft>
              <a:buNone/>
            </a:pPr>
            <a:r>
              <a:rPr b="1" i="0" lang="en" sz="1400" u="none" cap="none" strike="noStrike">
                <a:solidFill>
                  <a:schemeClr val="dk1"/>
                </a:solidFill>
                <a:latin typeface="Arial"/>
                <a:ea typeface="Arial"/>
                <a:cs typeface="Arial"/>
                <a:sym typeface="Arial"/>
              </a:rPr>
              <a:t>Fetching Data from Database</a:t>
            </a:r>
            <a:endParaRPr b="0" i="0" sz="1400" u="none" cap="none" strike="noStrike">
              <a:solidFill>
                <a:schemeClr val="dk2"/>
              </a:solidFill>
              <a:latin typeface="Fjalla One"/>
              <a:ea typeface="Fjalla One"/>
              <a:cs typeface="Fjalla One"/>
              <a:sym typeface="Fjalla One"/>
            </a:endParaRPr>
          </a:p>
        </p:txBody>
      </p:sp>
      <p:sp>
        <p:nvSpPr>
          <p:cNvPr id="4086" name="Google Shape;4086;g2d6744795db_4_3179"/>
          <p:cNvSpPr txBox="1"/>
          <p:nvPr/>
        </p:nvSpPr>
        <p:spPr>
          <a:xfrm>
            <a:off x="865523" y="1234727"/>
            <a:ext cx="7588800" cy="1334400"/>
          </a:xfrm>
          <a:prstGeom prst="rect">
            <a:avLst/>
          </a:prstGeom>
          <a:noFill/>
          <a:ln>
            <a:noFill/>
          </a:ln>
        </p:spPr>
        <p:txBody>
          <a:bodyPr anchorCtr="0" anchor="t" bIns="45700" lIns="91425" spcFirstLastPara="1" rIns="91425" wrap="square" tIns="45700">
            <a:spAutoFit/>
          </a:bodyPr>
          <a:lstStyle/>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Before Refactoring</a:t>
            </a:r>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1"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Data was fetched directly from the database using Django's connection.cursor() and raw SQL queries. This approach was functional but lacked the benefits of Django's ORM.</a:t>
            </a:r>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chemeClr val="dk1"/>
              </a:solidFill>
              <a:latin typeface="Arial"/>
              <a:ea typeface="Arial"/>
              <a:cs typeface="Arial"/>
              <a:sym typeface="Arial"/>
            </a:endParaRPr>
          </a:p>
        </p:txBody>
      </p:sp>
      <p:pic>
        <p:nvPicPr>
          <p:cNvPr id="4087" name="Google Shape;4087;g2d6744795db_4_3179"/>
          <p:cNvPicPr preferRelativeResize="0"/>
          <p:nvPr/>
        </p:nvPicPr>
        <p:blipFill rotWithShape="1">
          <a:blip r:embed="rId3">
            <a:alphaModFix/>
          </a:blip>
          <a:srcRect b="0" l="0" r="0" t="0"/>
          <a:stretch/>
        </p:blipFill>
        <p:spPr>
          <a:xfrm>
            <a:off x="1524000" y="2486780"/>
            <a:ext cx="6096002" cy="1489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1" name="Shape 4091"/>
        <p:cNvGrpSpPr/>
        <p:nvPr/>
      </p:nvGrpSpPr>
      <p:grpSpPr>
        <a:xfrm>
          <a:off x="0" y="0"/>
          <a:ext cx="0" cy="0"/>
          <a:chOff x="0" y="0"/>
          <a:chExt cx="0" cy="0"/>
        </a:xfrm>
      </p:grpSpPr>
      <p:sp>
        <p:nvSpPr>
          <p:cNvPr id="4092" name="Google Shape;4092;g2d6744795db_4_3186"/>
          <p:cNvSpPr/>
          <p:nvPr/>
        </p:nvSpPr>
        <p:spPr>
          <a:xfrm>
            <a:off x="1611443" y="2637233"/>
            <a:ext cx="6843000" cy="369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93" name="Google Shape;4093;g2d6744795db_4_3186"/>
          <p:cNvSpPr txBox="1"/>
          <p:nvPr/>
        </p:nvSpPr>
        <p:spPr>
          <a:xfrm>
            <a:off x="753098" y="233548"/>
            <a:ext cx="8068500" cy="1086600"/>
          </a:xfrm>
          <a:prstGeom prst="rect">
            <a:avLst/>
          </a:prstGeom>
          <a:noFill/>
          <a:ln>
            <a:noFill/>
          </a:ln>
        </p:spPr>
        <p:txBody>
          <a:bodyPr anchorCtr="0" anchor="t" bIns="45700" lIns="91425" spcFirstLastPara="1" rIns="91425" wrap="square" tIns="45700">
            <a:spAutoFit/>
          </a:bodyPr>
          <a:lstStyle/>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After Refactoring</a:t>
            </a:r>
            <a:endParaRPr/>
          </a:p>
          <a:p>
            <a:pPr indent="0" lvl="0" marL="0" marR="0" rtl="0" algn="l">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The implementation now leverages Django's ORM and the Movie model for database interaction. This improves readability, maintainability, and security.</a:t>
            </a:r>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chemeClr val="dk1"/>
              </a:solidFill>
              <a:latin typeface="Arial"/>
              <a:ea typeface="Arial"/>
              <a:cs typeface="Arial"/>
              <a:sym typeface="Arial"/>
            </a:endParaRPr>
          </a:p>
        </p:txBody>
      </p:sp>
      <p:pic>
        <p:nvPicPr>
          <p:cNvPr id="4094" name="Google Shape;4094;g2d6744795db_4_3186"/>
          <p:cNvPicPr preferRelativeResize="0"/>
          <p:nvPr/>
        </p:nvPicPr>
        <p:blipFill rotWithShape="1">
          <a:blip r:embed="rId3">
            <a:alphaModFix/>
          </a:blip>
          <a:srcRect b="0" l="0" r="0" t="0"/>
          <a:stretch/>
        </p:blipFill>
        <p:spPr>
          <a:xfrm>
            <a:off x="535741" y="1124922"/>
            <a:ext cx="8387125" cy="376328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8" name="Shape 4098"/>
        <p:cNvGrpSpPr/>
        <p:nvPr/>
      </p:nvGrpSpPr>
      <p:grpSpPr>
        <a:xfrm>
          <a:off x="0" y="0"/>
          <a:ext cx="0" cy="0"/>
          <a:chOff x="0" y="0"/>
          <a:chExt cx="0" cy="0"/>
        </a:xfrm>
      </p:grpSpPr>
      <p:sp>
        <p:nvSpPr>
          <p:cNvPr id="4099" name="Google Shape;4099;g2d6744795db_4_3192"/>
          <p:cNvSpPr/>
          <p:nvPr/>
        </p:nvSpPr>
        <p:spPr>
          <a:xfrm>
            <a:off x="1611443" y="2721872"/>
            <a:ext cx="6843000" cy="20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4100" name="Google Shape;4100;g2d6744795db_4_3192"/>
          <p:cNvSpPr txBox="1"/>
          <p:nvPr/>
        </p:nvSpPr>
        <p:spPr>
          <a:xfrm>
            <a:off x="1703554" y="426020"/>
            <a:ext cx="54969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n" sz="2800" u="none" cap="none" strike="noStrike">
                <a:solidFill>
                  <a:schemeClr val="dk2"/>
                </a:solidFill>
                <a:latin typeface="Fjalla One"/>
                <a:ea typeface="Fjalla One"/>
                <a:cs typeface="Fjalla One"/>
                <a:sym typeface="Fjalla One"/>
              </a:rPr>
              <a:t>Key Benefits of Refactoring</a:t>
            </a:r>
            <a:endParaRPr/>
          </a:p>
        </p:txBody>
      </p:sp>
      <p:sp>
        <p:nvSpPr>
          <p:cNvPr id="4101" name="Google Shape;4101;g2d6744795db_4_3192"/>
          <p:cNvSpPr txBox="1"/>
          <p:nvPr/>
        </p:nvSpPr>
        <p:spPr>
          <a:xfrm>
            <a:off x="865523" y="1234727"/>
            <a:ext cx="7588800" cy="3706500"/>
          </a:xfrm>
          <a:prstGeom prst="rect">
            <a:avLst/>
          </a:prstGeom>
          <a:noFill/>
          <a:ln>
            <a:noFill/>
          </a:ln>
        </p:spPr>
        <p:txBody>
          <a:bodyPr anchorCtr="0" anchor="t" bIns="45700" lIns="91425" spcFirstLastPara="1" rIns="91425" wrap="square" tIns="45700">
            <a:spAutoFit/>
          </a:bodyPr>
          <a:lstStyle/>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Readability</a:t>
            </a:r>
            <a:r>
              <a:rPr b="0" i="0" lang="en" sz="1400" u="none" cap="none" strike="noStrike">
                <a:solidFill>
                  <a:schemeClr val="dk1"/>
                </a:solidFill>
                <a:latin typeface="Arial"/>
                <a:ea typeface="Arial"/>
                <a:cs typeface="Arial"/>
                <a:sym typeface="Arial"/>
              </a:rPr>
              <a:t>: ORM queries like Movie.objects.all().values() are more expressive and easier to understand than raw SQL.</a:t>
            </a:r>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chemeClr val="dk1"/>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Maintainability</a:t>
            </a:r>
            <a:r>
              <a:rPr b="0" i="0" lang="en" sz="1400" u="none" cap="none" strike="noStrike">
                <a:solidFill>
                  <a:schemeClr val="dk1"/>
                </a:solidFill>
                <a:latin typeface="Arial"/>
                <a:ea typeface="Arial"/>
                <a:cs typeface="Arial"/>
                <a:sym typeface="Arial"/>
              </a:rPr>
              <a:t>: </a:t>
            </a:r>
            <a:r>
              <a:rPr b="0" i="0" lang="en" sz="1400" u="none" cap="none" strike="noStrike">
                <a:solidFill>
                  <a:srgbClr val="000000"/>
                </a:solidFill>
                <a:latin typeface="Arial"/>
                <a:ea typeface="Arial"/>
                <a:cs typeface="Arial"/>
                <a:sym typeface="Arial"/>
              </a:rPr>
              <a:t>Model definitions act as a single source of truth. Any schema changes are handled in the model, not scattered across raw SQL queries</a:t>
            </a:r>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chemeClr val="dk1"/>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Extensibility </a:t>
            </a:r>
            <a:r>
              <a:rPr b="0" i="0" lang="en" sz="1400" u="none" cap="none" strike="noStrike">
                <a:solidFill>
                  <a:schemeClr val="dk1"/>
                </a:solidFill>
                <a:latin typeface="Arial"/>
                <a:ea typeface="Arial"/>
                <a:cs typeface="Arial"/>
                <a:sym typeface="Arial"/>
              </a:rPr>
              <a:t>: Filtering, ordering, and complex queries can now be handled with ORM methods, simplifying future feature additions.</a:t>
            </a:r>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chemeClr val="dk1"/>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Security</a:t>
            </a:r>
            <a:r>
              <a:rPr b="0" i="0" lang="en" sz="1400" u="none" cap="none" strike="noStrike">
                <a:solidFill>
                  <a:schemeClr val="dk1"/>
                </a:solidFill>
                <a:latin typeface="Arial"/>
                <a:ea typeface="Arial"/>
                <a:cs typeface="Arial"/>
                <a:sym typeface="Arial"/>
              </a:rPr>
              <a:t>: The ORM automatically escapes inputs, reducing the risk of SQL injection.</a:t>
            </a:r>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chemeClr val="dk1"/>
              </a:solidFill>
              <a:latin typeface="Arial"/>
              <a:ea typeface="Arial"/>
              <a:cs typeface="Arial"/>
              <a:sym typeface="Arial"/>
            </a:endParaRPr>
          </a:p>
          <a:p>
            <a:pPr indent="-228600" lvl="0" marL="228600" marR="0" rtl="0" algn="l">
              <a:lnSpc>
                <a:spcPct val="115000"/>
              </a:lnSpc>
              <a:spcBef>
                <a:spcPts val="0"/>
              </a:spcBef>
              <a:spcAft>
                <a:spcPts val="0"/>
              </a:spcAft>
              <a:buClr>
                <a:schemeClr val="accent1"/>
              </a:buClr>
              <a:buSzPts val="1600"/>
              <a:buFont typeface="Barlow Semi Condensed"/>
              <a:buChar char="●"/>
            </a:pPr>
            <a:r>
              <a:rPr b="1" i="0" lang="en" sz="1400" u="none" cap="none" strike="noStrike">
                <a:solidFill>
                  <a:schemeClr val="dk1"/>
                </a:solidFill>
                <a:latin typeface="Arial"/>
                <a:ea typeface="Arial"/>
                <a:cs typeface="Arial"/>
                <a:sym typeface="Arial"/>
              </a:rPr>
              <a:t>Reusability</a:t>
            </a:r>
            <a:r>
              <a:rPr b="0" i="0" lang="en" sz="1400" u="none" cap="none" strike="noStrike">
                <a:solidFill>
                  <a:schemeClr val="dk1"/>
                </a:solidFill>
                <a:latin typeface="Arial"/>
                <a:ea typeface="Arial"/>
                <a:cs typeface="Arial"/>
                <a:sym typeface="Arial"/>
              </a:rPr>
              <a:t>: The Movie model can be reused throughout the project, allowing consistent access to database data</a:t>
            </a:r>
            <a:endParaRPr b="0" i="0" sz="1400" u="none" cap="none" strike="noStrike">
              <a:solidFill>
                <a:schemeClr val="dk1"/>
              </a:solidFill>
              <a:latin typeface="Arial"/>
              <a:ea typeface="Arial"/>
              <a:cs typeface="Arial"/>
              <a:sym typeface="Arial"/>
            </a:endParaRPr>
          </a:p>
          <a:p>
            <a:pPr indent="-127000" lvl="0" marL="228600" marR="0" rtl="0" algn="l">
              <a:lnSpc>
                <a:spcPct val="115000"/>
              </a:lnSpc>
              <a:spcBef>
                <a:spcPts val="0"/>
              </a:spcBef>
              <a:spcAft>
                <a:spcPts val="0"/>
              </a:spcAft>
              <a:buClr>
                <a:schemeClr val="accent1"/>
              </a:buClr>
              <a:buSzPts val="1600"/>
              <a:buFont typeface="Barlow Semi Condensed"/>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5" name="Shape 4105"/>
        <p:cNvGrpSpPr/>
        <p:nvPr/>
      </p:nvGrpSpPr>
      <p:grpSpPr>
        <a:xfrm>
          <a:off x="0" y="0"/>
          <a:ext cx="0" cy="0"/>
          <a:chOff x="0" y="0"/>
          <a:chExt cx="0" cy="0"/>
        </a:xfrm>
      </p:grpSpPr>
      <p:sp>
        <p:nvSpPr>
          <p:cNvPr id="4106" name="Google Shape;4106;g2d6744795db_4_3203"/>
          <p:cNvSpPr txBox="1"/>
          <p:nvPr>
            <p:ph type="title"/>
          </p:nvPr>
        </p:nvSpPr>
        <p:spPr>
          <a:xfrm>
            <a:off x="1823475" y="338328"/>
            <a:ext cx="5496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Requirement Management</a:t>
            </a:r>
            <a:endParaRPr/>
          </a:p>
        </p:txBody>
      </p:sp>
      <p:sp>
        <p:nvSpPr>
          <p:cNvPr id="4107" name="Google Shape;4107;g2d6744795db_4_3203"/>
          <p:cNvSpPr txBox="1"/>
          <p:nvPr/>
        </p:nvSpPr>
        <p:spPr>
          <a:xfrm>
            <a:off x="1013538" y="1617643"/>
            <a:ext cx="71169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Jira </a:t>
            </a:r>
            <a:r>
              <a:rPr b="0" i="0" lang="en" sz="1400" u="none" cap="none" strike="noStrike">
                <a:solidFill>
                  <a:srgbClr val="000000"/>
                </a:solidFill>
                <a:latin typeface="Arial"/>
                <a:ea typeface="Arial"/>
                <a:cs typeface="Arial"/>
                <a:sym typeface="Arial"/>
              </a:rPr>
              <a:t>for managing user stories, tasks, and epics, with Kanban boards for tracking progress.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Progress Reports </a:t>
            </a:r>
            <a:r>
              <a:rPr b="0" i="0" lang="en" sz="1400" u="none" cap="none" strike="noStrike">
                <a:solidFill>
                  <a:srgbClr val="000000"/>
                </a:solidFill>
                <a:latin typeface="Arial"/>
                <a:ea typeface="Arial"/>
                <a:cs typeface="Arial"/>
                <a:sym typeface="Arial"/>
              </a:rPr>
              <a:t>for weekly updates on completed tasks, ongoing work, and blockers</a:t>
            </a:r>
            <a:endParaRPr b="0" i="0" sz="1400" u="none" cap="none" strike="noStrike">
              <a:solidFill>
                <a:srgbClr val="000000"/>
              </a:solidFill>
              <a:latin typeface="Arial"/>
              <a:ea typeface="Arial"/>
              <a:cs typeface="Arial"/>
              <a:sym typeface="Arial"/>
            </a:endParaRPr>
          </a:p>
        </p:txBody>
      </p:sp>
      <p:sp>
        <p:nvSpPr>
          <p:cNvPr id="4108" name="Google Shape;4108;g2d6744795db_4_3203"/>
          <p:cNvSpPr/>
          <p:nvPr/>
        </p:nvSpPr>
        <p:spPr>
          <a:xfrm>
            <a:off x="1013538" y="3400898"/>
            <a:ext cx="7236600" cy="95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Changes </a:t>
            </a:r>
            <a:r>
              <a:rPr b="0" i="0" lang="en" sz="1400" u="none" cap="none" strike="noStrike">
                <a:solidFill>
                  <a:srgbClr val="000000"/>
                </a:solidFill>
                <a:latin typeface="Arial"/>
                <a:ea typeface="Arial"/>
                <a:cs typeface="Arial"/>
                <a:sym typeface="Arial"/>
              </a:rPr>
              <a:t>were logged in Jira, assigned priorities, and approved after impact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Updates</a:t>
            </a:r>
            <a:r>
              <a:rPr b="0" i="0" lang="en" sz="1400" u="none" cap="none" strike="noStrike">
                <a:solidFill>
                  <a:srgbClr val="000000"/>
                </a:solidFill>
                <a:latin typeface="Arial"/>
                <a:ea typeface="Arial"/>
                <a:cs typeface="Arial"/>
                <a:sym typeface="Arial"/>
              </a:rPr>
              <a:t> were discussed in team meetings and reflected in user stories, and acceptance criteria. </a:t>
            </a:r>
            <a:endParaRPr b="0" i="0" sz="1400" u="none" cap="none" strike="noStrike">
              <a:solidFill>
                <a:srgbClr val="000000"/>
              </a:solidFill>
              <a:latin typeface="Arial"/>
              <a:ea typeface="Arial"/>
              <a:cs typeface="Arial"/>
              <a:sym typeface="Arial"/>
            </a:endParaRPr>
          </a:p>
        </p:txBody>
      </p:sp>
      <p:sp>
        <p:nvSpPr>
          <p:cNvPr id="4109" name="Google Shape;4109;g2d6744795db_4_3203"/>
          <p:cNvSpPr txBox="1"/>
          <p:nvPr/>
        </p:nvSpPr>
        <p:spPr>
          <a:xfrm>
            <a:off x="1013538" y="1181981"/>
            <a:ext cx="3706500" cy="43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Tracking Requirement</a:t>
            </a:r>
            <a:endParaRPr b="0" i="0" sz="1400" u="none" cap="none" strike="noStrike">
              <a:solidFill>
                <a:srgbClr val="000000"/>
              </a:solidFill>
              <a:latin typeface="Arial"/>
              <a:ea typeface="Arial"/>
              <a:cs typeface="Arial"/>
              <a:sym typeface="Arial"/>
            </a:endParaRPr>
          </a:p>
        </p:txBody>
      </p:sp>
      <p:sp>
        <p:nvSpPr>
          <p:cNvPr id="4110" name="Google Shape;4110;g2d6744795db_4_3203"/>
          <p:cNvSpPr txBox="1"/>
          <p:nvPr/>
        </p:nvSpPr>
        <p:spPr>
          <a:xfrm>
            <a:off x="1013538" y="2789581"/>
            <a:ext cx="3706500" cy="43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Handling Requirement Changes</a:t>
            </a:r>
            <a:endParaRPr b="0" i="0" sz="1800" u="none" cap="none" strike="noStrike">
              <a:solidFill>
                <a:schemeClr val="accent1"/>
              </a:solidFill>
              <a:latin typeface="Barlow Semi Condensed Medium"/>
              <a:ea typeface="Barlow Semi Condensed Medium"/>
              <a:cs typeface="Barlow Semi Condensed Medium"/>
              <a:sym typeface="Barlow Semi Condensed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4" name="Shape 4114"/>
        <p:cNvGrpSpPr/>
        <p:nvPr/>
      </p:nvGrpSpPr>
      <p:grpSpPr>
        <a:xfrm>
          <a:off x="0" y="0"/>
          <a:ext cx="0" cy="0"/>
          <a:chOff x="0" y="0"/>
          <a:chExt cx="0" cy="0"/>
        </a:xfrm>
      </p:grpSpPr>
      <p:sp>
        <p:nvSpPr>
          <p:cNvPr id="4115" name="Google Shape;4115;g2d6744795db_12_0"/>
          <p:cNvSpPr txBox="1"/>
          <p:nvPr>
            <p:ph type="title"/>
          </p:nvPr>
        </p:nvSpPr>
        <p:spPr>
          <a:xfrm>
            <a:off x="1823475" y="338328"/>
            <a:ext cx="5496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User Story Counts Table</a:t>
            </a:r>
            <a:endParaRPr/>
          </a:p>
        </p:txBody>
      </p:sp>
      <p:graphicFrame>
        <p:nvGraphicFramePr>
          <p:cNvPr id="4116" name="Google Shape;4116;g2d6744795db_12_0"/>
          <p:cNvGraphicFramePr/>
          <p:nvPr/>
        </p:nvGraphicFramePr>
        <p:xfrm>
          <a:off x="1643474" y="1653280"/>
          <a:ext cx="3000000" cy="3000000"/>
        </p:xfrm>
        <a:graphic>
          <a:graphicData uri="http://schemas.openxmlformats.org/drawingml/2006/table">
            <a:tbl>
              <a:tblPr>
                <a:noFill/>
                <a:tableStyleId>{EA4AA74A-6E8F-4D78-BF81-FFDBBE9EC496}</a:tableStyleId>
              </a:tblPr>
              <a:tblGrid>
                <a:gridCol w="1025825"/>
                <a:gridCol w="1465925"/>
                <a:gridCol w="1684025"/>
                <a:gridCol w="1036325"/>
                <a:gridCol w="464825"/>
              </a:tblGrid>
              <a:tr h="632825">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595959"/>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Barlow Semi Condensed Medium"/>
                          <a:ea typeface="Barlow Semi Condensed Medium"/>
                          <a:cs typeface="Barlow Semi Condensed Medium"/>
                          <a:sym typeface="Barlow Semi Condensed Medium"/>
                        </a:rPr>
                        <a:t>Planned</a:t>
                      </a:r>
                      <a:endParaRPr/>
                    </a:p>
                  </a:txBody>
                  <a:tcPr marT="91425" marB="91425" marR="91425" marL="91425" anchor="ctr">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solidFill>
                            <a:schemeClr val="dk2"/>
                          </a:solidFill>
                          <a:latin typeface="Barlow Semi Condensed Medium"/>
                          <a:ea typeface="Barlow Semi Condensed Medium"/>
                          <a:cs typeface="Barlow Semi Condensed Medium"/>
                          <a:sym typeface="Barlow Semi Condensed Medium"/>
                        </a:rPr>
                        <a:t>Completed</a:t>
                      </a:r>
                      <a:endParaRPr sz="1600" u="none" cap="none" strike="noStrike">
                        <a:solidFill>
                          <a:schemeClr val="dk2"/>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solidFill>
                            <a:schemeClr val="dk2"/>
                          </a:solidFill>
                          <a:latin typeface="Barlow Semi Condensed Medium"/>
                          <a:ea typeface="Barlow Semi Condensed Medium"/>
                          <a:cs typeface="Barlow Semi Condensed Medium"/>
                          <a:sym typeface="Barlow Semi Condensed Medium"/>
                        </a:rPr>
                        <a:t>        Total</a:t>
                      </a:r>
                      <a:endParaRPr sz="1600" u="none" cap="none" strike="noStrike">
                        <a:solidFill>
                          <a:schemeClr val="dk2"/>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400" u="none" cap="none" strike="noStrike"/>
                    </a:p>
                  </a:txBody>
                  <a:tcPr marT="91425" marB="91425" marR="91425" marL="91425" anchor="ctr">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accent1"/>
                    </a:solidFill>
                  </a:tcPr>
                </a:tc>
              </a:tr>
              <a:tr h="385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595959"/>
                          </a:solidFill>
                          <a:latin typeface="Barlow Semi Condensed Medium"/>
                          <a:ea typeface="Barlow Semi Condensed Medium"/>
                          <a:cs typeface="Barlow Semi Condensed Medium"/>
                          <a:sym typeface="Barlow Semi Condensed Medium"/>
                        </a:rPr>
                        <a:t>Counts</a:t>
                      </a:r>
                      <a:endParaRPr sz="1400" u="none" cap="none" strike="noStrike">
                        <a:solidFill>
                          <a:srgbClr val="595959"/>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595959"/>
                          </a:solidFill>
                          <a:latin typeface="Barlow Semi Condensed Medium"/>
                          <a:ea typeface="Barlow Semi Condensed Medium"/>
                          <a:cs typeface="Barlow Semi Condensed Medium"/>
                          <a:sym typeface="Barlow Semi Condensed Medium"/>
                        </a:rPr>
                        <a:t>               3</a:t>
                      </a:r>
                      <a:endParaRPr sz="1400" u="none" cap="none" strike="noStrike">
                        <a:solidFill>
                          <a:srgbClr val="595959"/>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595959"/>
                          </a:solidFill>
                          <a:latin typeface="Barlow Semi Condensed Medium"/>
                          <a:ea typeface="Barlow Semi Condensed Medium"/>
                          <a:cs typeface="Barlow Semi Condensed Medium"/>
                          <a:sym typeface="Barlow Semi Condensed Medium"/>
                        </a:rPr>
                        <a:t>                  13</a:t>
                      </a:r>
                      <a:endParaRPr sz="1400" u="none" cap="none" strike="noStrike">
                        <a:solidFill>
                          <a:srgbClr val="595959"/>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595959"/>
                          </a:solidFill>
                          <a:latin typeface="Barlow Semi Condensed Medium"/>
                          <a:ea typeface="Barlow Semi Condensed Medium"/>
                          <a:cs typeface="Barlow Semi Condensed Medium"/>
                          <a:sym typeface="Barlow Semi Condensed Medium"/>
                        </a:rPr>
                        <a:t>               16</a:t>
                      </a:r>
                      <a:endParaRPr sz="1400" u="none" cap="none" strike="noStrike">
                        <a:solidFill>
                          <a:srgbClr val="595959"/>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595959"/>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815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595959"/>
                          </a:solidFill>
                          <a:latin typeface="Barlow Semi Condensed Medium"/>
                          <a:ea typeface="Barlow Semi Condensed Medium"/>
                          <a:cs typeface="Barlow Semi Condensed Medium"/>
                          <a:sym typeface="Barlow Semi Condensed Medium"/>
                        </a:rPr>
                        <a:t>Points</a:t>
                      </a:r>
                      <a:endParaRPr sz="1400" u="none" cap="none" strike="noStrike"/>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D6CF">
                        <a:alpha val="30980"/>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595959"/>
                          </a:solidFill>
                          <a:latin typeface="Barlow Semi Condensed Medium"/>
                          <a:ea typeface="Barlow Semi Condensed Medium"/>
                          <a:cs typeface="Barlow Semi Condensed Medium"/>
                          <a:sym typeface="Barlow Semi Condensed Medium"/>
                        </a:rPr>
                        <a:t>               10</a:t>
                      </a:r>
                      <a:endParaRPr sz="1400" u="none" cap="none" strike="noStrike">
                        <a:solidFill>
                          <a:srgbClr val="595959"/>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D6CF">
                        <a:alpha val="30980"/>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595959"/>
                          </a:solidFill>
                          <a:latin typeface="Barlow Semi Condensed Medium"/>
                          <a:ea typeface="Barlow Semi Condensed Medium"/>
                          <a:cs typeface="Barlow Semi Condensed Medium"/>
                          <a:sym typeface="Barlow Semi Condensed Medium"/>
                        </a:rPr>
                        <a:t>                  89</a:t>
                      </a:r>
                      <a:endParaRPr sz="1400" u="none" cap="none" strike="noStrike">
                        <a:solidFill>
                          <a:srgbClr val="595959"/>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D6CF">
                        <a:alpha val="30980"/>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595959"/>
                          </a:solidFill>
                          <a:latin typeface="Barlow Semi Condensed Medium"/>
                          <a:ea typeface="Barlow Semi Condensed Medium"/>
                          <a:cs typeface="Barlow Semi Condensed Medium"/>
                          <a:sym typeface="Barlow Semi Condensed Medium"/>
                        </a:rPr>
                        <a:t>               99</a:t>
                      </a:r>
                      <a:endParaRPr sz="1400" u="none" cap="none" strike="noStrike">
                        <a:solidFill>
                          <a:srgbClr val="595959"/>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D6CF">
                        <a:alpha val="30980"/>
                      </a:srgb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595959"/>
                          </a:solidFill>
                          <a:latin typeface="Barlow Semi Condensed Medium"/>
                          <a:ea typeface="Barlow Semi Condensed Medium"/>
                          <a:cs typeface="Barlow Semi Condensed Medium"/>
                          <a:sym typeface="Barlow Semi Condensed Medium"/>
                        </a:rPr>
                        <a:t>                 </a:t>
                      </a:r>
                      <a:endParaRPr sz="1400" u="none" cap="none" strike="noStrike">
                        <a:solidFill>
                          <a:srgbClr val="595959"/>
                        </a:solidFill>
                        <a:latin typeface="Barlow Semi Condensed Medium"/>
                        <a:ea typeface="Barlow Semi Condensed Medium"/>
                        <a:cs typeface="Barlow Semi Condensed Medium"/>
                        <a:sym typeface="Barlow Semi Condensed Medium"/>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D6CF">
                        <a:alpha val="30980"/>
                      </a:srgbClr>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0" name="Shape 4120"/>
        <p:cNvGrpSpPr/>
        <p:nvPr/>
      </p:nvGrpSpPr>
      <p:grpSpPr>
        <a:xfrm>
          <a:off x="0" y="0"/>
          <a:ext cx="0" cy="0"/>
          <a:chOff x="0" y="0"/>
          <a:chExt cx="0" cy="0"/>
        </a:xfrm>
      </p:grpSpPr>
      <p:sp>
        <p:nvSpPr>
          <p:cNvPr id="4121" name="Google Shape;4121;p26"/>
          <p:cNvSpPr txBox="1"/>
          <p:nvPr>
            <p:ph type="title"/>
          </p:nvPr>
        </p:nvSpPr>
        <p:spPr>
          <a:xfrm>
            <a:off x="2971800" y="2231136"/>
            <a:ext cx="3200400" cy="80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4700"/>
              <a:t>Testing</a:t>
            </a:r>
            <a:endParaRPr sz="4700"/>
          </a:p>
        </p:txBody>
      </p:sp>
      <p:sp>
        <p:nvSpPr>
          <p:cNvPr id="4122" name="Google Shape;4122;p26"/>
          <p:cNvSpPr txBox="1"/>
          <p:nvPr>
            <p:ph idx="2" type="title"/>
          </p:nvPr>
        </p:nvSpPr>
        <p:spPr>
          <a:xfrm>
            <a:off x="2971800" y="1161288"/>
            <a:ext cx="2967600" cy="10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t>05</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6" name="Shape 4126"/>
        <p:cNvGrpSpPr/>
        <p:nvPr/>
      </p:nvGrpSpPr>
      <p:grpSpPr>
        <a:xfrm>
          <a:off x="0" y="0"/>
          <a:ext cx="0" cy="0"/>
          <a:chOff x="0" y="0"/>
          <a:chExt cx="0" cy="0"/>
        </a:xfrm>
      </p:grpSpPr>
      <p:sp>
        <p:nvSpPr>
          <p:cNvPr id="4127" name="Google Shape;4127;p27"/>
          <p:cNvSpPr txBox="1"/>
          <p:nvPr>
            <p:ph type="title"/>
          </p:nvPr>
        </p:nvSpPr>
        <p:spPr>
          <a:xfrm>
            <a:off x="896112" y="2039112"/>
            <a:ext cx="3566100" cy="1362600"/>
          </a:xfrm>
          <a:prstGeom prst="rect">
            <a:avLst/>
          </a:prstGeom>
          <a:noFill/>
          <a:ln>
            <a:noFill/>
          </a:ln>
        </p:spPr>
        <p:txBody>
          <a:bodyPr anchorCtr="0" anchor="b" bIns="91425" lIns="91425" spcFirstLastPara="1" rIns="91425" wrap="square" tIns="91425">
            <a:normAutofit/>
          </a:bodyPr>
          <a:lstStyle/>
          <a:p>
            <a:pPr indent="0" lvl="0" marL="0" rtl="0" algn="ctr">
              <a:lnSpc>
                <a:spcPct val="90000"/>
              </a:lnSpc>
              <a:spcBef>
                <a:spcPts val="0"/>
              </a:spcBef>
              <a:spcAft>
                <a:spcPts val="0"/>
              </a:spcAft>
              <a:buSzPts val="4200"/>
              <a:buNone/>
            </a:pPr>
            <a:r>
              <a:rPr b="0" i="0" lang="en" u="none" cap="none" strike="noStrike">
                <a:latin typeface="Fjalla One"/>
                <a:ea typeface="Fjalla One"/>
                <a:cs typeface="Fjalla One"/>
                <a:sym typeface="Fjalla One"/>
              </a:rPr>
              <a:t>Testing overview</a:t>
            </a:r>
            <a:endParaRPr b="0" i="0" u="none" cap="none" strike="noStrike">
              <a:latin typeface="Fjalla One"/>
              <a:ea typeface="Fjalla One"/>
              <a:cs typeface="Fjalla One"/>
              <a:sym typeface="Fjalla One"/>
            </a:endParaRPr>
          </a:p>
        </p:txBody>
      </p:sp>
      <p:sp>
        <p:nvSpPr>
          <p:cNvPr id="4128" name="Google Shape;4128;p27"/>
          <p:cNvSpPr txBox="1"/>
          <p:nvPr/>
        </p:nvSpPr>
        <p:spPr>
          <a:xfrm>
            <a:off x="4899150" y="821850"/>
            <a:ext cx="3096000" cy="3478800"/>
          </a:xfrm>
          <a:prstGeom prst="rect">
            <a:avLst/>
          </a:prstGeom>
          <a:noFill/>
          <a:ln>
            <a:noFill/>
          </a:ln>
        </p:spPr>
        <p:txBody>
          <a:bodyPr anchorCtr="0" anchor="t" bIns="91425" lIns="91425" spcFirstLastPara="1" rIns="91425" wrap="square" tIns="91425">
            <a:normAutofit/>
          </a:bodyPr>
          <a:lstStyle/>
          <a:p>
            <a:pPr indent="-317500" lvl="0" marL="457200" marR="0" rtl="0" algn="l">
              <a:lnSpc>
                <a:spcPct val="100000"/>
              </a:lnSpc>
              <a:spcBef>
                <a:spcPts val="0"/>
              </a:spcBef>
              <a:spcAft>
                <a:spcPts val="0"/>
              </a:spcAft>
              <a:buClr>
                <a:schemeClr val="accent5"/>
              </a:buClr>
              <a:buSzPts val="1400"/>
              <a:buFont typeface="Barlow Semi Condensed"/>
              <a:buChar char="●"/>
            </a:pPr>
            <a:r>
              <a:rPr b="0" i="0" lang="en" sz="1400" u="none" cap="none" strike="noStrike">
                <a:solidFill>
                  <a:schemeClr val="accent5"/>
                </a:solidFill>
                <a:latin typeface="Barlow Semi Condensed"/>
                <a:ea typeface="Barlow Semi Condensed"/>
                <a:cs typeface="Barlow Semi Condensed"/>
                <a:sym typeface="Barlow Semi Condensed"/>
              </a:rPr>
              <a:t>Key Points:</a:t>
            </a:r>
            <a:endParaRPr/>
          </a:p>
          <a:p>
            <a:pPr indent="-317500" lvl="0" marL="457200" marR="0" rtl="0" algn="l">
              <a:lnSpc>
                <a:spcPct val="100000"/>
              </a:lnSpc>
              <a:spcBef>
                <a:spcPts val="600"/>
              </a:spcBef>
              <a:spcAft>
                <a:spcPts val="0"/>
              </a:spcAft>
              <a:buClr>
                <a:schemeClr val="accent5"/>
              </a:buClr>
              <a:buSzPts val="1400"/>
              <a:buFont typeface="Barlow Semi Condensed"/>
              <a:buChar char="●"/>
            </a:pPr>
            <a:r>
              <a:rPr b="0" i="0" lang="en" sz="1400" u="none" cap="none" strike="noStrike">
                <a:solidFill>
                  <a:schemeClr val="accent5"/>
                </a:solidFill>
                <a:latin typeface="Barlow Semi Condensed"/>
                <a:ea typeface="Barlow Semi Condensed"/>
                <a:cs typeface="Barlow Semi Condensed"/>
                <a:sym typeface="Barlow Semi Condensed"/>
              </a:rPr>
              <a:t>Testing ensures the reliability and functionality of the system by identifying issues early.</a:t>
            </a:r>
            <a:endParaRPr/>
          </a:p>
          <a:p>
            <a:pPr indent="-317500" lvl="0" marL="457200" marR="0" rtl="0" algn="l">
              <a:lnSpc>
                <a:spcPct val="100000"/>
              </a:lnSpc>
              <a:spcBef>
                <a:spcPts val="600"/>
              </a:spcBef>
              <a:spcAft>
                <a:spcPts val="0"/>
              </a:spcAft>
              <a:buClr>
                <a:schemeClr val="accent5"/>
              </a:buClr>
              <a:buSzPts val="1400"/>
              <a:buFont typeface="Barlow Semi Condensed"/>
              <a:buChar char="●"/>
            </a:pPr>
            <a:r>
              <a:rPr b="0" i="0" lang="en" sz="1400" u="none" cap="none" strike="noStrike">
                <a:solidFill>
                  <a:schemeClr val="accent5"/>
                </a:solidFill>
                <a:latin typeface="Barlow Semi Condensed"/>
                <a:ea typeface="Barlow Semi Condensed"/>
                <a:cs typeface="Barlow Semi Condensed"/>
                <a:sym typeface="Barlow Semi Condensed"/>
              </a:rPr>
              <a:t>Focused on:</a:t>
            </a:r>
            <a:endParaRPr/>
          </a:p>
          <a:p>
            <a:pPr indent="-317500" lvl="1" marL="457200" marR="0" rtl="0" algn="l">
              <a:lnSpc>
                <a:spcPct val="100000"/>
              </a:lnSpc>
              <a:spcBef>
                <a:spcPts val="600"/>
              </a:spcBef>
              <a:spcAft>
                <a:spcPts val="0"/>
              </a:spcAft>
              <a:buClr>
                <a:schemeClr val="accent5"/>
              </a:buClr>
              <a:buSzPts val="1400"/>
              <a:buFont typeface="Barlow Semi Condensed"/>
              <a:buChar char="●"/>
            </a:pPr>
            <a:r>
              <a:rPr b="0" i="0" lang="en" sz="1400" u="none" cap="none" strike="noStrike">
                <a:solidFill>
                  <a:schemeClr val="accent5"/>
                </a:solidFill>
                <a:latin typeface="Barlow Semi Condensed"/>
                <a:ea typeface="Barlow Semi Condensed"/>
                <a:cs typeface="Barlow Semi Condensed"/>
                <a:sym typeface="Barlow Semi Condensed"/>
              </a:rPr>
              <a:t>Verifying core functions, such as data visualization and sentiment analysis.</a:t>
            </a:r>
            <a:endParaRPr/>
          </a:p>
          <a:p>
            <a:pPr indent="-317500" lvl="1" marL="457200" marR="0" rtl="0" algn="l">
              <a:lnSpc>
                <a:spcPct val="100000"/>
              </a:lnSpc>
              <a:spcBef>
                <a:spcPts val="600"/>
              </a:spcBef>
              <a:spcAft>
                <a:spcPts val="0"/>
              </a:spcAft>
              <a:buClr>
                <a:schemeClr val="accent5"/>
              </a:buClr>
              <a:buSzPts val="1400"/>
              <a:buFont typeface="Barlow Semi Condensed"/>
              <a:buChar char="●"/>
            </a:pPr>
            <a:r>
              <a:rPr b="0" i="0" lang="en" sz="1400" u="none" cap="none" strike="noStrike">
                <a:solidFill>
                  <a:schemeClr val="accent5"/>
                </a:solidFill>
                <a:latin typeface="Barlow Semi Condensed"/>
                <a:ea typeface="Barlow Semi Condensed"/>
                <a:cs typeface="Barlow Semi Condensed"/>
                <a:sym typeface="Barlow Semi Condensed"/>
              </a:rPr>
              <a:t>Ensuring accurate data processing.</a:t>
            </a:r>
            <a:endParaRPr/>
          </a:p>
          <a:p>
            <a:pPr indent="-317500" lvl="1" marL="457200" marR="0" rtl="0" algn="l">
              <a:lnSpc>
                <a:spcPct val="100000"/>
              </a:lnSpc>
              <a:spcBef>
                <a:spcPts val="600"/>
              </a:spcBef>
              <a:spcAft>
                <a:spcPts val="0"/>
              </a:spcAft>
              <a:buClr>
                <a:schemeClr val="accent5"/>
              </a:buClr>
              <a:buSzPts val="1400"/>
              <a:buFont typeface="Barlow Semi Condensed"/>
              <a:buChar char="●"/>
            </a:pPr>
            <a:r>
              <a:rPr b="0" i="0" lang="en" sz="1400" u="none" cap="none" strike="noStrike">
                <a:solidFill>
                  <a:schemeClr val="accent5"/>
                </a:solidFill>
                <a:latin typeface="Barlow Semi Condensed"/>
                <a:ea typeface="Barlow Semi Condensed"/>
                <a:cs typeface="Barlow Semi Condensed"/>
                <a:sym typeface="Barlow Semi Condensed"/>
              </a:rPr>
              <a:t>Testing robustness under different conditions.</a:t>
            </a:r>
            <a:endParaRPr/>
          </a:p>
          <a:p>
            <a:pPr indent="-228600" lvl="0" marL="457200" marR="0" rtl="0" algn="l">
              <a:lnSpc>
                <a:spcPct val="100000"/>
              </a:lnSpc>
              <a:spcBef>
                <a:spcPts val="600"/>
              </a:spcBef>
              <a:spcAft>
                <a:spcPts val="600"/>
              </a:spcAft>
              <a:buClr>
                <a:schemeClr val="accent5"/>
              </a:buClr>
              <a:buSzPts val="1400"/>
              <a:buFont typeface="Barlow Semi Condensed"/>
              <a:buNone/>
            </a:pPr>
            <a:r>
              <a:t/>
            </a:r>
            <a:endParaRPr b="0" i="0" sz="1400" u="none" cap="none" strike="noStrike">
              <a:solidFill>
                <a:schemeClr val="accent5"/>
              </a:solidFill>
              <a:latin typeface="Barlow Semi Condensed"/>
              <a:ea typeface="Barlow Semi Condensed"/>
              <a:cs typeface="Barlow Semi Condensed"/>
              <a:sym typeface="Barlow Semi Condense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2" name="Shape 4132"/>
        <p:cNvGrpSpPr/>
        <p:nvPr/>
      </p:nvGrpSpPr>
      <p:grpSpPr>
        <a:xfrm>
          <a:off x="0" y="0"/>
          <a:ext cx="0" cy="0"/>
          <a:chOff x="0" y="0"/>
          <a:chExt cx="0" cy="0"/>
        </a:xfrm>
      </p:grpSpPr>
      <p:sp>
        <p:nvSpPr>
          <p:cNvPr id="4133" name="Google Shape;4133;p28"/>
          <p:cNvSpPr txBox="1"/>
          <p:nvPr>
            <p:ph type="title"/>
          </p:nvPr>
        </p:nvSpPr>
        <p:spPr>
          <a:xfrm>
            <a:off x="1568775" y="442350"/>
            <a:ext cx="6006300" cy="595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Testing types</a:t>
            </a:r>
            <a:endParaRPr/>
          </a:p>
        </p:txBody>
      </p:sp>
      <p:sp>
        <p:nvSpPr>
          <p:cNvPr id="4134" name="Google Shape;4134;p28"/>
          <p:cNvSpPr txBox="1"/>
          <p:nvPr>
            <p:ph idx="1" type="subTitle"/>
          </p:nvPr>
        </p:nvSpPr>
        <p:spPr>
          <a:xfrm>
            <a:off x="1709928" y="1545336"/>
            <a:ext cx="1945200" cy="37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sz="1800"/>
              <a:t>Unit Testing</a:t>
            </a:r>
            <a:endParaRPr/>
          </a:p>
        </p:txBody>
      </p:sp>
      <p:sp>
        <p:nvSpPr>
          <p:cNvPr id="4135" name="Google Shape;4135;p28"/>
          <p:cNvSpPr txBox="1"/>
          <p:nvPr>
            <p:ph idx="2" type="subTitle"/>
          </p:nvPr>
        </p:nvSpPr>
        <p:spPr>
          <a:xfrm>
            <a:off x="1709928" y="1938528"/>
            <a:ext cx="2489838" cy="75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600"/>
              <a:t>Testing individual functions or components (e.g. generate_word_cloud)</a:t>
            </a:r>
            <a:endParaRPr sz="1600">
              <a:latin typeface="Barlow Semi Condensed"/>
              <a:ea typeface="Barlow Semi Condensed"/>
              <a:cs typeface="Barlow Semi Condensed"/>
              <a:sym typeface="Barlow Semi Condensed"/>
            </a:endParaRPr>
          </a:p>
        </p:txBody>
      </p:sp>
      <p:sp>
        <p:nvSpPr>
          <p:cNvPr id="4136" name="Google Shape;4136;p28"/>
          <p:cNvSpPr txBox="1"/>
          <p:nvPr>
            <p:ph idx="3" type="subTitle"/>
          </p:nvPr>
        </p:nvSpPr>
        <p:spPr>
          <a:xfrm>
            <a:off x="5468112" y="1545336"/>
            <a:ext cx="1947600" cy="37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sz="1800"/>
              <a:t>Integration Testing</a:t>
            </a:r>
            <a:endParaRPr sz="1800"/>
          </a:p>
        </p:txBody>
      </p:sp>
      <p:sp>
        <p:nvSpPr>
          <p:cNvPr id="4137" name="Google Shape;4137;p28"/>
          <p:cNvSpPr txBox="1"/>
          <p:nvPr>
            <p:ph idx="4" type="subTitle"/>
          </p:nvPr>
        </p:nvSpPr>
        <p:spPr>
          <a:xfrm>
            <a:off x="5468111" y="1938528"/>
            <a:ext cx="2931422" cy="75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600">
                <a:latin typeface="Barlow"/>
                <a:ea typeface="Barlow"/>
                <a:cs typeface="Barlow"/>
                <a:sym typeface="Barlow"/>
              </a:rPr>
              <a:t>Ensuring smooth interaction between modules (e.g. FunnelDataAPI_Test )</a:t>
            </a:r>
            <a:endParaRPr sz="1600">
              <a:latin typeface="Barlow"/>
              <a:ea typeface="Barlow"/>
              <a:cs typeface="Barlow"/>
              <a:sym typeface="Barlow"/>
            </a:endParaRPr>
          </a:p>
        </p:txBody>
      </p:sp>
      <p:sp>
        <p:nvSpPr>
          <p:cNvPr id="4138" name="Google Shape;4138;p28"/>
          <p:cNvSpPr txBox="1"/>
          <p:nvPr>
            <p:ph idx="5" type="subTitle"/>
          </p:nvPr>
        </p:nvSpPr>
        <p:spPr>
          <a:xfrm>
            <a:off x="2825495" y="3218592"/>
            <a:ext cx="1945200" cy="37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sz="1800"/>
              <a:t>System Testing</a:t>
            </a:r>
            <a:endParaRPr sz="1800"/>
          </a:p>
        </p:txBody>
      </p:sp>
      <p:sp>
        <p:nvSpPr>
          <p:cNvPr id="4139" name="Google Shape;4139;p28"/>
          <p:cNvSpPr txBox="1"/>
          <p:nvPr>
            <p:ph idx="6" type="subTitle"/>
          </p:nvPr>
        </p:nvSpPr>
        <p:spPr>
          <a:xfrm>
            <a:off x="2825495" y="3593592"/>
            <a:ext cx="2642615" cy="75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600"/>
              <a:t>Verifying the end-to-end functionality of the system</a:t>
            </a:r>
            <a:endParaRPr sz="1600">
              <a:latin typeface="Barlow Semi Condensed"/>
              <a:ea typeface="Barlow Semi Condensed"/>
              <a:cs typeface="Barlow Semi Condensed"/>
              <a:sym typeface="Barlow Semi Condensed"/>
            </a:endParaRPr>
          </a:p>
        </p:txBody>
      </p:sp>
      <p:sp>
        <p:nvSpPr>
          <p:cNvPr id="4140" name="Google Shape;4140;p28"/>
          <p:cNvSpPr txBox="1"/>
          <p:nvPr>
            <p:ph idx="7" type="subTitle"/>
          </p:nvPr>
        </p:nvSpPr>
        <p:spPr>
          <a:xfrm>
            <a:off x="6464808" y="3200400"/>
            <a:ext cx="1993500" cy="37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sz="1800"/>
              <a:t>Acceptance Testing</a:t>
            </a:r>
            <a:endParaRPr sz="1800"/>
          </a:p>
        </p:txBody>
      </p:sp>
      <p:sp>
        <p:nvSpPr>
          <p:cNvPr id="4141" name="Google Shape;4141;p28"/>
          <p:cNvSpPr txBox="1"/>
          <p:nvPr>
            <p:ph idx="8" type="subTitle"/>
          </p:nvPr>
        </p:nvSpPr>
        <p:spPr>
          <a:xfrm>
            <a:off x="6464808" y="3593592"/>
            <a:ext cx="1993500" cy="75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600"/>
              <a:t>Confirming that the project meets user requirements</a:t>
            </a:r>
            <a:endParaRPr sz="1600">
              <a:latin typeface="Barlow Semi Condensed"/>
              <a:ea typeface="Barlow Semi Condensed"/>
              <a:cs typeface="Barlow Semi Condensed"/>
              <a:sym typeface="Barlow Semi Condense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5" name="Shape 4145"/>
        <p:cNvGrpSpPr/>
        <p:nvPr/>
      </p:nvGrpSpPr>
      <p:grpSpPr>
        <a:xfrm>
          <a:off x="0" y="0"/>
          <a:ext cx="0" cy="0"/>
          <a:chOff x="0" y="0"/>
          <a:chExt cx="0" cy="0"/>
        </a:xfrm>
      </p:grpSpPr>
      <p:sp>
        <p:nvSpPr>
          <p:cNvPr id="4146" name="Google Shape;4146;p29"/>
          <p:cNvSpPr txBox="1"/>
          <p:nvPr>
            <p:ph type="title"/>
          </p:nvPr>
        </p:nvSpPr>
        <p:spPr>
          <a:xfrm>
            <a:off x="1840021" y="338325"/>
            <a:ext cx="5464200" cy="61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Test Case Examples</a:t>
            </a:r>
            <a:endParaRPr/>
          </a:p>
        </p:txBody>
      </p:sp>
      <p:sp>
        <p:nvSpPr>
          <p:cNvPr id="4147" name="Google Shape;4147;p29"/>
          <p:cNvSpPr/>
          <p:nvPr/>
        </p:nvSpPr>
        <p:spPr>
          <a:xfrm>
            <a:off x="1181435" y="950925"/>
            <a:ext cx="6951060" cy="2237337"/>
          </a:xfrm>
          <a:prstGeom prst="roundRect">
            <a:avLst>
              <a:gd fmla="val 16667" name="adj"/>
            </a:avLst>
          </a:prstGeom>
          <a:solidFill>
            <a:schemeClr val="accen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8" name="Google Shape;4148;p29"/>
          <p:cNvSpPr/>
          <p:nvPr/>
        </p:nvSpPr>
        <p:spPr>
          <a:xfrm>
            <a:off x="1662242" y="1085382"/>
            <a:ext cx="5989445" cy="1968423"/>
          </a:xfrm>
          <a:prstGeom prst="roundRect">
            <a:avLst>
              <a:gd fmla="val 16667" name="adj"/>
            </a:avLst>
          </a:prstGeom>
          <a:solidFill>
            <a:schemeClr val="l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9" name="Google Shape;4149;p29"/>
          <p:cNvSpPr txBox="1"/>
          <p:nvPr>
            <p:ph idx="2" type="subTitle"/>
          </p:nvPr>
        </p:nvSpPr>
        <p:spPr>
          <a:xfrm>
            <a:off x="1888855" y="2293184"/>
            <a:ext cx="5415124" cy="946092"/>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200"/>
              <a:buFont typeface="Arial"/>
              <a:buChar char="•"/>
            </a:pPr>
            <a:r>
              <a:rPr lang="en" sz="1200"/>
              <a:t>Verified that high-frequency words are accurately identified and visualized</a:t>
            </a:r>
            <a:endParaRPr/>
          </a:p>
          <a:p>
            <a:pPr indent="-285750" lvl="0" marL="285750" rtl="0" algn="l">
              <a:lnSpc>
                <a:spcPct val="100000"/>
              </a:lnSpc>
              <a:spcBef>
                <a:spcPts val="0"/>
              </a:spcBef>
              <a:spcAft>
                <a:spcPts val="0"/>
              </a:spcAft>
              <a:buSzPts val="1200"/>
              <a:buFont typeface="Arial"/>
              <a:buChar char="•"/>
            </a:pPr>
            <a:r>
              <a:rPr lang="en" sz="1200"/>
              <a:t>Tested rendering consistency with different datasets, including large and small reviews</a:t>
            </a:r>
            <a:endParaRPr sz="1200">
              <a:latin typeface="Barlow Semi Condensed"/>
              <a:ea typeface="Barlow Semi Condensed"/>
              <a:cs typeface="Barlow Semi Condensed"/>
              <a:sym typeface="Barlow Semi Condensed"/>
            </a:endParaRPr>
          </a:p>
        </p:txBody>
      </p:sp>
      <p:sp>
        <p:nvSpPr>
          <p:cNvPr id="4150" name="Google Shape;4150;p29"/>
          <p:cNvSpPr txBox="1"/>
          <p:nvPr>
            <p:ph idx="4" type="subTitle"/>
          </p:nvPr>
        </p:nvSpPr>
        <p:spPr>
          <a:xfrm>
            <a:off x="1840021" y="2077387"/>
            <a:ext cx="5415124" cy="215797"/>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
              <a:buNone/>
            </a:pPr>
            <a:r>
              <a:rPr lang="en" sz="1200"/>
              <a:t> word cloud generation</a:t>
            </a:r>
            <a:endParaRPr/>
          </a:p>
        </p:txBody>
      </p:sp>
      <p:sp>
        <p:nvSpPr>
          <p:cNvPr id="4151" name="Google Shape;4151;p29"/>
          <p:cNvSpPr txBox="1"/>
          <p:nvPr>
            <p:ph idx="5" type="title"/>
          </p:nvPr>
        </p:nvSpPr>
        <p:spPr>
          <a:xfrm>
            <a:off x="3633762" y="1525577"/>
            <a:ext cx="1876475" cy="317447"/>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01</a:t>
            </a:r>
            <a:endParaRPr/>
          </a:p>
        </p:txBody>
      </p:sp>
      <p:pic>
        <p:nvPicPr>
          <p:cNvPr id="4152" name="Google Shape;4152;p29"/>
          <p:cNvPicPr preferRelativeResize="0"/>
          <p:nvPr/>
        </p:nvPicPr>
        <p:blipFill rotWithShape="1">
          <a:blip r:embed="rId3">
            <a:alphaModFix/>
          </a:blip>
          <a:srcRect b="0" l="0" r="0" t="0"/>
          <a:stretch/>
        </p:blipFill>
        <p:spPr>
          <a:xfrm>
            <a:off x="1696968" y="3455073"/>
            <a:ext cx="5750061" cy="905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6" name="Shape 4156"/>
        <p:cNvGrpSpPr/>
        <p:nvPr/>
      </p:nvGrpSpPr>
      <p:grpSpPr>
        <a:xfrm>
          <a:off x="0" y="0"/>
          <a:ext cx="0" cy="0"/>
          <a:chOff x="0" y="0"/>
          <a:chExt cx="0" cy="0"/>
        </a:xfrm>
      </p:grpSpPr>
      <p:sp>
        <p:nvSpPr>
          <p:cNvPr id="4157" name="Google Shape;4157;p30"/>
          <p:cNvSpPr/>
          <p:nvPr/>
        </p:nvSpPr>
        <p:spPr>
          <a:xfrm>
            <a:off x="962953" y="590719"/>
            <a:ext cx="2791752" cy="3714244"/>
          </a:xfrm>
          <a:prstGeom prst="roundRect">
            <a:avLst>
              <a:gd fmla="val 16667" name="adj"/>
            </a:avLst>
          </a:prstGeom>
          <a:solidFill>
            <a:schemeClr val="accen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8" name="Google Shape;4158;p30"/>
          <p:cNvSpPr/>
          <p:nvPr/>
        </p:nvSpPr>
        <p:spPr>
          <a:xfrm>
            <a:off x="1156060" y="813933"/>
            <a:ext cx="2405538" cy="3267815"/>
          </a:xfrm>
          <a:prstGeom prst="roundRect">
            <a:avLst>
              <a:gd fmla="val 16667" name="adj"/>
            </a:avLst>
          </a:prstGeom>
          <a:solidFill>
            <a:schemeClr val="l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9" name="Google Shape;4159;p30"/>
          <p:cNvSpPr txBox="1"/>
          <p:nvPr/>
        </p:nvSpPr>
        <p:spPr>
          <a:xfrm>
            <a:off x="1256154" y="1941092"/>
            <a:ext cx="2174875" cy="1570626"/>
          </a:xfrm>
          <a:prstGeom prst="rect">
            <a:avLst/>
          </a:prstGeom>
          <a:no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rgbClr val="000000"/>
              </a:buClr>
              <a:buSzPts val="1200"/>
              <a:buFont typeface="Arial"/>
              <a:buChar char="•"/>
            </a:pPr>
            <a:r>
              <a:rPr b="0" i="0" lang="en" sz="1200" u="none" cap="none" strike="noStrike">
                <a:solidFill>
                  <a:schemeClr val="dk2"/>
                </a:solidFill>
                <a:latin typeface="Barlow Semi Condensed"/>
                <a:ea typeface="Barlow Semi Condensed"/>
                <a:cs typeface="Barlow Semi Condensed"/>
                <a:sym typeface="Barlow Semi Condensed"/>
              </a:rPr>
              <a:t>Verified that the API returns the top 10 countries by movie production count with accurate data.Ensured the JSON response contains the correct structure (name as a string, value as a number).Tested API response consistency under different setups using Cypress</a:t>
            </a:r>
            <a:endParaRPr b="0" i="0" sz="1200" u="none" cap="none" strike="noStrike">
              <a:solidFill>
                <a:schemeClr val="dk2"/>
              </a:solidFill>
              <a:latin typeface="Barlow Semi Condensed"/>
              <a:ea typeface="Barlow Semi Condensed"/>
              <a:cs typeface="Barlow Semi Condensed"/>
              <a:sym typeface="Barlow Semi Condensed"/>
            </a:endParaRPr>
          </a:p>
        </p:txBody>
      </p:sp>
      <p:sp>
        <p:nvSpPr>
          <p:cNvPr id="4160" name="Google Shape;4160;p30"/>
          <p:cNvSpPr txBox="1"/>
          <p:nvPr/>
        </p:nvSpPr>
        <p:spPr>
          <a:xfrm>
            <a:off x="1256154" y="1603035"/>
            <a:ext cx="2174875" cy="326781"/>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1"/>
                </a:solidFill>
                <a:latin typeface="Barlow Semi Condensed Medium"/>
                <a:ea typeface="Barlow Semi Condensed Medium"/>
                <a:cs typeface="Barlow Semi Condensed Medium"/>
                <a:sym typeface="Barlow Semi Condensed Medium"/>
              </a:rPr>
              <a:t>funnel data API test</a:t>
            </a:r>
            <a:endParaRPr b="0" i="0" sz="1200" u="none" cap="none" strike="noStrike">
              <a:solidFill>
                <a:schemeClr val="accent1"/>
              </a:solidFill>
              <a:latin typeface="Barlow Semi Condensed Medium"/>
              <a:ea typeface="Barlow Semi Condensed Medium"/>
              <a:cs typeface="Barlow Semi Condensed Medium"/>
              <a:sym typeface="Barlow Semi Condensed Medium"/>
            </a:endParaRPr>
          </a:p>
        </p:txBody>
      </p:sp>
      <p:sp>
        <p:nvSpPr>
          <p:cNvPr id="4161" name="Google Shape;4161;p30"/>
          <p:cNvSpPr txBox="1"/>
          <p:nvPr/>
        </p:nvSpPr>
        <p:spPr>
          <a:xfrm>
            <a:off x="1948762" y="1013048"/>
            <a:ext cx="753648" cy="527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2"/>
              </a:buClr>
              <a:buSzPts val="3000"/>
              <a:buFont typeface="Fjalla One"/>
              <a:buNone/>
            </a:pPr>
            <a:r>
              <a:rPr b="0" i="0" lang="en" sz="3000" u="none" cap="none" strike="noStrike">
                <a:solidFill>
                  <a:schemeClr val="dk2"/>
                </a:solidFill>
                <a:latin typeface="Fjalla One"/>
                <a:ea typeface="Fjalla One"/>
                <a:cs typeface="Fjalla One"/>
                <a:sym typeface="Fjalla One"/>
              </a:rPr>
              <a:t>02</a:t>
            </a:r>
            <a:endParaRPr b="0" i="0" sz="3000" u="none" cap="none" strike="noStrike">
              <a:solidFill>
                <a:schemeClr val="dk2"/>
              </a:solidFill>
              <a:latin typeface="Fjalla One"/>
              <a:ea typeface="Fjalla One"/>
              <a:cs typeface="Fjalla One"/>
              <a:sym typeface="Fjalla One"/>
            </a:endParaRPr>
          </a:p>
        </p:txBody>
      </p:sp>
      <p:pic>
        <p:nvPicPr>
          <p:cNvPr id="4162" name="Google Shape;4162;p30"/>
          <p:cNvPicPr preferRelativeResize="0"/>
          <p:nvPr/>
        </p:nvPicPr>
        <p:blipFill rotWithShape="1">
          <a:blip r:embed="rId3">
            <a:alphaModFix/>
          </a:blip>
          <a:srcRect b="0" l="0" r="0" t="0"/>
          <a:stretch/>
        </p:blipFill>
        <p:spPr>
          <a:xfrm>
            <a:off x="3870759" y="590719"/>
            <a:ext cx="4383117" cy="371424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6" name="Shape 4166"/>
        <p:cNvGrpSpPr/>
        <p:nvPr/>
      </p:nvGrpSpPr>
      <p:grpSpPr>
        <a:xfrm>
          <a:off x="0" y="0"/>
          <a:ext cx="0" cy="0"/>
          <a:chOff x="0" y="0"/>
          <a:chExt cx="0" cy="0"/>
        </a:xfrm>
      </p:grpSpPr>
      <p:sp>
        <p:nvSpPr>
          <p:cNvPr id="4167" name="Google Shape;4167;p31"/>
          <p:cNvSpPr txBox="1"/>
          <p:nvPr>
            <p:ph type="title"/>
          </p:nvPr>
        </p:nvSpPr>
        <p:spPr>
          <a:xfrm>
            <a:off x="2208175" y="342775"/>
            <a:ext cx="47277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Testing Metrics</a:t>
            </a:r>
            <a:endParaRPr/>
          </a:p>
        </p:txBody>
      </p:sp>
      <p:sp>
        <p:nvSpPr>
          <p:cNvPr id="4168" name="Google Shape;4168;p31"/>
          <p:cNvSpPr txBox="1"/>
          <p:nvPr>
            <p:ph idx="1" type="subTitle"/>
          </p:nvPr>
        </p:nvSpPr>
        <p:spPr>
          <a:xfrm>
            <a:off x="6401102" y="1611678"/>
            <a:ext cx="1865400" cy="402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a:t>Defects</a:t>
            </a:r>
            <a:endParaRPr/>
          </a:p>
        </p:txBody>
      </p:sp>
      <p:sp>
        <p:nvSpPr>
          <p:cNvPr id="4169" name="Google Shape;4169;p31"/>
          <p:cNvSpPr txBox="1"/>
          <p:nvPr>
            <p:ph idx="2" type="subTitle"/>
          </p:nvPr>
        </p:nvSpPr>
        <p:spPr>
          <a:xfrm>
            <a:off x="3621000" y="1606827"/>
            <a:ext cx="1865400" cy="402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a:t>Pass Rate</a:t>
            </a:r>
            <a:endParaRPr/>
          </a:p>
        </p:txBody>
      </p:sp>
      <p:sp>
        <p:nvSpPr>
          <p:cNvPr id="4170" name="Google Shape;4170;p31"/>
          <p:cNvSpPr txBox="1"/>
          <p:nvPr>
            <p:ph idx="3" type="subTitle"/>
          </p:nvPr>
        </p:nvSpPr>
        <p:spPr>
          <a:xfrm>
            <a:off x="877498" y="1611678"/>
            <a:ext cx="1865400" cy="402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a:t>Test Coverage</a:t>
            </a:r>
            <a:endParaRPr/>
          </a:p>
        </p:txBody>
      </p:sp>
      <p:pic>
        <p:nvPicPr>
          <p:cNvPr id="4171" name="Google Shape;4171;p31"/>
          <p:cNvPicPr preferRelativeResize="0"/>
          <p:nvPr/>
        </p:nvPicPr>
        <p:blipFill rotWithShape="1">
          <a:blip r:embed="rId3">
            <a:alphaModFix/>
          </a:blip>
          <a:srcRect b="0" l="0" r="0" t="0"/>
          <a:stretch/>
        </p:blipFill>
        <p:spPr>
          <a:xfrm>
            <a:off x="877497" y="2049363"/>
            <a:ext cx="1828800" cy="2117930"/>
          </a:xfrm>
          <a:prstGeom prst="rect">
            <a:avLst/>
          </a:prstGeom>
          <a:noFill/>
          <a:ln>
            <a:noFill/>
          </a:ln>
        </p:spPr>
      </p:pic>
      <p:pic>
        <p:nvPicPr>
          <p:cNvPr id="4172" name="Google Shape;4172;p31"/>
          <p:cNvPicPr preferRelativeResize="0"/>
          <p:nvPr/>
        </p:nvPicPr>
        <p:blipFill rotWithShape="1">
          <a:blip r:embed="rId4">
            <a:alphaModFix/>
          </a:blip>
          <a:srcRect b="0" l="0" r="0" t="0"/>
          <a:stretch/>
        </p:blipFill>
        <p:spPr>
          <a:xfrm>
            <a:off x="3620999" y="2239639"/>
            <a:ext cx="1828800" cy="1927654"/>
          </a:xfrm>
          <a:prstGeom prst="rect">
            <a:avLst/>
          </a:prstGeom>
          <a:noFill/>
          <a:ln>
            <a:noFill/>
          </a:ln>
        </p:spPr>
      </p:pic>
      <p:pic>
        <p:nvPicPr>
          <p:cNvPr id="4173" name="Google Shape;4173;p31"/>
          <p:cNvPicPr preferRelativeResize="0"/>
          <p:nvPr/>
        </p:nvPicPr>
        <p:blipFill rotWithShape="1">
          <a:blip r:embed="rId5">
            <a:alphaModFix/>
          </a:blip>
          <a:srcRect b="0" l="0" r="0" t="0"/>
          <a:stretch/>
        </p:blipFill>
        <p:spPr>
          <a:xfrm>
            <a:off x="6395564" y="2253464"/>
            <a:ext cx="1828800" cy="190000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7" name="Shape 4177"/>
        <p:cNvGrpSpPr/>
        <p:nvPr/>
      </p:nvGrpSpPr>
      <p:grpSpPr>
        <a:xfrm>
          <a:off x="0" y="0"/>
          <a:ext cx="0" cy="0"/>
          <a:chOff x="0" y="0"/>
          <a:chExt cx="0" cy="0"/>
        </a:xfrm>
      </p:grpSpPr>
      <p:sp>
        <p:nvSpPr>
          <p:cNvPr id="4178" name="Google Shape;4178;g305ade67567_0_5"/>
          <p:cNvSpPr txBox="1"/>
          <p:nvPr>
            <p:ph type="title"/>
          </p:nvPr>
        </p:nvSpPr>
        <p:spPr>
          <a:xfrm>
            <a:off x="2242500" y="2672625"/>
            <a:ext cx="4426200" cy="80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4700"/>
              <a:t>User Account Features and Security</a:t>
            </a:r>
            <a:endParaRPr sz="4700"/>
          </a:p>
        </p:txBody>
      </p:sp>
      <p:sp>
        <p:nvSpPr>
          <p:cNvPr id="4179" name="Google Shape;4179;g305ade67567_0_5"/>
          <p:cNvSpPr txBox="1"/>
          <p:nvPr>
            <p:ph idx="2" type="title"/>
          </p:nvPr>
        </p:nvSpPr>
        <p:spPr>
          <a:xfrm>
            <a:off x="2971800" y="947963"/>
            <a:ext cx="2967600" cy="10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t>06</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3" name="Shape 4183"/>
        <p:cNvGrpSpPr/>
        <p:nvPr/>
      </p:nvGrpSpPr>
      <p:grpSpPr>
        <a:xfrm>
          <a:off x="0" y="0"/>
          <a:ext cx="0" cy="0"/>
          <a:chOff x="0" y="0"/>
          <a:chExt cx="0" cy="0"/>
        </a:xfrm>
      </p:grpSpPr>
      <p:sp>
        <p:nvSpPr>
          <p:cNvPr id="4184" name="Google Shape;4184;g2a46dcf3698_0_6"/>
          <p:cNvSpPr txBox="1"/>
          <p:nvPr>
            <p:ph type="title"/>
          </p:nvPr>
        </p:nvSpPr>
        <p:spPr>
          <a:xfrm>
            <a:off x="795528" y="420624"/>
            <a:ext cx="4809600" cy="576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solidFill>
                  <a:schemeClr val="accent1"/>
                </a:solidFill>
              </a:rPr>
              <a:t>Feature Updates</a:t>
            </a:r>
            <a:endParaRPr>
              <a:solidFill>
                <a:schemeClr val="accent1"/>
              </a:solidFill>
            </a:endParaRPr>
          </a:p>
        </p:txBody>
      </p:sp>
      <p:sp>
        <p:nvSpPr>
          <p:cNvPr id="4185" name="Google Shape;4185;g2a46dcf3698_0_6"/>
          <p:cNvSpPr txBox="1"/>
          <p:nvPr>
            <p:ph idx="1" type="subTitle"/>
          </p:nvPr>
        </p:nvSpPr>
        <p:spPr>
          <a:xfrm>
            <a:off x="1095450" y="996625"/>
            <a:ext cx="5124300" cy="1134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 sz="2000"/>
              <a:t>New user login and registration pages implemented</a:t>
            </a:r>
            <a:endParaRPr sz="2000"/>
          </a:p>
        </p:txBody>
      </p:sp>
      <p:grpSp>
        <p:nvGrpSpPr>
          <p:cNvPr id="4186" name="Google Shape;4186;g2a46dcf3698_0_6"/>
          <p:cNvGrpSpPr/>
          <p:nvPr/>
        </p:nvGrpSpPr>
        <p:grpSpPr>
          <a:xfrm>
            <a:off x="1152067" y="461574"/>
            <a:ext cx="591455" cy="590639"/>
            <a:chOff x="1190625" y="238125"/>
            <a:chExt cx="5238750" cy="5231525"/>
          </a:xfrm>
        </p:grpSpPr>
        <p:sp>
          <p:nvSpPr>
            <p:cNvPr id="4187" name="Google Shape;4187;g2a46dcf3698_0_6"/>
            <p:cNvSpPr/>
            <p:nvPr/>
          </p:nvSpPr>
          <p:spPr>
            <a:xfrm>
              <a:off x="1190625" y="259325"/>
              <a:ext cx="5238750" cy="5210325"/>
            </a:xfrm>
            <a:custGeom>
              <a:rect b="b" l="l" r="r" t="t"/>
              <a:pathLst>
                <a:path extrusionOk="0" h="208413" w="20955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188" name="Google Shape;4188;g2a46dcf3698_0_6"/>
            <p:cNvSpPr/>
            <p:nvPr/>
          </p:nvSpPr>
          <p:spPr>
            <a:xfrm>
              <a:off x="4202861" y="1284806"/>
              <a:ext cx="1389300" cy="1389300"/>
            </a:xfrm>
            <a:custGeom>
              <a:rect b="b" l="l" r="r" t="t"/>
              <a:pathLst>
                <a:path extrusionOk="0" h="55572" w="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189" name="Google Shape;4189;g2a46dcf3698_0_6"/>
            <p:cNvSpPr/>
            <p:nvPr/>
          </p:nvSpPr>
          <p:spPr>
            <a:xfrm>
              <a:off x="3730400" y="4080350"/>
              <a:ext cx="173675" cy="260500"/>
            </a:xfrm>
            <a:custGeom>
              <a:rect b="b" l="l" r="r" t="t"/>
              <a:pathLst>
                <a:path extrusionOk="0" h="10420" w="6947">
                  <a:moveTo>
                    <a:pt x="0" y="0"/>
                  </a:moveTo>
                  <a:lnTo>
                    <a:pt x="0" y="10420"/>
                  </a:lnTo>
                  <a:lnTo>
                    <a:pt x="6947" y="10420"/>
                  </a:lnTo>
                  <a:lnTo>
                    <a:pt x="694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190" name="Google Shape;4190;g2a46dcf3698_0_6"/>
            <p:cNvSpPr/>
            <p:nvPr/>
          </p:nvSpPr>
          <p:spPr>
            <a:xfrm>
              <a:off x="2430350" y="1227000"/>
              <a:ext cx="1473725" cy="2679700"/>
            </a:xfrm>
            <a:custGeom>
              <a:rect b="b" l="l" r="r" t="t"/>
              <a:pathLst>
                <a:path extrusionOk="0" h="107188" w="58949">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191" name="Google Shape;4191;g2a46dcf3698_0_6"/>
            <p:cNvSpPr/>
            <p:nvPr/>
          </p:nvSpPr>
          <p:spPr>
            <a:xfrm>
              <a:off x="5467000" y="3472525"/>
              <a:ext cx="607825" cy="173700"/>
            </a:xfrm>
            <a:custGeom>
              <a:rect b="b" l="l" r="r" t="t"/>
              <a:pathLst>
                <a:path extrusionOk="0" h="6948" w="24313">
                  <a:moveTo>
                    <a:pt x="0" y="1"/>
                  </a:moveTo>
                  <a:lnTo>
                    <a:pt x="0" y="6947"/>
                  </a:lnTo>
                  <a:lnTo>
                    <a:pt x="24313" y="6947"/>
                  </a:lnTo>
                  <a:lnTo>
                    <a:pt x="2431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192" name="Google Shape;4192;g2a46dcf3698_0_6"/>
            <p:cNvSpPr/>
            <p:nvPr/>
          </p:nvSpPr>
          <p:spPr>
            <a:xfrm>
              <a:off x="5324700" y="3925975"/>
              <a:ext cx="631950" cy="566850"/>
            </a:xfrm>
            <a:custGeom>
              <a:rect b="b" l="l" r="r" t="t"/>
              <a:pathLst>
                <a:path extrusionOk="0" h="22674" w="25278">
                  <a:moveTo>
                    <a:pt x="4438" y="1"/>
                  </a:moveTo>
                  <a:lnTo>
                    <a:pt x="0" y="5307"/>
                  </a:lnTo>
                  <a:lnTo>
                    <a:pt x="20839" y="22673"/>
                  </a:lnTo>
                  <a:lnTo>
                    <a:pt x="25277" y="17367"/>
                  </a:lnTo>
                  <a:lnTo>
                    <a:pt x="4438"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193" name="Google Shape;4193;g2a46dcf3698_0_6"/>
            <p:cNvSpPr/>
            <p:nvPr/>
          </p:nvSpPr>
          <p:spPr>
            <a:xfrm>
              <a:off x="4946025" y="4167175"/>
              <a:ext cx="173675" cy="607825"/>
            </a:xfrm>
            <a:custGeom>
              <a:rect b="b" l="l" r="r" t="t"/>
              <a:pathLst>
                <a:path extrusionOk="0" h="24313" w="6947">
                  <a:moveTo>
                    <a:pt x="0" y="1"/>
                  </a:moveTo>
                  <a:lnTo>
                    <a:pt x="0" y="24313"/>
                  </a:lnTo>
                  <a:lnTo>
                    <a:pt x="6947" y="24313"/>
                  </a:lnTo>
                  <a:lnTo>
                    <a:pt x="694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194" name="Google Shape;4194;g2a46dcf3698_0_6"/>
            <p:cNvSpPr/>
            <p:nvPr/>
          </p:nvSpPr>
          <p:spPr>
            <a:xfrm>
              <a:off x="1279850" y="1564675"/>
              <a:ext cx="735675" cy="342525"/>
            </a:xfrm>
            <a:custGeom>
              <a:rect b="b" l="l" r="r" t="t"/>
              <a:pathLst>
                <a:path extrusionOk="0" h="13701" w="29427">
                  <a:moveTo>
                    <a:pt x="27786" y="1"/>
                  </a:moveTo>
                  <a:lnTo>
                    <a:pt x="1" y="6947"/>
                  </a:lnTo>
                  <a:lnTo>
                    <a:pt x="1641" y="13701"/>
                  </a:lnTo>
                  <a:lnTo>
                    <a:pt x="29426" y="6754"/>
                  </a:lnTo>
                  <a:lnTo>
                    <a:pt x="2778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195" name="Google Shape;4195;g2a46dcf3698_0_6"/>
            <p:cNvSpPr/>
            <p:nvPr/>
          </p:nvSpPr>
          <p:spPr>
            <a:xfrm>
              <a:off x="1424575" y="710850"/>
              <a:ext cx="706725" cy="574075"/>
            </a:xfrm>
            <a:custGeom>
              <a:rect b="b" l="l" r="r" t="t"/>
              <a:pathLst>
                <a:path extrusionOk="0" h="22963" w="28269">
                  <a:moveTo>
                    <a:pt x="3956" y="1"/>
                  </a:moveTo>
                  <a:lnTo>
                    <a:pt x="0" y="5596"/>
                  </a:lnTo>
                  <a:lnTo>
                    <a:pt x="24313" y="22962"/>
                  </a:lnTo>
                  <a:lnTo>
                    <a:pt x="28268" y="17367"/>
                  </a:lnTo>
                  <a:lnTo>
                    <a:pt x="395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196" name="Google Shape;4196;g2a46dcf3698_0_6"/>
            <p:cNvSpPr/>
            <p:nvPr/>
          </p:nvSpPr>
          <p:spPr>
            <a:xfrm>
              <a:off x="2167450" y="238125"/>
              <a:ext cx="344925" cy="738075"/>
            </a:xfrm>
            <a:custGeom>
              <a:rect b="b" l="l" r="r" t="t"/>
              <a:pathLst>
                <a:path extrusionOk="0" h="29523" w="13797">
                  <a:moveTo>
                    <a:pt x="6754" y="0"/>
                  </a:moveTo>
                  <a:lnTo>
                    <a:pt x="1" y="1737"/>
                  </a:lnTo>
                  <a:lnTo>
                    <a:pt x="7140" y="29522"/>
                  </a:lnTo>
                  <a:lnTo>
                    <a:pt x="13797" y="27786"/>
                  </a:lnTo>
                  <a:lnTo>
                    <a:pt x="675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4197" name="Google Shape;4197;g2a46dcf3698_0_6"/>
          <p:cNvSpPr txBox="1"/>
          <p:nvPr>
            <p:ph idx="1" type="subTitle"/>
          </p:nvPr>
        </p:nvSpPr>
        <p:spPr>
          <a:xfrm>
            <a:off x="1095440" y="2786910"/>
            <a:ext cx="1764900" cy="107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600"/>
              <a:t>Added 'Remember Me' option on the login page</a:t>
            </a:r>
            <a:endParaRPr sz="1600">
              <a:solidFill>
                <a:schemeClr val="dk2"/>
              </a:solidFill>
              <a:latin typeface="Barlow Semi Condensed"/>
              <a:ea typeface="Barlow Semi Condensed"/>
              <a:cs typeface="Barlow Semi Condensed"/>
              <a:sym typeface="Barlow Semi Condensed"/>
            </a:endParaRPr>
          </a:p>
        </p:txBody>
      </p:sp>
      <p:sp>
        <p:nvSpPr>
          <p:cNvPr id="4198" name="Google Shape;4198;g2a46dcf3698_0_6"/>
          <p:cNvSpPr txBox="1"/>
          <p:nvPr>
            <p:ph idx="1" type="subTitle"/>
          </p:nvPr>
        </p:nvSpPr>
        <p:spPr>
          <a:xfrm>
            <a:off x="1095460" y="1994521"/>
            <a:ext cx="2080500" cy="1079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lang="en" sz="1600"/>
              <a:t>New design for better user experience</a:t>
            </a:r>
            <a:endParaRPr b="0" i="0" sz="1600" u="none" cap="none" strike="noStrike">
              <a:solidFill>
                <a:schemeClr val="dk2"/>
              </a:solidFill>
              <a:latin typeface="Barlow Semi Condensed"/>
              <a:ea typeface="Barlow Semi Condensed"/>
              <a:cs typeface="Barlow Semi Condensed"/>
              <a:sym typeface="Barlow Semi Condensed"/>
            </a:endParaRPr>
          </a:p>
        </p:txBody>
      </p:sp>
      <p:sp>
        <p:nvSpPr>
          <p:cNvPr id="4199" name="Google Shape;4199;g2a46dcf3698_0_6"/>
          <p:cNvSpPr txBox="1"/>
          <p:nvPr>
            <p:ph idx="1" type="subTitle"/>
          </p:nvPr>
        </p:nvSpPr>
        <p:spPr>
          <a:xfrm>
            <a:off x="1075880" y="3862871"/>
            <a:ext cx="1764900" cy="107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n" sz="1600"/>
              <a:t>Introduced terms and conditions acceptance during registration</a:t>
            </a:r>
            <a:endParaRPr b="0" i="0" sz="1600" u="none" cap="none" strike="noStrike">
              <a:solidFill>
                <a:schemeClr val="dk2"/>
              </a:solidFill>
              <a:latin typeface="Barlow Semi Condensed"/>
              <a:ea typeface="Barlow Semi Condensed"/>
              <a:cs typeface="Barlow Semi Condensed"/>
              <a:sym typeface="Barlow Semi Condensed"/>
            </a:endParaRPr>
          </a:p>
        </p:txBody>
      </p:sp>
      <p:pic>
        <p:nvPicPr>
          <p:cNvPr id="4200" name="Google Shape;4200;g2a46dcf3698_0_6"/>
          <p:cNvPicPr preferRelativeResize="0"/>
          <p:nvPr/>
        </p:nvPicPr>
        <p:blipFill rotWithShape="1">
          <a:blip r:embed="rId3">
            <a:alphaModFix/>
          </a:blip>
          <a:srcRect b="0" l="0" r="0" t="0"/>
          <a:stretch/>
        </p:blipFill>
        <p:spPr>
          <a:xfrm>
            <a:off x="4334625" y="4015275"/>
            <a:ext cx="400050" cy="495300"/>
          </a:xfrm>
          <a:prstGeom prst="rect">
            <a:avLst/>
          </a:prstGeom>
          <a:noFill/>
          <a:ln>
            <a:noFill/>
          </a:ln>
        </p:spPr>
      </p:pic>
      <p:pic>
        <p:nvPicPr>
          <p:cNvPr id="4201" name="Google Shape;4201;g2a46dcf3698_0_6"/>
          <p:cNvPicPr preferRelativeResize="0"/>
          <p:nvPr/>
        </p:nvPicPr>
        <p:blipFill rotWithShape="1">
          <a:blip r:embed="rId3">
            <a:alphaModFix/>
          </a:blip>
          <a:srcRect b="0" l="0" r="0" t="0"/>
          <a:stretch/>
        </p:blipFill>
        <p:spPr>
          <a:xfrm>
            <a:off x="261275" y="1958350"/>
            <a:ext cx="400050" cy="495300"/>
          </a:xfrm>
          <a:prstGeom prst="rect">
            <a:avLst/>
          </a:prstGeom>
          <a:noFill/>
          <a:ln>
            <a:noFill/>
          </a:ln>
        </p:spPr>
      </p:pic>
      <p:pic>
        <p:nvPicPr>
          <p:cNvPr id="4202" name="Google Shape;4202;g2a46dcf3698_0_6"/>
          <p:cNvPicPr preferRelativeResize="0"/>
          <p:nvPr/>
        </p:nvPicPr>
        <p:blipFill rotWithShape="1">
          <a:blip r:embed="rId3">
            <a:alphaModFix/>
          </a:blip>
          <a:srcRect b="0" l="0" r="0" t="0"/>
          <a:stretch/>
        </p:blipFill>
        <p:spPr>
          <a:xfrm>
            <a:off x="7932375" y="4937325"/>
            <a:ext cx="400050" cy="179725"/>
          </a:xfrm>
          <a:prstGeom prst="rect">
            <a:avLst/>
          </a:prstGeom>
          <a:noFill/>
          <a:ln>
            <a:noFill/>
          </a:ln>
        </p:spPr>
      </p:pic>
      <p:pic>
        <p:nvPicPr>
          <p:cNvPr id="4203" name="Google Shape;4203;g2a46dcf3698_0_6"/>
          <p:cNvPicPr preferRelativeResize="0"/>
          <p:nvPr/>
        </p:nvPicPr>
        <p:blipFill rotWithShape="1">
          <a:blip r:embed="rId3">
            <a:alphaModFix/>
          </a:blip>
          <a:srcRect b="0" l="0" r="0" t="0"/>
          <a:stretch/>
        </p:blipFill>
        <p:spPr>
          <a:xfrm>
            <a:off x="8466350" y="3390000"/>
            <a:ext cx="400050" cy="280000"/>
          </a:xfrm>
          <a:prstGeom prst="rect">
            <a:avLst/>
          </a:prstGeom>
          <a:noFill/>
          <a:ln>
            <a:noFill/>
          </a:ln>
        </p:spPr>
      </p:pic>
      <p:pic>
        <p:nvPicPr>
          <p:cNvPr id="4204" name="Google Shape;4204;g2a46dcf3698_0_6"/>
          <p:cNvPicPr preferRelativeResize="0"/>
          <p:nvPr/>
        </p:nvPicPr>
        <p:blipFill rotWithShape="1">
          <a:blip r:embed="rId3">
            <a:alphaModFix/>
          </a:blip>
          <a:srcRect b="0" l="0" r="0" t="0"/>
          <a:stretch/>
        </p:blipFill>
        <p:spPr>
          <a:xfrm>
            <a:off x="752025" y="81200"/>
            <a:ext cx="400050" cy="179725"/>
          </a:xfrm>
          <a:prstGeom prst="rect">
            <a:avLst/>
          </a:prstGeom>
          <a:noFill/>
          <a:ln>
            <a:noFill/>
          </a:ln>
        </p:spPr>
      </p:pic>
      <p:pic>
        <p:nvPicPr>
          <p:cNvPr id="4205" name="Google Shape;4205;g2a46dcf3698_0_6"/>
          <p:cNvPicPr preferRelativeResize="0"/>
          <p:nvPr/>
        </p:nvPicPr>
        <p:blipFill rotWithShape="1">
          <a:blip r:embed="rId4">
            <a:alphaModFix/>
          </a:blip>
          <a:srcRect b="0" l="0" r="0" t="0"/>
          <a:stretch/>
        </p:blipFill>
        <p:spPr>
          <a:xfrm>
            <a:off x="5658325" y="345975"/>
            <a:ext cx="2415275" cy="2850786"/>
          </a:xfrm>
          <a:prstGeom prst="rect">
            <a:avLst/>
          </a:prstGeom>
          <a:noFill/>
          <a:ln>
            <a:noFill/>
          </a:ln>
        </p:spPr>
      </p:pic>
      <p:pic>
        <p:nvPicPr>
          <p:cNvPr id="4206" name="Google Shape;4206;g2a46dcf3698_0_6"/>
          <p:cNvPicPr preferRelativeResize="0"/>
          <p:nvPr/>
        </p:nvPicPr>
        <p:blipFill rotWithShape="1">
          <a:blip r:embed="rId5">
            <a:alphaModFix/>
          </a:blip>
          <a:srcRect b="0" l="0" r="0" t="0"/>
          <a:stretch/>
        </p:blipFill>
        <p:spPr>
          <a:xfrm>
            <a:off x="2786600" y="2540575"/>
            <a:ext cx="2780050" cy="23456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0" name="Shape 4210"/>
        <p:cNvGrpSpPr/>
        <p:nvPr/>
      </p:nvGrpSpPr>
      <p:grpSpPr>
        <a:xfrm>
          <a:off x="0" y="0"/>
          <a:ext cx="0" cy="0"/>
          <a:chOff x="0" y="0"/>
          <a:chExt cx="0" cy="0"/>
        </a:xfrm>
      </p:grpSpPr>
      <p:sp>
        <p:nvSpPr>
          <p:cNvPr id="4211" name="Google Shape;4211;g2a46dcf3698_0_1526"/>
          <p:cNvSpPr txBox="1"/>
          <p:nvPr/>
        </p:nvSpPr>
        <p:spPr>
          <a:xfrm>
            <a:off x="3711500" y="1007750"/>
            <a:ext cx="5322900" cy="324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2"/>
              </a:solidFill>
              <a:latin typeface="Barlow Semi Condensed"/>
              <a:ea typeface="Barlow Semi Condensed"/>
              <a:cs typeface="Barlow Semi Condensed"/>
              <a:sym typeface="Barlow Semi Condensed"/>
            </a:endParaRPr>
          </a:p>
          <a:p>
            <a:pPr indent="0" lvl="0" marL="0" marR="0" rtl="0" algn="l">
              <a:lnSpc>
                <a:spcPct val="115000"/>
              </a:lnSpc>
              <a:spcBef>
                <a:spcPts val="800"/>
              </a:spcBef>
              <a:spcAft>
                <a:spcPts val="0"/>
              </a:spcAft>
              <a:buClr>
                <a:srgbClr val="000000"/>
              </a:buClr>
              <a:buSzPts val="1700"/>
              <a:buFont typeface="Arial"/>
              <a:buNone/>
            </a:pPr>
            <a:r>
              <a:rPr b="0" i="0" lang="en" sz="1700" u="none" cap="none" strike="noStrike">
                <a:solidFill>
                  <a:schemeClr val="dk2"/>
                </a:solidFill>
                <a:latin typeface="Barlow Semi Condensed"/>
                <a:ea typeface="Barlow Semi Condensed"/>
                <a:cs typeface="Barlow Semi Condensed"/>
                <a:sym typeface="Barlow Semi Condensed"/>
              </a:rPr>
              <a:t>• Encrypted passwords for secure storage.</a:t>
            </a:r>
            <a:endParaRPr b="0" i="0" sz="1700" u="none" cap="none" strike="noStrike">
              <a:solidFill>
                <a:schemeClr val="dk2"/>
              </a:solidFill>
              <a:latin typeface="Barlow Semi Condensed"/>
              <a:ea typeface="Barlow Semi Condensed"/>
              <a:cs typeface="Barlow Semi Condensed"/>
              <a:sym typeface="Barlow Semi Condensed"/>
            </a:endParaRPr>
          </a:p>
          <a:p>
            <a:pPr indent="0" lvl="0" marL="0" marR="0" rtl="0" algn="l">
              <a:lnSpc>
                <a:spcPct val="115000"/>
              </a:lnSpc>
              <a:spcBef>
                <a:spcPts val="800"/>
              </a:spcBef>
              <a:spcAft>
                <a:spcPts val="0"/>
              </a:spcAft>
              <a:buClr>
                <a:srgbClr val="000000"/>
              </a:buClr>
              <a:buSzPts val="1700"/>
              <a:buFont typeface="Arial"/>
              <a:buNone/>
            </a:pPr>
            <a:r>
              <a:t/>
            </a:r>
            <a:endParaRPr b="0" i="0" sz="1700" u="none" cap="none" strike="noStrike">
              <a:solidFill>
                <a:schemeClr val="dk2"/>
              </a:solidFill>
              <a:latin typeface="Barlow Semi Condensed"/>
              <a:ea typeface="Barlow Semi Condensed"/>
              <a:cs typeface="Barlow Semi Condensed"/>
              <a:sym typeface="Barlow Semi Condensed"/>
            </a:endParaRPr>
          </a:p>
          <a:p>
            <a:pPr indent="0" lvl="0" marL="0" marR="0" rtl="0" algn="l">
              <a:lnSpc>
                <a:spcPct val="115000"/>
              </a:lnSpc>
              <a:spcBef>
                <a:spcPts val="800"/>
              </a:spcBef>
              <a:spcAft>
                <a:spcPts val="0"/>
              </a:spcAft>
              <a:buClr>
                <a:srgbClr val="000000"/>
              </a:buClr>
              <a:buSzPts val="1700"/>
              <a:buFont typeface="Arial"/>
              <a:buNone/>
            </a:pPr>
            <a:r>
              <a:rPr b="0" i="0" lang="en" sz="1700" u="none" cap="none" strike="noStrike">
                <a:solidFill>
                  <a:schemeClr val="dk2"/>
                </a:solidFill>
                <a:latin typeface="Barlow Semi Condensed"/>
                <a:ea typeface="Barlow Semi Condensed"/>
                <a:cs typeface="Barlow Semi Condensed"/>
                <a:sym typeface="Barlow Semi Condensed"/>
              </a:rPr>
              <a:t>• Email validation added for registration.</a:t>
            </a:r>
            <a:endParaRPr b="0" i="0" sz="1700" u="none" cap="none" strike="noStrike">
              <a:solidFill>
                <a:schemeClr val="dk2"/>
              </a:solidFill>
              <a:latin typeface="Barlow Semi Condensed"/>
              <a:ea typeface="Barlow Semi Condensed"/>
              <a:cs typeface="Barlow Semi Condensed"/>
              <a:sym typeface="Barlow Semi Condensed"/>
            </a:endParaRPr>
          </a:p>
          <a:p>
            <a:pPr indent="0" lvl="0" marL="0" marR="0" rtl="0" algn="l">
              <a:lnSpc>
                <a:spcPct val="115000"/>
              </a:lnSpc>
              <a:spcBef>
                <a:spcPts val="800"/>
              </a:spcBef>
              <a:spcAft>
                <a:spcPts val="0"/>
              </a:spcAft>
              <a:buClr>
                <a:srgbClr val="000000"/>
              </a:buClr>
              <a:buSzPts val="1700"/>
              <a:buFont typeface="Arial"/>
              <a:buNone/>
            </a:pPr>
            <a:r>
              <a:t/>
            </a:r>
            <a:endParaRPr b="0" i="0" sz="1700" u="none" cap="none" strike="noStrike">
              <a:solidFill>
                <a:schemeClr val="dk2"/>
              </a:solidFill>
              <a:latin typeface="Barlow Semi Condensed"/>
              <a:ea typeface="Barlow Semi Condensed"/>
              <a:cs typeface="Barlow Semi Condensed"/>
              <a:sym typeface="Barlow Semi Condensed"/>
            </a:endParaRPr>
          </a:p>
          <a:p>
            <a:pPr indent="0" lvl="0" marL="0" marR="0" rtl="0" algn="l">
              <a:lnSpc>
                <a:spcPct val="115000"/>
              </a:lnSpc>
              <a:spcBef>
                <a:spcPts val="800"/>
              </a:spcBef>
              <a:spcAft>
                <a:spcPts val="0"/>
              </a:spcAft>
              <a:buClr>
                <a:srgbClr val="000000"/>
              </a:buClr>
              <a:buSzPts val="1700"/>
              <a:buFont typeface="Arial"/>
              <a:buNone/>
            </a:pPr>
            <a:r>
              <a:rPr b="0" i="0" lang="en" sz="1700" u="none" cap="none" strike="noStrike">
                <a:solidFill>
                  <a:schemeClr val="dk2"/>
                </a:solidFill>
                <a:latin typeface="Barlow Semi Condensed"/>
                <a:ea typeface="Barlow Semi Condensed"/>
                <a:cs typeface="Barlow Semi Condensed"/>
                <a:sym typeface="Barlow Semi Condensed"/>
              </a:rPr>
              <a:t>• CSRF protection enabled for login and registration forms.</a:t>
            </a:r>
            <a:endParaRPr b="0" i="0" sz="1700" u="none" cap="none" strike="noStrike">
              <a:solidFill>
                <a:schemeClr val="dk2"/>
              </a:solidFill>
              <a:latin typeface="Barlow Semi Condensed"/>
              <a:ea typeface="Barlow Semi Condensed"/>
              <a:cs typeface="Barlow Semi Condensed"/>
              <a:sym typeface="Barlow Semi Condensed"/>
            </a:endParaRPr>
          </a:p>
          <a:p>
            <a:pPr indent="0" lvl="0" marL="0" marR="0" rtl="0" algn="l">
              <a:lnSpc>
                <a:spcPct val="115000"/>
              </a:lnSpc>
              <a:spcBef>
                <a:spcPts val="800"/>
              </a:spcBef>
              <a:spcAft>
                <a:spcPts val="0"/>
              </a:spcAft>
              <a:buClr>
                <a:srgbClr val="000000"/>
              </a:buClr>
              <a:buSzPts val="1700"/>
              <a:buFont typeface="Arial"/>
              <a:buNone/>
            </a:pPr>
            <a:r>
              <a:t/>
            </a:r>
            <a:endParaRPr b="0" i="0" sz="1700" u="none" cap="none" strike="noStrike">
              <a:solidFill>
                <a:schemeClr val="dk2"/>
              </a:solidFill>
              <a:latin typeface="Barlow Semi Condensed"/>
              <a:ea typeface="Barlow Semi Condensed"/>
              <a:cs typeface="Barlow Semi Condensed"/>
              <a:sym typeface="Barlow Semi Condensed"/>
            </a:endParaRPr>
          </a:p>
          <a:p>
            <a:pPr indent="0" lvl="0" marL="0" marR="0" rtl="0" algn="l">
              <a:lnSpc>
                <a:spcPct val="115000"/>
              </a:lnSpc>
              <a:spcBef>
                <a:spcPts val="0"/>
              </a:spcBef>
              <a:spcAft>
                <a:spcPts val="0"/>
              </a:spcAft>
              <a:buClr>
                <a:srgbClr val="000000"/>
              </a:buClr>
              <a:buSzPts val="1400"/>
              <a:buFont typeface="Arial"/>
              <a:buNone/>
            </a:pPr>
            <a:r>
              <a:rPr b="0" i="0" lang="en" sz="1700" u="none" cap="none" strike="noStrike">
                <a:solidFill>
                  <a:schemeClr val="dk2"/>
                </a:solidFill>
                <a:latin typeface="Barlow Semi Condensed"/>
                <a:ea typeface="Barlow Semi Condensed"/>
                <a:cs typeface="Barlow Semi Condensed"/>
                <a:sym typeface="Barlow Semi Condensed"/>
              </a:rPr>
              <a:t>• Password complexity requirements implemented.</a:t>
            </a:r>
            <a:endParaRPr b="0" i="0" sz="1700" u="none" cap="none" strike="noStrike">
              <a:solidFill>
                <a:schemeClr val="dk2"/>
              </a:solidFill>
              <a:latin typeface="Barlow Semi Condensed"/>
              <a:ea typeface="Barlow Semi Condensed"/>
              <a:cs typeface="Barlow Semi Condensed"/>
              <a:sym typeface="Barlow Semi Condensed"/>
            </a:endParaRPr>
          </a:p>
        </p:txBody>
      </p:sp>
      <p:sp>
        <p:nvSpPr>
          <p:cNvPr id="4212" name="Google Shape;4212;g2a46dcf3698_0_1526"/>
          <p:cNvSpPr txBox="1"/>
          <p:nvPr/>
        </p:nvSpPr>
        <p:spPr>
          <a:xfrm>
            <a:off x="100577" y="1915700"/>
            <a:ext cx="3992700" cy="14265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2"/>
              </a:buClr>
              <a:buSzPts val="4200"/>
              <a:buFont typeface="Fjalla One"/>
              <a:buNone/>
            </a:pPr>
            <a:r>
              <a:rPr b="0" i="0" lang="en" sz="4200" u="none" cap="none" strike="noStrike">
                <a:solidFill>
                  <a:schemeClr val="accent1"/>
                </a:solidFill>
                <a:latin typeface="Fjalla One"/>
                <a:ea typeface="Fjalla One"/>
                <a:cs typeface="Fjalla One"/>
                <a:sym typeface="Fjalla One"/>
              </a:rPr>
              <a:t>Security</a:t>
            </a:r>
            <a:endParaRPr b="0" i="0" sz="4200" u="none" cap="none" strike="noStrike">
              <a:solidFill>
                <a:schemeClr val="accent1"/>
              </a:solidFill>
              <a:latin typeface="Fjalla One"/>
              <a:ea typeface="Fjalla One"/>
              <a:cs typeface="Fjalla One"/>
              <a:sym typeface="Fjalla One"/>
            </a:endParaRPr>
          </a:p>
          <a:p>
            <a:pPr indent="0" lvl="0" marL="0" marR="0" rtl="0" algn="ctr">
              <a:lnSpc>
                <a:spcPct val="100000"/>
              </a:lnSpc>
              <a:spcBef>
                <a:spcPts val="0"/>
              </a:spcBef>
              <a:spcAft>
                <a:spcPts val="0"/>
              </a:spcAft>
              <a:buClr>
                <a:schemeClr val="dk2"/>
              </a:buClr>
              <a:buSzPts val="4200"/>
              <a:buFont typeface="Fjalla One"/>
              <a:buNone/>
            </a:pPr>
            <a:r>
              <a:rPr b="0" i="0" lang="en" sz="4200" u="none" cap="none" strike="noStrike">
                <a:solidFill>
                  <a:schemeClr val="accent1"/>
                </a:solidFill>
                <a:latin typeface="Fjalla One"/>
                <a:ea typeface="Fjalla One"/>
                <a:cs typeface="Fjalla One"/>
                <a:sym typeface="Fjalla One"/>
              </a:rPr>
              <a:t>Enhancements</a:t>
            </a:r>
            <a:endParaRPr b="0" i="0" sz="4200" u="none" cap="none" strike="noStrike">
              <a:solidFill>
                <a:schemeClr val="accent1"/>
              </a:solidFill>
              <a:latin typeface="Fjalla One"/>
              <a:ea typeface="Fjalla One"/>
              <a:cs typeface="Fjalla One"/>
              <a:sym typeface="Fjalla On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6" name="Shape 4216"/>
        <p:cNvGrpSpPr/>
        <p:nvPr/>
      </p:nvGrpSpPr>
      <p:grpSpPr>
        <a:xfrm>
          <a:off x="0" y="0"/>
          <a:ext cx="0" cy="0"/>
          <a:chOff x="0" y="0"/>
          <a:chExt cx="0" cy="0"/>
        </a:xfrm>
      </p:grpSpPr>
      <p:sp>
        <p:nvSpPr>
          <p:cNvPr id="4217" name="Google Shape;4217;g2a46dcf3698_0_3020"/>
          <p:cNvSpPr txBox="1"/>
          <p:nvPr/>
        </p:nvSpPr>
        <p:spPr>
          <a:xfrm>
            <a:off x="958200" y="1212447"/>
            <a:ext cx="6308100" cy="16650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Clr>
                <a:schemeClr val="accent1"/>
              </a:buClr>
              <a:buSzPts val="1600"/>
              <a:buFont typeface="Arial"/>
              <a:buChar char="●"/>
            </a:pPr>
            <a:r>
              <a:rPr b="0" i="0" lang="en" sz="1400" u="none" cap="none" strike="noStrike">
                <a:solidFill>
                  <a:schemeClr val="dk2"/>
                </a:solidFill>
                <a:latin typeface="Barlow Semi Condensed"/>
                <a:ea typeface="Barlow Semi Condensed"/>
                <a:cs typeface="Barlow Semi Condensed"/>
                <a:sym typeface="Barlow Semi Condensed"/>
              </a:rPr>
              <a:t>Utilized GitHub Actions to automate Docker image builds.</a:t>
            </a:r>
            <a:endParaRPr b="0" i="0" sz="1400" u="none" cap="none" strike="noStrike">
              <a:solidFill>
                <a:schemeClr val="dk2"/>
              </a:solidFill>
              <a:latin typeface="Barlow Semi Condensed"/>
              <a:ea typeface="Barlow Semi Condensed"/>
              <a:cs typeface="Barlow Semi Condensed"/>
              <a:sym typeface="Barlow Semi Condensed"/>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Barlow Semi Condensed"/>
              <a:ea typeface="Barlow Semi Condensed"/>
              <a:cs typeface="Barlow Semi Condensed"/>
              <a:sym typeface="Barlow Semi Condensed"/>
            </a:endParaRPr>
          </a:p>
          <a:p>
            <a:pPr indent="-330200" lvl="0" marL="457200" marR="0" rtl="0" algn="l">
              <a:lnSpc>
                <a:spcPct val="100000"/>
              </a:lnSpc>
              <a:spcBef>
                <a:spcPts val="0"/>
              </a:spcBef>
              <a:spcAft>
                <a:spcPts val="0"/>
              </a:spcAft>
              <a:buClr>
                <a:schemeClr val="accent1"/>
              </a:buClr>
              <a:buSzPts val="1600"/>
              <a:buFont typeface="Arial"/>
              <a:buChar char="●"/>
            </a:pPr>
            <a:r>
              <a:rPr b="0" i="0" lang="en" sz="1400" u="none" cap="none" strike="noStrike">
                <a:solidFill>
                  <a:schemeClr val="dk2"/>
                </a:solidFill>
                <a:latin typeface="Barlow Semi Condensed"/>
                <a:ea typeface="Barlow Semi Condensed"/>
                <a:cs typeface="Barlow Semi Condensed"/>
                <a:sym typeface="Barlow Semi Condensed"/>
              </a:rPr>
              <a:t>Integrated secret management for DockerHub credentials.</a:t>
            </a:r>
            <a:endParaRPr b="0" i="0" sz="1400" u="none" cap="none" strike="noStrike">
              <a:solidFill>
                <a:schemeClr val="dk2"/>
              </a:solidFill>
              <a:latin typeface="Barlow Semi Condensed"/>
              <a:ea typeface="Barlow Semi Condensed"/>
              <a:cs typeface="Barlow Semi Condensed"/>
              <a:sym typeface="Barlow Semi Condensed"/>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Barlow Semi Condensed"/>
              <a:ea typeface="Barlow Semi Condensed"/>
              <a:cs typeface="Barlow Semi Condensed"/>
              <a:sym typeface="Barlow Semi Condensed"/>
            </a:endParaRPr>
          </a:p>
          <a:p>
            <a:pPr indent="-330200" lvl="0" marL="457200" marR="0" rtl="0" algn="l">
              <a:lnSpc>
                <a:spcPct val="100000"/>
              </a:lnSpc>
              <a:spcBef>
                <a:spcPts val="0"/>
              </a:spcBef>
              <a:spcAft>
                <a:spcPts val="0"/>
              </a:spcAft>
              <a:buClr>
                <a:schemeClr val="accent1"/>
              </a:buClr>
              <a:buSzPts val="1600"/>
              <a:buFont typeface="Arial"/>
              <a:buChar char="●"/>
            </a:pPr>
            <a:r>
              <a:rPr b="0" i="0" lang="en" sz="1400" u="none" cap="none" strike="noStrike">
                <a:solidFill>
                  <a:schemeClr val="dk2"/>
                </a:solidFill>
                <a:latin typeface="Barlow Semi Condensed"/>
                <a:ea typeface="Barlow Semi Condensed"/>
                <a:cs typeface="Barlow Semi Condensed"/>
                <a:sym typeface="Barlow Semi Condensed"/>
              </a:rPr>
              <a:t>Secrets ensure secure authentication without exposing credentials.</a:t>
            </a:r>
            <a:endParaRPr b="0" i="0" sz="1400" u="none" cap="none" strike="noStrike">
              <a:solidFill>
                <a:schemeClr val="dk2"/>
              </a:solidFill>
              <a:latin typeface="Barlow Semi Condensed"/>
              <a:ea typeface="Barlow Semi Condensed"/>
              <a:cs typeface="Barlow Semi Condensed"/>
              <a:sym typeface="Barlow Semi Condensed"/>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Barlow Semi Condensed"/>
              <a:ea typeface="Barlow Semi Condensed"/>
              <a:cs typeface="Barlow Semi Condensed"/>
              <a:sym typeface="Barlow Semi Condensed"/>
            </a:endParaRPr>
          </a:p>
          <a:p>
            <a:pPr indent="-330200" lvl="0" marL="457200" marR="0" rtl="0" algn="l">
              <a:lnSpc>
                <a:spcPct val="100000"/>
              </a:lnSpc>
              <a:spcBef>
                <a:spcPts val="0"/>
              </a:spcBef>
              <a:spcAft>
                <a:spcPts val="0"/>
              </a:spcAft>
              <a:buClr>
                <a:schemeClr val="accent1"/>
              </a:buClr>
              <a:buSzPts val="1600"/>
              <a:buFont typeface="Arial"/>
              <a:buChar char="●"/>
            </a:pPr>
            <a:r>
              <a:rPr b="0" i="0" lang="en" sz="1400" u="none" cap="none" strike="noStrike">
                <a:solidFill>
                  <a:schemeClr val="dk2"/>
                </a:solidFill>
                <a:latin typeface="Barlow Semi Condensed"/>
                <a:ea typeface="Barlow Semi Condensed"/>
                <a:cs typeface="Barlow Semi Condensed"/>
                <a:sym typeface="Barlow Semi Condensed"/>
              </a:rPr>
              <a:t>Pushes secure and verified images to DockerHub.</a:t>
            </a:r>
            <a:endParaRPr b="0" i="0" sz="1400" u="none" cap="none" strike="noStrike">
              <a:solidFill>
                <a:schemeClr val="dk2"/>
              </a:solidFill>
              <a:latin typeface="Barlow Semi Condensed"/>
              <a:ea typeface="Barlow Semi Condensed"/>
              <a:cs typeface="Barlow Semi Condensed"/>
              <a:sym typeface="Barlow Semi Condensed"/>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Barlow Semi Condensed"/>
              <a:ea typeface="Barlow Semi Condensed"/>
              <a:cs typeface="Barlow Semi Condensed"/>
              <a:sym typeface="Barlow Semi Condensed"/>
            </a:endParaRPr>
          </a:p>
        </p:txBody>
      </p:sp>
      <p:sp>
        <p:nvSpPr>
          <p:cNvPr id="4218" name="Google Shape;4218;g2a46dcf3698_0_3020"/>
          <p:cNvSpPr txBox="1"/>
          <p:nvPr/>
        </p:nvSpPr>
        <p:spPr>
          <a:xfrm>
            <a:off x="2167202" y="388637"/>
            <a:ext cx="4809600" cy="576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2"/>
              </a:buClr>
              <a:buSzPts val="2800"/>
              <a:buFont typeface="Fjalla One"/>
              <a:buNone/>
            </a:pPr>
            <a:r>
              <a:rPr b="0" i="0" lang="en" sz="3200" u="none" cap="none" strike="noStrike">
                <a:solidFill>
                  <a:schemeClr val="accent1"/>
                </a:solidFill>
                <a:latin typeface="Fjalla One"/>
                <a:ea typeface="Fjalla One"/>
                <a:cs typeface="Fjalla One"/>
                <a:sym typeface="Fjalla One"/>
              </a:rPr>
              <a:t>Docker Workflow Security</a:t>
            </a:r>
            <a:endParaRPr b="0" i="0" sz="1400" u="none" cap="none" strike="noStrike">
              <a:solidFill>
                <a:srgbClr val="000000"/>
              </a:solidFill>
              <a:latin typeface="Arial"/>
              <a:ea typeface="Arial"/>
              <a:cs typeface="Arial"/>
              <a:sym typeface="Arial"/>
            </a:endParaRPr>
          </a:p>
        </p:txBody>
      </p:sp>
      <p:pic>
        <p:nvPicPr>
          <p:cNvPr id="4219" name="Google Shape;4219;g2a46dcf3698_0_3020"/>
          <p:cNvPicPr preferRelativeResize="0"/>
          <p:nvPr/>
        </p:nvPicPr>
        <p:blipFill rotWithShape="1">
          <a:blip r:embed="rId3">
            <a:alphaModFix/>
          </a:blip>
          <a:srcRect b="0" l="0" r="0" t="0"/>
          <a:stretch/>
        </p:blipFill>
        <p:spPr>
          <a:xfrm>
            <a:off x="4430425" y="3125281"/>
            <a:ext cx="3333750" cy="1905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3" name="Shape 4223"/>
        <p:cNvGrpSpPr/>
        <p:nvPr/>
      </p:nvGrpSpPr>
      <p:grpSpPr>
        <a:xfrm>
          <a:off x="0" y="0"/>
          <a:ext cx="0" cy="0"/>
          <a:chOff x="0" y="0"/>
          <a:chExt cx="0" cy="0"/>
        </a:xfrm>
      </p:grpSpPr>
      <p:sp>
        <p:nvSpPr>
          <p:cNvPr id="4224" name="Google Shape;4224;p32"/>
          <p:cNvSpPr txBox="1"/>
          <p:nvPr>
            <p:ph type="title"/>
          </p:nvPr>
        </p:nvSpPr>
        <p:spPr>
          <a:xfrm>
            <a:off x="2242500" y="2672625"/>
            <a:ext cx="4426200" cy="80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4700"/>
              <a:t>Project management</a:t>
            </a:r>
            <a:endParaRPr/>
          </a:p>
        </p:txBody>
      </p:sp>
      <p:sp>
        <p:nvSpPr>
          <p:cNvPr id="4225" name="Google Shape;4225;p32"/>
          <p:cNvSpPr txBox="1"/>
          <p:nvPr>
            <p:ph idx="2" type="title"/>
          </p:nvPr>
        </p:nvSpPr>
        <p:spPr>
          <a:xfrm>
            <a:off x="2971800" y="947963"/>
            <a:ext cx="2967600" cy="10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t>07</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9" name="Shape 4229"/>
        <p:cNvGrpSpPr/>
        <p:nvPr/>
      </p:nvGrpSpPr>
      <p:grpSpPr>
        <a:xfrm>
          <a:off x="0" y="0"/>
          <a:ext cx="0" cy="0"/>
          <a:chOff x="0" y="0"/>
          <a:chExt cx="0" cy="0"/>
        </a:xfrm>
      </p:grpSpPr>
      <p:sp>
        <p:nvSpPr>
          <p:cNvPr id="4230" name="Google Shape;4230;p33"/>
          <p:cNvSpPr txBox="1"/>
          <p:nvPr>
            <p:ph type="title"/>
          </p:nvPr>
        </p:nvSpPr>
        <p:spPr>
          <a:xfrm>
            <a:off x="2167128" y="627634"/>
            <a:ext cx="4809600" cy="576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Version Control</a:t>
            </a:r>
            <a:endParaRPr/>
          </a:p>
        </p:txBody>
      </p:sp>
      <p:sp>
        <p:nvSpPr>
          <p:cNvPr id="4231" name="Google Shape;4231;p33"/>
          <p:cNvSpPr txBox="1"/>
          <p:nvPr>
            <p:ph idx="1" type="subTitle"/>
          </p:nvPr>
        </p:nvSpPr>
        <p:spPr>
          <a:xfrm>
            <a:off x="1622425" y="1276350"/>
            <a:ext cx="5845810" cy="697865"/>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sz="1600"/>
              <a:t>Implemented Git/GitHub for code integrity and team collaboration.</a:t>
            </a:r>
            <a:endParaRPr sz="1600"/>
          </a:p>
        </p:txBody>
      </p:sp>
      <p:sp>
        <p:nvSpPr>
          <p:cNvPr id="4232" name="Google Shape;4232;p33"/>
          <p:cNvSpPr txBox="1"/>
          <p:nvPr/>
        </p:nvSpPr>
        <p:spPr>
          <a:xfrm>
            <a:off x="2320798" y="2211324"/>
            <a:ext cx="4809600" cy="576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2"/>
              </a:buClr>
              <a:buSzPts val="2800"/>
              <a:buFont typeface="Fjalla One"/>
              <a:buNone/>
            </a:pPr>
            <a:r>
              <a:rPr b="0" i="0" lang="en" sz="2800" u="none" cap="none" strike="noStrike">
                <a:solidFill>
                  <a:schemeClr val="dk2"/>
                </a:solidFill>
                <a:latin typeface="Fjalla One"/>
                <a:ea typeface="Fjalla One"/>
                <a:cs typeface="Fjalla One"/>
                <a:sym typeface="Fjalla One"/>
              </a:rPr>
              <a:t>Deployment Automation</a:t>
            </a:r>
            <a:endParaRPr b="0" i="0" sz="2800" u="none" cap="none" strike="noStrike">
              <a:solidFill>
                <a:schemeClr val="dk2"/>
              </a:solidFill>
              <a:latin typeface="Fjalla One"/>
              <a:ea typeface="Fjalla One"/>
              <a:cs typeface="Fjalla One"/>
              <a:sym typeface="Fjalla One"/>
            </a:endParaRPr>
          </a:p>
        </p:txBody>
      </p:sp>
      <p:sp>
        <p:nvSpPr>
          <p:cNvPr id="4233" name="Google Shape;4233;p33"/>
          <p:cNvSpPr txBox="1"/>
          <p:nvPr/>
        </p:nvSpPr>
        <p:spPr>
          <a:xfrm>
            <a:off x="1776095" y="2860040"/>
            <a:ext cx="5845810" cy="697865"/>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Barlow Semi Condensed"/>
                <a:ea typeface="Barlow Semi Condensed"/>
                <a:cs typeface="Barlow Semi Condensed"/>
                <a:sym typeface="Barlow Semi Condensed"/>
              </a:rPr>
              <a:t>Utilized Docker and GitHub Actions for consistent environments and automated deployments.</a:t>
            </a:r>
            <a:endParaRPr b="0" i="0" sz="1600" u="none" cap="none" strike="noStrike">
              <a:solidFill>
                <a:schemeClr val="dk2"/>
              </a:solidFill>
              <a:latin typeface="Barlow Semi Condensed"/>
              <a:ea typeface="Barlow Semi Condensed"/>
              <a:cs typeface="Barlow Semi Condensed"/>
              <a:sym typeface="Barlow Semi Condense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7" name="Shape 4237"/>
        <p:cNvGrpSpPr/>
        <p:nvPr/>
      </p:nvGrpSpPr>
      <p:grpSpPr>
        <a:xfrm>
          <a:off x="0" y="0"/>
          <a:ext cx="0" cy="0"/>
          <a:chOff x="0" y="0"/>
          <a:chExt cx="0" cy="0"/>
        </a:xfrm>
      </p:grpSpPr>
      <p:grpSp>
        <p:nvGrpSpPr>
          <p:cNvPr id="4238" name="Google Shape;4238;p34"/>
          <p:cNvGrpSpPr/>
          <p:nvPr/>
        </p:nvGrpSpPr>
        <p:grpSpPr>
          <a:xfrm>
            <a:off x="1819024" y="3893816"/>
            <a:ext cx="175013" cy="27000"/>
            <a:chOff x="5662375" y="212375"/>
            <a:chExt cx="175013" cy="27000"/>
          </a:xfrm>
        </p:grpSpPr>
        <p:sp>
          <p:nvSpPr>
            <p:cNvPr id="4239" name="Google Shape;4239;p3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240" name="Google Shape;4240;p3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241" name="Google Shape;4241;p3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4242" name="Google Shape;4242;p34"/>
          <p:cNvGrpSpPr/>
          <p:nvPr/>
        </p:nvGrpSpPr>
        <p:grpSpPr>
          <a:xfrm>
            <a:off x="6134859" y="3893828"/>
            <a:ext cx="175013" cy="27000"/>
            <a:chOff x="5662375" y="212375"/>
            <a:chExt cx="175013" cy="27000"/>
          </a:xfrm>
        </p:grpSpPr>
        <p:sp>
          <p:nvSpPr>
            <p:cNvPr id="4243" name="Google Shape;4243;p3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244" name="Google Shape;4244;p3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245" name="Google Shape;4245;p3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4246" name="Google Shape;4246;p34"/>
          <p:cNvSpPr txBox="1"/>
          <p:nvPr>
            <p:ph type="title"/>
          </p:nvPr>
        </p:nvSpPr>
        <p:spPr>
          <a:xfrm>
            <a:off x="1719072" y="338328"/>
            <a:ext cx="5577900" cy="59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Risk Management</a:t>
            </a:r>
            <a:endParaRPr/>
          </a:p>
        </p:txBody>
      </p:sp>
      <p:sp>
        <p:nvSpPr>
          <p:cNvPr id="4247" name="Google Shape;4247;p34"/>
          <p:cNvSpPr txBox="1"/>
          <p:nvPr>
            <p:ph idx="1" type="subTitle"/>
          </p:nvPr>
        </p:nvSpPr>
        <p:spPr>
          <a:xfrm>
            <a:off x="5344541" y="2414016"/>
            <a:ext cx="1764900" cy="329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
                <a:solidFill>
                  <a:schemeClr val="accent1"/>
                </a:solidFill>
              </a:rPr>
              <a:t>Docker Setup</a:t>
            </a:r>
            <a:endParaRPr>
              <a:solidFill>
                <a:schemeClr val="accent1"/>
              </a:solidFill>
            </a:endParaRPr>
          </a:p>
        </p:txBody>
      </p:sp>
      <p:sp>
        <p:nvSpPr>
          <p:cNvPr id="4248" name="Google Shape;4248;p34"/>
          <p:cNvSpPr txBox="1"/>
          <p:nvPr>
            <p:ph idx="2" type="subTitle"/>
          </p:nvPr>
        </p:nvSpPr>
        <p:spPr>
          <a:xfrm>
            <a:off x="777240" y="2414270"/>
            <a:ext cx="2615565" cy="32893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
                <a:solidFill>
                  <a:schemeClr val="accent1"/>
                </a:solidFill>
              </a:rPr>
              <a:t>Technical Training</a:t>
            </a:r>
            <a:endParaRPr>
              <a:solidFill>
                <a:schemeClr val="accent1"/>
              </a:solidFill>
            </a:endParaRPr>
          </a:p>
        </p:txBody>
      </p:sp>
      <p:sp>
        <p:nvSpPr>
          <p:cNvPr id="4249" name="Google Shape;4249;p34"/>
          <p:cNvSpPr txBox="1"/>
          <p:nvPr>
            <p:ph idx="4" type="subTitle"/>
          </p:nvPr>
        </p:nvSpPr>
        <p:spPr>
          <a:xfrm>
            <a:off x="4572000" y="2825750"/>
            <a:ext cx="3598545" cy="1078865"/>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t>Overcame configuration issues by optimizing settings and documenting solutions.</a:t>
            </a:r>
            <a:endParaRPr/>
          </a:p>
        </p:txBody>
      </p:sp>
      <p:sp>
        <p:nvSpPr>
          <p:cNvPr id="4250" name="Google Shape;4250;p34"/>
          <p:cNvSpPr txBox="1"/>
          <p:nvPr>
            <p:ph idx="5" type="subTitle"/>
          </p:nvPr>
        </p:nvSpPr>
        <p:spPr>
          <a:xfrm>
            <a:off x="1024128" y="2825496"/>
            <a:ext cx="1764900" cy="1079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t>Conducted training to enhance skills in Django and Python.</a:t>
            </a:r>
            <a:endParaRPr/>
          </a:p>
        </p:txBody>
      </p:sp>
      <p:grpSp>
        <p:nvGrpSpPr>
          <p:cNvPr id="4251" name="Google Shape;4251;p34"/>
          <p:cNvGrpSpPr/>
          <p:nvPr/>
        </p:nvGrpSpPr>
        <p:grpSpPr>
          <a:xfrm>
            <a:off x="1696099" y="1908349"/>
            <a:ext cx="420796" cy="370732"/>
            <a:chOff x="-3137650" y="2067900"/>
            <a:chExt cx="291450" cy="256775"/>
          </a:xfrm>
        </p:grpSpPr>
        <p:sp>
          <p:nvSpPr>
            <p:cNvPr id="4252" name="Google Shape;4252;p34"/>
            <p:cNvSpPr/>
            <p:nvPr/>
          </p:nvSpPr>
          <p:spPr>
            <a:xfrm>
              <a:off x="-3137650" y="2067900"/>
              <a:ext cx="291450" cy="187475"/>
            </a:xfrm>
            <a:custGeom>
              <a:rect b="b" l="l" r="r" t="t"/>
              <a:pathLst>
                <a:path extrusionOk="0" h="7499" w="11658">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94949"/>
                </a:solidFill>
                <a:latin typeface="Arial"/>
                <a:ea typeface="Arial"/>
                <a:cs typeface="Arial"/>
                <a:sym typeface="Arial"/>
              </a:endParaRPr>
            </a:p>
          </p:txBody>
        </p:sp>
        <p:sp>
          <p:nvSpPr>
            <p:cNvPr id="4253" name="Google Shape;4253;p34"/>
            <p:cNvSpPr/>
            <p:nvPr/>
          </p:nvSpPr>
          <p:spPr>
            <a:xfrm>
              <a:off x="-3137650" y="2273475"/>
              <a:ext cx="291450" cy="51200"/>
            </a:xfrm>
            <a:custGeom>
              <a:rect b="b" l="l" r="r" t="t"/>
              <a:pathLst>
                <a:path extrusionOk="0" h="2048" w="11658">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94949"/>
                </a:solidFill>
                <a:latin typeface="Arial"/>
                <a:ea typeface="Arial"/>
                <a:cs typeface="Arial"/>
                <a:sym typeface="Arial"/>
              </a:endParaRPr>
            </a:p>
          </p:txBody>
        </p:sp>
        <p:sp>
          <p:nvSpPr>
            <p:cNvPr id="4254" name="Google Shape;4254;p34"/>
            <p:cNvSpPr/>
            <p:nvPr/>
          </p:nvSpPr>
          <p:spPr>
            <a:xfrm>
              <a:off x="-3035250" y="2103000"/>
              <a:ext cx="104000" cy="118500"/>
            </a:xfrm>
            <a:custGeom>
              <a:rect b="b" l="l" r="r" t="t"/>
              <a:pathLst>
                <a:path extrusionOk="0" h="4740" w="416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94949"/>
                </a:solidFill>
                <a:latin typeface="Arial"/>
                <a:ea typeface="Arial"/>
                <a:cs typeface="Arial"/>
                <a:sym typeface="Arial"/>
              </a:endParaRPr>
            </a:p>
          </p:txBody>
        </p:sp>
      </p:grpSp>
      <p:grpSp>
        <p:nvGrpSpPr>
          <p:cNvPr id="4255" name="Google Shape;4255;p34"/>
          <p:cNvGrpSpPr/>
          <p:nvPr/>
        </p:nvGrpSpPr>
        <p:grpSpPr>
          <a:xfrm>
            <a:off x="6011967" y="1908360"/>
            <a:ext cx="420796" cy="421770"/>
            <a:chOff x="-3137650" y="2408950"/>
            <a:chExt cx="291450" cy="292125"/>
          </a:xfrm>
        </p:grpSpPr>
        <p:sp>
          <p:nvSpPr>
            <p:cNvPr id="4256" name="Google Shape;4256;p34"/>
            <p:cNvSpPr/>
            <p:nvPr/>
          </p:nvSpPr>
          <p:spPr>
            <a:xfrm>
              <a:off x="-3137650" y="2408950"/>
              <a:ext cx="291450" cy="292125"/>
            </a:xfrm>
            <a:custGeom>
              <a:rect b="b" l="l" r="r" t="t"/>
              <a:pathLst>
                <a:path extrusionOk="0" h="11685" w="11658">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94949"/>
                </a:solidFill>
                <a:latin typeface="Arial"/>
                <a:ea typeface="Arial"/>
                <a:cs typeface="Arial"/>
                <a:sym typeface="Arial"/>
              </a:endParaRPr>
            </a:p>
          </p:txBody>
        </p:sp>
        <p:sp>
          <p:nvSpPr>
            <p:cNvPr id="4257" name="Google Shape;4257;p34"/>
            <p:cNvSpPr/>
            <p:nvPr/>
          </p:nvSpPr>
          <p:spPr>
            <a:xfrm>
              <a:off x="-3104575" y="24428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94949"/>
                </a:solidFill>
                <a:latin typeface="Arial"/>
                <a:ea typeface="Arial"/>
                <a:cs typeface="Arial"/>
                <a:sym typeface="Arial"/>
              </a:endParaRPr>
            </a:p>
          </p:txBody>
        </p:sp>
        <p:sp>
          <p:nvSpPr>
            <p:cNvPr id="4258" name="Google Shape;4258;p34"/>
            <p:cNvSpPr/>
            <p:nvPr/>
          </p:nvSpPr>
          <p:spPr>
            <a:xfrm>
              <a:off x="-306990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94949"/>
                </a:solidFill>
                <a:latin typeface="Arial"/>
                <a:ea typeface="Arial"/>
                <a:cs typeface="Arial"/>
                <a:sym typeface="Arial"/>
              </a:endParaRPr>
            </a:p>
          </p:txBody>
        </p:sp>
        <p:sp>
          <p:nvSpPr>
            <p:cNvPr id="4259" name="Google Shape;4259;p34"/>
            <p:cNvSpPr/>
            <p:nvPr/>
          </p:nvSpPr>
          <p:spPr>
            <a:xfrm>
              <a:off x="-303525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94949"/>
                </a:solidFill>
                <a:latin typeface="Arial"/>
                <a:ea typeface="Arial"/>
                <a:cs typeface="Arial"/>
                <a:sym typeface="Arial"/>
              </a:endParaRPr>
            </a:p>
          </p:txBody>
        </p:sp>
        <p:sp>
          <p:nvSpPr>
            <p:cNvPr id="4260" name="Google Shape;4260;p34"/>
            <p:cNvSpPr/>
            <p:nvPr/>
          </p:nvSpPr>
          <p:spPr>
            <a:xfrm>
              <a:off x="-3002175" y="2442800"/>
              <a:ext cx="120525" cy="17350"/>
            </a:xfrm>
            <a:custGeom>
              <a:rect b="b" l="l" r="r" t="t"/>
              <a:pathLst>
                <a:path extrusionOk="0" h="694" w="4821">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94949"/>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4" name="Shape 4264"/>
        <p:cNvGrpSpPr/>
        <p:nvPr/>
      </p:nvGrpSpPr>
      <p:grpSpPr>
        <a:xfrm>
          <a:off x="0" y="0"/>
          <a:ext cx="0" cy="0"/>
          <a:chOff x="0" y="0"/>
          <a:chExt cx="0" cy="0"/>
        </a:xfrm>
      </p:grpSpPr>
      <p:sp>
        <p:nvSpPr>
          <p:cNvPr id="4265" name="Google Shape;4265;p35"/>
          <p:cNvSpPr txBox="1"/>
          <p:nvPr>
            <p:ph type="title"/>
          </p:nvPr>
        </p:nvSpPr>
        <p:spPr>
          <a:xfrm>
            <a:off x="1568775" y="442350"/>
            <a:ext cx="6006300" cy="595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Quality Management</a:t>
            </a:r>
            <a:endParaRPr/>
          </a:p>
        </p:txBody>
      </p:sp>
      <p:sp>
        <p:nvSpPr>
          <p:cNvPr id="4266" name="Google Shape;4266;p35"/>
          <p:cNvSpPr txBox="1"/>
          <p:nvPr>
            <p:ph idx="1" type="subTitle"/>
          </p:nvPr>
        </p:nvSpPr>
        <p:spPr>
          <a:xfrm>
            <a:off x="1709928" y="1545336"/>
            <a:ext cx="1945200" cy="37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800">
                <a:solidFill>
                  <a:schemeClr val="accent1"/>
                </a:solidFill>
              </a:rPr>
              <a:t>Lines of Code (LOC)</a:t>
            </a:r>
            <a:endParaRPr sz="1800">
              <a:solidFill>
                <a:schemeClr val="accent1"/>
              </a:solidFill>
            </a:endParaRPr>
          </a:p>
        </p:txBody>
      </p:sp>
      <p:sp>
        <p:nvSpPr>
          <p:cNvPr id="4267" name="Google Shape;4267;p35"/>
          <p:cNvSpPr txBox="1"/>
          <p:nvPr>
            <p:ph idx="2" type="subTitle"/>
          </p:nvPr>
        </p:nvSpPr>
        <p:spPr>
          <a:xfrm>
            <a:off x="1709928" y="1938528"/>
            <a:ext cx="1945200" cy="75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sz="1600">
                <a:solidFill>
                  <a:schemeClr val="dk2"/>
                </a:solidFill>
                <a:latin typeface="Barlow Semi Condensed"/>
                <a:ea typeface="Barlow Semi Condensed"/>
                <a:cs typeface="Barlow Semi Condensed"/>
                <a:sym typeface="Barlow Semi Condensed"/>
              </a:rPr>
              <a:t>Tracked to measure development progress.</a:t>
            </a:r>
            <a:endParaRPr sz="1600">
              <a:solidFill>
                <a:schemeClr val="dk2"/>
              </a:solidFill>
              <a:latin typeface="Barlow Semi Condensed"/>
              <a:ea typeface="Barlow Semi Condensed"/>
              <a:cs typeface="Barlow Semi Condensed"/>
              <a:sym typeface="Barlow Semi Condensed"/>
            </a:endParaRPr>
          </a:p>
        </p:txBody>
      </p:sp>
      <p:sp>
        <p:nvSpPr>
          <p:cNvPr id="4268" name="Google Shape;4268;p35"/>
          <p:cNvSpPr txBox="1"/>
          <p:nvPr>
            <p:ph idx="3" type="subTitle"/>
          </p:nvPr>
        </p:nvSpPr>
        <p:spPr>
          <a:xfrm>
            <a:off x="5467985" y="1545590"/>
            <a:ext cx="2485390" cy="37528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800">
                <a:solidFill>
                  <a:schemeClr val="accent1"/>
                </a:solidFill>
              </a:rPr>
              <a:t>Cyclomatic Complexity</a:t>
            </a:r>
            <a:endParaRPr sz="1800">
              <a:solidFill>
                <a:schemeClr val="accent1"/>
              </a:solidFill>
            </a:endParaRPr>
          </a:p>
        </p:txBody>
      </p:sp>
      <p:sp>
        <p:nvSpPr>
          <p:cNvPr id="4269" name="Google Shape;4269;p35"/>
          <p:cNvSpPr txBox="1"/>
          <p:nvPr>
            <p:ph idx="4" type="subTitle"/>
          </p:nvPr>
        </p:nvSpPr>
        <p:spPr>
          <a:xfrm>
            <a:off x="5468112" y="1938528"/>
            <a:ext cx="1947600" cy="75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sz="1600">
                <a:solidFill>
                  <a:schemeClr val="dk2"/>
                </a:solidFill>
                <a:latin typeface="Barlow Semi Condensed"/>
                <a:ea typeface="Barlow Semi Condensed"/>
                <a:cs typeface="Barlow Semi Condensed"/>
                <a:sym typeface="Barlow Semi Condensed"/>
              </a:rPr>
              <a:t>Managed to ensure code maintainability.</a:t>
            </a:r>
            <a:endParaRPr sz="1600">
              <a:solidFill>
                <a:schemeClr val="dk2"/>
              </a:solidFill>
              <a:latin typeface="Barlow Semi Condensed"/>
              <a:ea typeface="Barlow Semi Condensed"/>
              <a:cs typeface="Barlow Semi Condensed"/>
              <a:sym typeface="Barlow Semi Condensed"/>
            </a:endParaRPr>
          </a:p>
        </p:txBody>
      </p:sp>
      <p:sp>
        <p:nvSpPr>
          <p:cNvPr id="4270" name="Google Shape;4270;p35"/>
          <p:cNvSpPr txBox="1"/>
          <p:nvPr>
            <p:ph idx="5" type="subTitle"/>
          </p:nvPr>
        </p:nvSpPr>
        <p:spPr>
          <a:xfrm>
            <a:off x="2825496" y="3200400"/>
            <a:ext cx="1945200" cy="37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800">
                <a:solidFill>
                  <a:schemeClr val="accent1"/>
                </a:solidFill>
              </a:rPr>
              <a:t>Defect Rate</a:t>
            </a:r>
            <a:endParaRPr sz="1800">
              <a:solidFill>
                <a:schemeClr val="accent1"/>
              </a:solidFill>
            </a:endParaRPr>
          </a:p>
        </p:txBody>
      </p:sp>
      <p:sp>
        <p:nvSpPr>
          <p:cNvPr id="4271" name="Google Shape;4271;p35"/>
          <p:cNvSpPr txBox="1"/>
          <p:nvPr>
            <p:ph idx="6" type="subTitle"/>
          </p:nvPr>
        </p:nvSpPr>
        <p:spPr>
          <a:xfrm>
            <a:off x="2825496" y="3593592"/>
            <a:ext cx="1945200" cy="75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sz="1600"/>
              <a:t>Aimed for a rate below </a:t>
            </a:r>
            <a:r>
              <a:rPr b="1" lang="en" sz="1600"/>
              <a:t>1.5 </a:t>
            </a:r>
            <a:r>
              <a:rPr lang="en" sz="1600"/>
              <a:t>defects per KLOC</a:t>
            </a:r>
            <a:endParaRPr sz="1600"/>
          </a:p>
        </p:txBody>
      </p:sp>
      <p:sp>
        <p:nvSpPr>
          <p:cNvPr id="4272" name="Google Shape;4272;p35"/>
          <p:cNvSpPr txBox="1"/>
          <p:nvPr>
            <p:ph idx="7" type="subTitle"/>
          </p:nvPr>
        </p:nvSpPr>
        <p:spPr>
          <a:xfrm>
            <a:off x="6464808" y="3200400"/>
            <a:ext cx="1993500" cy="37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800">
                <a:solidFill>
                  <a:schemeClr val="accent1"/>
                </a:solidFill>
              </a:rPr>
              <a:t>Test Coverage</a:t>
            </a:r>
            <a:endParaRPr sz="1800">
              <a:solidFill>
                <a:schemeClr val="accent1"/>
              </a:solidFill>
            </a:endParaRPr>
          </a:p>
        </p:txBody>
      </p:sp>
      <p:sp>
        <p:nvSpPr>
          <p:cNvPr id="4273" name="Google Shape;4273;p35"/>
          <p:cNvSpPr txBox="1"/>
          <p:nvPr>
            <p:ph idx="8" type="subTitle"/>
          </p:nvPr>
        </p:nvSpPr>
        <p:spPr>
          <a:xfrm>
            <a:off x="6464935" y="3593465"/>
            <a:ext cx="2485390" cy="7588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sz="1600"/>
              <a:t>Targeted 80% for backend and 70% for frontend</a:t>
            </a:r>
            <a:endParaRPr sz="1600"/>
          </a:p>
        </p:txBody>
      </p:sp>
      <p:sp>
        <p:nvSpPr>
          <p:cNvPr id="4274" name="Google Shape;4274;p35"/>
          <p:cNvSpPr txBox="1"/>
          <p:nvPr/>
        </p:nvSpPr>
        <p:spPr>
          <a:xfrm>
            <a:off x="512064" y="1700784"/>
            <a:ext cx="1179600" cy="1079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200"/>
              <a:buFont typeface="Arial"/>
              <a:buNone/>
            </a:pPr>
            <a:r>
              <a:rPr b="0" i="0" lang="en" sz="7200" u="none" cap="none" strike="noStrike">
                <a:solidFill>
                  <a:schemeClr val="accent1"/>
                </a:solidFill>
                <a:latin typeface="Fjalla One"/>
                <a:ea typeface="Fjalla One"/>
                <a:cs typeface="Fjalla One"/>
                <a:sym typeface="Fjalla One"/>
              </a:rPr>
              <a:t>01</a:t>
            </a:r>
            <a:endParaRPr b="0" i="0" sz="7200" u="none" cap="none" strike="noStrike">
              <a:solidFill>
                <a:schemeClr val="accent1"/>
              </a:solidFill>
              <a:latin typeface="Fjalla One"/>
              <a:ea typeface="Fjalla One"/>
              <a:cs typeface="Fjalla One"/>
              <a:sym typeface="Fjalla One"/>
            </a:endParaRPr>
          </a:p>
        </p:txBody>
      </p:sp>
      <p:sp>
        <p:nvSpPr>
          <p:cNvPr id="4275" name="Google Shape;4275;p35"/>
          <p:cNvSpPr txBox="1"/>
          <p:nvPr/>
        </p:nvSpPr>
        <p:spPr>
          <a:xfrm>
            <a:off x="1623369" y="3355848"/>
            <a:ext cx="1179600" cy="1074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200"/>
              <a:buFont typeface="Arial"/>
              <a:buNone/>
            </a:pPr>
            <a:r>
              <a:rPr b="0" i="0" lang="en" sz="7200" u="none" cap="none" strike="noStrike">
                <a:solidFill>
                  <a:schemeClr val="accent1"/>
                </a:solidFill>
                <a:latin typeface="Fjalla One"/>
                <a:ea typeface="Fjalla One"/>
                <a:cs typeface="Fjalla One"/>
                <a:sym typeface="Fjalla One"/>
              </a:rPr>
              <a:t>03</a:t>
            </a:r>
            <a:endParaRPr b="0" i="0" sz="7200" u="none" cap="none" strike="noStrike">
              <a:solidFill>
                <a:schemeClr val="accent1"/>
              </a:solidFill>
              <a:latin typeface="Fjalla One"/>
              <a:ea typeface="Fjalla One"/>
              <a:cs typeface="Fjalla One"/>
              <a:sym typeface="Fjalla One"/>
            </a:endParaRPr>
          </a:p>
        </p:txBody>
      </p:sp>
      <p:sp>
        <p:nvSpPr>
          <p:cNvPr id="4276" name="Google Shape;4276;p35"/>
          <p:cNvSpPr txBox="1"/>
          <p:nvPr/>
        </p:nvSpPr>
        <p:spPr>
          <a:xfrm>
            <a:off x="5263298" y="3355848"/>
            <a:ext cx="1179600" cy="1074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200"/>
              <a:buFont typeface="Arial"/>
              <a:buNone/>
            </a:pPr>
            <a:r>
              <a:rPr b="0" i="0" lang="en" sz="7200" u="none" cap="none" strike="noStrike">
                <a:solidFill>
                  <a:schemeClr val="accent1"/>
                </a:solidFill>
                <a:latin typeface="Fjalla One"/>
                <a:ea typeface="Fjalla One"/>
                <a:cs typeface="Fjalla One"/>
                <a:sym typeface="Fjalla One"/>
              </a:rPr>
              <a:t>04</a:t>
            </a:r>
            <a:endParaRPr b="0" i="0" sz="7200" u="none" cap="none" strike="noStrike">
              <a:solidFill>
                <a:schemeClr val="accent1"/>
              </a:solidFill>
              <a:latin typeface="Fjalla One"/>
              <a:ea typeface="Fjalla One"/>
              <a:cs typeface="Fjalla One"/>
              <a:sym typeface="Fjalla One"/>
            </a:endParaRPr>
          </a:p>
        </p:txBody>
      </p:sp>
      <p:sp>
        <p:nvSpPr>
          <p:cNvPr id="4277" name="Google Shape;4277;p35"/>
          <p:cNvSpPr txBox="1"/>
          <p:nvPr/>
        </p:nvSpPr>
        <p:spPr>
          <a:xfrm>
            <a:off x="4268116" y="1700784"/>
            <a:ext cx="1179600" cy="1079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200"/>
              <a:buFont typeface="Arial"/>
              <a:buNone/>
            </a:pPr>
            <a:r>
              <a:rPr b="0" i="0" lang="en" sz="7200" u="none" cap="none" strike="noStrike">
                <a:solidFill>
                  <a:schemeClr val="accent1"/>
                </a:solidFill>
                <a:latin typeface="Fjalla One"/>
                <a:ea typeface="Fjalla One"/>
                <a:cs typeface="Fjalla One"/>
                <a:sym typeface="Fjalla One"/>
              </a:rPr>
              <a:t>02</a:t>
            </a:r>
            <a:endParaRPr b="0" i="0" sz="7200" u="none" cap="none" strike="noStrike">
              <a:solidFill>
                <a:schemeClr val="accent1"/>
              </a:solidFill>
              <a:latin typeface="Fjalla One"/>
              <a:ea typeface="Fjalla One"/>
              <a:cs typeface="Fjalla One"/>
              <a:sym typeface="Fjalla On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1" name="Shape 4281"/>
        <p:cNvGrpSpPr/>
        <p:nvPr/>
      </p:nvGrpSpPr>
      <p:grpSpPr>
        <a:xfrm>
          <a:off x="0" y="0"/>
          <a:ext cx="0" cy="0"/>
          <a:chOff x="0" y="0"/>
          <a:chExt cx="0" cy="0"/>
        </a:xfrm>
      </p:grpSpPr>
      <p:sp>
        <p:nvSpPr>
          <p:cNvPr id="4282" name="Google Shape;4282;p36"/>
          <p:cNvSpPr txBox="1"/>
          <p:nvPr>
            <p:ph type="title"/>
          </p:nvPr>
        </p:nvSpPr>
        <p:spPr>
          <a:xfrm>
            <a:off x="723750" y="526925"/>
            <a:ext cx="7696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Project Achievements</a:t>
            </a:r>
            <a:endParaRPr/>
          </a:p>
          <a:p>
            <a:pPr indent="0" lvl="0" marL="0" rtl="0" algn="ctr">
              <a:lnSpc>
                <a:spcPct val="100000"/>
              </a:lnSpc>
              <a:spcBef>
                <a:spcPts val="0"/>
              </a:spcBef>
              <a:spcAft>
                <a:spcPts val="0"/>
              </a:spcAft>
              <a:buSzPts val="2800"/>
              <a:buNone/>
            </a:pPr>
            <a:r>
              <a:t/>
            </a:r>
            <a:endParaRPr/>
          </a:p>
        </p:txBody>
      </p:sp>
      <p:grpSp>
        <p:nvGrpSpPr>
          <p:cNvPr id="4283" name="Google Shape;4283;p36"/>
          <p:cNvGrpSpPr/>
          <p:nvPr/>
        </p:nvGrpSpPr>
        <p:grpSpPr>
          <a:xfrm>
            <a:off x="3167946" y="1118921"/>
            <a:ext cx="2808102" cy="2816821"/>
            <a:chOff x="4820425" y="1329900"/>
            <a:chExt cx="70175" cy="70350"/>
          </a:xfrm>
        </p:grpSpPr>
        <p:sp>
          <p:nvSpPr>
            <p:cNvPr id="4284" name="Google Shape;4284;p36"/>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5" name="Google Shape;4285;p36"/>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6" name="Google Shape;4286;p36"/>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7" name="Google Shape;4287;p36"/>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88" name="Google Shape;4288;p36"/>
          <p:cNvSpPr txBox="1"/>
          <p:nvPr>
            <p:ph idx="1" type="subTitle"/>
          </p:nvPr>
        </p:nvSpPr>
        <p:spPr>
          <a:xfrm>
            <a:off x="573405" y="1262380"/>
            <a:ext cx="2811780" cy="3657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Development and Integration</a:t>
            </a:r>
            <a:endParaRPr b="0" i="0" sz="1800" u="none" cap="none" strike="noStrike">
              <a:solidFill>
                <a:schemeClr val="accent1"/>
              </a:solidFill>
              <a:latin typeface="Barlow Semi Condensed Medium"/>
              <a:ea typeface="Barlow Semi Condensed Medium"/>
              <a:cs typeface="Barlow Semi Condensed Medium"/>
              <a:sym typeface="Barlow Semi Condensed Medium"/>
            </a:endParaRPr>
          </a:p>
        </p:txBody>
      </p:sp>
      <p:sp>
        <p:nvSpPr>
          <p:cNvPr id="4289" name="Google Shape;4289;p36"/>
          <p:cNvSpPr txBox="1"/>
          <p:nvPr>
            <p:ph idx="2" type="subTitle"/>
          </p:nvPr>
        </p:nvSpPr>
        <p:spPr>
          <a:xfrm>
            <a:off x="465455" y="1866265"/>
            <a:ext cx="2919730" cy="61087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Barlow Semi Condensed"/>
                <a:ea typeface="Barlow Semi Condensed"/>
                <a:cs typeface="Barlow Semi Condensed"/>
                <a:sym typeface="Barlow Semi Condensed"/>
              </a:rPr>
              <a:t>We have successfully developed and integrated the platform's core features, including dynamic movie trend visualizations, sentiment analysis of user reviews, and interactive word clouds derived from review text. </a:t>
            </a:r>
            <a:endParaRPr b="0" i="0" sz="1200" u="none" cap="none" strike="noStrike">
              <a:solidFill>
                <a:schemeClr val="dk2"/>
              </a:solidFill>
              <a:latin typeface="Barlow Semi Condensed"/>
              <a:ea typeface="Barlow Semi Condensed"/>
              <a:cs typeface="Barlow Semi Condensed"/>
              <a:sym typeface="Barlow Semi Condensed"/>
            </a:endParaRPr>
          </a:p>
        </p:txBody>
      </p:sp>
      <p:sp>
        <p:nvSpPr>
          <p:cNvPr id="4290" name="Google Shape;4290;p36"/>
          <p:cNvSpPr txBox="1"/>
          <p:nvPr>
            <p:ph idx="3" type="subTitle"/>
          </p:nvPr>
        </p:nvSpPr>
        <p:spPr>
          <a:xfrm>
            <a:off x="539750" y="3075940"/>
            <a:ext cx="2932430" cy="3657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Robust System Architecture:</a:t>
            </a:r>
            <a:endParaRPr b="0" i="0" sz="1800" u="none" cap="none" strike="noStrike">
              <a:solidFill>
                <a:schemeClr val="accent1"/>
              </a:solidFill>
              <a:latin typeface="Barlow Semi Condensed Medium"/>
              <a:ea typeface="Barlow Semi Condensed Medium"/>
              <a:cs typeface="Barlow Semi Condensed Medium"/>
              <a:sym typeface="Barlow Semi Condensed Medium"/>
            </a:endParaRPr>
          </a:p>
        </p:txBody>
      </p:sp>
      <p:sp>
        <p:nvSpPr>
          <p:cNvPr id="4291" name="Google Shape;4291;p36"/>
          <p:cNvSpPr txBox="1"/>
          <p:nvPr>
            <p:ph idx="4" type="subTitle"/>
          </p:nvPr>
        </p:nvSpPr>
        <p:spPr>
          <a:xfrm>
            <a:off x="857250" y="3500120"/>
            <a:ext cx="2726690" cy="119507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Barlow Semi Condensed"/>
                <a:ea typeface="Barlow Semi Condensed"/>
                <a:cs typeface="Barlow Semi Condensed"/>
                <a:sym typeface="Barlow Semi Condensed"/>
              </a:rPr>
              <a:t>Our platform is built on a robust, Docker-based architecture, which ensures scalability and security. The use of Docker containers for the database, frontend, and backend components promotes seamless integration and maintains consistent deployment environments</a:t>
            </a:r>
            <a:endParaRPr b="0" i="0" sz="1200" u="none" cap="none" strike="noStrike">
              <a:solidFill>
                <a:schemeClr val="dk2"/>
              </a:solidFill>
              <a:latin typeface="Barlow Semi Condensed"/>
              <a:ea typeface="Barlow Semi Condensed"/>
              <a:cs typeface="Barlow Semi Condensed"/>
              <a:sym typeface="Barlow Semi Condensed"/>
            </a:endParaRPr>
          </a:p>
        </p:txBody>
      </p:sp>
      <p:sp>
        <p:nvSpPr>
          <p:cNvPr id="4292" name="Google Shape;4292;p36"/>
          <p:cNvSpPr txBox="1"/>
          <p:nvPr>
            <p:ph idx="5" type="subTitle"/>
          </p:nvPr>
        </p:nvSpPr>
        <p:spPr>
          <a:xfrm>
            <a:off x="5461000" y="1405255"/>
            <a:ext cx="2672715" cy="36576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800"/>
              <a:buFont typeface="Arial"/>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Enhanced Data Processing:</a:t>
            </a:r>
            <a:endParaRPr b="0" i="0" sz="1800" u="none" cap="none" strike="noStrike">
              <a:solidFill>
                <a:schemeClr val="accent1"/>
              </a:solidFill>
              <a:latin typeface="Barlow Semi Condensed Medium"/>
              <a:ea typeface="Barlow Semi Condensed Medium"/>
              <a:cs typeface="Barlow Semi Condensed Medium"/>
              <a:sym typeface="Barlow Semi Condensed Medium"/>
            </a:endParaRPr>
          </a:p>
        </p:txBody>
      </p:sp>
      <p:sp>
        <p:nvSpPr>
          <p:cNvPr id="4293" name="Google Shape;4293;p36"/>
          <p:cNvSpPr txBox="1"/>
          <p:nvPr>
            <p:ph idx="6" type="subTitle"/>
          </p:nvPr>
        </p:nvSpPr>
        <p:spPr>
          <a:xfrm>
            <a:off x="5975350" y="2153285"/>
            <a:ext cx="3182620" cy="61087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Barlow Semi Condensed"/>
                <a:ea typeface="Barlow Semi Condensed"/>
                <a:cs typeface="Barlow Semi Condensed"/>
                <a:sym typeface="Barlow Semi Condensed"/>
              </a:rPr>
              <a:t>The backend's dataAnalysis application has significantly enhanced our platform's ability to process and analyze extensive datasets from IMDb. This application is pivotal for delivering complex analytical operations and deep insights into movie industry trends</a:t>
            </a:r>
            <a:endParaRPr b="0" i="0" sz="1200" u="none" cap="none" strike="noStrike">
              <a:solidFill>
                <a:schemeClr val="dk2"/>
              </a:solidFill>
              <a:latin typeface="Barlow Semi Condensed"/>
              <a:ea typeface="Barlow Semi Condensed"/>
              <a:cs typeface="Barlow Semi Condensed"/>
              <a:sym typeface="Barlow Semi Condensed"/>
            </a:endParaRPr>
          </a:p>
        </p:txBody>
      </p:sp>
      <p:sp>
        <p:nvSpPr>
          <p:cNvPr id="4294" name="Google Shape;4294;p36"/>
          <p:cNvSpPr txBox="1"/>
          <p:nvPr>
            <p:ph idx="7" type="subTitle"/>
          </p:nvPr>
        </p:nvSpPr>
        <p:spPr>
          <a:xfrm>
            <a:off x="6129020" y="2921000"/>
            <a:ext cx="2503805" cy="36576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800"/>
              <a:buFont typeface="Arial"/>
              <a:buNone/>
            </a:pPr>
            <a:r>
              <a:rPr b="0" i="0" lang="en" sz="1800" u="none" cap="none" strike="noStrike">
                <a:solidFill>
                  <a:schemeClr val="accent1"/>
                </a:solidFill>
                <a:latin typeface="Barlow Semi Condensed Medium"/>
                <a:ea typeface="Barlow Semi Condensed Medium"/>
                <a:cs typeface="Barlow Semi Condensed Medium"/>
                <a:sym typeface="Barlow Semi Condensed Medium"/>
              </a:rPr>
              <a:t>User-Friendly Interface:</a:t>
            </a:r>
            <a:endParaRPr b="0" i="0" sz="1800" u="none" cap="none" strike="noStrike">
              <a:solidFill>
                <a:schemeClr val="accent1"/>
              </a:solidFill>
              <a:latin typeface="Barlow Semi Condensed Medium"/>
              <a:ea typeface="Barlow Semi Condensed Medium"/>
              <a:cs typeface="Barlow Semi Condensed Medium"/>
              <a:sym typeface="Barlow Semi Condensed Medium"/>
            </a:endParaRPr>
          </a:p>
        </p:txBody>
      </p:sp>
      <p:sp>
        <p:nvSpPr>
          <p:cNvPr id="4295" name="Google Shape;4295;p36"/>
          <p:cNvSpPr txBox="1"/>
          <p:nvPr>
            <p:ph idx="8" type="subTitle"/>
          </p:nvPr>
        </p:nvSpPr>
        <p:spPr>
          <a:xfrm>
            <a:off x="6129020" y="3282950"/>
            <a:ext cx="2388870" cy="61087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Barlow Semi Condensed"/>
                <a:ea typeface="Barlow Semi Condensed"/>
                <a:cs typeface="Barlow Semi Condensed"/>
                <a:sym typeface="Barlow Semi Condensed"/>
              </a:rPr>
              <a:t>We have crafted a user-friendly interface that simplifies navigation and interaction with the platform's data visualizations and analysis tools. </a:t>
            </a:r>
            <a:endParaRPr b="0" i="0" sz="1200" u="none" cap="none" strike="noStrike">
              <a:solidFill>
                <a:schemeClr val="dk2"/>
              </a:solidFill>
              <a:latin typeface="Barlow Semi Condensed"/>
              <a:ea typeface="Barlow Semi Condensed"/>
              <a:cs typeface="Barlow Semi Condensed"/>
              <a:sym typeface="Barlow Semi Condensed"/>
            </a:endParaRPr>
          </a:p>
        </p:txBody>
      </p:sp>
      <p:grpSp>
        <p:nvGrpSpPr>
          <p:cNvPr id="4296" name="Google Shape;4296;p36"/>
          <p:cNvGrpSpPr/>
          <p:nvPr/>
        </p:nvGrpSpPr>
        <p:grpSpPr>
          <a:xfrm>
            <a:off x="4632514" y="3824343"/>
            <a:ext cx="210227" cy="236413"/>
            <a:chOff x="2523000" y="1954875"/>
            <a:chExt cx="262325" cy="295000"/>
          </a:xfrm>
        </p:grpSpPr>
        <p:sp>
          <p:nvSpPr>
            <p:cNvPr id="4297" name="Google Shape;4297;p36"/>
            <p:cNvSpPr/>
            <p:nvPr/>
          </p:nvSpPr>
          <p:spPr>
            <a:xfrm>
              <a:off x="2523000" y="1954875"/>
              <a:ext cx="262325" cy="295000"/>
            </a:xfrm>
            <a:custGeom>
              <a:rect b="b" l="l" r="r" t="t"/>
              <a:pathLst>
                <a:path extrusionOk="0" h="11800" w="10493">
                  <a:moveTo>
                    <a:pt x="5294" y="709"/>
                  </a:moveTo>
                  <a:cubicBezTo>
                    <a:pt x="6350" y="1316"/>
                    <a:pt x="7422" y="1602"/>
                    <a:pt x="8487" y="1602"/>
                  </a:cubicBezTo>
                  <a:cubicBezTo>
                    <a:pt x="8915" y="1602"/>
                    <a:pt x="9343" y="1556"/>
                    <a:pt x="9767" y="1465"/>
                  </a:cubicBezTo>
                  <a:lnTo>
                    <a:pt x="9767" y="5026"/>
                  </a:lnTo>
                  <a:cubicBezTo>
                    <a:pt x="9767" y="7798"/>
                    <a:pt x="7940" y="10287"/>
                    <a:pt x="5294" y="11137"/>
                  </a:cubicBezTo>
                  <a:cubicBezTo>
                    <a:pt x="2647" y="10350"/>
                    <a:pt x="789" y="7798"/>
                    <a:pt x="789" y="5026"/>
                  </a:cubicBezTo>
                  <a:lnTo>
                    <a:pt x="789" y="1465"/>
                  </a:lnTo>
                  <a:cubicBezTo>
                    <a:pt x="1222" y="1556"/>
                    <a:pt x="1654" y="1602"/>
                    <a:pt x="2084" y="1602"/>
                  </a:cubicBezTo>
                  <a:cubicBezTo>
                    <a:pt x="3153" y="1602"/>
                    <a:pt x="4215" y="1316"/>
                    <a:pt x="5294" y="709"/>
                  </a:cubicBezTo>
                  <a:close/>
                  <a:moveTo>
                    <a:pt x="5266" y="0"/>
                  </a:moveTo>
                  <a:cubicBezTo>
                    <a:pt x="5207" y="0"/>
                    <a:pt x="5152" y="16"/>
                    <a:pt x="5105" y="48"/>
                  </a:cubicBezTo>
                  <a:cubicBezTo>
                    <a:pt x="4065" y="646"/>
                    <a:pt x="3057" y="930"/>
                    <a:pt x="2017" y="930"/>
                  </a:cubicBezTo>
                  <a:cubicBezTo>
                    <a:pt x="1513" y="930"/>
                    <a:pt x="1009" y="835"/>
                    <a:pt x="473" y="678"/>
                  </a:cubicBezTo>
                  <a:cubicBezTo>
                    <a:pt x="440" y="669"/>
                    <a:pt x="408" y="665"/>
                    <a:pt x="378" y="665"/>
                  </a:cubicBezTo>
                  <a:cubicBezTo>
                    <a:pt x="297" y="665"/>
                    <a:pt x="228" y="695"/>
                    <a:pt x="158" y="741"/>
                  </a:cubicBezTo>
                  <a:cubicBezTo>
                    <a:pt x="95" y="804"/>
                    <a:pt x="1" y="898"/>
                    <a:pt x="1" y="993"/>
                  </a:cubicBezTo>
                  <a:lnTo>
                    <a:pt x="1" y="4994"/>
                  </a:lnTo>
                  <a:cubicBezTo>
                    <a:pt x="127" y="8176"/>
                    <a:pt x="2206" y="10917"/>
                    <a:pt x="5199" y="11799"/>
                  </a:cubicBezTo>
                  <a:lnTo>
                    <a:pt x="5357" y="11799"/>
                  </a:lnTo>
                  <a:cubicBezTo>
                    <a:pt x="8350" y="10917"/>
                    <a:pt x="10492" y="8176"/>
                    <a:pt x="10492" y="5026"/>
                  </a:cubicBezTo>
                  <a:lnTo>
                    <a:pt x="10492" y="1056"/>
                  </a:lnTo>
                  <a:cubicBezTo>
                    <a:pt x="10492" y="930"/>
                    <a:pt x="10429" y="835"/>
                    <a:pt x="10335" y="772"/>
                  </a:cubicBezTo>
                  <a:cubicBezTo>
                    <a:pt x="10282" y="720"/>
                    <a:pt x="10230" y="697"/>
                    <a:pt x="10173" y="697"/>
                  </a:cubicBezTo>
                  <a:cubicBezTo>
                    <a:pt x="10126" y="697"/>
                    <a:pt x="10076" y="713"/>
                    <a:pt x="10019" y="741"/>
                  </a:cubicBezTo>
                  <a:cubicBezTo>
                    <a:pt x="9509" y="876"/>
                    <a:pt x="9006" y="946"/>
                    <a:pt x="8504" y="946"/>
                  </a:cubicBezTo>
                  <a:cubicBezTo>
                    <a:pt x="7490" y="946"/>
                    <a:pt x="6485" y="659"/>
                    <a:pt x="5451" y="48"/>
                  </a:cubicBezTo>
                  <a:cubicBezTo>
                    <a:pt x="5388" y="16"/>
                    <a:pt x="5325" y="0"/>
                    <a:pt x="52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298" name="Google Shape;4298;p36"/>
            <p:cNvSpPr/>
            <p:nvPr/>
          </p:nvSpPr>
          <p:spPr>
            <a:xfrm>
              <a:off x="2595475" y="2024575"/>
              <a:ext cx="122100" cy="138650"/>
            </a:xfrm>
            <a:custGeom>
              <a:rect b="b" l="l" r="r" t="t"/>
              <a:pathLst>
                <a:path extrusionOk="0" h="5546" w="4884">
                  <a:moveTo>
                    <a:pt x="2426" y="694"/>
                  </a:moveTo>
                  <a:cubicBezTo>
                    <a:pt x="2836" y="694"/>
                    <a:pt x="3151" y="1009"/>
                    <a:pt x="3151" y="1418"/>
                  </a:cubicBezTo>
                  <a:cubicBezTo>
                    <a:pt x="3151" y="1796"/>
                    <a:pt x="2836" y="2111"/>
                    <a:pt x="2426" y="2111"/>
                  </a:cubicBezTo>
                  <a:cubicBezTo>
                    <a:pt x="2048" y="2111"/>
                    <a:pt x="1733" y="1796"/>
                    <a:pt x="1733" y="1418"/>
                  </a:cubicBezTo>
                  <a:cubicBezTo>
                    <a:pt x="1733" y="1009"/>
                    <a:pt x="2048" y="694"/>
                    <a:pt x="2426" y="694"/>
                  </a:cubicBezTo>
                  <a:close/>
                  <a:moveTo>
                    <a:pt x="2426" y="2742"/>
                  </a:moveTo>
                  <a:cubicBezTo>
                    <a:pt x="3371" y="2742"/>
                    <a:pt x="4159" y="3529"/>
                    <a:pt x="4159" y="4474"/>
                  </a:cubicBezTo>
                  <a:lnTo>
                    <a:pt x="4159" y="4821"/>
                  </a:lnTo>
                  <a:lnTo>
                    <a:pt x="693" y="4821"/>
                  </a:lnTo>
                  <a:lnTo>
                    <a:pt x="693" y="4474"/>
                  </a:lnTo>
                  <a:cubicBezTo>
                    <a:pt x="693" y="3529"/>
                    <a:pt x="1481" y="2742"/>
                    <a:pt x="2426" y="2742"/>
                  </a:cubicBezTo>
                  <a:close/>
                  <a:moveTo>
                    <a:pt x="2458" y="1"/>
                  </a:moveTo>
                  <a:cubicBezTo>
                    <a:pt x="1733" y="1"/>
                    <a:pt x="1103" y="599"/>
                    <a:pt x="1103" y="1355"/>
                  </a:cubicBezTo>
                  <a:cubicBezTo>
                    <a:pt x="1103" y="1733"/>
                    <a:pt x="1198" y="2048"/>
                    <a:pt x="1450" y="2269"/>
                  </a:cubicBezTo>
                  <a:cubicBezTo>
                    <a:pt x="630" y="2647"/>
                    <a:pt x="63" y="3498"/>
                    <a:pt x="63" y="4474"/>
                  </a:cubicBezTo>
                  <a:lnTo>
                    <a:pt x="63" y="5199"/>
                  </a:lnTo>
                  <a:cubicBezTo>
                    <a:pt x="0" y="5388"/>
                    <a:pt x="158" y="5546"/>
                    <a:pt x="347" y="5546"/>
                  </a:cubicBezTo>
                  <a:lnTo>
                    <a:pt x="4506" y="5546"/>
                  </a:lnTo>
                  <a:cubicBezTo>
                    <a:pt x="4726" y="5546"/>
                    <a:pt x="4884" y="5388"/>
                    <a:pt x="4884" y="5199"/>
                  </a:cubicBezTo>
                  <a:lnTo>
                    <a:pt x="4884" y="4474"/>
                  </a:lnTo>
                  <a:cubicBezTo>
                    <a:pt x="4884" y="3498"/>
                    <a:pt x="4317" y="2647"/>
                    <a:pt x="3497" y="2269"/>
                  </a:cubicBezTo>
                  <a:cubicBezTo>
                    <a:pt x="3718" y="2048"/>
                    <a:pt x="3844" y="1702"/>
                    <a:pt x="3844" y="1355"/>
                  </a:cubicBezTo>
                  <a:cubicBezTo>
                    <a:pt x="3844" y="599"/>
                    <a:pt x="3214" y="1"/>
                    <a:pt x="24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4299" name="Google Shape;4299;p36"/>
          <p:cNvGrpSpPr/>
          <p:nvPr/>
        </p:nvGrpSpPr>
        <p:grpSpPr>
          <a:xfrm>
            <a:off x="4290803" y="1853755"/>
            <a:ext cx="238617" cy="237355"/>
            <a:chOff x="1412450" y="1954475"/>
            <a:chExt cx="297750" cy="296175"/>
          </a:xfrm>
        </p:grpSpPr>
        <p:sp>
          <p:nvSpPr>
            <p:cNvPr id="4300" name="Google Shape;4300;p36"/>
            <p:cNvSpPr/>
            <p:nvPr/>
          </p:nvSpPr>
          <p:spPr>
            <a:xfrm>
              <a:off x="1483350" y="2023800"/>
              <a:ext cx="155975" cy="155975"/>
            </a:xfrm>
            <a:custGeom>
              <a:rect b="b" l="l" r="r" t="t"/>
              <a:pathLst>
                <a:path extrusionOk="0" h="6239" w="6239">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301" name="Google Shape;4301;p36"/>
            <p:cNvSpPr/>
            <p:nvPr/>
          </p:nvSpPr>
          <p:spPr>
            <a:xfrm>
              <a:off x="1412450" y="1954475"/>
              <a:ext cx="297750" cy="296175"/>
            </a:xfrm>
            <a:custGeom>
              <a:rect b="b" l="l" r="r" t="t"/>
              <a:pathLst>
                <a:path extrusionOk="0" h="11847" w="1191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4302" name="Google Shape;4302;p36"/>
          <p:cNvGrpSpPr/>
          <p:nvPr/>
        </p:nvGrpSpPr>
        <p:grpSpPr>
          <a:xfrm>
            <a:off x="5426990" y="2705685"/>
            <a:ext cx="238617" cy="238437"/>
            <a:chOff x="1413250" y="2680675"/>
            <a:chExt cx="297750" cy="297525"/>
          </a:xfrm>
        </p:grpSpPr>
        <p:sp>
          <p:nvSpPr>
            <p:cNvPr id="4303" name="Google Shape;4303;p36"/>
            <p:cNvSpPr/>
            <p:nvPr/>
          </p:nvSpPr>
          <p:spPr>
            <a:xfrm>
              <a:off x="1413250" y="2680675"/>
              <a:ext cx="297750" cy="297525"/>
            </a:xfrm>
            <a:custGeom>
              <a:rect b="b" l="l" r="r" t="t"/>
              <a:pathLst>
                <a:path extrusionOk="0" h="11901" w="11910">
                  <a:moveTo>
                    <a:pt x="10460" y="1418"/>
                  </a:moveTo>
                  <a:lnTo>
                    <a:pt x="10460" y="7719"/>
                  </a:lnTo>
                  <a:lnTo>
                    <a:pt x="1387" y="7719"/>
                  </a:lnTo>
                  <a:lnTo>
                    <a:pt x="1387" y="1418"/>
                  </a:lnTo>
                  <a:close/>
                  <a:moveTo>
                    <a:pt x="5577" y="8380"/>
                  </a:moveTo>
                  <a:lnTo>
                    <a:pt x="5577" y="9105"/>
                  </a:lnTo>
                  <a:lnTo>
                    <a:pt x="5167" y="9105"/>
                  </a:lnTo>
                  <a:lnTo>
                    <a:pt x="5451" y="8380"/>
                  </a:lnTo>
                  <a:close/>
                  <a:moveTo>
                    <a:pt x="6396" y="8380"/>
                  </a:moveTo>
                  <a:lnTo>
                    <a:pt x="6679" y="9105"/>
                  </a:lnTo>
                  <a:lnTo>
                    <a:pt x="6270" y="9105"/>
                  </a:lnTo>
                  <a:lnTo>
                    <a:pt x="6270" y="8380"/>
                  </a:lnTo>
                  <a:close/>
                  <a:moveTo>
                    <a:pt x="5955" y="0"/>
                  </a:moveTo>
                  <a:cubicBezTo>
                    <a:pt x="5766" y="0"/>
                    <a:pt x="5608" y="158"/>
                    <a:pt x="5608" y="347"/>
                  </a:cubicBezTo>
                  <a:lnTo>
                    <a:pt x="5608" y="725"/>
                  </a:lnTo>
                  <a:lnTo>
                    <a:pt x="378" y="725"/>
                  </a:lnTo>
                  <a:cubicBezTo>
                    <a:pt x="158" y="725"/>
                    <a:pt x="0" y="882"/>
                    <a:pt x="0" y="1071"/>
                  </a:cubicBezTo>
                  <a:cubicBezTo>
                    <a:pt x="0" y="1260"/>
                    <a:pt x="158" y="1418"/>
                    <a:pt x="378" y="1418"/>
                  </a:cubicBezTo>
                  <a:lnTo>
                    <a:pt x="725" y="1418"/>
                  </a:lnTo>
                  <a:lnTo>
                    <a:pt x="725" y="7719"/>
                  </a:lnTo>
                  <a:lnTo>
                    <a:pt x="378" y="7719"/>
                  </a:lnTo>
                  <a:cubicBezTo>
                    <a:pt x="189" y="7719"/>
                    <a:pt x="32" y="7876"/>
                    <a:pt x="32" y="8097"/>
                  </a:cubicBezTo>
                  <a:cubicBezTo>
                    <a:pt x="32" y="8286"/>
                    <a:pt x="189" y="8443"/>
                    <a:pt x="378" y="8443"/>
                  </a:cubicBezTo>
                  <a:lnTo>
                    <a:pt x="4758" y="8443"/>
                  </a:lnTo>
                  <a:lnTo>
                    <a:pt x="3560" y="11436"/>
                  </a:lnTo>
                  <a:cubicBezTo>
                    <a:pt x="3497" y="11625"/>
                    <a:pt x="3560" y="11814"/>
                    <a:pt x="3749" y="11877"/>
                  </a:cubicBezTo>
                  <a:cubicBezTo>
                    <a:pt x="3803" y="11893"/>
                    <a:pt x="3855" y="11901"/>
                    <a:pt x="3903" y="11901"/>
                  </a:cubicBezTo>
                  <a:cubicBezTo>
                    <a:pt x="4052" y="11901"/>
                    <a:pt x="4167" y="11824"/>
                    <a:pt x="4191" y="11657"/>
                  </a:cubicBezTo>
                  <a:lnTo>
                    <a:pt x="4947" y="9830"/>
                  </a:lnTo>
                  <a:lnTo>
                    <a:pt x="5608" y="9830"/>
                  </a:lnTo>
                  <a:lnTo>
                    <a:pt x="5608" y="10838"/>
                  </a:lnTo>
                  <a:cubicBezTo>
                    <a:pt x="5608" y="11027"/>
                    <a:pt x="5766" y="11184"/>
                    <a:pt x="5955" y="11184"/>
                  </a:cubicBezTo>
                  <a:cubicBezTo>
                    <a:pt x="6175" y="11184"/>
                    <a:pt x="6333" y="11027"/>
                    <a:pt x="6333" y="10838"/>
                  </a:cubicBezTo>
                  <a:lnTo>
                    <a:pt x="6333" y="9830"/>
                  </a:lnTo>
                  <a:lnTo>
                    <a:pt x="6995" y="9830"/>
                  </a:lnTo>
                  <a:lnTo>
                    <a:pt x="7751" y="11657"/>
                  </a:lnTo>
                  <a:cubicBezTo>
                    <a:pt x="7798" y="11824"/>
                    <a:pt x="7918" y="11901"/>
                    <a:pt x="8042" y="11901"/>
                  </a:cubicBezTo>
                  <a:cubicBezTo>
                    <a:pt x="8082" y="11901"/>
                    <a:pt x="8122" y="11893"/>
                    <a:pt x="8160" y="11877"/>
                  </a:cubicBezTo>
                  <a:cubicBezTo>
                    <a:pt x="8381" y="11783"/>
                    <a:pt x="8444" y="11594"/>
                    <a:pt x="8381" y="11436"/>
                  </a:cubicBezTo>
                  <a:lnTo>
                    <a:pt x="7184" y="8443"/>
                  </a:lnTo>
                  <a:lnTo>
                    <a:pt x="11563" y="8443"/>
                  </a:lnTo>
                  <a:cubicBezTo>
                    <a:pt x="11752" y="8443"/>
                    <a:pt x="11909" y="8286"/>
                    <a:pt x="11909" y="8097"/>
                  </a:cubicBezTo>
                  <a:cubicBezTo>
                    <a:pt x="11909" y="7876"/>
                    <a:pt x="11752" y="7719"/>
                    <a:pt x="11563" y="7719"/>
                  </a:cubicBezTo>
                  <a:lnTo>
                    <a:pt x="11185" y="7719"/>
                  </a:lnTo>
                  <a:lnTo>
                    <a:pt x="11185" y="1418"/>
                  </a:lnTo>
                  <a:lnTo>
                    <a:pt x="11563" y="1418"/>
                  </a:lnTo>
                  <a:cubicBezTo>
                    <a:pt x="11752" y="1418"/>
                    <a:pt x="11909" y="1260"/>
                    <a:pt x="11909" y="1071"/>
                  </a:cubicBezTo>
                  <a:cubicBezTo>
                    <a:pt x="11909" y="882"/>
                    <a:pt x="11752" y="725"/>
                    <a:pt x="11563" y="725"/>
                  </a:cubicBezTo>
                  <a:lnTo>
                    <a:pt x="6301" y="725"/>
                  </a:lnTo>
                  <a:lnTo>
                    <a:pt x="6301" y="347"/>
                  </a:lnTo>
                  <a:cubicBezTo>
                    <a:pt x="6301" y="158"/>
                    <a:pt x="6144" y="0"/>
                    <a:pt x="59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304" name="Google Shape;4304;p36"/>
            <p:cNvSpPr/>
            <p:nvPr/>
          </p:nvSpPr>
          <p:spPr>
            <a:xfrm>
              <a:off x="1465225" y="2805100"/>
              <a:ext cx="52800" cy="52025"/>
            </a:xfrm>
            <a:custGeom>
              <a:rect b="b" l="l" r="r" t="t"/>
              <a:pathLst>
                <a:path extrusionOk="0" h="2081" w="2112">
                  <a:moveTo>
                    <a:pt x="1387" y="663"/>
                  </a:moveTo>
                  <a:lnTo>
                    <a:pt x="1387" y="1387"/>
                  </a:lnTo>
                  <a:lnTo>
                    <a:pt x="694" y="1387"/>
                  </a:lnTo>
                  <a:lnTo>
                    <a:pt x="694" y="663"/>
                  </a:lnTo>
                  <a:close/>
                  <a:moveTo>
                    <a:pt x="347" y="1"/>
                  </a:moveTo>
                  <a:cubicBezTo>
                    <a:pt x="158" y="1"/>
                    <a:pt x="1" y="158"/>
                    <a:pt x="1" y="347"/>
                  </a:cubicBezTo>
                  <a:lnTo>
                    <a:pt x="1" y="1734"/>
                  </a:lnTo>
                  <a:cubicBezTo>
                    <a:pt x="1" y="1923"/>
                    <a:pt x="158" y="2080"/>
                    <a:pt x="347" y="2080"/>
                  </a:cubicBezTo>
                  <a:lnTo>
                    <a:pt x="1765" y="2080"/>
                  </a:lnTo>
                  <a:cubicBezTo>
                    <a:pt x="1954" y="2080"/>
                    <a:pt x="2112" y="1923"/>
                    <a:pt x="2112" y="1734"/>
                  </a:cubicBezTo>
                  <a:lnTo>
                    <a:pt x="2112" y="347"/>
                  </a:lnTo>
                  <a:cubicBezTo>
                    <a:pt x="2112" y="158"/>
                    <a:pt x="1954" y="1"/>
                    <a:pt x="17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305" name="Google Shape;4305;p36"/>
            <p:cNvSpPr/>
            <p:nvPr/>
          </p:nvSpPr>
          <p:spPr>
            <a:xfrm>
              <a:off x="1535325" y="2769675"/>
              <a:ext cx="52800" cy="87450"/>
            </a:xfrm>
            <a:custGeom>
              <a:rect b="b" l="l" r="r" t="t"/>
              <a:pathLst>
                <a:path extrusionOk="0" h="3498" w="2112">
                  <a:moveTo>
                    <a:pt x="1387" y="662"/>
                  </a:moveTo>
                  <a:lnTo>
                    <a:pt x="1387" y="2741"/>
                  </a:lnTo>
                  <a:lnTo>
                    <a:pt x="694" y="2741"/>
                  </a:lnTo>
                  <a:lnTo>
                    <a:pt x="694" y="662"/>
                  </a:lnTo>
                  <a:close/>
                  <a:moveTo>
                    <a:pt x="379" y="0"/>
                  </a:moveTo>
                  <a:cubicBezTo>
                    <a:pt x="158" y="0"/>
                    <a:pt x="1" y="158"/>
                    <a:pt x="1" y="347"/>
                  </a:cubicBezTo>
                  <a:lnTo>
                    <a:pt x="1" y="3151"/>
                  </a:lnTo>
                  <a:cubicBezTo>
                    <a:pt x="1" y="3340"/>
                    <a:pt x="158" y="3497"/>
                    <a:pt x="379" y="3497"/>
                  </a:cubicBezTo>
                  <a:lnTo>
                    <a:pt x="1733" y="3497"/>
                  </a:lnTo>
                  <a:lnTo>
                    <a:pt x="1733" y="3466"/>
                  </a:lnTo>
                  <a:cubicBezTo>
                    <a:pt x="1954" y="3466"/>
                    <a:pt x="2112" y="3308"/>
                    <a:pt x="2112" y="3119"/>
                  </a:cubicBezTo>
                  <a:lnTo>
                    <a:pt x="2112" y="347"/>
                  </a:lnTo>
                  <a:cubicBezTo>
                    <a:pt x="2112" y="158"/>
                    <a:pt x="1954" y="0"/>
                    <a:pt x="17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306" name="Google Shape;4306;p36"/>
            <p:cNvSpPr/>
            <p:nvPr/>
          </p:nvSpPr>
          <p:spPr>
            <a:xfrm>
              <a:off x="1604650" y="2733425"/>
              <a:ext cx="52775" cy="122900"/>
            </a:xfrm>
            <a:custGeom>
              <a:rect b="b" l="l" r="r" t="t"/>
              <a:pathLst>
                <a:path extrusionOk="0" h="4916" w="2111">
                  <a:moveTo>
                    <a:pt x="1418" y="726"/>
                  </a:moveTo>
                  <a:lnTo>
                    <a:pt x="1418" y="4254"/>
                  </a:lnTo>
                  <a:lnTo>
                    <a:pt x="725" y="4254"/>
                  </a:lnTo>
                  <a:lnTo>
                    <a:pt x="725" y="726"/>
                  </a:lnTo>
                  <a:close/>
                  <a:moveTo>
                    <a:pt x="347" y="1"/>
                  </a:moveTo>
                  <a:cubicBezTo>
                    <a:pt x="158" y="1"/>
                    <a:pt x="0" y="159"/>
                    <a:pt x="0" y="348"/>
                  </a:cubicBezTo>
                  <a:lnTo>
                    <a:pt x="0" y="4569"/>
                  </a:lnTo>
                  <a:cubicBezTo>
                    <a:pt x="0" y="4758"/>
                    <a:pt x="158" y="4916"/>
                    <a:pt x="347" y="4916"/>
                  </a:cubicBezTo>
                  <a:lnTo>
                    <a:pt x="1764" y="4916"/>
                  </a:lnTo>
                  <a:cubicBezTo>
                    <a:pt x="1953" y="4916"/>
                    <a:pt x="2111" y="4758"/>
                    <a:pt x="2111" y="4569"/>
                  </a:cubicBezTo>
                  <a:lnTo>
                    <a:pt x="2111" y="348"/>
                  </a:lnTo>
                  <a:cubicBezTo>
                    <a:pt x="2111" y="159"/>
                    <a:pt x="1953" y="1"/>
                    <a:pt x="17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4307" name="Google Shape;4307;p36"/>
          <p:cNvSpPr/>
          <p:nvPr/>
        </p:nvSpPr>
        <p:spPr>
          <a:xfrm>
            <a:off x="3495340" y="2944030"/>
            <a:ext cx="183701" cy="237335"/>
          </a:xfrm>
          <a:custGeom>
            <a:rect b="b" l="l" r="r" t="t"/>
            <a:pathLst>
              <a:path extrusionOk="0" h="11846" w="9169">
                <a:moveTo>
                  <a:pt x="4695" y="2079"/>
                </a:moveTo>
                <a:cubicBezTo>
                  <a:pt x="5073" y="2079"/>
                  <a:pt x="5388" y="2394"/>
                  <a:pt x="5388" y="2772"/>
                </a:cubicBezTo>
                <a:cubicBezTo>
                  <a:pt x="5388" y="3181"/>
                  <a:pt x="5073" y="3496"/>
                  <a:pt x="4695" y="3496"/>
                </a:cubicBezTo>
                <a:cubicBezTo>
                  <a:pt x="4285" y="3496"/>
                  <a:pt x="3970" y="3181"/>
                  <a:pt x="3970" y="2772"/>
                </a:cubicBezTo>
                <a:cubicBezTo>
                  <a:pt x="3970" y="2394"/>
                  <a:pt x="4285" y="2079"/>
                  <a:pt x="4695" y="2079"/>
                </a:cubicBezTo>
                <a:close/>
                <a:moveTo>
                  <a:pt x="4695" y="4189"/>
                </a:moveTo>
                <a:cubicBezTo>
                  <a:pt x="5640" y="4189"/>
                  <a:pt x="6428" y="4977"/>
                  <a:pt x="6428" y="5922"/>
                </a:cubicBezTo>
                <a:lnTo>
                  <a:pt x="6428" y="6300"/>
                </a:lnTo>
                <a:lnTo>
                  <a:pt x="2962" y="6300"/>
                </a:lnTo>
                <a:lnTo>
                  <a:pt x="2962" y="5922"/>
                </a:lnTo>
                <a:cubicBezTo>
                  <a:pt x="2962" y="4945"/>
                  <a:pt x="3750" y="4189"/>
                  <a:pt x="4695" y="4189"/>
                </a:cubicBezTo>
                <a:close/>
                <a:moveTo>
                  <a:pt x="4730" y="664"/>
                </a:moveTo>
                <a:cubicBezTo>
                  <a:pt x="6870" y="664"/>
                  <a:pt x="8538" y="2418"/>
                  <a:pt x="8538" y="4473"/>
                </a:cubicBezTo>
                <a:cubicBezTo>
                  <a:pt x="8538" y="5544"/>
                  <a:pt x="8097" y="6552"/>
                  <a:pt x="7310" y="7277"/>
                </a:cubicBezTo>
                <a:cubicBezTo>
                  <a:pt x="7215" y="7403"/>
                  <a:pt x="7121" y="7466"/>
                  <a:pt x="6995" y="7497"/>
                </a:cubicBezTo>
                <a:cubicBezTo>
                  <a:pt x="6774" y="7718"/>
                  <a:pt x="6522" y="7907"/>
                  <a:pt x="6459" y="8285"/>
                </a:cubicBezTo>
                <a:lnTo>
                  <a:pt x="5041" y="8285"/>
                </a:lnTo>
                <a:lnTo>
                  <a:pt x="5041" y="6993"/>
                </a:lnTo>
                <a:lnTo>
                  <a:pt x="6774" y="6993"/>
                </a:lnTo>
                <a:cubicBezTo>
                  <a:pt x="6963" y="6993"/>
                  <a:pt x="7121" y="6836"/>
                  <a:pt x="7121" y="6647"/>
                </a:cubicBezTo>
                <a:lnTo>
                  <a:pt x="7121" y="5922"/>
                </a:lnTo>
                <a:cubicBezTo>
                  <a:pt x="7121" y="4945"/>
                  <a:pt x="6585" y="4126"/>
                  <a:pt x="5734" y="3717"/>
                </a:cubicBezTo>
                <a:cubicBezTo>
                  <a:pt x="5987" y="3496"/>
                  <a:pt x="6113" y="3181"/>
                  <a:pt x="6113" y="2835"/>
                </a:cubicBezTo>
                <a:cubicBezTo>
                  <a:pt x="6113" y="2079"/>
                  <a:pt x="5482" y="1448"/>
                  <a:pt x="4726" y="1448"/>
                </a:cubicBezTo>
                <a:cubicBezTo>
                  <a:pt x="3970" y="1448"/>
                  <a:pt x="3340" y="2079"/>
                  <a:pt x="3340" y="2835"/>
                </a:cubicBezTo>
                <a:cubicBezTo>
                  <a:pt x="3340" y="3181"/>
                  <a:pt x="3466" y="3496"/>
                  <a:pt x="3687" y="3717"/>
                </a:cubicBezTo>
                <a:cubicBezTo>
                  <a:pt x="2868" y="4126"/>
                  <a:pt x="2332" y="4945"/>
                  <a:pt x="2332" y="5922"/>
                </a:cubicBezTo>
                <a:lnTo>
                  <a:pt x="2332" y="6647"/>
                </a:lnTo>
                <a:cubicBezTo>
                  <a:pt x="2332" y="6836"/>
                  <a:pt x="2489" y="6993"/>
                  <a:pt x="2679" y="6993"/>
                </a:cubicBezTo>
                <a:lnTo>
                  <a:pt x="4411" y="6993"/>
                </a:lnTo>
                <a:lnTo>
                  <a:pt x="4411" y="8411"/>
                </a:lnTo>
                <a:lnTo>
                  <a:pt x="2931" y="8411"/>
                </a:lnTo>
                <a:lnTo>
                  <a:pt x="2931" y="8380"/>
                </a:lnTo>
                <a:cubicBezTo>
                  <a:pt x="2836" y="7938"/>
                  <a:pt x="2615" y="7749"/>
                  <a:pt x="2363" y="7560"/>
                </a:cubicBezTo>
                <a:cubicBezTo>
                  <a:pt x="2300" y="7466"/>
                  <a:pt x="2174" y="7403"/>
                  <a:pt x="2048" y="7277"/>
                </a:cubicBezTo>
                <a:cubicBezTo>
                  <a:pt x="1135" y="6395"/>
                  <a:pt x="757" y="5135"/>
                  <a:pt x="946" y="3874"/>
                </a:cubicBezTo>
                <a:cubicBezTo>
                  <a:pt x="1198" y="2236"/>
                  <a:pt x="2615" y="881"/>
                  <a:pt x="4254" y="692"/>
                </a:cubicBezTo>
                <a:cubicBezTo>
                  <a:pt x="4415" y="673"/>
                  <a:pt x="4574" y="664"/>
                  <a:pt x="4730" y="664"/>
                </a:cubicBezTo>
                <a:close/>
                <a:moveTo>
                  <a:pt x="6428" y="9073"/>
                </a:moveTo>
                <a:lnTo>
                  <a:pt x="6428" y="9419"/>
                </a:lnTo>
                <a:cubicBezTo>
                  <a:pt x="6428" y="9640"/>
                  <a:pt x="6270" y="9797"/>
                  <a:pt x="6081" y="9797"/>
                </a:cubicBezTo>
                <a:lnTo>
                  <a:pt x="3309" y="9797"/>
                </a:lnTo>
                <a:cubicBezTo>
                  <a:pt x="3120" y="9797"/>
                  <a:pt x="2962" y="9640"/>
                  <a:pt x="2962" y="9419"/>
                </a:cubicBezTo>
                <a:lnTo>
                  <a:pt x="2962" y="9073"/>
                </a:lnTo>
                <a:close/>
                <a:moveTo>
                  <a:pt x="5703" y="10459"/>
                </a:moveTo>
                <a:lnTo>
                  <a:pt x="5703" y="10805"/>
                </a:lnTo>
                <a:cubicBezTo>
                  <a:pt x="5703" y="10994"/>
                  <a:pt x="5545" y="11183"/>
                  <a:pt x="5356" y="11183"/>
                </a:cubicBezTo>
                <a:lnTo>
                  <a:pt x="3970" y="11183"/>
                </a:lnTo>
                <a:cubicBezTo>
                  <a:pt x="3781" y="11183"/>
                  <a:pt x="3624" y="10994"/>
                  <a:pt x="3624" y="10805"/>
                </a:cubicBezTo>
                <a:lnTo>
                  <a:pt x="3624" y="10459"/>
                </a:lnTo>
                <a:close/>
                <a:moveTo>
                  <a:pt x="4662" y="0"/>
                </a:moveTo>
                <a:cubicBezTo>
                  <a:pt x="4486" y="0"/>
                  <a:pt x="4308" y="10"/>
                  <a:pt x="4128" y="31"/>
                </a:cubicBezTo>
                <a:cubicBezTo>
                  <a:pt x="2174" y="251"/>
                  <a:pt x="568" y="1827"/>
                  <a:pt x="253" y="3780"/>
                </a:cubicBezTo>
                <a:cubicBezTo>
                  <a:pt x="1" y="5229"/>
                  <a:pt x="505" y="6710"/>
                  <a:pt x="1576" y="7749"/>
                </a:cubicBezTo>
                <a:cubicBezTo>
                  <a:pt x="1733" y="7875"/>
                  <a:pt x="1859" y="7970"/>
                  <a:pt x="1922" y="8064"/>
                </a:cubicBezTo>
                <a:cubicBezTo>
                  <a:pt x="2206" y="8285"/>
                  <a:pt x="2237" y="8348"/>
                  <a:pt x="2237" y="8695"/>
                </a:cubicBezTo>
                <a:lnTo>
                  <a:pt x="2237" y="9388"/>
                </a:lnTo>
                <a:cubicBezTo>
                  <a:pt x="2237" y="9829"/>
                  <a:pt x="2521" y="10238"/>
                  <a:pt x="2962" y="10396"/>
                </a:cubicBezTo>
                <a:lnTo>
                  <a:pt x="2962" y="10774"/>
                </a:lnTo>
                <a:cubicBezTo>
                  <a:pt x="2962" y="11404"/>
                  <a:pt x="3435" y="11845"/>
                  <a:pt x="3970" y="11845"/>
                </a:cubicBezTo>
                <a:lnTo>
                  <a:pt x="5356" y="11845"/>
                </a:lnTo>
                <a:cubicBezTo>
                  <a:pt x="5955" y="11845"/>
                  <a:pt x="6396" y="11372"/>
                  <a:pt x="6396" y="10805"/>
                </a:cubicBezTo>
                <a:lnTo>
                  <a:pt x="6396" y="10427"/>
                </a:lnTo>
                <a:cubicBezTo>
                  <a:pt x="6774" y="10270"/>
                  <a:pt x="7089" y="9923"/>
                  <a:pt x="7089" y="9451"/>
                </a:cubicBezTo>
                <a:lnTo>
                  <a:pt x="7089" y="8726"/>
                </a:lnTo>
                <a:cubicBezTo>
                  <a:pt x="7089" y="8380"/>
                  <a:pt x="7121" y="8348"/>
                  <a:pt x="7404" y="8096"/>
                </a:cubicBezTo>
                <a:cubicBezTo>
                  <a:pt x="7499" y="8033"/>
                  <a:pt x="7593" y="7938"/>
                  <a:pt x="7751" y="7812"/>
                </a:cubicBezTo>
                <a:cubicBezTo>
                  <a:pt x="8664" y="6962"/>
                  <a:pt x="9169" y="5765"/>
                  <a:pt x="9169" y="4504"/>
                </a:cubicBezTo>
                <a:cubicBezTo>
                  <a:pt x="9169" y="2060"/>
                  <a:pt x="7186" y="0"/>
                  <a:pt x="46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1" name="Shape 4311"/>
        <p:cNvGrpSpPr/>
        <p:nvPr/>
      </p:nvGrpSpPr>
      <p:grpSpPr>
        <a:xfrm>
          <a:off x="0" y="0"/>
          <a:ext cx="0" cy="0"/>
          <a:chOff x="0" y="0"/>
          <a:chExt cx="0" cy="0"/>
        </a:xfrm>
      </p:grpSpPr>
      <p:sp>
        <p:nvSpPr>
          <p:cNvPr id="4312" name="Google Shape;4312;p37"/>
          <p:cNvSpPr txBox="1"/>
          <p:nvPr>
            <p:ph type="title"/>
          </p:nvPr>
        </p:nvSpPr>
        <p:spPr>
          <a:xfrm>
            <a:off x="1840021" y="338325"/>
            <a:ext cx="5464200" cy="61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Challenges and Solutions</a:t>
            </a:r>
            <a:endParaRPr/>
          </a:p>
          <a:p>
            <a:pPr indent="0" lvl="0" marL="0" rtl="0" algn="ctr">
              <a:lnSpc>
                <a:spcPct val="100000"/>
              </a:lnSpc>
              <a:spcBef>
                <a:spcPts val="0"/>
              </a:spcBef>
              <a:spcAft>
                <a:spcPts val="0"/>
              </a:spcAft>
              <a:buSzPts val="2800"/>
              <a:buNone/>
            </a:pPr>
            <a:r>
              <a:t/>
            </a:r>
            <a:endParaRPr/>
          </a:p>
        </p:txBody>
      </p:sp>
      <p:sp>
        <p:nvSpPr>
          <p:cNvPr id="4313" name="Google Shape;4313;p37"/>
          <p:cNvSpPr/>
          <p:nvPr/>
        </p:nvSpPr>
        <p:spPr>
          <a:xfrm>
            <a:off x="4665800" y="1135707"/>
            <a:ext cx="2676000" cy="3222300"/>
          </a:xfrm>
          <a:prstGeom prst="roundRect">
            <a:avLst>
              <a:gd fmla="val 16667" name="adj"/>
            </a:avLst>
          </a:prstGeom>
          <a:solidFill>
            <a:schemeClr val="accen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4" name="Google Shape;4314;p37"/>
          <p:cNvSpPr/>
          <p:nvPr/>
        </p:nvSpPr>
        <p:spPr>
          <a:xfrm>
            <a:off x="4850900" y="1329357"/>
            <a:ext cx="2305800" cy="2835000"/>
          </a:xfrm>
          <a:prstGeom prst="roundRect">
            <a:avLst>
              <a:gd fmla="val 16667" name="adj"/>
            </a:avLst>
          </a:prstGeom>
          <a:solidFill>
            <a:schemeClr val="l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5" name="Google Shape;4315;p37"/>
          <p:cNvSpPr/>
          <p:nvPr/>
        </p:nvSpPr>
        <p:spPr>
          <a:xfrm>
            <a:off x="1802225" y="1135707"/>
            <a:ext cx="2676000" cy="3222300"/>
          </a:xfrm>
          <a:prstGeom prst="roundRect">
            <a:avLst>
              <a:gd fmla="val 16667" name="adj"/>
            </a:avLst>
          </a:prstGeom>
          <a:solidFill>
            <a:schemeClr val="accen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6" name="Google Shape;4316;p37"/>
          <p:cNvSpPr/>
          <p:nvPr/>
        </p:nvSpPr>
        <p:spPr>
          <a:xfrm>
            <a:off x="1987325" y="1329357"/>
            <a:ext cx="2305800" cy="2835000"/>
          </a:xfrm>
          <a:prstGeom prst="roundRect">
            <a:avLst>
              <a:gd fmla="val 16667" name="adj"/>
            </a:avLst>
          </a:prstGeom>
          <a:solidFill>
            <a:schemeClr val="l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7" name="Google Shape;4317;p37"/>
          <p:cNvSpPr txBox="1"/>
          <p:nvPr>
            <p:ph idx="1" type="subTitle"/>
          </p:nvPr>
        </p:nvSpPr>
        <p:spPr>
          <a:xfrm>
            <a:off x="4956048" y="2532888"/>
            <a:ext cx="2084700" cy="136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solidFill>
                  <a:schemeClr val="dk2"/>
                </a:solidFill>
              </a:rPr>
              <a:t>Enabled real-time config updates without redeployment, increasing adaptability.</a:t>
            </a:r>
            <a:endParaRPr>
              <a:solidFill>
                <a:schemeClr val="dk2"/>
              </a:solidFill>
            </a:endParaRPr>
          </a:p>
        </p:txBody>
      </p:sp>
      <p:sp>
        <p:nvSpPr>
          <p:cNvPr id="4318" name="Google Shape;4318;p37"/>
          <p:cNvSpPr txBox="1"/>
          <p:nvPr>
            <p:ph idx="2" type="subTitle"/>
          </p:nvPr>
        </p:nvSpPr>
        <p:spPr>
          <a:xfrm>
            <a:off x="1988185" y="2533015"/>
            <a:ext cx="2305685" cy="136271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solidFill>
                  <a:schemeClr val="dk2"/>
                </a:solidFill>
              </a:rPr>
              <a:t>Used a centralized tool to manage configs across environments, cutting complexity and errors.</a:t>
            </a:r>
            <a:endParaRPr>
              <a:solidFill>
                <a:schemeClr val="dk2"/>
              </a:solidFill>
            </a:endParaRPr>
          </a:p>
        </p:txBody>
      </p:sp>
      <p:sp>
        <p:nvSpPr>
          <p:cNvPr id="4319" name="Google Shape;4319;p37"/>
          <p:cNvSpPr txBox="1"/>
          <p:nvPr>
            <p:ph idx="3" type="subTitle"/>
          </p:nvPr>
        </p:nvSpPr>
        <p:spPr>
          <a:xfrm>
            <a:off x="4956175" y="2221865"/>
            <a:ext cx="2343785" cy="28321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sz="1800"/>
              <a:t>Dynamic Configuration</a:t>
            </a:r>
            <a:endParaRPr sz="1800"/>
          </a:p>
        </p:txBody>
      </p:sp>
      <p:sp>
        <p:nvSpPr>
          <p:cNvPr id="4320" name="Google Shape;4320;p37"/>
          <p:cNvSpPr txBox="1"/>
          <p:nvPr>
            <p:ph idx="4" type="subTitle"/>
          </p:nvPr>
        </p:nvSpPr>
        <p:spPr>
          <a:xfrm>
            <a:off x="2093976" y="2203704"/>
            <a:ext cx="2084700" cy="310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sz="1800"/>
              <a:t>Cross-Env Configs</a:t>
            </a:r>
            <a:endParaRPr sz="1800"/>
          </a:p>
        </p:txBody>
      </p:sp>
      <p:sp>
        <p:nvSpPr>
          <p:cNvPr id="4321" name="Google Shape;4321;p37"/>
          <p:cNvSpPr txBox="1"/>
          <p:nvPr>
            <p:ph idx="5" type="title"/>
          </p:nvPr>
        </p:nvSpPr>
        <p:spPr>
          <a:xfrm>
            <a:off x="2779776" y="1627632"/>
            <a:ext cx="722400" cy="45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01</a:t>
            </a:r>
            <a:endParaRPr/>
          </a:p>
        </p:txBody>
      </p:sp>
      <p:sp>
        <p:nvSpPr>
          <p:cNvPr id="4322" name="Google Shape;4322;p37"/>
          <p:cNvSpPr txBox="1"/>
          <p:nvPr>
            <p:ph idx="6" type="title"/>
          </p:nvPr>
        </p:nvSpPr>
        <p:spPr>
          <a:xfrm>
            <a:off x="5641848" y="1627632"/>
            <a:ext cx="722400" cy="45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02</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6" name="Shape 4326"/>
        <p:cNvGrpSpPr/>
        <p:nvPr/>
      </p:nvGrpSpPr>
      <p:grpSpPr>
        <a:xfrm>
          <a:off x="0" y="0"/>
          <a:ext cx="0" cy="0"/>
          <a:chOff x="0" y="0"/>
          <a:chExt cx="0" cy="0"/>
        </a:xfrm>
      </p:grpSpPr>
      <p:pic>
        <p:nvPicPr>
          <p:cNvPr id="4327" name="Google Shape;4327;p38"/>
          <p:cNvPicPr preferRelativeResize="0"/>
          <p:nvPr/>
        </p:nvPicPr>
        <p:blipFill rotWithShape="1">
          <a:blip r:embed="rId3">
            <a:alphaModFix/>
          </a:blip>
          <a:srcRect b="0" l="1484" r="1494" t="0"/>
          <a:stretch/>
        </p:blipFill>
        <p:spPr>
          <a:xfrm>
            <a:off x="4696641" y="1580762"/>
            <a:ext cx="2741302" cy="1589316"/>
          </a:xfrm>
          <a:prstGeom prst="rect">
            <a:avLst/>
          </a:prstGeom>
          <a:noFill/>
          <a:ln>
            <a:noFill/>
          </a:ln>
        </p:spPr>
      </p:pic>
      <p:sp>
        <p:nvSpPr>
          <p:cNvPr id="4328" name="Google Shape;4328;p38"/>
          <p:cNvSpPr txBox="1"/>
          <p:nvPr>
            <p:ph idx="1" type="body"/>
          </p:nvPr>
        </p:nvSpPr>
        <p:spPr>
          <a:xfrm>
            <a:off x="464185" y="1296670"/>
            <a:ext cx="3446780" cy="2714625"/>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400">
                <a:latin typeface="Barlow Semi Condensed"/>
                <a:ea typeface="Barlow Semi Condensed"/>
                <a:cs typeface="Barlow Semi Condensed"/>
                <a:sym typeface="Barlow Semi Condensed"/>
              </a:rPr>
              <a:t>Adaptability</a:t>
            </a:r>
            <a:r>
              <a:rPr lang="en" sz="1400">
                <a:latin typeface="Barlow Semi Condensed"/>
                <a:ea typeface="Barlow Semi Condensed"/>
                <a:cs typeface="Barlow Semi Condensed"/>
                <a:sym typeface="Barlow Semi Condensed"/>
              </a:rPr>
              <a:t>: Gained insight into the necessity of being flexible with configuration strategies to accommodate rapid technological changes and maintain efficiency in deployment processes.</a:t>
            </a:r>
            <a:endParaRPr sz="1400">
              <a:latin typeface="Barlow Semi Condensed"/>
              <a:ea typeface="Barlow Semi Condensed"/>
              <a:cs typeface="Barlow Semi Condensed"/>
              <a:sym typeface="Barlow Semi Condensed"/>
            </a:endParaRPr>
          </a:p>
          <a:p>
            <a:pPr indent="0" lvl="0" marL="0" rtl="0" algn="l">
              <a:lnSpc>
                <a:spcPct val="100000"/>
              </a:lnSpc>
              <a:spcBef>
                <a:spcPts val="0"/>
              </a:spcBef>
              <a:spcAft>
                <a:spcPts val="0"/>
              </a:spcAft>
              <a:buClr>
                <a:schemeClr val="dk1"/>
              </a:buClr>
              <a:buSzPts val="1100"/>
              <a:buFont typeface="Arial"/>
              <a:buNone/>
            </a:pPr>
            <a:r>
              <a:t/>
            </a:r>
            <a:endParaRPr sz="1400">
              <a:latin typeface="Barlow Semi Condensed"/>
              <a:ea typeface="Barlow Semi Condensed"/>
              <a:cs typeface="Barlow Semi Condensed"/>
              <a:sym typeface="Barlow Semi Condensed"/>
            </a:endParaRPr>
          </a:p>
          <a:p>
            <a:pPr indent="0" lvl="0" marL="0" rtl="0" algn="l">
              <a:lnSpc>
                <a:spcPct val="100000"/>
              </a:lnSpc>
              <a:spcBef>
                <a:spcPts val="0"/>
              </a:spcBef>
              <a:spcAft>
                <a:spcPts val="0"/>
              </a:spcAft>
              <a:buClr>
                <a:schemeClr val="dk1"/>
              </a:buClr>
              <a:buSzPts val="1100"/>
              <a:buFont typeface="Arial"/>
              <a:buNone/>
            </a:pPr>
            <a:r>
              <a:rPr b="1" lang="en" sz="1400">
                <a:latin typeface="Barlow Semi Condensed"/>
                <a:ea typeface="Barlow Semi Condensed"/>
                <a:cs typeface="Barlow Semi Condensed"/>
                <a:sym typeface="Barlow Semi Condensed"/>
              </a:rPr>
              <a:t>Proactive Configuration Checks</a:t>
            </a:r>
            <a:r>
              <a:rPr lang="en" sz="1400">
                <a:latin typeface="Barlow Semi Condensed"/>
                <a:ea typeface="Barlow Semi Condensed"/>
                <a:cs typeface="Barlow Semi Condensed"/>
                <a:sym typeface="Barlow Semi Condensed"/>
              </a:rPr>
              <a:t>: Learned the value of preemptively identifying and resolving potential configuration issues to prevent disruptions in the deployment pipeline and ensure system stability.</a:t>
            </a:r>
            <a:endParaRPr sz="1400">
              <a:latin typeface="Barlow Semi Condensed"/>
              <a:ea typeface="Barlow Semi Condensed"/>
              <a:cs typeface="Barlow Semi Condensed"/>
              <a:sym typeface="Barlow Semi Condensed"/>
            </a:endParaRPr>
          </a:p>
        </p:txBody>
      </p:sp>
      <p:sp>
        <p:nvSpPr>
          <p:cNvPr id="4329" name="Google Shape;4329;p38"/>
          <p:cNvSpPr txBox="1"/>
          <p:nvPr>
            <p:ph type="title"/>
          </p:nvPr>
        </p:nvSpPr>
        <p:spPr>
          <a:xfrm>
            <a:off x="2100600" y="347472"/>
            <a:ext cx="4947000" cy="585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Lessons Learned </a:t>
            </a:r>
            <a:endParaRPr/>
          </a:p>
        </p:txBody>
      </p:sp>
      <p:grpSp>
        <p:nvGrpSpPr>
          <p:cNvPr id="4330" name="Google Shape;4330;p38"/>
          <p:cNvGrpSpPr/>
          <p:nvPr/>
        </p:nvGrpSpPr>
        <p:grpSpPr>
          <a:xfrm>
            <a:off x="3831152" y="807450"/>
            <a:ext cx="4097650" cy="3780909"/>
            <a:chOff x="1230400" y="410075"/>
            <a:chExt cx="5124625" cy="4728500"/>
          </a:xfrm>
        </p:grpSpPr>
        <p:sp>
          <p:nvSpPr>
            <p:cNvPr id="4331" name="Google Shape;4331;p38"/>
            <p:cNvSpPr/>
            <p:nvPr/>
          </p:nvSpPr>
          <p:spPr>
            <a:xfrm>
              <a:off x="1384675" y="410150"/>
              <a:ext cx="4970350" cy="3655600"/>
            </a:xfrm>
            <a:custGeom>
              <a:rect b="b" l="l" r="r" t="t"/>
              <a:pathLst>
                <a:path extrusionOk="0" h="146224" w="198814">
                  <a:moveTo>
                    <a:pt x="173002" y="38507"/>
                  </a:moveTo>
                  <a:lnTo>
                    <a:pt x="173002" y="118161"/>
                  </a:lnTo>
                  <a:lnTo>
                    <a:pt x="37835" y="118161"/>
                  </a:lnTo>
                  <a:lnTo>
                    <a:pt x="37835" y="38507"/>
                  </a:lnTo>
                  <a:close/>
                  <a:moveTo>
                    <a:pt x="144780" y="0"/>
                  </a:moveTo>
                  <a:cubicBezTo>
                    <a:pt x="136124" y="0"/>
                    <a:pt x="127640" y="2694"/>
                    <a:pt x="120221" y="7391"/>
                  </a:cubicBezTo>
                  <a:cubicBezTo>
                    <a:pt x="110674" y="13402"/>
                    <a:pt x="103216" y="21213"/>
                    <a:pt x="91516" y="22724"/>
                  </a:cubicBezTo>
                  <a:cubicBezTo>
                    <a:pt x="84957" y="23559"/>
                    <a:pt x="78300" y="23746"/>
                    <a:pt x="71643" y="23746"/>
                  </a:cubicBezTo>
                  <a:cubicBezTo>
                    <a:pt x="66261" y="23746"/>
                    <a:pt x="60878" y="23624"/>
                    <a:pt x="55546" y="23624"/>
                  </a:cubicBezTo>
                  <a:cubicBezTo>
                    <a:pt x="24881" y="23624"/>
                    <a:pt x="1" y="55833"/>
                    <a:pt x="6205" y="89392"/>
                  </a:cubicBezTo>
                  <a:cubicBezTo>
                    <a:pt x="12441" y="122951"/>
                    <a:pt x="41756" y="146223"/>
                    <a:pt x="66636" y="146223"/>
                  </a:cubicBezTo>
                  <a:cubicBezTo>
                    <a:pt x="89009" y="146223"/>
                    <a:pt x="107395" y="132787"/>
                    <a:pt x="128643" y="129187"/>
                  </a:cubicBezTo>
                  <a:cubicBezTo>
                    <a:pt x="139186" y="127419"/>
                    <a:pt x="149761" y="129508"/>
                    <a:pt x="160176" y="126840"/>
                  </a:cubicBezTo>
                  <a:cubicBezTo>
                    <a:pt x="172295" y="123722"/>
                    <a:pt x="183674" y="116297"/>
                    <a:pt x="190392" y="105560"/>
                  </a:cubicBezTo>
                  <a:cubicBezTo>
                    <a:pt x="194956" y="98232"/>
                    <a:pt x="197207" y="90163"/>
                    <a:pt x="197817" y="81870"/>
                  </a:cubicBezTo>
                  <a:cubicBezTo>
                    <a:pt x="198814" y="68594"/>
                    <a:pt x="195728" y="54740"/>
                    <a:pt x="191613" y="42397"/>
                  </a:cubicBezTo>
                  <a:cubicBezTo>
                    <a:pt x="185474" y="24074"/>
                    <a:pt x="173548" y="5270"/>
                    <a:pt x="153490" y="930"/>
                  </a:cubicBezTo>
                  <a:cubicBezTo>
                    <a:pt x="150590" y="302"/>
                    <a:pt x="147676" y="0"/>
                    <a:pt x="14478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2" name="Google Shape;4332;p38"/>
            <p:cNvSpPr/>
            <p:nvPr/>
          </p:nvSpPr>
          <p:spPr>
            <a:xfrm>
              <a:off x="1515675" y="410075"/>
              <a:ext cx="4819275" cy="3654050"/>
            </a:xfrm>
            <a:custGeom>
              <a:rect b="b" l="l" r="r" t="t"/>
              <a:pathLst>
                <a:path extrusionOk="0" h="146162" w="192771">
                  <a:moveTo>
                    <a:pt x="139507" y="1"/>
                  </a:moveTo>
                  <a:cubicBezTo>
                    <a:pt x="130860" y="1"/>
                    <a:pt x="122406" y="2701"/>
                    <a:pt x="114981" y="7394"/>
                  </a:cubicBezTo>
                  <a:cubicBezTo>
                    <a:pt x="105434" y="13405"/>
                    <a:pt x="97976" y="21216"/>
                    <a:pt x="86276" y="22727"/>
                  </a:cubicBezTo>
                  <a:cubicBezTo>
                    <a:pt x="79686" y="23563"/>
                    <a:pt x="73032" y="23756"/>
                    <a:pt x="66346" y="23756"/>
                  </a:cubicBezTo>
                  <a:cubicBezTo>
                    <a:pt x="60978" y="23756"/>
                    <a:pt x="55610" y="23627"/>
                    <a:pt x="50306" y="23627"/>
                  </a:cubicBezTo>
                  <a:cubicBezTo>
                    <a:pt x="22855" y="23627"/>
                    <a:pt x="32" y="49471"/>
                    <a:pt x="0" y="78948"/>
                  </a:cubicBezTo>
                  <a:cubicBezTo>
                    <a:pt x="0" y="82387"/>
                    <a:pt x="322" y="85891"/>
                    <a:pt x="965" y="89395"/>
                  </a:cubicBezTo>
                  <a:cubicBezTo>
                    <a:pt x="2893" y="99777"/>
                    <a:pt x="7040" y="109196"/>
                    <a:pt x="12601" y="117232"/>
                  </a:cubicBezTo>
                  <a:cubicBezTo>
                    <a:pt x="13469" y="115850"/>
                    <a:pt x="14337" y="114500"/>
                    <a:pt x="15140" y="113278"/>
                  </a:cubicBezTo>
                  <a:cubicBezTo>
                    <a:pt x="14305" y="112796"/>
                    <a:pt x="13565" y="112153"/>
                    <a:pt x="13276" y="111285"/>
                  </a:cubicBezTo>
                  <a:cubicBezTo>
                    <a:pt x="13179" y="111028"/>
                    <a:pt x="13147" y="110803"/>
                    <a:pt x="13147" y="110546"/>
                  </a:cubicBezTo>
                  <a:cubicBezTo>
                    <a:pt x="13147" y="109582"/>
                    <a:pt x="13758" y="108681"/>
                    <a:pt x="14787" y="108456"/>
                  </a:cubicBezTo>
                  <a:cubicBezTo>
                    <a:pt x="14915" y="108424"/>
                    <a:pt x="15044" y="108424"/>
                    <a:pt x="15205" y="108424"/>
                  </a:cubicBezTo>
                  <a:cubicBezTo>
                    <a:pt x="15976" y="108424"/>
                    <a:pt x="16812" y="108810"/>
                    <a:pt x="17583" y="109389"/>
                  </a:cubicBezTo>
                  <a:cubicBezTo>
                    <a:pt x="17648" y="109260"/>
                    <a:pt x="17744" y="109132"/>
                    <a:pt x="17808" y="109035"/>
                  </a:cubicBezTo>
                  <a:cubicBezTo>
                    <a:pt x="18194" y="108392"/>
                    <a:pt x="18451" y="107910"/>
                    <a:pt x="18515" y="107749"/>
                  </a:cubicBezTo>
                  <a:cubicBezTo>
                    <a:pt x="19158" y="106303"/>
                    <a:pt x="20958" y="102445"/>
                    <a:pt x="21183" y="101963"/>
                  </a:cubicBezTo>
                  <a:cubicBezTo>
                    <a:pt x="21183" y="101835"/>
                    <a:pt x="21183" y="101610"/>
                    <a:pt x="21183" y="101256"/>
                  </a:cubicBezTo>
                  <a:cubicBezTo>
                    <a:pt x="21183" y="99617"/>
                    <a:pt x="21151" y="95599"/>
                    <a:pt x="20958" y="92288"/>
                  </a:cubicBezTo>
                  <a:cubicBezTo>
                    <a:pt x="20894" y="91323"/>
                    <a:pt x="20862" y="90456"/>
                    <a:pt x="20862" y="89716"/>
                  </a:cubicBezTo>
                  <a:cubicBezTo>
                    <a:pt x="20862" y="89073"/>
                    <a:pt x="20894" y="88495"/>
                    <a:pt x="20926" y="87980"/>
                  </a:cubicBezTo>
                  <a:cubicBezTo>
                    <a:pt x="20444" y="87370"/>
                    <a:pt x="20316" y="86791"/>
                    <a:pt x="20316" y="86309"/>
                  </a:cubicBezTo>
                  <a:cubicBezTo>
                    <a:pt x="20316" y="85859"/>
                    <a:pt x="20444" y="85505"/>
                    <a:pt x="20508" y="85312"/>
                  </a:cubicBezTo>
                  <a:cubicBezTo>
                    <a:pt x="20573" y="85184"/>
                    <a:pt x="20766" y="85055"/>
                    <a:pt x="21055" y="84927"/>
                  </a:cubicBezTo>
                  <a:cubicBezTo>
                    <a:pt x="21023" y="84573"/>
                    <a:pt x="20991" y="84220"/>
                    <a:pt x="20991" y="83962"/>
                  </a:cubicBezTo>
                  <a:cubicBezTo>
                    <a:pt x="20991" y="83705"/>
                    <a:pt x="21055" y="83352"/>
                    <a:pt x="21151" y="82902"/>
                  </a:cubicBezTo>
                  <a:cubicBezTo>
                    <a:pt x="21216" y="82452"/>
                    <a:pt x="21344" y="81873"/>
                    <a:pt x="21505" y="81262"/>
                  </a:cubicBezTo>
                  <a:cubicBezTo>
                    <a:pt x="21826" y="80041"/>
                    <a:pt x="22212" y="78562"/>
                    <a:pt x="22630" y="77148"/>
                  </a:cubicBezTo>
                  <a:cubicBezTo>
                    <a:pt x="23337" y="74673"/>
                    <a:pt x="24044" y="72358"/>
                    <a:pt x="24205" y="71812"/>
                  </a:cubicBezTo>
                  <a:cubicBezTo>
                    <a:pt x="24044" y="71587"/>
                    <a:pt x="23659" y="71040"/>
                    <a:pt x="23241" y="70430"/>
                  </a:cubicBezTo>
                  <a:cubicBezTo>
                    <a:pt x="22694" y="69626"/>
                    <a:pt x="22051" y="68726"/>
                    <a:pt x="21730" y="68276"/>
                  </a:cubicBezTo>
                  <a:cubicBezTo>
                    <a:pt x="21666" y="68147"/>
                    <a:pt x="21601" y="68083"/>
                    <a:pt x="21569" y="68051"/>
                  </a:cubicBezTo>
                  <a:cubicBezTo>
                    <a:pt x="21473" y="67922"/>
                    <a:pt x="21441" y="67794"/>
                    <a:pt x="21441" y="67633"/>
                  </a:cubicBezTo>
                  <a:cubicBezTo>
                    <a:pt x="21441" y="67504"/>
                    <a:pt x="21473" y="67376"/>
                    <a:pt x="21569" y="67279"/>
                  </a:cubicBezTo>
                  <a:cubicBezTo>
                    <a:pt x="21633" y="67151"/>
                    <a:pt x="21794" y="67086"/>
                    <a:pt x="21955" y="67086"/>
                  </a:cubicBezTo>
                  <a:cubicBezTo>
                    <a:pt x="22083" y="67086"/>
                    <a:pt x="22180" y="67119"/>
                    <a:pt x="22308" y="67183"/>
                  </a:cubicBezTo>
                  <a:lnTo>
                    <a:pt x="21666" y="65929"/>
                  </a:lnTo>
                  <a:lnTo>
                    <a:pt x="21633" y="65833"/>
                  </a:lnTo>
                  <a:lnTo>
                    <a:pt x="21633" y="65801"/>
                  </a:lnTo>
                  <a:cubicBezTo>
                    <a:pt x="21633" y="65769"/>
                    <a:pt x="21633" y="65640"/>
                    <a:pt x="21666" y="65511"/>
                  </a:cubicBezTo>
                  <a:cubicBezTo>
                    <a:pt x="21698" y="65383"/>
                    <a:pt x="21762" y="65254"/>
                    <a:pt x="21891" y="65094"/>
                  </a:cubicBezTo>
                  <a:cubicBezTo>
                    <a:pt x="21987" y="65029"/>
                    <a:pt x="22116" y="64965"/>
                    <a:pt x="22276" y="64965"/>
                  </a:cubicBezTo>
                  <a:cubicBezTo>
                    <a:pt x="22341" y="64965"/>
                    <a:pt x="22405" y="64965"/>
                    <a:pt x="22469" y="64997"/>
                  </a:cubicBezTo>
                  <a:cubicBezTo>
                    <a:pt x="22566" y="64997"/>
                    <a:pt x="22630" y="65061"/>
                    <a:pt x="22726" y="65094"/>
                  </a:cubicBezTo>
                  <a:lnTo>
                    <a:pt x="22726" y="65094"/>
                  </a:lnTo>
                  <a:lnTo>
                    <a:pt x="22437" y="64483"/>
                  </a:lnTo>
                  <a:cubicBezTo>
                    <a:pt x="22437" y="64451"/>
                    <a:pt x="22405" y="64386"/>
                    <a:pt x="22437" y="64322"/>
                  </a:cubicBezTo>
                  <a:cubicBezTo>
                    <a:pt x="22437" y="64322"/>
                    <a:pt x="22469" y="64226"/>
                    <a:pt x="22501" y="64097"/>
                  </a:cubicBezTo>
                  <a:cubicBezTo>
                    <a:pt x="22566" y="64001"/>
                    <a:pt x="22662" y="63840"/>
                    <a:pt x="22823" y="63743"/>
                  </a:cubicBezTo>
                  <a:cubicBezTo>
                    <a:pt x="22919" y="63647"/>
                    <a:pt x="23080" y="63615"/>
                    <a:pt x="23209" y="63615"/>
                  </a:cubicBezTo>
                  <a:lnTo>
                    <a:pt x="23241" y="63615"/>
                  </a:lnTo>
                  <a:cubicBezTo>
                    <a:pt x="23401" y="63615"/>
                    <a:pt x="23562" y="63647"/>
                    <a:pt x="23723" y="63743"/>
                  </a:cubicBezTo>
                  <a:cubicBezTo>
                    <a:pt x="23819" y="63808"/>
                    <a:pt x="23916" y="63904"/>
                    <a:pt x="23980" y="64001"/>
                  </a:cubicBezTo>
                  <a:cubicBezTo>
                    <a:pt x="24076" y="64097"/>
                    <a:pt x="24141" y="64193"/>
                    <a:pt x="24237" y="64354"/>
                  </a:cubicBezTo>
                  <a:cubicBezTo>
                    <a:pt x="24366" y="64547"/>
                    <a:pt x="24494" y="64772"/>
                    <a:pt x="24623" y="64997"/>
                  </a:cubicBezTo>
                  <a:lnTo>
                    <a:pt x="24494" y="64161"/>
                  </a:lnTo>
                  <a:cubicBezTo>
                    <a:pt x="24494" y="64097"/>
                    <a:pt x="24494" y="64033"/>
                    <a:pt x="24526" y="64001"/>
                  </a:cubicBezTo>
                  <a:cubicBezTo>
                    <a:pt x="24526" y="63968"/>
                    <a:pt x="24591" y="63872"/>
                    <a:pt x="24687" y="63776"/>
                  </a:cubicBezTo>
                  <a:cubicBezTo>
                    <a:pt x="24719" y="63776"/>
                    <a:pt x="24719" y="63743"/>
                    <a:pt x="24751" y="63743"/>
                  </a:cubicBezTo>
                  <a:lnTo>
                    <a:pt x="24751" y="36485"/>
                  </a:lnTo>
                  <a:cubicBezTo>
                    <a:pt x="24751" y="33592"/>
                    <a:pt x="27098" y="31213"/>
                    <a:pt x="30023" y="31213"/>
                  </a:cubicBezTo>
                  <a:lnTo>
                    <a:pt x="170366" y="31213"/>
                  </a:lnTo>
                  <a:cubicBezTo>
                    <a:pt x="173259" y="31213"/>
                    <a:pt x="175637" y="33592"/>
                    <a:pt x="175637" y="36485"/>
                  </a:cubicBezTo>
                  <a:lnTo>
                    <a:pt x="175637" y="116364"/>
                  </a:lnTo>
                  <a:cubicBezTo>
                    <a:pt x="179334" y="113278"/>
                    <a:pt x="182580" y="109678"/>
                    <a:pt x="185152" y="105563"/>
                  </a:cubicBezTo>
                  <a:cubicBezTo>
                    <a:pt x="189716" y="98235"/>
                    <a:pt x="191967" y="90166"/>
                    <a:pt x="192577" y="81873"/>
                  </a:cubicBezTo>
                  <a:cubicBezTo>
                    <a:pt x="192706" y="80169"/>
                    <a:pt x="192770" y="78466"/>
                    <a:pt x="192770" y="76762"/>
                  </a:cubicBezTo>
                  <a:cubicBezTo>
                    <a:pt x="192770" y="65094"/>
                    <a:pt x="189974" y="53168"/>
                    <a:pt x="186373" y="42400"/>
                  </a:cubicBezTo>
                  <a:cubicBezTo>
                    <a:pt x="180234" y="24077"/>
                    <a:pt x="168308" y="5273"/>
                    <a:pt x="148250" y="933"/>
                  </a:cubicBezTo>
                  <a:cubicBezTo>
                    <a:pt x="145325" y="322"/>
                    <a:pt x="142432" y="1"/>
                    <a:pt x="139507" y="1"/>
                  </a:cubicBezTo>
                  <a:close/>
                  <a:moveTo>
                    <a:pt x="23016" y="127229"/>
                  </a:moveTo>
                  <a:cubicBezTo>
                    <a:pt x="22823" y="127454"/>
                    <a:pt x="22630" y="127679"/>
                    <a:pt x="22469" y="127840"/>
                  </a:cubicBezTo>
                  <a:cubicBezTo>
                    <a:pt x="22308" y="128032"/>
                    <a:pt x="22148" y="128193"/>
                    <a:pt x="22019" y="128354"/>
                  </a:cubicBezTo>
                  <a:cubicBezTo>
                    <a:pt x="22919" y="129222"/>
                    <a:pt x="23819" y="130058"/>
                    <a:pt x="24751" y="130861"/>
                  </a:cubicBezTo>
                  <a:lnTo>
                    <a:pt x="24751" y="127550"/>
                  </a:lnTo>
                  <a:cubicBezTo>
                    <a:pt x="24173" y="127518"/>
                    <a:pt x="23562" y="127422"/>
                    <a:pt x="23016" y="127229"/>
                  </a:cubicBezTo>
                  <a:close/>
                  <a:moveTo>
                    <a:pt x="64064" y="144523"/>
                  </a:moveTo>
                  <a:cubicBezTo>
                    <a:pt x="64032" y="145069"/>
                    <a:pt x="63968" y="145616"/>
                    <a:pt x="63903" y="146162"/>
                  </a:cubicBezTo>
                  <a:cubicBezTo>
                    <a:pt x="67921" y="145969"/>
                    <a:pt x="71779" y="145391"/>
                    <a:pt x="75572" y="144523"/>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3" name="Google Shape;4333;p38"/>
            <p:cNvSpPr/>
            <p:nvPr/>
          </p:nvSpPr>
          <p:spPr>
            <a:xfrm>
              <a:off x="1972925" y="4531000"/>
              <a:ext cx="4095225" cy="240325"/>
            </a:xfrm>
            <a:custGeom>
              <a:rect b="b" l="l" r="r" t="t"/>
              <a:pathLst>
                <a:path extrusionOk="0" h="9613" w="163809">
                  <a:moveTo>
                    <a:pt x="81904" y="1"/>
                  </a:moveTo>
                  <a:cubicBezTo>
                    <a:pt x="36677" y="1"/>
                    <a:pt x="0" y="2155"/>
                    <a:pt x="0" y="4823"/>
                  </a:cubicBezTo>
                  <a:cubicBezTo>
                    <a:pt x="0" y="7458"/>
                    <a:pt x="36677" y="9612"/>
                    <a:pt x="81904" y="9612"/>
                  </a:cubicBezTo>
                  <a:cubicBezTo>
                    <a:pt x="127131" y="9612"/>
                    <a:pt x="163808" y="7458"/>
                    <a:pt x="163808" y="4823"/>
                  </a:cubicBezTo>
                  <a:cubicBezTo>
                    <a:pt x="163808" y="2155"/>
                    <a:pt x="127131" y="1"/>
                    <a:pt x="8190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4" name="Google Shape;4334;p38"/>
            <p:cNvSpPr/>
            <p:nvPr/>
          </p:nvSpPr>
          <p:spPr>
            <a:xfrm>
              <a:off x="1972925" y="4535825"/>
              <a:ext cx="4095225" cy="235500"/>
            </a:xfrm>
            <a:custGeom>
              <a:rect b="b" l="l" r="r" t="t"/>
              <a:pathLst>
                <a:path extrusionOk="0" h="9420" w="163809">
                  <a:moveTo>
                    <a:pt x="58310" y="1"/>
                  </a:moveTo>
                  <a:lnTo>
                    <a:pt x="58310" y="1"/>
                  </a:lnTo>
                  <a:cubicBezTo>
                    <a:pt x="53489" y="97"/>
                    <a:pt x="48892" y="226"/>
                    <a:pt x="44488" y="354"/>
                  </a:cubicBezTo>
                  <a:cubicBezTo>
                    <a:pt x="41917" y="1062"/>
                    <a:pt x="39924" y="1126"/>
                    <a:pt x="39924" y="1126"/>
                  </a:cubicBezTo>
                  <a:lnTo>
                    <a:pt x="39924" y="1094"/>
                  </a:lnTo>
                  <a:cubicBezTo>
                    <a:pt x="39924" y="1062"/>
                    <a:pt x="39924" y="837"/>
                    <a:pt x="39956" y="483"/>
                  </a:cubicBezTo>
                  <a:lnTo>
                    <a:pt x="39956" y="483"/>
                  </a:lnTo>
                  <a:cubicBezTo>
                    <a:pt x="37609" y="579"/>
                    <a:pt x="35391" y="676"/>
                    <a:pt x="33206" y="740"/>
                  </a:cubicBezTo>
                  <a:cubicBezTo>
                    <a:pt x="33238" y="901"/>
                    <a:pt x="33238" y="1029"/>
                    <a:pt x="33238" y="1158"/>
                  </a:cubicBezTo>
                  <a:cubicBezTo>
                    <a:pt x="33238" y="1383"/>
                    <a:pt x="33206" y="1512"/>
                    <a:pt x="33206" y="1512"/>
                  </a:cubicBezTo>
                  <a:cubicBezTo>
                    <a:pt x="33206" y="1512"/>
                    <a:pt x="31791" y="1415"/>
                    <a:pt x="29830" y="901"/>
                  </a:cubicBezTo>
                  <a:cubicBezTo>
                    <a:pt x="11605" y="1801"/>
                    <a:pt x="0" y="3119"/>
                    <a:pt x="0" y="4630"/>
                  </a:cubicBezTo>
                  <a:cubicBezTo>
                    <a:pt x="0" y="7265"/>
                    <a:pt x="36677" y="9419"/>
                    <a:pt x="81904" y="9419"/>
                  </a:cubicBezTo>
                  <a:cubicBezTo>
                    <a:pt x="127131" y="9419"/>
                    <a:pt x="163808" y="7265"/>
                    <a:pt x="163808" y="4630"/>
                  </a:cubicBezTo>
                  <a:cubicBezTo>
                    <a:pt x="163808" y="2444"/>
                    <a:pt x="139218" y="612"/>
                    <a:pt x="105498" y="1"/>
                  </a:cubicBezTo>
                  <a:lnTo>
                    <a:pt x="105498" y="1"/>
                  </a:lnTo>
                  <a:lnTo>
                    <a:pt x="106430" y="1190"/>
                  </a:lnTo>
                  <a:cubicBezTo>
                    <a:pt x="106495" y="1287"/>
                    <a:pt x="106527" y="1415"/>
                    <a:pt x="106463" y="1512"/>
                  </a:cubicBezTo>
                  <a:cubicBezTo>
                    <a:pt x="106430" y="1608"/>
                    <a:pt x="106302" y="1672"/>
                    <a:pt x="106205" y="1672"/>
                  </a:cubicBezTo>
                  <a:lnTo>
                    <a:pt x="57603" y="1672"/>
                  </a:lnTo>
                  <a:cubicBezTo>
                    <a:pt x="57475" y="1672"/>
                    <a:pt x="57378" y="1608"/>
                    <a:pt x="57314" y="1512"/>
                  </a:cubicBezTo>
                  <a:cubicBezTo>
                    <a:pt x="57282" y="1415"/>
                    <a:pt x="57282" y="1287"/>
                    <a:pt x="57346" y="1190"/>
                  </a:cubicBezTo>
                  <a:lnTo>
                    <a:pt x="58310"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5" name="Google Shape;4335;p38"/>
            <p:cNvSpPr/>
            <p:nvPr/>
          </p:nvSpPr>
          <p:spPr>
            <a:xfrm>
              <a:off x="2121600" y="3176250"/>
              <a:ext cx="133425" cy="207225"/>
            </a:xfrm>
            <a:custGeom>
              <a:rect b="b" l="l" r="r" t="t"/>
              <a:pathLst>
                <a:path extrusionOk="0" h="8289" w="5337">
                  <a:moveTo>
                    <a:pt x="2783" y="0"/>
                  </a:moveTo>
                  <a:cubicBezTo>
                    <a:pt x="2420" y="0"/>
                    <a:pt x="2050" y="99"/>
                    <a:pt x="1704" y="317"/>
                  </a:cubicBezTo>
                  <a:cubicBezTo>
                    <a:pt x="161" y="1249"/>
                    <a:pt x="0" y="4528"/>
                    <a:pt x="386" y="6103"/>
                  </a:cubicBezTo>
                  <a:cubicBezTo>
                    <a:pt x="418" y="6230"/>
                    <a:pt x="1209" y="8289"/>
                    <a:pt x="1222" y="8289"/>
                  </a:cubicBezTo>
                  <a:cubicBezTo>
                    <a:pt x="1222" y="8289"/>
                    <a:pt x="1222" y="8289"/>
                    <a:pt x="1222" y="8289"/>
                  </a:cubicBezTo>
                  <a:cubicBezTo>
                    <a:pt x="1254" y="8289"/>
                    <a:pt x="3729" y="6328"/>
                    <a:pt x="4372" y="5042"/>
                  </a:cubicBezTo>
                  <a:cubicBezTo>
                    <a:pt x="4918" y="3949"/>
                    <a:pt x="5336" y="2438"/>
                    <a:pt x="4758" y="1281"/>
                  </a:cubicBezTo>
                  <a:cubicBezTo>
                    <a:pt x="4379" y="502"/>
                    <a:pt x="3600" y="0"/>
                    <a:pt x="278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6" name="Google Shape;4336;p38"/>
            <p:cNvSpPr/>
            <p:nvPr/>
          </p:nvSpPr>
          <p:spPr>
            <a:xfrm>
              <a:off x="1502000" y="3626850"/>
              <a:ext cx="143875" cy="202650"/>
            </a:xfrm>
            <a:custGeom>
              <a:rect b="b" l="l" r="r" t="t"/>
              <a:pathLst>
                <a:path extrusionOk="0" h="8106" w="5755">
                  <a:moveTo>
                    <a:pt x="2641" y="1"/>
                  </a:moveTo>
                  <a:cubicBezTo>
                    <a:pt x="1856" y="1"/>
                    <a:pt x="1101" y="408"/>
                    <a:pt x="740" y="1194"/>
                  </a:cubicBezTo>
                  <a:cubicBezTo>
                    <a:pt x="1" y="2833"/>
                    <a:pt x="1640" y="5662"/>
                    <a:pt x="2862" y="6755"/>
                  </a:cubicBezTo>
                  <a:cubicBezTo>
                    <a:pt x="2957" y="6850"/>
                    <a:pt x="4683" y="8105"/>
                    <a:pt x="4756" y="8105"/>
                  </a:cubicBezTo>
                  <a:cubicBezTo>
                    <a:pt x="4757" y="8105"/>
                    <a:pt x="4758" y="8105"/>
                    <a:pt x="4758" y="8105"/>
                  </a:cubicBezTo>
                  <a:cubicBezTo>
                    <a:pt x="4758" y="8105"/>
                    <a:pt x="5755" y="5083"/>
                    <a:pt x="5594" y="3669"/>
                  </a:cubicBezTo>
                  <a:cubicBezTo>
                    <a:pt x="5433" y="2479"/>
                    <a:pt x="4919" y="969"/>
                    <a:pt x="3826" y="326"/>
                  </a:cubicBezTo>
                  <a:cubicBezTo>
                    <a:pt x="3455" y="108"/>
                    <a:pt x="3044" y="1"/>
                    <a:pt x="264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7" name="Google Shape;4337;p38"/>
            <p:cNvSpPr/>
            <p:nvPr/>
          </p:nvSpPr>
          <p:spPr>
            <a:xfrm>
              <a:off x="2656800" y="3458200"/>
              <a:ext cx="462900" cy="1053550"/>
            </a:xfrm>
            <a:custGeom>
              <a:rect b="b" l="l" r="r" t="t"/>
              <a:pathLst>
                <a:path extrusionOk="0" h="42142" w="18516">
                  <a:moveTo>
                    <a:pt x="9161" y="0"/>
                  </a:moveTo>
                  <a:cubicBezTo>
                    <a:pt x="9161" y="0"/>
                    <a:pt x="0" y="9483"/>
                    <a:pt x="32" y="21119"/>
                  </a:cubicBezTo>
                  <a:cubicBezTo>
                    <a:pt x="97" y="32755"/>
                    <a:pt x="9354" y="42141"/>
                    <a:pt x="9354" y="42141"/>
                  </a:cubicBezTo>
                  <a:cubicBezTo>
                    <a:pt x="9354" y="42141"/>
                    <a:pt x="18515" y="32659"/>
                    <a:pt x="18483" y="21023"/>
                  </a:cubicBezTo>
                  <a:cubicBezTo>
                    <a:pt x="18419" y="9386"/>
                    <a:pt x="9161" y="0"/>
                    <a:pt x="916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8" name="Google Shape;4338;p38"/>
            <p:cNvSpPr/>
            <p:nvPr/>
          </p:nvSpPr>
          <p:spPr>
            <a:xfrm>
              <a:off x="1230400" y="3120375"/>
              <a:ext cx="1581525" cy="1453250"/>
            </a:xfrm>
            <a:custGeom>
              <a:rect b="b" l="l" r="r" t="t"/>
              <a:pathLst>
                <a:path extrusionOk="0" h="58130" w="63261">
                  <a:moveTo>
                    <a:pt x="47092" y="44790"/>
                  </a:moveTo>
                  <a:cubicBezTo>
                    <a:pt x="47542" y="46879"/>
                    <a:pt x="48377" y="49354"/>
                    <a:pt x="49920" y="51508"/>
                  </a:cubicBezTo>
                  <a:cubicBezTo>
                    <a:pt x="49085" y="51122"/>
                    <a:pt x="48217" y="50672"/>
                    <a:pt x="47252" y="50190"/>
                  </a:cubicBezTo>
                  <a:cubicBezTo>
                    <a:pt x="46545" y="49836"/>
                    <a:pt x="45806" y="49451"/>
                    <a:pt x="45066" y="49033"/>
                  </a:cubicBezTo>
                  <a:cubicBezTo>
                    <a:pt x="45195" y="48743"/>
                    <a:pt x="46288" y="46300"/>
                    <a:pt x="46352" y="44918"/>
                  </a:cubicBezTo>
                  <a:cubicBezTo>
                    <a:pt x="46609" y="44886"/>
                    <a:pt x="46867" y="44822"/>
                    <a:pt x="47092" y="44790"/>
                  </a:cubicBezTo>
                  <a:close/>
                  <a:moveTo>
                    <a:pt x="26617" y="1"/>
                  </a:moveTo>
                  <a:cubicBezTo>
                    <a:pt x="26474" y="1"/>
                    <a:pt x="26334" y="15"/>
                    <a:pt x="26198" y="44"/>
                  </a:cubicBezTo>
                  <a:cubicBezTo>
                    <a:pt x="24912" y="334"/>
                    <a:pt x="24301" y="1684"/>
                    <a:pt x="24687" y="2873"/>
                  </a:cubicBezTo>
                  <a:cubicBezTo>
                    <a:pt x="25073" y="4095"/>
                    <a:pt x="26423" y="4898"/>
                    <a:pt x="27580" y="5316"/>
                  </a:cubicBezTo>
                  <a:cubicBezTo>
                    <a:pt x="28119" y="5496"/>
                    <a:pt x="28966" y="5550"/>
                    <a:pt x="29781" y="5550"/>
                  </a:cubicBezTo>
                  <a:cubicBezTo>
                    <a:pt x="30715" y="5550"/>
                    <a:pt x="31608" y="5479"/>
                    <a:pt x="31952" y="5445"/>
                  </a:cubicBezTo>
                  <a:cubicBezTo>
                    <a:pt x="32337" y="5830"/>
                    <a:pt x="32755" y="6216"/>
                    <a:pt x="33205" y="6698"/>
                  </a:cubicBezTo>
                  <a:cubicBezTo>
                    <a:pt x="33977" y="7502"/>
                    <a:pt x="34845" y="8402"/>
                    <a:pt x="35712" y="9463"/>
                  </a:cubicBezTo>
                  <a:cubicBezTo>
                    <a:pt x="35937" y="9752"/>
                    <a:pt x="36195" y="10041"/>
                    <a:pt x="36420" y="10363"/>
                  </a:cubicBezTo>
                  <a:cubicBezTo>
                    <a:pt x="35937" y="9945"/>
                    <a:pt x="35230" y="9366"/>
                    <a:pt x="35134" y="9334"/>
                  </a:cubicBezTo>
                  <a:cubicBezTo>
                    <a:pt x="34248" y="8744"/>
                    <a:pt x="32587" y="8167"/>
                    <a:pt x="31151" y="8167"/>
                  </a:cubicBezTo>
                  <a:cubicBezTo>
                    <a:pt x="30397" y="8167"/>
                    <a:pt x="29706" y="8326"/>
                    <a:pt x="29219" y="8723"/>
                  </a:cubicBezTo>
                  <a:cubicBezTo>
                    <a:pt x="28223" y="9559"/>
                    <a:pt x="28287" y="11038"/>
                    <a:pt x="29187" y="11938"/>
                  </a:cubicBezTo>
                  <a:cubicBezTo>
                    <a:pt x="29864" y="12615"/>
                    <a:pt x="30924" y="12837"/>
                    <a:pt x="31928" y="12837"/>
                  </a:cubicBezTo>
                  <a:cubicBezTo>
                    <a:pt x="32258" y="12837"/>
                    <a:pt x="32581" y="12813"/>
                    <a:pt x="32884" y="12774"/>
                  </a:cubicBezTo>
                  <a:cubicBezTo>
                    <a:pt x="34137" y="12581"/>
                    <a:pt x="36355" y="11166"/>
                    <a:pt x="36838" y="10877"/>
                  </a:cubicBezTo>
                  <a:cubicBezTo>
                    <a:pt x="37352" y="11552"/>
                    <a:pt x="37898" y="12227"/>
                    <a:pt x="38380" y="12999"/>
                  </a:cubicBezTo>
                  <a:cubicBezTo>
                    <a:pt x="39248" y="14317"/>
                    <a:pt x="40084" y="15731"/>
                    <a:pt x="40759" y="17306"/>
                  </a:cubicBezTo>
                  <a:cubicBezTo>
                    <a:pt x="40791" y="17403"/>
                    <a:pt x="40823" y="17499"/>
                    <a:pt x="40856" y="17595"/>
                  </a:cubicBezTo>
                  <a:cubicBezTo>
                    <a:pt x="40631" y="17338"/>
                    <a:pt x="39377" y="16052"/>
                    <a:pt x="39248" y="15956"/>
                  </a:cubicBezTo>
                  <a:cubicBezTo>
                    <a:pt x="38324" y="15221"/>
                    <a:pt x="36421" y="14364"/>
                    <a:pt x="34879" y="14364"/>
                  </a:cubicBezTo>
                  <a:cubicBezTo>
                    <a:pt x="34330" y="14364"/>
                    <a:pt x="33827" y="14473"/>
                    <a:pt x="33430" y="14735"/>
                  </a:cubicBezTo>
                  <a:cubicBezTo>
                    <a:pt x="32337" y="15442"/>
                    <a:pt x="32273" y="16920"/>
                    <a:pt x="33044" y="17917"/>
                  </a:cubicBezTo>
                  <a:cubicBezTo>
                    <a:pt x="33805" y="18860"/>
                    <a:pt x="35257" y="19141"/>
                    <a:pt x="36446" y="19141"/>
                  </a:cubicBezTo>
                  <a:cubicBezTo>
                    <a:pt x="36513" y="19141"/>
                    <a:pt x="36579" y="19140"/>
                    <a:pt x="36645" y="19138"/>
                  </a:cubicBezTo>
                  <a:cubicBezTo>
                    <a:pt x="38027" y="19074"/>
                    <a:pt x="40759" y="17692"/>
                    <a:pt x="40888" y="17628"/>
                  </a:cubicBezTo>
                  <a:cubicBezTo>
                    <a:pt x="41498" y="19106"/>
                    <a:pt x="42013" y="20681"/>
                    <a:pt x="42431" y="22288"/>
                  </a:cubicBezTo>
                  <a:cubicBezTo>
                    <a:pt x="42752" y="23478"/>
                    <a:pt x="43009" y="24667"/>
                    <a:pt x="43266" y="25889"/>
                  </a:cubicBezTo>
                  <a:cubicBezTo>
                    <a:pt x="42977" y="25567"/>
                    <a:pt x="41788" y="24378"/>
                    <a:pt x="41691" y="24281"/>
                  </a:cubicBezTo>
                  <a:cubicBezTo>
                    <a:pt x="40767" y="23547"/>
                    <a:pt x="38864" y="22690"/>
                    <a:pt x="37322" y="22690"/>
                  </a:cubicBezTo>
                  <a:cubicBezTo>
                    <a:pt x="36773" y="22690"/>
                    <a:pt x="36270" y="22798"/>
                    <a:pt x="35873" y="23060"/>
                  </a:cubicBezTo>
                  <a:cubicBezTo>
                    <a:pt x="34780" y="23767"/>
                    <a:pt x="34684" y="25246"/>
                    <a:pt x="35487" y="26242"/>
                  </a:cubicBezTo>
                  <a:cubicBezTo>
                    <a:pt x="36248" y="27186"/>
                    <a:pt x="37700" y="27466"/>
                    <a:pt x="38862" y="27466"/>
                  </a:cubicBezTo>
                  <a:cubicBezTo>
                    <a:pt x="38927" y="27466"/>
                    <a:pt x="38992" y="27465"/>
                    <a:pt x="39055" y="27464"/>
                  </a:cubicBezTo>
                  <a:cubicBezTo>
                    <a:pt x="40438" y="27399"/>
                    <a:pt x="43074" y="26082"/>
                    <a:pt x="43299" y="25985"/>
                  </a:cubicBezTo>
                  <a:cubicBezTo>
                    <a:pt x="43395" y="26532"/>
                    <a:pt x="43524" y="27078"/>
                    <a:pt x="43652" y="27624"/>
                  </a:cubicBezTo>
                  <a:cubicBezTo>
                    <a:pt x="44006" y="29425"/>
                    <a:pt x="44391" y="31225"/>
                    <a:pt x="44777" y="32993"/>
                  </a:cubicBezTo>
                  <a:cubicBezTo>
                    <a:pt x="44938" y="33603"/>
                    <a:pt x="45099" y="34214"/>
                    <a:pt x="45259" y="34793"/>
                  </a:cubicBezTo>
                  <a:cubicBezTo>
                    <a:pt x="44809" y="34343"/>
                    <a:pt x="43974" y="33507"/>
                    <a:pt x="43909" y="33443"/>
                  </a:cubicBezTo>
                  <a:cubicBezTo>
                    <a:pt x="42989" y="32687"/>
                    <a:pt x="41099" y="31846"/>
                    <a:pt x="39561" y="31846"/>
                  </a:cubicBezTo>
                  <a:cubicBezTo>
                    <a:pt x="39004" y="31846"/>
                    <a:pt x="38493" y="31956"/>
                    <a:pt x="38091" y="32221"/>
                  </a:cubicBezTo>
                  <a:cubicBezTo>
                    <a:pt x="36998" y="32928"/>
                    <a:pt x="36902" y="34407"/>
                    <a:pt x="37705" y="35371"/>
                  </a:cubicBezTo>
                  <a:cubicBezTo>
                    <a:pt x="38470" y="36319"/>
                    <a:pt x="39904" y="36627"/>
                    <a:pt x="41093" y="36627"/>
                  </a:cubicBezTo>
                  <a:cubicBezTo>
                    <a:pt x="41154" y="36627"/>
                    <a:pt x="41214" y="36626"/>
                    <a:pt x="41273" y="36625"/>
                  </a:cubicBezTo>
                  <a:cubicBezTo>
                    <a:pt x="42495" y="36561"/>
                    <a:pt x="44745" y="35500"/>
                    <a:pt x="45356" y="35211"/>
                  </a:cubicBezTo>
                  <a:cubicBezTo>
                    <a:pt x="45645" y="36207"/>
                    <a:pt x="45934" y="37171"/>
                    <a:pt x="46288" y="38136"/>
                  </a:cubicBezTo>
                  <a:cubicBezTo>
                    <a:pt x="46417" y="38554"/>
                    <a:pt x="46545" y="38971"/>
                    <a:pt x="46738" y="39357"/>
                  </a:cubicBezTo>
                  <a:cubicBezTo>
                    <a:pt x="46802" y="39550"/>
                    <a:pt x="46899" y="39775"/>
                    <a:pt x="46995" y="39968"/>
                  </a:cubicBezTo>
                  <a:cubicBezTo>
                    <a:pt x="46770" y="39936"/>
                    <a:pt x="46642" y="39936"/>
                    <a:pt x="46642" y="39936"/>
                  </a:cubicBezTo>
                  <a:lnTo>
                    <a:pt x="46642" y="39936"/>
                  </a:lnTo>
                  <a:cubicBezTo>
                    <a:pt x="46642" y="39936"/>
                    <a:pt x="46609" y="40514"/>
                    <a:pt x="46674" y="41414"/>
                  </a:cubicBezTo>
                  <a:cubicBezTo>
                    <a:pt x="45633" y="40696"/>
                    <a:pt x="44248" y="40034"/>
                    <a:pt x="43094" y="40034"/>
                  </a:cubicBezTo>
                  <a:cubicBezTo>
                    <a:pt x="42751" y="40034"/>
                    <a:pt x="42428" y="40093"/>
                    <a:pt x="42141" y="40225"/>
                  </a:cubicBezTo>
                  <a:cubicBezTo>
                    <a:pt x="40952" y="40772"/>
                    <a:pt x="40663" y="42218"/>
                    <a:pt x="41273" y="43311"/>
                  </a:cubicBezTo>
                  <a:cubicBezTo>
                    <a:pt x="41370" y="43440"/>
                    <a:pt x="41466" y="43568"/>
                    <a:pt x="41563" y="43697"/>
                  </a:cubicBezTo>
                  <a:cubicBezTo>
                    <a:pt x="41756" y="45143"/>
                    <a:pt x="42591" y="46718"/>
                    <a:pt x="43299" y="47522"/>
                  </a:cubicBezTo>
                  <a:cubicBezTo>
                    <a:pt x="43363" y="47618"/>
                    <a:pt x="44263" y="48454"/>
                    <a:pt x="44745" y="48872"/>
                  </a:cubicBezTo>
                  <a:cubicBezTo>
                    <a:pt x="44295" y="48615"/>
                    <a:pt x="43845" y="48390"/>
                    <a:pt x="43363" y="48101"/>
                  </a:cubicBezTo>
                  <a:cubicBezTo>
                    <a:pt x="42688" y="47747"/>
                    <a:pt x="41981" y="47297"/>
                    <a:pt x="41273" y="46911"/>
                  </a:cubicBezTo>
                  <a:cubicBezTo>
                    <a:pt x="40920" y="46686"/>
                    <a:pt x="40566" y="46461"/>
                    <a:pt x="40213" y="46236"/>
                  </a:cubicBezTo>
                  <a:cubicBezTo>
                    <a:pt x="39859" y="46011"/>
                    <a:pt x="39538" y="45754"/>
                    <a:pt x="39184" y="45529"/>
                  </a:cubicBezTo>
                  <a:cubicBezTo>
                    <a:pt x="38670" y="45143"/>
                    <a:pt x="38188" y="44757"/>
                    <a:pt x="37673" y="44340"/>
                  </a:cubicBezTo>
                  <a:cubicBezTo>
                    <a:pt x="38091" y="43697"/>
                    <a:pt x="39313" y="41704"/>
                    <a:pt x="39505" y="40547"/>
                  </a:cubicBezTo>
                  <a:cubicBezTo>
                    <a:pt x="39698" y="39325"/>
                    <a:pt x="39570" y="37750"/>
                    <a:pt x="38702" y="36850"/>
                  </a:cubicBezTo>
                  <a:cubicBezTo>
                    <a:pt x="38240" y="36388"/>
                    <a:pt x="37627" y="36138"/>
                    <a:pt x="37026" y="36138"/>
                  </a:cubicBezTo>
                  <a:cubicBezTo>
                    <a:pt x="36455" y="36138"/>
                    <a:pt x="35895" y="36364"/>
                    <a:pt x="35487" y="36850"/>
                  </a:cubicBezTo>
                  <a:cubicBezTo>
                    <a:pt x="34330" y="38264"/>
                    <a:pt x="35198" y="41414"/>
                    <a:pt x="36034" y="42797"/>
                  </a:cubicBezTo>
                  <a:cubicBezTo>
                    <a:pt x="36066" y="42829"/>
                    <a:pt x="36291" y="43118"/>
                    <a:pt x="36548" y="43407"/>
                  </a:cubicBezTo>
                  <a:cubicBezTo>
                    <a:pt x="36066" y="43022"/>
                    <a:pt x="35584" y="42604"/>
                    <a:pt x="35134" y="42186"/>
                  </a:cubicBezTo>
                  <a:cubicBezTo>
                    <a:pt x="33784" y="40997"/>
                    <a:pt x="32466" y="39711"/>
                    <a:pt x="31148" y="38457"/>
                  </a:cubicBezTo>
                  <a:cubicBezTo>
                    <a:pt x="30859" y="38200"/>
                    <a:pt x="30569" y="37943"/>
                    <a:pt x="30312" y="37654"/>
                  </a:cubicBezTo>
                  <a:cubicBezTo>
                    <a:pt x="30666" y="37107"/>
                    <a:pt x="31984" y="34953"/>
                    <a:pt x="32177" y="33732"/>
                  </a:cubicBezTo>
                  <a:cubicBezTo>
                    <a:pt x="32369" y="32543"/>
                    <a:pt x="32273" y="30967"/>
                    <a:pt x="31373" y="30035"/>
                  </a:cubicBezTo>
                  <a:cubicBezTo>
                    <a:pt x="30935" y="29581"/>
                    <a:pt x="30334" y="29340"/>
                    <a:pt x="29739" y="29340"/>
                  </a:cubicBezTo>
                  <a:cubicBezTo>
                    <a:pt x="29153" y="29340"/>
                    <a:pt x="28573" y="29573"/>
                    <a:pt x="28159" y="30067"/>
                  </a:cubicBezTo>
                  <a:cubicBezTo>
                    <a:pt x="27001" y="31450"/>
                    <a:pt x="27869" y="34632"/>
                    <a:pt x="28737" y="35982"/>
                  </a:cubicBezTo>
                  <a:cubicBezTo>
                    <a:pt x="28769" y="36046"/>
                    <a:pt x="29026" y="36368"/>
                    <a:pt x="29316" y="36721"/>
                  </a:cubicBezTo>
                  <a:cubicBezTo>
                    <a:pt x="28576" y="36046"/>
                    <a:pt x="27837" y="35371"/>
                    <a:pt x="27066" y="34761"/>
                  </a:cubicBezTo>
                  <a:cubicBezTo>
                    <a:pt x="25748" y="33635"/>
                    <a:pt x="24398" y="32607"/>
                    <a:pt x="23015" y="31707"/>
                  </a:cubicBezTo>
                  <a:cubicBezTo>
                    <a:pt x="23144" y="31514"/>
                    <a:pt x="24751" y="29039"/>
                    <a:pt x="24976" y="27657"/>
                  </a:cubicBezTo>
                  <a:cubicBezTo>
                    <a:pt x="25137" y="26467"/>
                    <a:pt x="25041" y="24892"/>
                    <a:pt x="24140" y="23992"/>
                  </a:cubicBezTo>
                  <a:cubicBezTo>
                    <a:pt x="23696" y="23531"/>
                    <a:pt x="23090" y="23280"/>
                    <a:pt x="22493" y="23280"/>
                  </a:cubicBezTo>
                  <a:cubicBezTo>
                    <a:pt x="21925" y="23280"/>
                    <a:pt x="21365" y="23507"/>
                    <a:pt x="20958" y="23992"/>
                  </a:cubicBezTo>
                  <a:cubicBezTo>
                    <a:pt x="19769" y="25406"/>
                    <a:pt x="20637" y="28557"/>
                    <a:pt x="21505" y="29939"/>
                  </a:cubicBezTo>
                  <a:cubicBezTo>
                    <a:pt x="21569" y="30035"/>
                    <a:pt x="22501" y="31192"/>
                    <a:pt x="22855" y="31578"/>
                  </a:cubicBezTo>
                  <a:lnTo>
                    <a:pt x="22790" y="31546"/>
                  </a:lnTo>
                  <a:cubicBezTo>
                    <a:pt x="21344" y="30646"/>
                    <a:pt x="19801" y="29939"/>
                    <a:pt x="18354" y="29328"/>
                  </a:cubicBezTo>
                  <a:cubicBezTo>
                    <a:pt x="16876" y="28750"/>
                    <a:pt x="15429" y="28299"/>
                    <a:pt x="14111" y="27946"/>
                  </a:cubicBezTo>
                  <a:cubicBezTo>
                    <a:pt x="12794" y="27560"/>
                    <a:pt x="11540" y="27303"/>
                    <a:pt x="10447" y="27078"/>
                  </a:cubicBezTo>
                  <a:cubicBezTo>
                    <a:pt x="9836" y="26982"/>
                    <a:pt x="9290" y="26885"/>
                    <a:pt x="8775" y="26789"/>
                  </a:cubicBezTo>
                  <a:lnTo>
                    <a:pt x="8808" y="26789"/>
                  </a:lnTo>
                  <a:cubicBezTo>
                    <a:pt x="8840" y="26757"/>
                    <a:pt x="7008" y="25567"/>
                    <a:pt x="6879" y="25503"/>
                  </a:cubicBezTo>
                  <a:cubicBezTo>
                    <a:pt x="6051" y="25089"/>
                    <a:pt x="4680" y="24736"/>
                    <a:pt x="3408" y="24736"/>
                  </a:cubicBezTo>
                  <a:cubicBezTo>
                    <a:pt x="2407" y="24736"/>
                    <a:pt x="1466" y="24955"/>
                    <a:pt x="900" y="25535"/>
                  </a:cubicBezTo>
                  <a:cubicBezTo>
                    <a:pt x="0" y="26467"/>
                    <a:pt x="225" y="27946"/>
                    <a:pt x="1222" y="28717"/>
                  </a:cubicBezTo>
                  <a:cubicBezTo>
                    <a:pt x="1813" y="29194"/>
                    <a:pt x="2608" y="29365"/>
                    <a:pt x="3405" y="29365"/>
                  </a:cubicBezTo>
                  <a:cubicBezTo>
                    <a:pt x="3951" y="29365"/>
                    <a:pt x="4499" y="29285"/>
                    <a:pt x="4982" y="29167"/>
                  </a:cubicBezTo>
                  <a:cubicBezTo>
                    <a:pt x="6172" y="28846"/>
                    <a:pt x="8197" y="27271"/>
                    <a:pt x="8711" y="26853"/>
                  </a:cubicBezTo>
                  <a:cubicBezTo>
                    <a:pt x="9225" y="26949"/>
                    <a:pt x="9804" y="27078"/>
                    <a:pt x="10415" y="27207"/>
                  </a:cubicBezTo>
                  <a:cubicBezTo>
                    <a:pt x="11508" y="27432"/>
                    <a:pt x="12729" y="27721"/>
                    <a:pt x="14047" y="28139"/>
                  </a:cubicBezTo>
                  <a:cubicBezTo>
                    <a:pt x="14401" y="28235"/>
                    <a:pt x="14786" y="28364"/>
                    <a:pt x="15140" y="28492"/>
                  </a:cubicBezTo>
                  <a:cubicBezTo>
                    <a:pt x="14497" y="28396"/>
                    <a:pt x="13597" y="28332"/>
                    <a:pt x="13501" y="28332"/>
                  </a:cubicBezTo>
                  <a:cubicBezTo>
                    <a:pt x="11893" y="28364"/>
                    <a:pt x="8775" y="29360"/>
                    <a:pt x="8229" y="31096"/>
                  </a:cubicBezTo>
                  <a:cubicBezTo>
                    <a:pt x="7843" y="32350"/>
                    <a:pt x="8743" y="33539"/>
                    <a:pt x="9965" y="33796"/>
                  </a:cubicBezTo>
                  <a:cubicBezTo>
                    <a:pt x="10127" y="33830"/>
                    <a:pt x="10292" y="33845"/>
                    <a:pt x="10457" y="33845"/>
                  </a:cubicBezTo>
                  <a:cubicBezTo>
                    <a:pt x="11569" y="33845"/>
                    <a:pt x="12717" y="33146"/>
                    <a:pt x="13501" y="32446"/>
                  </a:cubicBezTo>
                  <a:cubicBezTo>
                    <a:pt x="14433" y="31610"/>
                    <a:pt x="15526" y="29200"/>
                    <a:pt x="15783" y="28685"/>
                  </a:cubicBezTo>
                  <a:cubicBezTo>
                    <a:pt x="16587" y="28942"/>
                    <a:pt x="17390" y="29264"/>
                    <a:pt x="18226" y="29617"/>
                  </a:cubicBezTo>
                  <a:cubicBezTo>
                    <a:pt x="19672" y="30228"/>
                    <a:pt x="21151" y="30967"/>
                    <a:pt x="22598" y="31900"/>
                  </a:cubicBezTo>
                  <a:cubicBezTo>
                    <a:pt x="22662" y="31964"/>
                    <a:pt x="22726" y="32028"/>
                    <a:pt x="22823" y="32060"/>
                  </a:cubicBezTo>
                  <a:cubicBezTo>
                    <a:pt x="22501" y="31964"/>
                    <a:pt x="20733" y="31610"/>
                    <a:pt x="20605" y="31578"/>
                  </a:cubicBezTo>
                  <a:cubicBezTo>
                    <a:pt x="20472" y="31568"/>
                    <a:pt x="20329" y="31562"/>
                    <a:pt x="20178" y="31562"/>
                  </a:cubicBezTo>
                  <a:cubicBezTo>
                    <a:pt x="18486" y="31562"/>
                    <a:pt x="15725" y="32230"/>
                    <a:pt x="15076" y="33764"/>
                  </a:cubicBezTo>
                  <a:cubicBezTo>
                    <a:pt x="14561" y="34986"/>
                    <a:pt x="15301" y="36271"/>
                    <a:pt x="16490" y="36625"/>
                  </a:cubicBezTo>
                  <a:cubicBezTo>
                    <a:pt x="16752" y="36708"/>
                    <a:pt x="17024" y="36744"/>
                    <a:pt x="17300" y="36744"/>
                  </a:cubicBezTo>
                  <a:cubicBezTo>
                    <a:pt x="18311" y="36744"/>
                    <a:pt x="19372" y="36248"/>
                    <a:pt x="20155" y="35693"/>
                  </a:cubicBezTo>
                  <a:cubicBezTo>
                    <a:pt x="21280" y="34889"/>
                    <a:pt x="22823" y="32221"/>
                    <a:pt x="22887" y="32093"/>
                  </a:cubicBezTo>
                  <a:cubicBezTo>
                    <a:pt x="24205" y="32993"/>
                    <a:pt x="25491" y="34021"/>
                    <a:pt x="26744" y="35146"/>
                  </a:cubicBezTo>
                  <a:cubicBezTo>
                    <a:pt x="27644" y="35950"/>
                    <a:pt x="28544" y="36786"/>
                    <a:pt x="29412" y="37654"/>
                  </a:cubicBezTo>
                  <a:cubicBezTo>
                    <a:pt x="28994" y="37557"/>
                    <a:pt x="27355" y="37204"/>
                    <a:pt x="27226" y="37204"/>
                  </a:cubicBezTo>
                  <a:cubicBezTo>
                    <a:pt x="27073" y="37188"/>
                    <a:pt x="26905" y="37180"/>
                    <a:pt x="26727" y="37180"/>
                  </a:cubicBezTo>
                  <a:cubicBezTo>
                    <a:pt x="25029" y="37180"/>
                    <a:pt x="22337" y="37877"/>
                    <a:pt x="21698" y="39389"/>
                  </a:cubicBezTo>
                  <a:cubicBezTo>
                    <a:pt x="21183" y="40579"/>
                    <a:pt x="21923" y="41864"/>
                    <a:pt x="23112" y="42250"/>
                  </a:cubicBezTo>
                  <a:cubicBezTo>
                    <a:pt x="23366" y="42330"/>
                    <a:pt x="23629" y="42366"/>
                    <a:pt x="23896" y="42366"/>
                  </a:cubicBezTo>
                  <a:cubicBezTo>
                    <a:pt x="24915" y="42366"/>
                    <a:pt x="25987" y="41846"/>
                    <a:pt x="26776" y="41286"/>
                  </a:cubicBezTo>
                  <a:cubicBezTo>
                    <a:pt x="27901" y="40514"/>
                    <a:pt x="29380" y="37943"/>
                    <a:pt x="29476" y="37718"/>
                  </a:cubicBezTo>
                  <a:cubicBezTo>
                    <a:pt x="29894" y="38136"/>
                    <a:pt x="30280" y="38521"/>
                    <a:pt x="30698" y="38907"/>
                  </a:cubicBezTo>
                  <a:cubicBezTo>
                    <a:pt x="31984" y="40193"/>
                    <a:pt x="33269" y="41511"/>
                    <a:pt x="34620" y="42765"/>
                  </a:cubicBezTo>
                  <a:cubicBezTo>
                    <a:pt x="35070" y="43182"/>
                    <a:pt x="35520" y="43600"/>
                    <a:pt x="36002" y="44018"/>
                  </a:cubicBezTo>
                  <a:cubicBezTo>
                    <a:pt x="35359" y="43857"/>
                    <a:pt x="34234" y="43632"/>
                    <a:pt x="34105" y="43600"/>
                  </a:cubicBezTo>
                  <a:cubicBezTo>
                    <a:pt x="33973" y="43590"/>
                    <a:pt x="33830" y="43584"/>
                    <a:pt x="33679" y="43584"/>
                  </a:cubicBezTo>
                  <a:cubicBezTo>
                    <a:pt x="31986" y="43584"/>
                    <a:pt x="29225" y="44252"/>
                    <a:pt x="28576" y="45786"/>
                  </a:cubicBezTo>
                  <a:cubicBezTo>
                    <a:pt x="28062" y="47008"/>
                    <a:pt x="28801" y="48293"/>
                    <a:pt x="30023" y="48647"/>
                  </a:cubicBezTo>
                  <a:cubicBezTo>
                    <a:pt x="30285" y="48730"/>
                    <a:pt x="30557" y="48767"/>
                    <a:pt x="30832" y="48767"/>
                  </a:cubicBezTo>
                  <a:cubicBezTo>
                    <a:pt x="31842" y="48767"/>
                    <a:pt x="32898" y="48270"/>
                    <a:pt x="33655" y="47715"/>
                  </a:cubicBezTo>
                  <a:cubicBezTo>
                    <a:pt x="34652" y="47008"/>
                    <a:pt x="35937" y="44886"/>
                    <a:pt x="36291" y="44275"/>
                  </a:cubicBezTo>
                  <a:cubicBezTo>
                    <a:pt x="37095" y="44950"/>
                    <a:pt x="37866" y="45625"/>
                    <a:pt x="38670" y="46236"/>
                  </a:cubicBezTo>
                  <a:cubicBezTo>
                    <a:pt x="39023" y="46493"/>
                    <a:pt x="39377" y="46750"/>
                    <a:pt x="39730" y="46975"/>
                  </a:cubicBezTo>
                  <a:cubicBezTo>
                    <a:pt x="40084" y="47233"/>
                    <a:pt x="40438" y="47458"/>
                    <a:pt x="40759" y="47683"/>
                  </a:cubicBezTo>
                  <a:cubicBezTo>
                    <a:pt x="41498" y="48133"/>
                    <a:pt x="42173" y="48551"/>
                    <a:pt x="42881" y="48968"/>
                  </a:cubicBezTo>
                  <a:cubicBezTo>
                    <a:pt x="43202" y="49161"/>
                    <a:pt x="43556" y="49354"/>
                    <a:pt x="43877" y="49547"/>
                  </a:cubicBezTo>
                  <a:cubicBezTo>
                    <a:pt x="43266" y="49322"/>
                    <a:pt x="42302" y="48936"/>
                    <a:pt x="42206" y="48936"/>
                  </a:cubicBezTo>
                  <a:cubicBezTo>
                    <a:pt x="41747" y="48815"/>
                    <a:pt x="41145" y="48745"/>
                    <a:pt x="40498" y="48745"/>
                  </a:cubicBezTo>
                  <a:cubicBezTo>
                    <a:pt x="38919" y="48745"/>
                    <a:pt x="37071" y="49160"/>
                    <a:pt x="36387" y="50254"/>
                  </a:cubicBezTo>
                  <a:cubicBezTo>
                    <a:pt x="35712" y="51347"/>
                    <a:pt x="36259" y="52729"/>
                    <a:pt x="37384" y="53276"/>
                  </a:cubicBezTo>
                  <a:cubicBezTo>
                    <a:pt x="37776" y="53477"/>
                    <a:pt x="38219" y="53562"/>
                    <a:pt x="38676" y="53562"/>
                  </a:cubicBezTo>
                  <a:cubicBezTo>
                    <a:pt x="39530" y="53562"/>
                    <a:pt x="40433" y="53267"/>
                    <a:pt x="41145" y="52890"/>
                  </a:cubicBezTo>
                  <a:cubicBezTo>
                    <a:pt x="42334" y="52311"/>
                    <a:pt x="44134" y="50093"/>
                    <a:pt x="44327" y="49804"/>
                  </a:cubicBezTo>
                  <a:cubicBezTo>
                    <a:pt x="45163" y="50286"/>
                    <a:pt x="45999" y="50736"/>
                    <a:pt x="46770" y="51154"/>
                  </a:cubicBezTo>
                  <a:cubicBezTo>
                    <a:pt x="48827" y="52247"/>
                    <a:pt x="50627" y="53147"/>
                    <a:pt x="52010" y="53790"/>
                  </a:cubicBezTo>
                  <a:cubicBezTo>
                    <a:pt x="56542" y="57712"/>
                    <a:pt x="62907" y="58130"/>
                    <a:pt x="62907" y="58130"/>
                  </a:cubicBezTo>
                  <a:cubicBezTo>
                    <a:pt x="62907" y="58130"/>
                    <a:pt x="63260" y="50511"/>
                    <a:pt x="58760" y="45465"/>
                  </a:cubicBezTo>
                  <a:cubicBezTo>
                    <a:pt x="57121" y="43632"/>
                    <a:pt x="55096" y="42411"/>
                    <a:pt x="53135" y="41607"/>
                  </a:cubicBezTo>
                  <a:cubicBezTo>
                    <a:pt x="53263" y="41447"/>
                    <a:pt x="53392" y="41318"/>
                    <a:pt x="53488" y="41189"/>
                  </a:cubicBezTo>
                  <a:cubicBezTo>
                    <a:pt x="54131" y="40161"/>
                    <a:pt x="54710" y="38682"/>
                    <a:pt x="54292" y="37493"/>
                  </a:cubicBezTo>
                  <a:cubicBezTo>
                    <a:pt x="53976" y="36593"/>
                    <a:pt x="53145" y="35969"/>
                    <a:pt x="52244" y="35969"/>
                  </a:cubicBezTo>
                  <a:cubicBezTo>
                    <a:pt x="51954" y="35969"/>
                    <a:pt x="51656" y="36034"/>
                    <a:pt x="51367" y="36175"/>
                  </a:cubicBezTo>
                  <a:cubicBezTo>
                    <a:pt x="50113" y="36753"/>
                    <a:pt x="49502" y="38746"/>
                    <a:pt x="49374" y="40386"/>
                  </a:cubicBezTo>
                  <a:cubicBezTo>
                    <a:pt x="48892" y="40257"/>
                    <a:pt x="48442" y="40193"/>
                    <a:pt x="48056" y="40129"/>
                  </a:cubicBezTo>
                  <a:cubicBezTo>
                    <a:pt x="47895" y="39743"/>
                    <a:pt x="47734" y="39389"/>
                    <a:pt x="47542" y="39004"/>
                  </a:cubicBezTo>
                  <a:cubicBezTo>
                    <a:pt x="47381" y="38618"/>
                    <a:pt x="47252" y="38232"/>
                    <a:pt x="47092" y="37814"/>
                  </a:cubicBezTo>
                  <a:cubicBezTo>
                    <a:pt x="46867" y="37236"/>
                    <a:pt x="46674" y="36625"/>
                    <a:pt x="46481" y="36014"/>
                  </a:cubicBezTo>
                  <a:cubicBezTo>
                    <a:pt x="47188" y="35693"/>
                    <a:pt x="49310" y="34728"/>
                    <a:pt x="50113" y="33860"/>
                  </a:cubicBezTo>
                  <a:cubicBezTo>
                    <a:pt x="50917" y="32960"/>
                    <a:pt x="51688" y="31578"/>
                    <a:pt x="51463" y="30325"/>
                  </a:cubicBezTo>
                  <a:cubicBezTo>
                    <a:pt x="51245" y="29262"/>
                    <a:pt x="50358" y="28477"/>
                    <a:pt x="49330" y="28477"/>
                  </a:cubicBezTo>
                  <a:cubicBezTo>
                    <a:pt x="49144" y="28477"/>
                    <a:pt x="48955" y="28503"/>
                    <a:pt x="48763" y="28557"/>
                  </a:cubicBezTo>
                  <a:cubicBezTo>
                    <a:pt x="47027" y="29071"/>
                    <a:pt x="45999" y="32189"/>
                    <a:pt x="45967" y="33828"/>
                  </a:cubicBezTo>
                  <a:cubicBezTo>
                    <a:pt x="45967" y="33860"/>
                    <a:pt x="45999" y="34214"/>
                    <a:pt x="46031" y="34632"/>
                  </a:cubicBezTo>
                  <a:cubicBezTo>
                    <a:pt x="45870" y="34021"/>
                    <a:pt x="45677" y="33410"/>
                    <a:pt x="45516" y="32800"/>
                  </a:cubicBezTo>
                  <a:cubicBezTo>
                    <a:pt x="45066" y="31064"/>
                    <a:pt x="44681" y="29296"/>
                    <a:pt x="44263" y="27496"/>
                  </a:cubicBezTo>
                  <a:cubicBezTo>
                    <a:pt x="44166" y="27110"/>
                    <a:pt x="44102" y="26757"/>
                    <a:pt x="44006" y="26371"/>
                  </a:cubicBezTo>
                  <a:cubicBezTo>
                    <a:pt x="44616" y="26114"/>
                    <a:pt x="46899" y="25053"/>
                    <a:pt x="47734" y="24153"/>
                  </a:cubicBezTo>
                  <a:cubicBezTo>
                    <a:pt x="48538" y="23253"/>
                    <a:pt x="49342" y="21871"/>
                    <a:pt x="49085" y="20617"/>
                  </a:cubicBezTo>
                  <a:cubicBezTo>
                    <a:pt x="48896" y="19568"/>
                    <a:pt x="48032" y="18789"/>
                    <a:pt x="47021" y="18789"/>
                  </a:cubicBezTo>
                  <a:cubicBezTo>
                    <a:pt x="46824" y="18789"/>
                    <a:pt x="46621" y="18818"/>
                    <a:pt x="46417" y="18881"/>
                  </a:cubicBezTo>
                  <a:cubicBezTo>
                    <a:pt x="44681" y="19395"/>
                    <a:pt x="43652" y="22481"/>
                    <a:pt x="43620" y="24121"/>
                  </a:cubicBezTo>
                  <a:cubicBezTo>
                    <a:pt x="43620" y="24185"/>
                    <a:pt x="43652" y="24603"/>
                    <a:pt x="43684" y="25053"/>
                  </a:cubicBezTo>
                  <a:cubicBezTo>
                    <a:pt x="43459" y="24089"/>
                    <a:pt x="43202" y="23124"/>
                    <a:pt x="42945" y="22160"/>
                  </a:cubicBezTo>
                  <a:cubicBezTo>
                    <a:pt x="42463" y="20521"/>
                    <a:pt x="41884" y="18913"/>
                    <a:pt x="41209" y="17370"/>
                  </a:cubicBezTo>
                  <a:cubicBezTo>
                    <a:pt x="41434" y="17306"/>
                    <a:pt x="44166" y="16117"/>
                    <a:pt x="45066" y="15088"/>
                  </a:cubicBezTo>
                  <a:cubicBezTo>
                    <a:pt x="45870" y="14188"/>
                    <a:pt x="46674" y="12838"/>
                    <a:pt x="46417" y="11584"/>
                  </a:cubicBezTo>
                  <a:cubicBezTo>
                    <a:pt x="46226" y="10522"/>
                    <a:pt x="45343" y="9737"/>
                    <a:pt x="44315" y="9737"/>
                  </a:cubicBezTo>
                  <a:cubicBezTo>
                    <a:pt x="44130" y="9737"/>
                    <a:pt x="43940" y="9762"/>
                    <a:pt x="43749" y="9816"/>
                  </a:cubicBezTo>
                  <a:cubicBezTo>
                    <a:pt x="42013" y="10331"/>
                    <a:pt x="40984" y="13449"/>
                    <a:pt x="40952" y="15088"/>
                  </a:cubicBezTo>
                  <a:cubicBezTo>
                    <a:pt x="40952" y="15185"/>
                    <a:pt x="41081" y="16663"/>
                    <a:pt x="41145" y="17210"/>
                  </a:cubicBezTo>
                  <a:lnTo>
                    <a:pt x="41113" y="17145"/>
                  </a:lnTo>
                  <a:cubicBezTo>
                    <a:pt x="40406" y="15570"/>
                    <a:pt x="39538" y="14156"/>
                    <a:pt x="38638" y="12838"/>
                  </a:cubicBezTo>
                  <a:cubicBezTo>
                    <a:pt x="37738" y="11520"/>
                    <a:pt x="36773" y="10363"/>
                    <a:pt x="35873" y="9334"/>
                  </a:cubicBezTo>
                  <a:cubicBezTo>
                    <a:pt x="34973" y="8273"/>
                    <a:pt x="34073" y="7373"/>
                    <a:pt x="33269" y="6602"/>
                  </a:cubicBezTo>
                  <a:cubicBezTo>
                    <a:pt x="32852" y="6184"/>
                    <a:pt x="32434" y="5798"/>
                    <a:pt x="32048" y="5445"/>
                  </a:cubicBezTo>
                  <a:lnTo>
                    <a:pt x="32112" y="5445"/>
                  </a:lnTo>
                  <a:cubicBezTo>
                    <a:pt x="32144" y="5445"/>
                    <a:pt x="31244" y="3420"/>
                    <a:pt x="31180" y="3291"/>
                  </a:cubicBezTo>
                  <a:cubicBezTo>
                    <a:pt x="30438" y="2015"/>
                    <a:pt x="28328" y="1"/>
                    <a:pt x="2661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9" name="Google Shape;4339;p38"/>
            <p:cNvSpPr/>
            <p:nvPr/>
          </p:nvSpPr>
          <p:spPr>
            <a:xfrm>
              <a:off x="2969400" y="4123575"/>
              <a:ext cx="426750" cy="440400"/>
            </a:xfrm>
            <a:custGeom>
              <a:rect b="b" l="l" r="r" t="t"/>
              <a:pathLst>
                <a:path extrusionOk="0" h="17616" w="17070">
                  <a:moveTo>
                    <a:pt x="17005" y="1"/>
                  </a:moveTo>
                  <a:lnTo>
                    <a:pt x="17005" y="1"/>
                  </a:lnTo>
                  <a:cubicBezTo>
                    <a:pt x="17004" y="1"/>
                    <a:pt x="9354" y="226"/>
                    <a:pt x="4694" y="5112"/>
                  </a:cubicBezTo>
                  <a:cubicBezTo>
                    <a:pt x="0" y="9965"/>
                    <a:pt x="65" y="17616"/>
                    <a:pt x="65" y="17616"/>
                  </a:cubicBezTo>
                  <a:cubicBezTo>
                    <a:pt x="65" y="17616"/>
                    <a:pt x="7715" y="17359"/>
                    <a:pt x="12376" y="12505"/>
                  </a:cubicBezTo>
                  <a:cubicBezTo>
                    <a:pt x="17069" y="7651"/>
                    <a:pt x="17005" y="1"/>
                    <a:pt x="1700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0" name="Google Shape;4340;p38"/>
            <p:cNvSpPr/>
            <p:nvPr/>
          </p:nvSpPr>
          <p:spPr>
            <a:xfrm>
              <a:off x="1515675" y="3626950"/>
              <a:ext cx="126175" cy="202525"/>
            </a:xfrm>
            <a:custGeom>
              <a:rect b="b" l="l" r="r" t="t"/>
              <a:pathLst>
                <a:path extrusionOk="0" h="8101" w="5047">
                  <a:moveTo>
                    <a:pt x="2090" y="0"/>
                  </a:moveTo>
                  <a:cubicBezTo>
                    <a:pt x="1318" y="0"/>
                    <a:pt x="547" y="386"/>
                    <a:pt x="193" y="1190"/>
                  </a:cubicBezTo>
                  <a:cubicBezTo>
                    <a:pt x="65" y="1479"/>
                    <a:pt x="0" y="1800"/>
                    <a:pt x="0" y="2154"/>
                  </a:cubicBezTo>
                  <a:cubicBezTo>
                    <a:pt x="0" y="3761"/>
                    <a:pt x="1318" y="5851"/>
                    <a:pt x="2315" y="6751"/>
                  </a:cubicBezTo>
                  <a:cubicBezTo>
                    <a:pt x="2411" y="6847"/>
                    <a:pt x="4147" y="8101"/>
                    <a:pt x="4211" y="8101"/>
                  </a:cubicBezTo>
                  <a:cubicBezTo>
                    <a:pt x="4211" y="8101"/>
                    <a:pt x="5047" y="5529"/>
                    <a:pt x="5047" y="4018"/>
                  </a:cubicBezTo>
                  <a:cubicBezTo>
                    <a:pt x="5047" y="3890"/>
                    <a:pt x="5047" y="3761"/>
                    <a:pt x="5047" y="3665"/>
                  </a:cubicBezTo>
                  <a:cubicBezTo>
                    <a:pt x="4886" y="2475"/>
                    <a:pt x="4372" y="965"/>
                    <a:pt x="3279" y="322"/>
                  </a:cubicBezTo>
                  <a:cubicBezTo>
                    <a:pt x="2893" y="97"/>
                    <a:pt x="2508" y="0"/>
                    <a:pt x="209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1" name="Google Shape;4341;p38"/>
            <p:cNvSpPr/>
            <p:nvPr/>
          </p:nvSpPr>
          <p:spPr>
            <a:xfrm>
              <a:off x="2659200" y="4023125"/>
              <a:ext cx="458100" cy="488625"/>
            </a:xfrm>
            <a:custGeom>
              <a:rect b="b" l="l" r="r" t="t"/>
              <a:pathLst>
                <a:path extrusionOk="0" h="19545" w="18324">
                  <a:moveTo>
                    <a:pt x="1" y="1"/>
                  </a:moveTo>
                  <a:cubicBezTo>
                    <a:pt x="772" y="10930"/>
                    <a:pt x="9258" y="19544"/>
                    <a:pt x="9258" y="19544"/>
                  </a:cubicBezTo>
                  <a:cubicBezTo>
                    <a:pt x="9258" y="19544"/>
                    <a:pt x="17616" y="10898"/>
                    <a:pt x="1832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2" name="Google Shape;4342;p38"/>
            <p:cNvSpPr/>
            <p:nvPr/>
          </p:nvSpPr>
          <p:spPr>
            <a:xfrm>
              <a:off x="1239225" y="3702475"/>
              <a:ext cx="1564650" cy="871150"/>
            </a:xfrm>
            <a:custGeom>
              <a:rect b="b" l="l" r="r" t="t"/>
              <a:pathLst>
                <a:path extrusionOk="0" h="34846" w="62586">
                  <a:moveTo>
                    <a:pt x="46739" y="21506"/>
                  </a:moveTo>
                  <a:cubicBezTo>
                    <a:pt x="47189" y="23595"/>
                    <a:pt x="48024" y="26070"/>
                    <a:pt x="49567" y="28224"/>
                  </a:cubicBezTo>
                  <a:cubicBezTo>
                    <a:pt x="48732" y="27838"/>
                    <a:pt x="47864" y="27388"/>
                    <a:pt x="46899" y="26906"/>
                  </a:cubicBezTo>
                  <a:cubicBezTo>
                    <a:pt x="46192" y="26552"/>
                    <a:pt x="45453" y="26167"/>
                    <a:pt x="44713" y="25749"/>
                  </a:cubicBezTo>
                  <a:cubicBezTo>
                    <a:pt x="44842" y="25459"/>
                    <a:pt x="45935" y="23016"/>
                    <a:pt x="45999" y="21634"/>
                  </a:cubicBezTo>
                  <a:cubicBezTo>
                    <a:pt x="46256" y="21602"/>
                    <a:pt x="46514" y="21538"/>
                    <a:pt x="46739" y="21506"/>
                  </a:cubicBezTo>
                  <a:close/>
                  <a:moveTo>
                    <a:pt x="22148" y="1"/>
                  </a:moveTo>
                  <a:cubicBezTo>
                    <a:pt x="21570" y="1"/>
                    <a:pt x="21023" y="226"/>
                    <a:pt x="20605" y="708"/>
                  </a:cubicBezTo>
                  <a:cubicBezTo>
                    <a:pt x="20187" y="1190"/>
                    <a:pt x="20027" y="1897"/>
                    <a:pt x="20027" y="2669"/>
                  </a:cubicBezTo>
                  <a:cubicBezTo>
                    <a:pt x="20027" y="4083"/>
                    <a:pt x="20605" y="5755"/>
                    <a:pt x="21152" y="6655"/>
                  </a:cubicBezTo>
                  <a:cubicBezTo>
                    <a:pt x="21216" y="6751"/>
                    <a:pt x="22148" y="7908"/>
                    <a:pt x="22502" y="8294"/>
                  </a:cubicBezTo>
                  <a:lnTo>
                    <a:pt x="22437" y="8262"/>
                  </a:lnTo>
                  <a:cubicBezTo>
                    <a:pt x="20991" y="7362"/>
                    <a:pt x="19448" y="6655"/>
                    <a:pt x="18001" y="6044"/>
                  </a:cubicBezTo>
                  <a:cubicBezTo>
                    <a:pt x="16523" y="5466"/>
                    <a:pt x="15076" y="5015"/>
                    <a:pt x="13758" y="4662"/>
                  </a:cubicBezTo>
                  <a:cubicBezTo>
                    <a:pt x="12441" y="4276"/>
                    <a:pt x="11187" y="4019"/>
                    <a:pt x="10094" y="3794"/>
                  </a:cubicBezTo>
                  <a:cubicBezTo>
                    <a:pt x="9483" y="3698"/>
                    <a:pt x="8937" y="3601"/>
                    <a:pt x="8422" y="3505"/>
                  </a:cubicBezTo>
                  <a:lnTo>
                    <a:pt x="8455" y="3505"/>
                  </a:lnTo>
                  <a:cubicBezTo>
                    <a:pt x="8455" y="3440"/>
                    <a:pt x="6655" y="2283"/>
                    <a:pt x="6526" y="2219"/>
                  </a:cubicBezTo>
                  <a:cubicBezTo>
                    <a:pt x="5690" y="1801"/>
                    <a:pt x="4340" y="1447"/>
                    <a:pt x="3054" y="1447"/>
                  </a:cubicBezTo>
                  <a:cubicBezTo>
                    <a:pt x="2058" y="1447"/>
                    <a:pt x="1126" y="1672"/>
                    <a:pt x="547" y="2251"/>
                  </a:cubicBezTo>
                  <a:cubicBezTo>
                    <a:pt x="161" y="2637"/>
                    <a:pt x="1" y="3151"/>
                    <a:pt x="1" y="3665"/>
                  </a:cubicBezTo>
                  <a:cubicBezTo>
                    <a:pt x="1" y="4308"/>
                    <a:pt x="290" y="4983"/>
                    <a:pt x="869" y="5433"/>
                  </a:cubicBezTo>
                  <a:cubicBezTo>
                    <a:pt x="1447" y="5916"/>
                    <a:pt x="2251" y="6076"/>
                    <a:pt x="3054" y="6076"/>
                  </a:cubicBezTo>
                  <a:cubicBezTo>
                    <a:pt x="3601" y="6076"/>
                    <a:pt x="4147" y="5980"/>
                    <a:pt x="4629" y="5883"/>
                  </a:cubicBezTo>
                  <a:cubicBezTo>
                    <a:pt x="5819" y="5562"/>
                    <a:pt x="7844" y="3987"/>
                    <a:pt x="8358" y="3569"/>
                  </a:cubicBezTo>
                  <a:cubicBezTo>
                    <a:pt x="8872" y="3665"/>
                    <a:pt x="9451" y="3794"/>
                    <a:pt x="10062" y="3923"/>
                  </a:cubicBezTo>
                  <a:cubicBezTo>
                    <a:pt x="11155" y="4148"/>
                    <a:pt x="12376" y="4437"/>
                    <a:pt x="13694" y="4855"/>
                  </a:cubicBezTo>
                  <a:cubicBezTo>
                    <a:pt x="14048" y="4951"/>
                    <a:pt x="14433" y="5080"/>
                    <a:pt x="14787" y="5208"/>
                  </a:cubicBezTo>
                  <a:cubicBezTo>
                    <a:pt x="14144" y="5112"/>
                    <a:pt x="13244" y="5048"/>
                    <a:pt x="13148" y="5048"/>
                  </a:cubicBezTo>
                  <a:cubicBezTo>
                    <a:pt x="11540" y="5080"/>
                    <a:pt x="8422" y="6076"/>
                    <a:pt x="7876" y="7812"/>
                  </a:cubicBezTo>
                  <a:cubicBezTo>
                    <a:pt x="7812" y="8005"/>
                    <a:pt x="7780" y="8230"/>
                    <a:pt x="7780" y="8423"/>
                  </a:cubicBezTo>
                  <a:cubicBezTo>
                    <a:pt x="7780" y="9419"/>
                    <a:pt x="8583" y="10319"/>
                    <a:pt x="9612" y="10512"/>
                  </a:cubicBezTo>
                  <a:cubicBezTo>
                    <a:pt x="9773" y="10544"/>
                    <a:pt x="9933" y="10544"/>
                    <a:pt x="10094" y="10544"/>
                  </a:cubicBezTo>
                  <a:cubicBezTo>
                    <a:pt x="11219" y="10544"/>
                    <a:pt x="12376" y="9869"/>
                    <a:pt x="13148" y="9162"/>
                  </a:cubicBezTo>
                  <a:cubicBezTo>
                    <a:pt x="14080" y="8326"/>
                    <a:pt x="15173" y="5916"/>
                    <a:pt x="15430" y="5401"/>
                  </a:cubicBezTo>
                  <a:cubicBezTo>
                    <a:pt x="16234" y="5658"/>
                    <a:pt x="17037" y="5980"/>
                    <a:pt x="17873" y="6333"/>
                  </a:cubicBezTo>
                  <a:cubicBezTo>
                    <a:pt x="19319" y="6944"/>
                    <a:pt x="20798" y="7683"/>
                    <a:pt x="22245" y="8616"/>
                  </a:cubicBezTo>
                  <a:cubicBezTo>
                    <a:pt x="22309" y="8680"/>
                    <a:pt x="22373" y="8744"/>
                    <a:pt x="22470" y="8776"/>
                  </a:cubicBezTo>
                  <a:cubicBezTo>
                    <a:pt x="22148" y="8680"/>
                    <a:pt x="20380" y="8326"/>
                    <a:pt x="20252" y="8294"/>
                  </a:cubicBezTo>
                  <a:lnTo>
                    <a:pt x="19769" y="8294"/>
                  </a:lnTo>
                  <a:cubicBezTo>
                    <a:pt x="18066" y="8294"/>
                    <a:pt x="15366" y="8969"/>
                    <a:pt x="14723" y="10480"/>
                  </a:cubicBezTo>
                  <a:cubicBezTo>
                    <a:pt x="14594" y="10769"/>
                    <a:pt x="14530" y="11027"/>
                    <a:pt x="14530" y="11284"/>
                  </a:cubicBezTo>
                  <a:cubicBezTo>
                    <a:pt x="14530" y="12216"/>
                    <a:pt x="15205" y="13052"/>
                    <a:pt x="16137" y="13341"/>
                  </a:cubicBezTo>
                  <a:cubicBezTo>
                    <a:pt x="16394" y="13437"/>
                    <a:pt x="16651" y="13469"/>
                    <a:pt x="16941" y="13469"/>
                  </a:cubicBezTo>
                  <a:cubicBezTo>
                    <a:pt x="17937" y="13469"/>
                    <a:pt x="19030" y="12955"/>
                    <a:pt x="19802" y="12409"/>
                  </a:cubicBezTo>
                  <a:cubicBezTo>
                    <a:pt x="20927" y="11605"/>
                    <a:pt x="22470" y="8937"/>
                    <a:pt x="22534" y="8809"/>
                  </a:cubicBezTo>
                  <a:cubicBezTo>
                    <a:pt x="23852" y="9709"/>
                    <a:pt x="25138" y="10737"/>
                    <a:pt x="26391" y="11862"/>
                  </a:cubicBezTo>
                  <a:cubicBezTo>
                    <a:pt x="27291" y="12666"/>
                    <a:pt x="28191" y="13502"/>
                    <a:pt x="29059" y="14370"/>
                  </a:cubicBezTo>
                  <a:cubicBezTo>
                    <a:pt x="28641" y="14273"/>
                    <a:pt x="27002" y="13920"/>
                    <a:pt x="26873" y="13920"/>
                  </a:cubicBezTo>
                  <a:cubicBezTo>
                    <a:pt x="26713" y="13887"/>
                    <a:pt x="26552" y="13887"/>
                    <a:pt x="26391" y="13887"/>
                  </a:cubicBezTo>
                  <a:cubicBezTo>
                    <a:pt x="24688" y="13887"/>
                    <a:pt x="21987" y="14562"/>
                    <a:pt x="21345" y="16105"/>
                  </a:cubicBezTo>
                  <a:cubicBezTo>
                    <a:pt x="21216" y="16363"/>
                    <a:pt x="21184" y="16620"/>
                    <a:pt x="21184" y="16877"/>
                  </a:cubicBezTo>
                  <a:cubicBezTo>
                    <a:pt x="21184" y="17809"/>
                    <a:pt x="21827" y="18677"/>
                    <a:pt x="22759" y="18966"/>
                  </a:cubicBezTo>
                  <a:cubicBezTo>
                    <a:pt x="23016" y="19030"/>
                    <a:pt x="23305" y="19063"/>
                    <a:pt x="23562" y="19063"/>
                  </a:cubicBezTo>
                  <a:cubicBezTo>
                    <a:pt x="24591" y="19063"/>
                    <a:pt x="25652" y="18580"/>
                    <a:pt x="26423" y="18002"/>
                  </a:cubicBezTo>
                  <a:cubicBezTo>
                    <a:pt x="27548" y="17230"/>
                    <a:pt x="29027" y="14659"/>
                    <a:pt x="29123" y="14434"/>
                  </a:cubicBezTo>
                  <a:cubicBezTo>
                    <a:pt x="29541" y="14852"/>
                    <a:pt x="29927" y="15237"/>
                    <a:pt x="30345" y="15623"/>
                  </a:cubicBezTo>
                  <a:cubicBezTo>
                    <a:pt x="31631" y="16909"/>
                    <a:pt x="32916" y="18227"/>
                    <a:pt x="34267" y="19481"/>
                  </a:cubicBezTo>
                  <a:cubicBezTo>
                    <a:pt x="34717" y="19898"/>
                    <a:pt x="35167" y="20316"/>
                    <a:pt x="35649" y="20734"/>
                  </a:cubicBezTo>
                  <a:cubicBezTo>
                    <a:pt x="35006" y="20573"/>
                    <a:pt x="33881" y="20348"/>
                    <a:pt x="33752" y="20316"/>
                  </a:cubicBezTo>
                  <a:lnTo>
                    <a:pt x="33302" y="20316"/>
                  </a:lnTo>
                  <a:cubicBezTo>
                    <a:pt x="31599" y="20316"/>
                    <a:pt x="28866" y="20991"/>
                    <a:pt x="28223" y="22502"/>
                  </a:cubicBezTo>
                  <a:cubicBezTo>
                    <a:pt x="28127" y="22759"/>
                    <a:pt x="28063" y="23049"/>
                    <a:pt x="28063" y="23306"/>
                  </a:cubicBezTo>
                  <a:cubicBezTo>
                    <a:pt x="28063" y="24238"/>
                    <a:pt x="28706" y="25074"/>
                    <a:pt x="29670" y="25363"/>
                  </a:cubicBezTo>
                  <a:cubicBezTo>
                    <a:pt x="29927" y="25459"/>
                    <a:pt x="30184" y="25492"/>
                    <a:pt x="30441" y="25492"/>
                  </a:cubicBezTo>
                  <a:cubicBezTo>
                    <a:pt x="31470" y="25492"/>
                    <a:pt x="32531" y="24977"/>
                    <a:pt x="33302" y="24431"/>
                  </a:cubicBezTo>
                  <a:cubicBezTo>
                    <a:pt x="34299" y="23724"/>
                    <a:pt x="35584" y="21602"/>
                    <a:pt x="35938" y="20991"/>
                  </a:cubicBezTo>
                  <a:cubicBezTo>
                    <a:pt x="36742" y="21666"/>
                    <a:pt x="37513" y="22341"/>
                    <a:pt x="38317" y="22952"/>
                  </a:cubicBezTo>
                  <a:cubicBezTo>
                    <a:pt x="38670" y="23209"/>
                    <a:pt x="39024" y="23466"/>
                    <a:pt x="39377" y="23691"/>
                  </a:cubicBezTo>
                  <a:cubicBezTo>
                    <a:pt x="39731" y="23949"/>
                    <a:pt x="40085" y="24174"/>
                    <a:pt x="40406" y="24399"/>
                  </a:cubicBezTo>
                  <a:cubicBezTo>
                    <a:pt x="41145" y="24849"/>
                    <a:pt x="41820" y="25267"/>
                    <a:pt x="42528" y="25684"/>
                  </a:cubicBezTo>
                  <a:cubicBezTo>
                    <a:pt x="42849" y="25877"/>
                    <a:pt x="43203" y="26070"/>
                    <a:pt x="43524" y="26263"/>
                  </a:cubicBezTo>
                  <a:cubicBezTo>
                    <a:pt x="42913" y="26038"/>
                    <a:pt x="41949" y="25652"/>
                    <a:pt x="41853" y="25652"/>
                  </a:cubicBezTo>
                  <a:cubicBezTo>
                    <a:pt x="41403" y="25524"/>
                    <a:pt x="40792" y="25459"/>
                    <a:pt x="40149" y="25459"/>
                  </a:cubicBezTo>
                  <a:cubicBezTo>
                    <a:pt x="38574" y="25459"/>
                    <a:pt x="36710" y="25845"/>
                    <a:pt x="36034" y="26970"/>
                  </a:cubicBezTo>
                  <a:cubicBezTo>
                    <a:pt x="35842" y="27292"/>
                    <a:pt x="35745" y="27645"/>
                    <a:pt x="35745" y="28031"/>
                  </a:cubicBezTo>
                  <a:cubicBezTo>
                    <a:pt x="35745" y="28835"/>
                    <a:pt x="36227" y="29606"/>
                    <a:pt x="37031" y="29992"/>
                  </a:cubicBezTo>
                  <a:cubicBezTo>
                    <a:pt x="37417" y="30185"/>
                    <a:pt x="37867" y="30281"/>
                    <a:pt x="38317" y="30281"/>
                  </a:cubicBezTo>
                  <a:cubicBezTo>
                    <a:pt x="39152" y="30281"/>
                    <a:pt x="40085" y="29992"/>
                    <a:pt x="40792" y="29606"/>
                  </a:cubicBezTo>
                  <a:cubicBezTo>
                    <a:pt x="41981" y="29027"/>
                    <a:pt x="43781" y="26809"/>
                    <a:pt x="43974" y="26520"/>
                  </a:cubicBezTo>
                  <a:cubicBezTo>
                    <a:pt x="44810" y="27002"/>
                    <a:pt x="45646" y="27452"/>
                    <a:pt x="46417" y="27870"/>
                  </a:cubicBezTo>
                  <a:cubicBezTo>
                    <a:pt x="48474" y="28963"/>
                    <a:pt x="50274" y="29863"/>
                    <a:pt x="51657" y="30506"/>
                  </a:cubicBezTo>
                  <a:cubicBezTo>
                    <a:pt x="56189" y="34428"/>
                    <a:pt x="62554" y="34846"/>
                    <a:pt x="62554" y="34846"/>
                  </a:cubicBezTo>
                  <a:cubicBezTo>
                    <a:pt x="62554" y="34846"/>
                    <a:pt x="62586" y="34717"/>
                    <a:pt x="62586" y="34492"/>
                  </a:cubicBezTo>
                  <a:cubicBezTo>
                    <a:pt x="62586" y="32917"/>
                    <a:pt x="62329" y="26552"/>
                    <a:pt x="58407" y="22181"/>
                  </a:cubicBezTo>
                  <a:cubicBezTo>
                    <a:pt x="56768" y="20348"/>
                    <a:pt x="54743" y="19127"/>
                    <a:pt x="52782" y="18323"/>
                  </a:cubicBezTo>
                  <a:cubicBezTo>
                    <a:pt x="52910" y="18163"/>
                    <a:pt x="53039" y="18034"/>
                    <a:pt x="53135" y="17905"/>
                  </a:cubicBezTo>
                  <a:cubicBezTo>
                    <a:pt x="53617" y="17134"/>
                    <a:pt x="54067" y="16073"/>
                    <a:pt x="54067" y="15109"/>
                  </a:cubicBezTo>
                  <a:cubicBezTo>
                    <a:pt x="54067" y="14787"/>
                    <a:pt x="54035" y="14498"/>
                    <a:pt x="53939" y="14209"/>
                  </a:cubicBezTo>
                  <a:cubicBezTo>
                    <a:pt x="53714" y="13566"/>
                    <a:pt x="53232" y="13084"/>
                    <a:pt x="52653" y="12827"/>
                  </a:cubicBezTo>
                  <a:lnTo>
                    <a:pt x="51110" y="12827"/>
                  </a:lnTo>
                  <a:cubicBezTo>
                    <a:pt x="51078" y="12859"/>
                    <a:pt x="51046" y="12859"/>
                    <a:pt x="51014" y="12891"/>
                  </a:cubicBezTo>
                  <a:cubicBezTo>
                    <a:pt x="49760" y="13469"/>
                    <a:pt x="49149" y="15462"/>
                    <a:pt x="49021" y="17102"/>
                  </a:cubicBezTo>
                  <a:cubicBezTo>
                    <a:pt x="48539" y="16973"/>
                    <a:pt x="48089" y="16909"/>
                    <a:pt x="47703" y="16845"/>
                  </a:cubicBezTo>
                  <a:cubicBezTo>
                    <a:pt x="47542" y="16459"/>
                    <a:pt x="47381" y="16105"/>
                    <a:pt x="47189" y="15720"/>
                  </a:cubicBezTo>
                  <a:cubicBezTo>
                    <a:pt x="47028" y="15334"/>
                    <a:pt x="46899" y="14948"/>
                    <a:pt x="46739" y="14530"/>
                  </a:cubicBezTo>
                  <a:cubicBezTo>
                    <a:pt x="46514" y="13984"/>
                    <a:pt x="46353" y="13405"/>
                    <a:pt x="46160" y="12827"/>
                  </a:cubicBezTo>
                  <a:lnTo>
                    <a:pt x="45260" y="12827"/>
                  </a:lnTo>
                  <a:cubicBezTo>
                    <a:pt x="45485" y="13534"/>
                    <a:pt x="45678" y="14209"/>
                    <a:pt x="45935" y="14852"/>
                  </a:cubicBezTo>
                  <a:cubicBezTo>
                    <a:pt x="46064" y="15270"/>
                    <a:pt x="46192" y="15687"/>
                    <a:pt x="46385" y="16073"/>
                  </a:cubicBezTo>
                  <a:cubicBezTo>
                    <a:pt x="46449" y="16266"/>
                    <a:pt x="46546" y="16491"/>
                    <a:pt x="46642" y="16684"/>
                  </a:cubicBezTo>
                  <a:cubicBezTo>
                    <a:pt x="46417" y="16652"/>
                    <a:pt x="46289" y="16652"/>
                    <a:pt x="46289" y="16652"/>
                  </a:cubicBezTo>
                  <a:cubicBezTo>
                    <a:pt x="46289" y="16652"/>
                    <a:pt x="46289" y="16780"/>
                    <a:pt x="46289" y="17005"/>
                  </a:cubicBezTo>
                  <a:cubicBezTo>
                    <a:pt x="46289" y="17263"/>
                    <a:pt x="46289" y="17648"/>
                    <a:pt x="46321" y="18130"/>
                  </a:cubicBezTo>
                  <a:cubicBezTo>
                    <a:pt x="45292" y="17391"/>
                    <a:pt x="43910" y="16748"/>
                    <a:pt x="42753" y="16748"/>
                  </a:cubicBezTo>
                  <a:cubicBezTo>
                    <a:pt x="42399" y="16748"/>
                    <a:pt x="42078" y="16813"/>
                    <a:pt x="41788" y="16941"/>
                  </a:cubicBezTo>
                  <a:cubicBezTo>
                    <a:pt x="41017" y="17295"/>
                    <a:pt x="40599" y="18066"/>
                    <a:pt x="40599" y="18838"/>
                  </a:cubicBezTo>
                  <a:cubicBezTo>
                    <a:pt x="40599" y="19256"/>
                    <a:pt x="40728" y="19641"/>
                    <a:pt x="40920" y="20027"/>
                  </a:cubicBezTo>
                  <a:cubicBezTo>
                    <a:pt x="41017" y="20156"/>
                    <a:pt x="41113" y="20284"/>
                    <a:pt x="41210" y="20413"/>
                  </a:cubicBezTo>
                  <a:cubicBezTo>
                    <a:pt x="41403" y="21859"/>
                    <a:pt x="42238" y="23434"/>
                    <a:pt x="42946" y="24238"/>
                  </a:cubicBezTo>
                  <a:cubicBezTo>
                    <a:pt x="43010" y="24334"/>
                    <a:pt x="43910" y="25170"/>
                    <a:pt x="44392" y="25588"/>
                  </a:cubicBezTo>
                  <a:cubicBezTo>
                    <a:pt x="43942" y="25331"/>
                    <a:pt x="43492" y="25106"/>
                    <a:pt x="43010" y="24817"/>
                  </a:cubicBezTo>
                  <a:cubicBezTo>
                    <a:pt x="42335" y="24463"/>
                    <a:pt x="41628" y="24013"/>
                    <a:pt x="40920" y="23627"/>
                  </a:cubicBezTo>
                  <a:cubicBezTo>
                    <a:pt x="40567" y="23402"/>
                    <a:pt x="40213" y="23177"/>
                    <a:pt x="39860" y="22952"/>
                  </a:cubicBezTo>
                  <a:cubicBezTo>
                    <a:pt x="39506" y="22727"/>
                    <a:pt x="39185" y="22470"/>
                    <a:pt x="38831" y="22245"/>
                  </a:cubicBezTo>
                  <a:cubicBezTo>
                    <a:pt x="38317" y="21859"/>
                    <a:pt x="37835" y="21473"/>
                    <a:pt x="37320" y="21056"/>
                  </a:cubicBezTo>
                  <a:cubicBezTo>
                    <a:pt x="37738" y="20413"/>
                    <a:pt x="38960" y="18420"/>
                    <a:pt x="39152" y="17263"/>
                  </a:cubicBezTo>
                  <a:cubicBezTo>
                    <a:pt x="39185" y="16941"/>
                    <a:pt x="39217" y="16588"/>
                    <a:pt x="39217" y="16234"/>
                  </a:cubicBezTo>
                  <a:cubicBezTo>
                    <a:pt x="39217" y="15270"/>
                    <a:pt x="38992" y="14241"/>
                    <a:pt x="38349" y="13566"/>
                  </a:cubicBezTo>
                  <a:cubicBezTo>
                    <a:pt x="37899" y="13084"/>
                    <a:pt x="37288" y="12859"/>
                    <a:pt x="36677" y="12859"/>
                  </a:cubicBezTo>
                  <a:cubicBezTo>
                    <a:pt x="36131" y="12859"/>
                    <a:pt x="35552" y="13084"/>
                    <a:pt x="35134" y="13566"/>
                  </a:cubicBezTo>
                  <a:cubicBezTo>
                    <a:pt x="34717" y="14048"/>
                    <a:pt x="34556" y="14755"/>
                    <a:pt x="34556" y="15527"/>
                  </a:cubicBezTo>
                  <a:cubicBezTo>
                    <a:pt x="34556" y="16941"/>
                    <a:pt x="35134" y="18613"/>
                    <a:pt x="35681" y="19513"/>
                  </a:cubicBezTo>
                  <a:cubicBezTo>
                    <a:pt x="35713" y="19545"/>
                    <a:pt x="35938" y="19834"/>
                    <a:pt x="36195" y="20123"/>
                  </a:cubicBezTo>
                  <a:cubicBezTo>
                    <a:pt x="35713" y="19738"/>
                    <a:pt x="35231" y="19320"/>
                    <a:pt x="34781" y="18902"/>
                  </a:cubicBezTo>
                  <a:cubicBezTo>
                    <a:pt x="33431" y="17713"/>
                    <a:pt x="32113" y="16427"/>
                    <a:pt x="30795" y="15173"/>
                  </a:cubicBezTo>
                  <a:cubicBezTo>
                    <a:pt x="30506" y="14916"/>
                    <a:pt x="30216" y="14659"/>
                    <a:pt x="29959" y="14370"/>
                  </a:cubicBezTo>
                  <a:cubicBezTo>
                    <a:pt x="30313" y="13823"/>
                    <a:pt x="31631" y="11669"/>
                    <a:pt x="31824" y="10448"/>
                  </a:cubicBezTo>
                  <a:cubicBezTo>
                    <a:pt x="31888" y="10159"/>
                    <a:pt x="31888" y="9805"/>
                    <a:pt x="31888" y="9451"/>
                  </a:cubicBezTo>
                  <a:cubicBezTo>
                    <a:pt x="31920" y="8487"/>
                    <a:pt x="31663" y="7458"/>
                    <a:pt x="31020" y="6751"/>
                  </a:cubicBezTo>
                  <a:cubicBezTo>
                    <a:pt x="30570" y="6301"/>
                    <a:pt x="29959" y="6076"/>
                    <a:pt x="29381" y="6076"/>
                  </a:cubicBezTo>
                  <a:cubicBezTo>
                    <a:pt x="28802" y="6076"/>
                    <a:pt x="28223" y="6301"/>
                    <a:pt x="27806" y="6783"/>
                  </a:cubicBezTo>
                  <a:cubicBezTo>
                    <a:pt x="27420" y="7266"/>
                    <a:pt x="27259" y="7973"/>
                    <a:pt x="27259" y="8744"/>
                  </a:cubicBezTo>
                  <a:cubicBezTo>
                    <a:pt x="27259" y="10159"/>
                    <a:pt x="27806" y="11830"/>
                    <a:pt x="28384" y="12698"/>
                  </a:cubicBezTo>
                  <a:cubicBezTo>
                    <a:pt x="28416" y="12762"/>
                    <a:pt x="28673" y="13084"/>
                    <a:pt x="28963" y="13437"/>
                  </a:cubicBezTo>
                  <a:cubicBezTo>
                    <a:pt x="28223" y="12762"/>
                    <a:pt x="27484" y="12087"/>
                    <a:pt x="26713" y="11477"/>
                  </a:cubicBezTo>
                  <a:cubicBezTo>
                    <a:pt x="25395" y="10351"/>
                    <a:pt x="24045" y="9323"/>
                    <a:pt x="22662" y="8423"/>
                  </a:cubicBezTo>
                  <a:cubicBezTo>
                    <a:pt x="22791" y="8230"/>
                    <a:pt x="24398" y="5755"/>
                    <a:pt x="24623" y="4373"/>
                  </a:cubicBezTo>
                  <a:cubicBezTo>
                    <a:pt x="24655" y="4083"/>
                    <a:pt x="24688" y="3730"/>
                    <a:pt x="24688" y="3408"/>
                  </a:cubicBezTo>
                  <a:cubicBezTo>
                    <a:pt x="24688" y="2412"/>
                    <a:pt x="24463" y="1383"/>
                    <a:pt x="23787" y="708"/>
                  </a:cubicBezTo>
                  <a:cubicBezTo>
                    <a:pt x="23337" y="226"/>
                    <a:pt x="22759" y="1"/>
                    <a:pt x="2214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3" name="Google Shape;4343;p38"/>
            <p:cNvSpPr/>
            <p:nvPr/>
          </p:nvSpPr>
          <p:spPr>
            <a:xfrm>
              <a:off x="2159350" y="3969275"/>
              <a:ext cx="152725" cy="66725"/>
            </a:xfrm>
            <a:custGeom>
              <a:rect b="b" l="l" r="r" t="t"/>
              <a:pathLst>
                <a:path extrusionOk="0" h="2669" w="6109">
                  <a:moveTo>
                    <a:pt x="1" y="1"/>
                  </a:moveTo>
                  <a:lnTo>
                    <a:pt x="1" y="1"/>
                  </a:lnTo>
                  <a:cubicBezTo>
                    <a:pt x="33" y="515"/>
                    <a:pt x="194" y="1030"/>
                    <a:pt x="547" y="1415"/>
                  </a:cubicBezTo>
                  <a:cubicBezTo>
                    <a:pt x="1287" y="2347"/>
                    <a:pt x="2701" y="2669"/>
                    <a:pt x="3890" y="2669"/>
                  </a:cubicBezTo>
                  <a:lnTo>
                    <a:pt x="4115" y="2669"/>
                  </a:lnTo>
                  <a:cubicBezTo>
                    <a:pt x="4662" y="2637"/>
                    <a:pt x="5401" y="2412"/>
                    <a:pt x="6108" y="2155"/>
                  </a:cubicBezTo>
                  <a:lnTo>
                    <a:pt x="4276" y="2155"/>
                  </a:lnTo>
                  <a:cubicBezTo>
                    <a:pt x="2508" y="2155"/>
                    <a:pt x="965" y="1319"/>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4" name="Google Shape;4344;p38"/>
            <p:cNvSpPr/>
            <p:nvPr/>
          </p:nvSpPr>
          <p:spPr>
            <a:xfrm>
              <a:off x="2104725" y="3692850"/>
              <a:ext cx="29750" cy="98050"/>
            </a:xfrm>
            <a:custGeom>
              <a:rect b="b" l="l" r="r" t="t"/>
              <a:pathLst>
                <a:path extrusionOk="0" h="3922" w="1190">
                  <a:moveTo>
                    <a:pt x="1189" y="0"/>
                  </a:moveTo>
                  <a:cubicBezTo>
                    <a:pt x="1093" y="32"/>
                    <a:pt x="997" y="97"/>
                    <a:pt x="900" y="161"/>
                  </a:cubicBezTo>
                  <a:cubicBezTo>
                    <a:pt x="289" y="547"/>
                    <a:pt x="0" y="1222"/>
                    <a:pt x="0" y="1865"/>
                  </a:cubicBezTo>
                  <a:cubicBezTo>
                    <a:pt x="0" y="2379"/>
                    <a:pt x="161" y="2893"/>
                    <a:pt x="514" y="3343"/>
                  </a:cubicBezTo>
                  <a:cubicBezTo>
                    <a:pt x="707" y="3568"/>
                    <a:pt x="932" y="3761"/>
                    <a:pt x="1189" y="3922"/>
                  </a:cubicBezTo>
                  <a:lnTo>
                    <a:pt x="118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5" name="Google Shape;4345;p38"/>
            <p:cNvSpPr/>
            <p:nvPr/>
          </p:nvSpPr>
          <p:spPr>
            <a:xfrm>
              <a:off x="2091050" y="3538550"/>
              <a:ext cx="43425" cy="60300"/>
            </a:xfrm>
            <a:custGeom>
              <a:rect b="b" l="l" r="r" t="t"/>
              <a:pathLst>
                <a:path extrusionOk="0" h="2412" w="1737">
                  <a:moveTo>
                    <a:pt x="1736" y="0"/>
                  </a:moveTo>
                  <a:cubicBezTo>
                    <a:pt x="1094" y="772"/>
                    <a:pt x="483" y="1479"/>
                    <a:pt x="1" y="2090"/>
                  </a:cubicBezTo>
                  <a:cubicBezTo>
                    <a:pt x="547" y="2283"/>
                    <a:pt x="1158" y="2379"/>
                    <a:pt x="1736" y="2411"/>
                  </a:cubicBezTo>
                  <a:lnTo>
                    <a:pt x="1736" y="1576"/>
                  </a:lnTo>
                  <a:lnTo>
                    <a:pt x="17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6" name="Google Shape;4346;p38"/>
            <p:cNvSpPr/>
            <p:nvPr/>
          </p:nvSpPr>
          <p:spPr>
            <a:xfrm>
              <a:off x="1844350" y="3120675"/>
              <a:ext cx="110925" cy="121375"/>
            </a:xfrm>
            <a:custGeom>
              <a:rect b="b" l="l" r="r" t="t"/>
              <a:pathLst>
                <a:path extrusionOk="0" h="4855" w="4437">
                  <a:moveTo>
                    <a:pt x="2058" y="0"/>
                  </a:moveTo>
                  <a:cubicBezTo>
                    <a:pt x="1897" y="0"/>
                    <a:pt x="1768" y="0"/>
                    <a:pt x="1640" y="32"/>
                  </a:cubicBezTo>
                  <a:cubicBezTo>
                    <a:pt x="611" y="257"/>
                    <a:pt x="0" y="1158"/>
                    <a:pt x="0" y="2122"/>
                  </a:cubicBezTo>
                  <a:cubicBezTo>
                    <a:pt x="0" y="2379"/>
                    <a:pt x="32" y="2604"/>
                    <a:pt x="129" y="2861"/>
                  </a:cubicBezTo>
                  <a:cubicBezTo>
                    <a:pt x="418" y="3729"/>
                    <a:pt x="1158" y="4372"/>
                    <a:pt x="1993" y="4854"/>
                  </a:cubicBezTo>
                  <a:cubicBezTo>
                    <a:pt x="2958" y="3311"/>
                    <a:pt x="3826" y="1961"/>
                    <a:pt x="4436" y="965"/>
                  </a:cubicBezTo>
                  <a:cubicBezTo>
                    <a:pt x="3665" y="386"/>
                    <a:pt x="2829" y="0"/>
                    <a:pt x="2058"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7" name="Google Shape;4347;p38"/>
            <p:cNvSpPr/>
            <p:nvPr/>
          </p:nvSpPr>
          <p:spPr>
            <a:xfrm>
              <a:off x="2971000" y="4123575"/>
              <a:ext cx="423525" cy="440400"/>
            </a:xfrm>
            <a:custGeom>
              <a:rect b="b" l="l" r="r" t="t"/>
              <a:pathLst>
                <a:path extrusionOk="0" h="17616" w="16941">
                  <a:moveTo>
                    <a:pt x="16941" y="1"/>
                  </a:moveTo>
                  <a:cubicBezTo>
                    <a:pt x="16941" y="1"/>
                    <a:pt x="9290" y="226"/>
                    <a:pt x="4630" y="5112"/>
                  </a:cubicBezTo>
                  <a:cubicBezTo>
                    <a:pt x="65" y="9837"/>
                    <a:pt x="1" y="17230"/>
                    <a:pt x="1" y="17584"/>
                  </a:cubicBezTo>
                  <a:lnTo>
                    <a:pt x="1" y="17616"/>
                  </a:lnTo>
                  <a:cubicBezTo>
                    <a:pt x="1" y="17616"/>
                    <a:pt x="7651" y="17359"/>
                    <a:pt x="12312" y="12505"/>
                  </a:cubicBezTo>
                  <a:cubicBezTo>
                    <a:pt x="16877" y="7780"/>
                    <a:pt x="16941" y="354"/>
                    <a:pt x="16941" y="33"/>
                  </a:cubicBezTo>
                  <a:lnTo>
                    <a:pt x="1694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8" name="Google Shape;4348;p38"/>
            <p:cNvSpPr/>
            <p:nvPr/>
          </p:nvSpPr>
          <p:spPr>
            <a:xfrm>
              <a:off x="2693750" y="3458200"/>
              <a:ext cx="388975" cy="1053550"/>
            </a:xfrm>
            <a:custGeom>
              <a:rect b="b" l="l" r="r" t="t"/>
              <a:pathLst>
                <a:path extrusionOk="0" h="42142" w="15559">
                  <a:moveTo>
                    <a:pt x="7458" y="0"/>
                  </a:moveTo>
                  <a:lnTo>
                    <a:pt x="7523" y="14465"/>
                  </a:lnTo>
                  <a:lnTo>
                    <a:pt x="2733" y="10318"/>
                  </a:lnTo>
                  <a:lnTo>
                    <a:pt x="2412" y="10672"/>
                  </a:lnTo>
                  <a:lnTo>
                    <a:pt x="7523" y="15108"/>
                  </a:lnTo>
                  <a:lnTo>
                    <a:pt x="7555" y="25426"/>
                  </a:lnTo>
                  <a:lnTo>
                    <a:pt x="322" y="19030"/>
                  </a:lnTo>
                  <a:lnTo>
                    <a:pt x="1" y="19383"/>
                  </a:lnTo>
                  <a:lnTo>
                    <a:pt x="7555" y="26069"/>
                  </a:lnTo>
                  <a:lnTo>
                    <a:pt x="7587" y="35455"/>
                  </a:lnTo>
                  <a:lnTo>
                    <a:pt x="2155" y="31212"/>
                  </a:lnTo>
                  <a:lnTo>
                    <a:pt x="1865" y="31566"/>
                  </a:lnTo>
                  <a:lnTo>
                    <a:pt x="7619" y="36098"/>
                  </a:lnTo>
                  <a:lnTo>
                    <a:pt x="7619" y="42141"/>
                  </a:lnTo>
                  <a:lnTo>
                    <a:pt x="8101" y="42141"/>
                  </a:lnTo>
                  <a:lnTo>
                    <a:pt x="8069" y="31534"/>
                  </a:lnTo>
                  <a:lnTo>
                    <a:pt x="15559" y="24783"/>
                  </a:lnTo>
                  <a:lnTo>
                    <a:pt x="15237" y="24430"/>
                  </a:lnTo>
                  <a:lnTo>
                    <a:pt x="8069" y="30891"/>
                  </a:lnTo>
                  <a:lnTo>
                    <a:pt x="8037" y="22051"/>
                  </a:lnTo>
                  <a:lnTo>
                    <a:pt x="8069" y="22083"/>
                  </a:lnTo>
                  <a:lnTo>
                    <a:pt x="14402" y="12794"/>
                  </a:lnTo>
                  <a:lnTo>
                    <a:pt x="14016" y="12536"/>
                  </a:lnTo>
                  <a:lnTo>
                    <a:pt x="8037" y="21280"/>
                  </a:lnTo>
                  <a:lnTo>
                    <a:pt x="794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9" name="Google Shape;4349;p38"/>
            <p:cNvSpPr/>
            <p:nvPr/>
          </p:nvSpPr>
          <p:spPr>
            <a:xfrm>
              <a:off x="2391600" y="4114750"/>
              <a:ext cx="416300" cy="462900"/>
            </a:xfrm>
            <a:custGeom>
              <a:rect b="b" l="l" r="r" t="t"/>
              <a:pathLst>
                <a:path extrusionOk="0" h="18516" w="16652">
                  <a:moveTo>
                    <a:pt x="354" y="0"/>
                  </a:moveTo>
                  <a:lnTo>
                    <a:pt x="1" y="322"/>
                  </a:lnTo>
                  <a:lnTo>
                    <a:pt x="5433" y="6397"/>
                  </a:lnTo>
                  <a:lnTo>
                    <a:pt x="1994" y="6429"/>
                  </a:lnTo>
                  <a:lnTo>
                    <a:pt x="1994" y="6911"/>
                  </a:lnTo>
                  <a:lnTo>
                    <a:pt x="5851" y="6879"/>
                  </a:lnTo>
                  <a:lnTo>
                    <a:pt x="9676" y="11122"/>
                  </a:lnTo>
                  <a:lnTo>
                    <a:pt x="4308" y="11122"/>
                  </a:lnTo>
                  <a:lnTo>
                    <a:pt x="4308" y="11604"/>
                  </a:lnTo>
                  <a:lnTo>
                    <a:pt x="10094" y="11604"/>
                  </a:lnTo>
                  <a:lnTo>
                    <a:pt x="13566" y="15494"/>
                  </a:lnTo>
                  <a:lnTo>
                    <a:pt x="9773" y="15719"/>
                  </a:lnTo>
                  <a:lnTo>
                    <a:pt x="9805" y="16201"/>
                  </a:lnTo>
                  <a:lnTo>
                    <a:pt x="13983" y="15944"/>
                  </a:lnTo>
                  <a:lnTo>
                    <a:pt x="16298" y="18515"/>
                  </a:lnTo>
                  <a:lnTo>
                    <a:pt x="16651" y="18194"/>
                  </a:lnTo>
                  <a:lnTo>
                    <a:pt x="12569" y="13661"/>
                  </a:lnTo>
                  <a:lnTo>
                    <a:pt x="13244" y="7875"/>
                  </a:lnTo>
                  <a:lnTo>
                    <a:pt x="12762" y="7843"/>
                  </a:lnTo>
                  <a:lnTo>
                    <a:pt x="12151" y="13179"/>
                  </a:lnTo>
                  <a:lnTo>
                    <a:pt x="8937" y="9579"/>
                  </a:lnTo>
                  <a:lnTo>
                    <a:pt x="8133" y="3118"/>
                  </a:lnTo>
                  <a:lnTo>
                    <a:pt x="7651" y="3150"/>
                  </a:lnTo>
                  <a:lnTo>
                    <a:pt x="8390" y="8936"/>
                  </a:lnTo>
                  <a:lnTo>
                    <a:pt x="35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0" name="Google Shape;4350;p38"/>
            <p:cNvSpPr/>
            <p:nvPr/>
          </p:nvSpPr>
          <p:spPr>
            <a:xfrm>
              <a:off x="2967000" y="4119550"/>
              <a:ext cx="431550" cy="448450"/>
            </a:xfrm>
            <a:custGeom>
              <a:rect b="b" l="l" r="r" t="t"/>
              <a:pathLst>
                <a:path extrusionOk="0" h="17938" w="17262">
                  <a:moveTo>
                    <a:pt x="16940" y="1"/>
                  </a:moveTo>
                  <a:lnTo>
                    <a:pt x="11283" y="5883"/>
                  </a:lnTo>
                  <a:lnTo>
                    <a:pt x="10961" y="2444"/>
                  </a:lnTo>
                  <a:lnTo>
                    <a:pt x="10479" y="2476"/>
                  </a:lnTo>
                  <a:lnTo>
                    <a:pt x="10833" y="6333"/>
                  </a:lnTo>
                  <a:lnTo>
                    <a:pt x="6879" y="10448"/>
                  </a:lnTo>
                  <a:lnTo>
                    <a:pt x="6461" y="5080"/>
                  </a:lnTo>
                  <a:lnTo>
                    <a:pt x="5979" y="5112"/>
                  </a:lnTo>
                  <a:lnTo>
                    <a:pt x="6429" y="10930"/>
                  </a:lnTo>
                  <a:lnTo>
                    <a:pt x="2797" y="14659"/>
                  </a:lnTo>
                  <a:lnTo>
                    <a:pt x="2314" y="10898"/>
                  </a:lnTo>
                  <a:lnTo>
                    <a:pt x="1832" y="10962"/>
                  </a:lnTo>
                  <a:lnTo>
                    <a:pt x="2379" y="15109"/>
                  </a:lnTo>
                  <a:lnTo>
                    <a:pt x="0" y="17584"/>
                  </a:lnTo>
                  <a:lnTo>
                    <a:pt x="321" y="17938"/>
                  </a:lnTo>
                  <a:lnTo>
                    <a:pt x="4565" y="13534"/>
                  </a:lnTo>
                  <a:lnTo>
                    <a:pt x="10351" y="13759"/>
                  </a:lnTo>
                  <a:lnTo>
                    <a:pt x="10383" y="13277"/>
                  </a:lnTo>
                  <a:lnTo>
                    <a:pt x="5015" y="13084"/>
                  </a:lnTo>
                  <a:lnTo>
                    <a:pt x="8358" y="9580"/>
                  </a:lnTo>
                  <a:lnTo>
                    <a:pt x="8358" y="9612"/>
                  </a:lnTo>
                  <a:lnTo>
                    <a:pt x="14754" y="8294"/>
                  </a:lnTo>
                  <a:lnTo>
                    <a:pt x="14658" y="7844"/>
                  </a:lnTo>
                  <a:lnTo>
                    <a:pt x="8936" y="9001"/>
                  </a:lnTo>
                  <a:lnTo>
                    <a:pt x="17262" y="322"/>
                  </a:lnTo>
                  <a:lnTo>
                    <a:pt x="1694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1" name="Google Shape;4351;p38"/>
            <p:cNvSpPr/>
            <p:nvPr/>
          </p:nvSpPr>
          <p:spPr>
            <a:xfrm>
              <a:off x="3413000" y="3916250"/>
              <a:ext cx="1215075" cy="654150"/>
            </a:xfrm>
            <a:custGeom>
              <a:rect b="b" l="l" r="r" t="t"/>
              <a:pathLst>
                <a:path extrusionOk="0" h="26166" w="48603">
                  <a:moveTo>
                    <a:pt x="5593" y="0"/>
                  </a:moveTo>
                  <a:lnTo>
                    <a:pt x="5593" y="12697"/>
                  </a:lnTo>
                  <a:cubicBezTo>
                    <a:pt x="5593" y="16812"/>
                    <a:pt x="4211" y="20862"/>
                    <a:pt x="1640" y="24109"/>
                  </a:cubicBezTo>
                  <a:lnTo>
                    <a:pt x="0" y="26166"/>
                  </a:lnTo>
                  <a:lnTo>
                    <a:pt x="48602" y="26166"/>
                  </a:lnTo>
                  <a:lnTo>
                    <a:pt x="46963" y="24109"/>
                  </a:lnTo>
                  <a:cubicBezTo>
                    <a:pt x="44392" y="20862"/>
                    <a:pt x="42977" y="16812"/>
                    <a:pt x="42977" y="12697"/>
                  </a:cubicBezTo>
                  <a:lnTo>
                    <a:pt x="4297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2" name="Google Shape;4352;p38"/>
            <p:cNvSpPr/>
            <p:nvPr/>
          </p:nvSpPr>
          <p:spPr>
            <a:xfrm>
              <a:off x="3404950" y="3908200"/>
              <a:ext cx="1231150" cy="669450"/>
            </a:xfrm>
            <a:custGeom>
              <a:rect b="b" l="l" r="r" t="t"/>
              <a:pathLst>
                <a:path extrusionOk="0" h="26778" w="49246">
                  <a:moveTo>
                    <a:pt x="43010" y="612"/>
                  </a:moveTo>
                  <a:lnTo>
                    <a:pt x="43010" y="13019"/>
                  </a:lnTo>
                  <a:cubicBezTo>
                    <a:pt x="43010" y="17230"/>
                    <a:pt x="44456" y="21313"/>
                    <a:pt x="47060" y="24591"/>
                  </a:cubicBezTo>
                  <a:lnTo>
                    <a:pt x="48314" y="26199"/>
                  </a:lnTo>
                  <a:lnTo>
                    <a:pt x="901" y="26199"/>
                  </a:lnTo>
                  <a:lnTo>
                    <a:pt x="2187" y="24591"/>
                  </a:lnTo>
                  <a:cubicBezTo>
                    <a:pt x="4790" y="21313"/>
                    <a:pt x="6205" y="17230"/>
                    <a:pt x="6205" y="13019"/>
                  </a:cubicBezTo>
                  <a:lnTo>
                    <a:pt x="6205" y="612"/>
                  </a:lnTo>
                  <a:close/>
                  <a:moveTo>
                    <a:pt x="5915" y="1"/>
                  </a:moveTo>
                  <a:cubicBezTo>
                    <a:pt x="5851" y="1"/>
                    <a:pt x="5755" y="33"/>
                    <a:pt x="5722" y="97"/>
                  </a:cubicBezTo>
                  <a:cubicBezTo>
                    <a:pt x="5658" y="162"/>
                    <a:pt x="5626" y="226"/>
                    <a:pt x="5626" y="322"/>
                  </a:cubicBezTo>
                  <a:lnTo>
                    <a:pt x="5626" y="13019"/>
                  </a:lnTo>
                  <a:cubicBezTo>
                    <a:pt x="5626" y="17070"/>
                    <a:pt x="4244" y="21056"/>
                    <a:pt x="1704" y="24238"/>
                  </a:cubicBezTo>
                  <a:lnTo>
                    <a:pt x="65" y="26295"/>
                  </a:lnTo>
                  <a:cubicBezTo>
                    <a:pt x="1" y="26392"/>
                    <a:pt x="1" y="26520"/>
                    <a:pt x="33" y="26617"/>
                  </a:cubicBezTo>
                  <a:cubicBezTo>
                    <a:pt x="97" y="26713"/>
                    <a:pt x="194" y="26777"/>
                    <a:pt x="322" y="26777"/>
                  </a:cubicBezTo>
                  <a:lnTo>
                    <a:pt x="48924" y="26777"/>
                  </a:lnTo>
                  <a:cubicBezTo>
                    <a:pt x="49021" y="26777"/>
                    <a:pt x="49149" y="26713"/>
                    <a:pt x="49182" y="26617"/>
                  </a:cubicBezTo>
                  <a:cubicBezTo>
                    <a:pt x="49246" y="26520"/>
                    <a:pt x="49214" y="26392"/>
                    <a:pt x="49149" y="26295"/>
                  </a:cubicBezTo>
                  <a:lnTo>
                    <a:pt x="47510" y="24238"/>
                  </a:lnTo>
                  <a:cubicBezTo>
                    <a:pt x="44971" y="21056"/>
                    <a:pt x="43621" y="17070"/>
                    <a:pt x="43621" y="13019"/>
                  </a:cubicBezTo>
                  <a:lnTo>
                    <a:pt x="43621" y="322"/>
                  </a:lnTo>
                  <a:cubicBezTo>
                    <a:pt x="43621" y="226"/>
                    <a:pt x="43589" y="162"/>
                    <a:pt x="43524" y="97"/>
                  </a:cubicBezTo>
                  <a:cubicBezTo>
                    <a:pt x="43460" y="33"/>
                    <a:pt x="43396" y="1"/>
                    <a:pt x="432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3" name="Google Shape;4353;p38"/>
            <p:cNvSpPr/>
            <p:nvPr/>
          </p:nvSpPr>
          <p:spPr>
            <a:xfrm>
              <a:off x="3503800" y="4023125"/>
              <a:ext cx="1032675" cy="432375"/>
            </a:xfrm>
            <a:custGeom>
              <a:rect b="b" l="l" r="r" t="t"/>
              <a:pathLst>
                <a:path extrusionOk="0" h="17295" w="41307">
                  <a:moveTo>
                    <a:pt x="2251" y="1"/>
                  </a:moveTo>
                  <a:lnTo>
                    <a:pt x="2251" y="8422"/>
                  </a:lnTo>
                  <a:cubicBezTo>
                    <a:pt x="2251" y="11540"/>
                    <a:pt x="1479" y="14594"/>
                    <a:pt x="0" y="17294"/>
                  </a:cubicBezTo>
                  <a:lnTo>
                    <a:pt x="41306" y="17294"/>
                  </a:lnTo>
                  <a:cubicBezTo>
                    <a:pt x="39860" y="14594"/>
                    <a:pt x="39056" y="11540"/>
                    <a:pt x="39056" y="8422"/>
                  </a:cubicBezTo>
                  <a:lnTo>
                    <a:pt x="3905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4" name="Google Shape;4354;p38"/>
            <p:cNvSpPr/>
            <p:nvPr/>
          </p:nvSpPr>
          <p:spPr>
            <a:xfrm>
              <a:off x="3495775" y="4023125"/>
              <a:ext cx="1049525" cy="432375"/>
            </a:xfrm>
            <a:custGeom>
              <a:rect b="b" l="l" r="r" t="t"/>
              <a:pathLst>
                <a:path extrusionOk="0" h="17295" w="41981">
                  <a:moveTo>
                    <a:pt x="2282" y="1"/>
                  </a:moveTo>
                  <a:lnTo>
                    <a:pt x="2282" y="6140"/>
                  </a:lnTo>
                  <a:lnTo>
                    <a:pt x="2282" y="8422"/>
                  </a:lnTo>
                  <a:cubicBezTo>
                    <a:pt x="2282" y="11540"/>
                    <a:pt x="1479" y="14594"/>
                    <a:pt x="0" y="17294"/>
                  </a:cubicBezTo>
                  <a:lnTo>
                    <a:pt x="321" y="17294"/>
                  </a:lnTo>
                  <a:cubicBezTo>
                    <a:pt x="1800" y="14594"/>
                    <a:pt x="2572" y="11540"/>
                    <a:pt x="2572" y="8422"/>
                  </a:cubicBezTo>
                  <a:lnTo>
                    <a:pt x="2572" y="1"/>
                  </a:lnTo>
                  <a:close/>
                  <a:moveTo>
                    <a:pt x="39377" y="1"/>
                  </a:moveTo>
                  <a:lnTo>
                    <a:pt x="39377" y="8422"/>
                  </a:lnTo>
                  <a:cubicBezTo>
                    <a:pt x="39377" y="11540"/>
                    <a:pt x="40181" y="14594"/>
                    <a:pt x="41627" y="17294"/>
                  </a:cubicBezTo>
                  <a:lnTo>
                    <a:pt x="41981" y="17294"/>
                  </a:lnTo>
                  <a:cubicBezTo>
                    <a:pt x="40470" y="14594"/>
                    <a:pt x="39666" y="11540"/>
                    <a:pt x="39666" y="8422"/>
                  </a:cubicBezTo>
                  <a:lnTo>
                    <a:pt x="39666" y="6140"/>
                  </a:lnTo>
                  <a:lnTo>
                    <a:pt x="3966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5" name="Google Shape;4355;p38"/>
            <p:cNvSpPr/>
            <p:nvPr/>
          </p:nvSpPr>
          <p:spPr>
            <a:xfrm>
              <a:off x="3552825" y="3963650"/>
              <a:ext cx="934625" cy="134250"/>
            </a:xfrm>
            <a:custGeom>
              <a:rect b="b" l="l" r="r" t="t"/>
              <a:pathLst>
                <a:path extrusionOk="0" h="5370" w="37385">
                  <a:moveTo>
                    <a:pt x="0" y="1"/>
                  </a:moveTo>
                  <a:lnTo>
                    <a:pt x="0" y="5369"/>
                  </a:lnTo>
                  <a:lnTo>
                    <a:pt x="37384" y="5369"/>
                  </a:lnTo>
                  <a:lnTo>
                    <a:pt x="3738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6" name="Google Shape;4356;p38"/>
            <p:cNvSpPr/>
            <p:nvPr/>
          </p:nvSpPr>
          <p:spPr>
            <a:xfrm>
              <a:off x="3545600" y="3956425"/>
              <a:ext cx="949875" cy="148700"/>
            </a:xfrm>
            <a:custGeom>
              <a:rect b="b" l="l" r="r" t="t"/>
              <a:pathLst>
                <a:path extrusionOk="0" h="5948" w="37995">
                  <a:moveTo>
                    <a:pt x="37384" y="579"/>
                  </a:moveTo>
                  <a:lnTo>
                    <a:pt x="37384" y="5369"/>
                  </a:lnTo>
                  <a:lnTo>
                    <a:pt x="579" y="5369"/>
                  </a:lnTo>
                  <a:lnTo>
                    <a:pt x="579" y="579"/>
                  </a:lnTo>
                  <a:close/>
                  <a:moveTo>
                    <a:pt x="289" y="1"/>
                  </a:moveTo>
                  <a:cubicBezTo>
                    <a:pt x="225" y="1"/>
                    <a:pt x="129" y="33"/>
                    <a:pt x="96" y="97"/>
                  </a:cubicBezTo>
                  <a:cubicBezTo>
                    <a:pt x="32" y="129"/>
                    <a:pt x="0" y="226"/>
                    <a:pt x="0" y="290"/>
                  </a:cubicBezTo>
                  <a:lnTo>
                    <a:pt x="0" y="5658"/>
                  </a:lnTo>
                  <a:cubicBezTo>
                    <a:pt x="0" y="5722"/>
                    <a:pt x="32" y="5819"/>
                    <a:pt x="96" y="5851"/>
                  </a:cubicBezTo>
                  <a:cubicBezTo>
                    <a:pt x="129" y="5915"/>
                    <a:pt x="225" y="5947"/>
                    <a:pt x="289" y="5947"/>
                  </a:cubicBezTo>
                  <a:lnTo>
                    <a:pt x="37673" y="5947"/>
                  </a:lnTo>
                  <a:cubicBezTo>
                    <a:pt x="37770" y="5947"/>
                    <a:pt x="37834" y="5915"/>
                    <a:pt x="37898" y="5851"/>
                  </a:cubicBezTo>
                  <a:cubicBezTo>
                    <a:pt x="37963" y="5819"/>
                    <a:pt x="37995" y="5722"/>
                    <a:pt x="37995" y="5658"/>
                  </a:cubicBezTo>
                  <a:lnTo>
                    <a:pt x="37995" y="290"/>
                  </a:lnTo>
                  <a:cubicBezTo>
                    <a:pt x="37995" y="226"/>
                    <a:pt x="37963" y="129"/>
                    <a:pt x="37898" y="97"/>
                  </a:cubicBezTo>
                  <a:cubicBezTo>
                    <a:pt x="37834" y="33"/>
                    <a:pt x="37770" y="1"/>
                    <a:pt x="376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7" name="Google Shape;4357;p38"/>
            <p:cNvSpPr/>
            <p:nvPr/>
          </p:nvSpPr>
          <p:spPr>
            <a:xfrm>
              <a:off x="2141675" y="3577925"/>
              <a:ext cx="3757700" cy="438000"/>
            </a:xfrm>
            <a:custGeom>
              <a:rect b="b" l="l" r="r" t="t"/>
              <a:pathLst>
                <a:path extrusionOk="0" h="17520" w="150308">
                  <a:moveTo>
                    <a:pt x="1" y="1"/>
                  </a:moveTo>
                  <a:lnTo>
                    <a:pt x="1" y="12537"/>
                  </a:lnTo>
                  <a:cubicBezTo>
                    <a:pt x="1" y="15301"/>
                    <a:pt x="2219" y="17519"/>
                    <a:pt x="4983" y="17519"/>
                  </a:cubicBezTo>
                  <a:lnTo>
                    <a:pt x="145326" y="17519"/>
                  </a:lnTo>
                  <a:cubicBezTo>
                    <a:pt x="148058" y="17519"/>
                    <a:pt x="150308" y="15301"/>
                    <a:pt x="150308" y="12537"/>
                  </a:cubicBezTo>
                  <a:lnTo>
                    <a:pt x="15030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8" name="Google Shape;4358;p38"/>
            <p:cNvSpPr/>
            <p:nvPr/>
          </p:nvSpPr>
          <p:spPr>
            <a:xfrm>
              <a:off x="2134450" y="3570700"/>
              <a:ext cx="3772175" cy="452450"/>
            </a:xfrm>
            <a:custGeom>
              <a:rect b="b" l="l" r="r" t="t"/>
              <a:pathLst>
                <a:path extrusionOk="0" h="18098" w="150887">
                  <a:moveTo>
                    <a:pt x="150308" y="579"/>
                  </a:moveTo>
                  <a:lnTo>
                    <a:pt x="150308" y="12826"/>
                  </a:lnTo>
                  <a:cubicBezTo>
                    <a:pt x="150308" y="14144"/>
                    <a:pt x="149761" y="15301"/>
                    <a:pt x="148925" y="16137"/>
                  </a:cubicBezTo>
                  <a:cubicBezTo>
                    <a:pt x="148057" y="17005"/>
                    <a:pt x="146900" y="17519"/>
                    <a:pt x="145615" y="17519"/>
                  </a:cubicBezTo>
                  <a:lnTo>
                    <a:pt x="5272" y="17519"/>
                  </a:lnTo>
                  <a:cubicBezTo>
                    <a:pt x="3986" y="17519"/>
                    <a:pt x="2797" y="17005"/>
                    <a:pt x="1961" y="16137"/>
                  </a:cubicBezTo>
                  <a:cubicBezTo>
                    <a:pt x="1093" y="15301"/>
                    <a:pt x="579" y="14144"/>
                    <a:pt x="579" y="12826"/>
                  </a:cubicBezTo>
                  <a:lnTo>
                    <a:pt x="579" y="579"/>
                  </a:lnTo>
                  <a:close/>
                  <a:moveTo>
                    <a:pt x="290" y="0"/>
                  </a:moveTo>
                  <a:cubicBezTo>
                    <a:pt x="193" y="0"/>
                    <a:pt x="129" y="32"/>
                    <a:pt x="65" y="97"/>
                  </a:cubicBezTo>
                  <a:cubicBezTo>
                    <a:pt x="33" y="129"/>
                    <a:pt x="0" y="225"/>
                    <a:pt x="0" y="290"/>
                  </a:cubicBezTo>
                  <a:lnTo>
                    <a:pt x="0" y="12826"/>
                  </a:lnTo>
                  <a:cubicBezTo>
                    <a:pt x="0" y="15751"/>
                    <a:pt x="2347" y="18098"/>
                    <a:pt x="5272" y="18098"/>
                  </a:cubicBezTo>
                  <a:lnTo>
                    <a:pt x="145615" y="18098"/>
                  </a:lnTo>
                  <a:cubicBezTo>
                    <a:pt x="148508" y="18098"/>
                    <a:pt x="150886" y="15751"/>
                    <a:pt x="150886" y="12826"/>
                  </a:cubicBezTo>
                  <a:lnTo>
                    <a:pt x="150886" y="290"/>
                  </a:lnTo>
                  <a:cubicBezTo>
                    <a:pt x="150886" y="225"/>
                    <a:pt x="150854" y="129"/>
                    <a:pt x="150790" y="97"/>
                  </a:cubicBezTo>
                  <a:cubicBezTo>
                    <a:pt x="150725" y="32"/>
                    <a:pt x="150661" y="0"/>
                    <a:pt x="1505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9" name="Google Shape;4359;p38"/>
            <p:cNvSpPr/>
            <p:nvPr/>
          </p:nvSpPr>
          <p:spPr>
            <a:xfrm>
              <a:off x="2141675" y="1197625"/>
              <a:ext cx="3757700" cy="2818300"/>
            </a:xfrm>
            <a:custGeom>
              <a:rect b="b" l="l" r="r" t="t"/>
              <a:pathLst>
                <a:path extrusionOk="0" h="112732" w="150308">
                  <a:moveTo>
                    <a:pt x="142722" y="7008"/>
                  </a:moveTo>
                  <a:lnTo>
                    <a:pt x="142722" y="86662"/>
                  </a:lnTo>
                  <a:lnTo>
                    <a:pt x="7555" y="86662"/>
                  </a:lnTo>
                  <a:lnTo>
                    <a:pt x="7555" y="7008"/>
                  </a:lnTo>
                  <a:close/>
                  <a:moveTo>
                    <a:pt x="4983" y="1"/>
                  </a:moveTo>
                  <a:cubicBezTo>
                    <a:pt x="2219" y="1"/>
                    <a:pt x="1" y="2251"/>
                    <a:pt x="1" y="4983"/>
                  </a:cubicBezTo>
                  <a:lnTo>
                    <a:pt x="1" y="107749"/>
                  </a:lnTo>
                  <a:cubicBezTo>
                    <a:pt x="1" y="110513"/>
                    <a:pt x="2219" y="112731"/>
                    <a:pt x="4983" y="112731"/>
                  </a:cubicBezTo>
                  <a:lnTo>
                    <a:pt x="145326" y="112731"/>
                  </a:lnTo>
                  <a:cubicBezTo>
                    <a:pt x="148058" y="112731"/>
                    <a:pt x="150308" y="110513"/>
                    <a:pt x="150308" y="107749"/>
                  </a:cubicBezTo>
                  <a:lnTo>
                    <a:pt x="150308" y="4983"/>
                  </a:lnTo>
                  <a:cubicBezTo>
                    <a:pt x="150308" y="2251"/>
                    <a:pt x="148058" y="1"/>
                    <a:pt x="1453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0" name="Google Shape;4360;p38"/>
            <p:cNvSpPr/>
            <p:nvPr/>
          </p:nvSpPr>
          <p:spPr>
            <a:xfrm>
              <a:off x="2134450" y="1190400"/>
              <a:ext cx="3772175" cy="2832750"/>
            </a:xfrm>
            <a:custGeom>
              <a:rect b="b" l="l" r="r" t="t"/>
              <a:pathLst>
                <a:path extrusionOk="0" h="113310" w="150887">
                  <a:moveTo>
                    <a:pt x="142722" y="7618"/>
                  </a:moveTo>
                  <a:lnTo>
                    <a:pt x="142722" y="86662"/>
                  </a:lnTo>
                  <a:lnTo>
                    <a:pt x="8133" y="86662"/>
                  </a:lnTo>
                  <a:lnTo>
                    <a:pt x="8133" y="7618"/>
                  </a:lnTo>
                  <a:close/>
                  <a:moveTo>
                    <a:pt x="7844" y="7008"/>
                  </a:moveTo>
                  <a:cubicBezTo>
                    <a:pt x="7779" y="7008"/>
                    <a:pt x="7683" y="7040"/>
                    <a:pt x="7651" y="7104"/>
                  </a:cubicBezTo>
                  <a:cubicBezTo>
                    <a:pt x="7587" y="7168"/>
                    <a:pt x="7554" y="7233"/>
                    <a:pt x="7554" y="7297"/>
                  </a:cubicBezTo>
                  <a:lnTo>
                    <a:pt x="7554" y="86951"/>
                  </a:lnTo>
                  <a:cubicBezTo>
                    <a:pt x="7554" y="87015"/>
                    <a:pt x="7587" y="87112"/>
                    <a:pt x="7651" y="87144"/>
                  </a:cubicBezTo>
                  <a:cubicBezTo>
                    <a:pt x="7683" y="87208"/>
                    <a:pt x="7779" y="87240"/>
                    <a:pt x="7844" y="87240"/>
                  </a:cubicBezTo>
                  <a:lnTo>
                    <a:pt x="143011" y="87240"/>
                  </a:lnTo>
                  <a:cubicBezTo>
                    <a:pt x="143107" y="87240"/>
                    <a:pt x="143172" y="87208"/>
                    <a:pt x="143236" y="87144"/>
                  </a:cubicBezTo>
                  <a:cubicBezTo>
                    <a:pt x="143300" y="87112"/>
                    <a:pt x="143332" y="87015"/>
                    <a:pt x="143332" y="86951"/>
                  </a:cubicBezTo>
                  <a:lnTo>
                    <a:pt x="143332" y="7297"/>
                  </a:lnTo>
                  <a:cubicBezTo>
                    <a:pt x="143332" y="7233"/>
                    <a:pt x="143300" y="7168"/>
                    <a:pt x="143236" y="7104"/>
                  </a:cubicBezTo>
                  <a:cubicBezTo>
                    <a:pt x="143172" y="7040"/>
                    <a:pt x="143107" y="7008"/>
                    <a:pt x="143011" y="7008"/>
                  </a:cubicBezTo>
                  <a:close/>
                  <a:moveTo>
                    <a:pt x="145615" y="579"/>
                  </a:moveTo>
                  <a:cubicBezTo>
                    <a:pt x="146900" y="579"/>
                    <a:pt x="148057" y="1125"/>
                    <a:pt x="148925" y="1961"/>
                  </a:cubicBezTo>
                  <a:cubicBezTo>
                    <a:pt x="149761" y="2829"/>
                    <a:pt x="150308" y="3986"/>
                    <a:pt x="150308" y="5272"/>
                  </a:cubicBezTo>
                  <a:lnTo>
                    <a:pt x="150308" y="108038"/>
                  </a:lnTo>
                  <a:cubicBezTo>
                    <a:pt x="150308" y="109356"/>
                    <a:pt x="149761" y="110513"/>
                    <a:pt x="148925" y="111349"/>
                  </a:cubicBezTo>
                  <a:cubicBezTo>
                    <a:pt x="148057" y="112217"/>
                    <a:pt x="146900" y="112731"/>
                    <a:pt x="145615" y="112731"/>
                  </a:cubicBezTo>
                  <a:lnTo>
                    <a:pt x="5272" y="112731"/>
                  </a:lnTo>
                  <a:cubicBezTo>
                    <a:pt x="3986" y="112731"/>
                    <a:pt x="2797" y="112217"/>
                    <a:pt x="1961" y="111349"/>
                  </a:cubicBezTo>
                  <a:cubicBezTo>
                    <a:pt x="1093" y="110513"/>
                    <a:pt x="579" y="109356"/>
                    <a:pt x="579" y="108038"/>
                  </a:cubicBezTo>
                  <a:lnTo>
                    <a:pt x="579" y="5272"/>
                  </a:lnTo>
                  <a:cubicBezTo>
                    <a:pt x="579" y="3986"/>
                    <a:pt x="1093" y="2829"/>
                    <a:pt x="1961" y="1961"/>
                  </a:cubicBezTo>
                  <a:cubicBezTo>
                    <a:pt x="2797" y="1125"/>
                    <a:pt x="3986" y="579"/>
                    <a:pt x="5272" y="579"/>
                  </a:cubicBezTo>
                  <a:close/>
                  <a:moveTo>
                    <a:pt x="5272" y="0"/>
                  </a:moveTo>
                  <a:cubicBezTo>
                    <a:pt x="2347" y="0"/>
                    <a:pt x="0" y="2379"/>
                    <a:pt x="0" y="5272"/>
                  </a:cubicBezTo>
                  <a:lnTo>
                    <a:pt x="0" y="108038"/>
                  </a:lnTo>
                  <a:cubicBezTo>
                    <a:pt x="0" y="110963"/>
                    <a:pt x="2347" y="113310"/>
                    <a:pt x="5272" y="113310"/>
                  </a:cubicBezTo>
                  <a:lnTo>
                    <a:pt x="145615" y="113310"/>
                  </a:lnTo>
                  <a:cubicBezTo>
                    <a:pt x="148508" y="113310"/>
                    <a:pt x="150886" y="110963"/>
                    <a:pt x="150886" y="108038"/>
                  </a:cubicBezTo>
                  <a:lnTo>
                    <a:pt x="150886" y="5272"/>
                  </a:lnTo>
                  <a:cubicBezTo>
                    <a:pt x="150886" y="2379"/>
                    <a:pt x="148508" y="0"/>
                    <a:pt x="1456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1" name="Google Shape;4361;p38"/>
            <p:cNvSpPr/>
            <p:nvPr/>
          </p:nvSpPr>
          <p:spPr>
            <a:xfrm>
              <a:off x="3951400" y="3727400"/>
              <a:ext cx="138250" cy="139050"/>
            </a:xfrm>
            <a:custGeom>
              <a:rect b="b" l="l" r="r" t="t"/>
              <a:pathLst>
                <a:path extrusionOk="0" h="5562" w="5530">
                  <a:moveTo>
                    <a:pt x="2765" y="0"/>
                  </a:moveTo>
                  <a:cubicBezTo>
                    <a:pt x="1222" y="0"/>
                    <a:pt x="1" y="1254"/>
                    <a:pt x="1" y="2797"/>
                  </a:cubicBezTo>
                  <a:cubicBezTo>
                    <a:pt x="1" y="4308"/>
                    <a:pt x="1222" y="5561"/>
                    <a:pt x="2765" y="5561"/>
                  </a:cubicBezTo>
                  <a:cubicBezTo>
                    <a:pt x="4276" y="5561"/>
                    <a:pt x="5530" y="4308"/>
                    <a:pt x="5530" y="2797"/>
                  </a:cubicBezTo>
                  <a:cubicBezTo>
                    <a:pt x="5530" y="1254"/>
                    <a:pt x="4276" y="0"/>
                    <a:pt x="27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2" name="Google Shape;4362;p38"/>
            <p:cNvSpPr/>
            <p:nvPr/>
          </p:nvSpPr>
          <p:spPr>
            <a:xfrm>
              <a:off x="3943375" y="3720175"/>
              <a:ext cx="153525" cy="153500"/>
            </a:xfrm>
            <a:custGeom>
              <a:rect b="b" l="l" r="r" t="t"/>
              <a:pathLst>
                <a:path extrusionOk="0" h="6140" w="6141">
                  <a:moveTo>
                    <a:pt x="3086" y="579"/>
                  </a:moveTo>
                  <a:cubicBezTo>
                    <a:pt x="3761" y="579"/>
                    <a:pt x="4372" y="868"/>
                    <a:pt x="4822" y="1318"/>
                  </a:cubicBezTo>
                  <a:cubicBezTo>
                    <a:pt x="5272" y="1768"/>
                    <a:pt x="5561" y="2379"/>
                    <a:pt x="5561" y="3086"/>
                  </a:cubicBezTo>
                  <a:cubicBezTo>
                    <a:pt x="5561" y="3761"/>
                    <a:pt x="5272" y="4372"/>
                    <a:pt x="4822" y="4822"/>
                  </a:cubicBezTo>
                  <a:cubicBezTo>
                    <a:pt x="4372" y="5272"/>
                    <a:pt x="3761" y="5561"/>
                    <a:pt x="3086" y="5561"/>
                  </a:cubicBezTo>
                  <a:cubicBezTo>
                    <a:pt x="2379" y="5561"/>
                    <a:pt x="1768" y="5272"/>
                    <a:pt x="1318" y="4822"/>
                  </a:cubicBezTo>
                  <a:cubicBezTo>
                    <a:pt x="868" y="4372"/>
                    <a:pt x="611" y="3761"/>
                    <a:pt x="611" y="3086"/>
                  </a:cubicBezTo>
                  <a:cubicBezTo>
                    <a:pt x="611" y="2379"/>
                    <a:pt x="868" y="1768"/>
                    <a:pt x="1318" y="1318"/>
                  </a:cubicBezTo>
                  <a:cubicBezTo>
                    <a:pt x="1768" y="868"/>
                    <a:pt x="2379" y="579"/>
                    <a:pt x="3086" y="579"/>
                  </a:cubicBezTo>
                  <a:close/>
                  <a:moveTo>
                    <a:pt x="3086" y="0"/>
                  </a:moveTo>
                  <a:cubicBezTo>
                    <a:pt x="1383" y="0"/>
                    <a:pt x="0" y="1382"/>
                    <a:pt x="0" y="3086"/>
                  </a:cubicBezTo>
                  <a:cubicBezTo>
                    <a:pt x="0" y="4758"/>
                    <a:pt x="1383" y="6140"/>
                    <a:pt x="3086" y="6140"/>
                  </a:cubicBezTo>
                  <a:cubicBezTo>
                    <a:pt x="4758" y="6140"/>
                    <a:pt x="6140" y="4758"/>
                    <a:pt x="6140" y="3086"/>
                  </a:cubicBezTo>
                  <a:cubicBezTo>
                    <a:pt x="6140" y="1382"/>
                    <a:pt x="4758" y="0"/>
                    <a:pt x="30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3" name="Google Shape;4363;p38"/>
            <p:cNvSpPr/>
            <p:nvPr/>
          </p:nvSpPr>
          <p:spPr>
            <a:xfrm>
              <a:off x="3413000" y="4570400"/>
              <a:ext cx="1215075" cy="57075"/>
            </a:xfrm>
            <a:custGeom>
              <a:rect b="b" l="l" r="r" t="t"/>
              <a:pathLst>
                <a:path extrusionOk="0" h="2283" w="48603">
                  <a:moveTo>
                    <a:pt x="0" y="0"/>
                  </a:moveTo>
                  <a:lnTo>
                    <a:pt x="0" y="2282"/>
                  </a:lnTo>
                  <a:lnTo>
                    <a:pt x="48602" y="2282"/>
                  </a:lnTo>
                  <a:lnTo>
                    <a:pt x="4860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4" name="Google Shape;4364;p38"/>
            <p:cNvSpPr/>
            <p:nvPr/>
          </p:nvSpPr>
          <p:spPr>
            <a:xfrm>
              <a:off x="3404950" y="4563150"/>
              <a:ext cx="1230350" cy="71550"/>
            </a:xfrm>
            <a:custGeom>
              <a:rect b="b" l="l" r="r" t="t"/>
              <a:pathLst>
                <a:path extrusionOk="0" h="2862" w="49214">
                  <a:moveTo>
                    <a:pt x="48635" y="579"/>
                  </a:moveTo>
                  <a:lnTo>
                    <a:pt x="48635" y="2251"/>
                  </a:lnTo>
                  <a:lnTo>
                    <a:pt x="611" y="2251"/>
                  </a:lnTo>
                  <a:lnTo>
                    <a:pt x="611" y="579"/>
                  </a:lnTo>
                  <a:close/>
                  <a:moveTo>
                    <a:pt x="322" y="1"/>
                  </a:moveTo>
                  <a:cubicBezTo>
                    <a:pt x="226" y="1"/>
                    <a:pt x="161" y="33"/>
                    <a:pt x="97" y="97"/>
                  </a:cubicBezTo>
                  <a:cubicBezTo>
                    <a:pt x="33" y="129"/>
                    <a:pt x="1" y="226"/>
                    <a:pt x="1" y="290"/>
                  </a:cubicBezTo>
                  <a:lnTo>
                    <a:pt x="1" y="2572"/>
                  </a:lnTo>
                  <a:cubicBezTo>
                    <a:pt x="1" y="2637"/>
                    <a:pt x="33" y="2701"/>
                    <a:pt x="97" y="2765"/>
                  </a:cubicBezTo>
                  <a:cubicBezTo>
                    <a:pt x="161" y="2829"/>
                    <a:pt x="226" y="2862"/>
                    <a:pt x="322" y="2862"/>
                  </a:cubicBezTo>
                  <a:lnTo>
                    <a:pt x="48924" y="2862"/>
                  </a:lnTo>
                  <a:cubicBezTo>
                    <a:pt x="49021" y="2862"/>
                    <a:pt x="49085" y="2829"/>
                    <a:pt x="49149" y="2765"/>
                  </a:cubicBezTo>
                  <a:cubicBezTo>
                    <a:pt x="49214" y="2701"/>
                    <a:pt x="49214" y="2637"/>
                    <a:pt x="49214" y="2572"/>
                  </a:cubicBezTo>
                  <a:lnTo>
                    <a:pt x="49214" y="290"/>
                  </a:lnTo>
                  <a:cubicBezTo>
                    <a:pt x="49214" y="226"/>
                    <a:pt x="49214" y="129"/>
                    <a:pt x="49149" y="97"/>
                  </a:cubicBezTo>
                  <a:cubicBezTo>
                    <a:pt x="49085" y="33"/>
                    <a:pt x="49021" y="1"/>
                    <a:pt x="4892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5" name="Google Shape;4365;p38"/>
            <p:cNvSpPr/>
            <p:nvPr/>
          </p:nvSpPr>
          <p:spPr>
            <a:xfrm>
              <a:off x="2180250" y="2902900"/>
              <a:ext cx="162350" cy="178425"/>
            </a:xfrm>
            <a:custGeom>
              <a:rect b="b" l="l" r="r" t="t"/>
              <a:pathLst>
                <a:path extrusionOk="0" h="7137" w="6494">
                  <a:moveTo>
                    <a:pt x="2122" y="0"/>
                  </a:moveTo>
                  <a:lnTo>
                    <a:pt x="129" y="1897"/>
                  </a:lnTo>
                  <a:cubicBezTo>
                    <a:pt x="129" y="1897"/>
                    <a:pt x="1" y="3279"/>
                    <a:pt x="1286" y="5047"/>
                  </a:cubicBezTo>
                  <a:cubicBezTo>
                    <a:pt x="2540" y="6815"/>
                    <a:pt x="2797" y="7136"/>
                    <a:pt x="2797" y="7136"/>
                  </a:cubicBezTo>
                  <a:cubicBezTo>
                    <a:pt x="2797" y="7136"/>
                    <a:pt x="3247" y="6236"/>
                    <a:pt x="4244" y="5047"/>
                  </a:cubicBezTo>
                  <a:cubicBezTo>
                    <a:pt x="5272" y="3858"/>
                    <a:pt x="6494" y="2732"/>
                    <a:pt x="6494" y="2732"/>
                  </a:cubicBezTo>
                  <a:cubicBezTo>
                    <a:pt x="5980" y="547"/>
                    <a:pt x="2122" y="0"/>
                    <a:pt x="21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6" name="Google Shape;4366;p38"/>
            <p:cNvSpPr/>
            <p:nvPr/>
          </p:nvSpPr>
          <p:spPr>
            <a:xfrm>
              <a:off x="2177050" y="2895650"/>
              <a:ext cx="172800" cy="192900"/>
            </a:xfrm>
            <a:custGeom>
              <a:rect b="b" l="l" r="r" t="t"/>
              <a:pathLst>
                <a:path extrusionOk="0" h="7716" w="6912">
                  <a:moveTo>
                    <a:pt x="2356" y="566"/>
                  </a:moveTo>
                  <a:cubicBezTo>
                    <a:pt x="2682" y="623"/>
                    <a:pt x="3523" y="792"/>
                    <a:pt x="4340" y="1158"/>
                  </a:cubicBezTo>
                  <a:cubicBezTo>
                    <a:pt x="4790" y="1351"/>
                    <a:pt x="5272" y="1608"/>
                    <a:pt x="5625" y="1930"/>
                  </a:cubicBezTo>
                  <a:cubicBezTo>
                    <a:pt x="5971" y="2218"/>
                    <a:pt x="6214" y="2558"/>
                    <a:pt x="6330" y="2950"/>
                  </a:cubicBezTo>
                  <a:lnTo>
                    <a:pt x="6330" y="2950"/>
                  </a:lnTo>
                  <a:cubicBezTo>
                    <a:pt x="5982" y="3271"/>
                    <a:pt x="5007" y="4192"/>
                    <a:pt x="4179" y="5176"/>
                  </a:cubicBezTo>
                  <a:cubicBezTo>
                    <a:pt x="3544" y="5910"/>
                    <a:pt x="3130" y="6546"/>
                    <a:pt x="2898" y="6933"/>
                  </a:cubicBezTo>
                  <a:lnTo>
                    <a:pt x="2898" y="6933"/>
                  </a:lnTo>
                  <a:cubicBezTo>
                    <a:pt x="2886" y="6916"/>
                    <a:pt x="2874" y="6898"/>
                    <a:pt x="2861" y="6880"/>
                  </a:cubicBezTo>
                  <a:cubicBezTo>
                    <a:pt x="2636" y="6590"/>
                    <a:pt x="2250" y="6076"/>
                    <a:pt x="1607" y="5176"/>
                  </a:cubicBezTo>
                  <a:cubicBezTo>
                    <a:pt x="614" y="3798"/>
                    <a:pt x="515" y="2644"/>
                    <a:pt x="514" y="2318"/>
                  </a:cubicBezTo>
                  <a:lnTo>
                    <a:pt x="514" y="2318"/>
                  </a:lnTo>
                  <a:lnTo>
                    <a:pt x="2356" y="566"/>
                  </a:lnTo>
                  <a:close/>
                  <a:moveTo>
                    <a:pt x="2282" y="1"/>
                  </a:moveTo>
                  <a:cubicBezTo>
                    <a:pt x="2218" y="1"/>
                    <a:pt x="2122" y="33"/>
                    <a:pt x="2057" y="97"/>
                  </a:cubicBezTo>
                  <a:lnTo>
                    <a:pt x="64" y="1994"/>
                  </a:lnTo>
                  <a:cubicBezTo>
                    <a:pt x="32" y="2058"/>
                    <a:pt x="0" y="2090"/>
                    <a:pt x="0" y="2155"/>
                  </a:cubicBezTo>
                  <a:cubicBezTo>
                    <a:pt x="0" y="2187"/>
                    <a:pt x="0" y="2219"/>
                    <a:pt x="0" y="2315"/>
                  </a:cubicBezTo>
                  <a:cubicBezTo>
                    <a:pt x="0" y="2733"/>
                    <a:pt x="97" y="3987"/>
                    <a:pt x="1189" y="5498"/>
                  </a:cubicBezTo>
                  <a:cubicBezTo>
                    <a:pt x="2475" y="7266"/>
                    <a:pt x="2700" y="7587"/>
                    <a:pt x="2700" y="7587"/>
                  </a:cubicBezTo>
                  <a:cubicBezTo>
                    <a:pt x="2765" y="7683"/>
                    <a:pt x="2861" y="7716"/>
                    <a:pt x="2957" y="7716"/>
                  </a:cubicBezTo>
                  <a:cubicBezTo>
                    <a:pt x="3054" y="7683"/>
                    <a:pt x="3118" y="7651"/>
                    <a:pt x="3150" y="7555"/>
                  </a:cubicBezTo>
                  <a:lnTo>
                    <a:pt x="3182" y="7523"/>
                  </a:lnTo>
                  <a:cubicBezTo>
                    <a:pt x="3279" y="7330"/>
                    <a:pt x="3729" y="6526"/>
                    <a:pt x="4597" y="5498"/>
                  </a:cubicBezTo>
                  <a:cubicBezTo>
                    <a:pt x="5079" y="4919"/>
                    <a:pt x="5658" y="4340"/>
                    <a:pt x="6075" y="3922"/>
                  </a:cubicBezTo>
                  <a:cubicBezTo>
                    <a:pt x="6300" y="3730"/>
                    <a:pt x="6493" y="3537"/>
                    <a:pt x="6622" y="3408"/>
                  </a:cubicBezTo>
                  <a:cubicBezTo>
                    <a:pt x="6750" y="3312"/>
                    <a:pt x="6815" y="3247"/>
                    <a:pt x="6815" y="3247"/>
                  </a:cubicBezTo>
                  <a:cubicBezTo>
                    <a:pt x="6879" y="3183"/>
                    <a:pt x="6911" y="3055"/>
                    <a:pt x="6911" y="2958"/>
                  </a:cubicBezTo>
                  <a:cubicBezTo>
                    <a:pt x="6750" y="2347"/>
                    <a:pt x="6365" y="1865"/>
                    <a:pt x="5915" y="1480"/>
                  </a:cubicBezTo>
                  <a:cubicBezTo>
                    <a:pt x="5208" y="901"/>
                    <a:pt x="4307" y="547"/>
                    <a:pt x="3568" y="322"/>
                  </a:cubicBezTo>
                  <a:cubicBezTo>
                    <a:pt x="2861" y="97"/>
                    <a:pt x="2282" y="33"/>
                    <a:pt x="22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7" name="Google Shape;4367;p38"/>
            <p:cNvSpPr/>
            <p:nvPr/>
          </p:nvSpPr>
          <p:spPr>
            <a:xfrm>
              <a:off x="2210000" y="2764900"/>
              <a:ext cx="282075" cy="242375"/>
            </a:xfrm>
            <a:custGeom>
              <a:rect b="b" l="l" r="r" t="t"/>
              <a:pathLst>
                <a:path extrusionOk="0" h="9695" w="11283">
                  <a:moveTo>
                    <a:pt x="5918" y="0"/>
                  </a:moveTo>
                  <a:cubicBezTo>
                    <a:pt x="4911" y="0"/>
                    <a:pt x="3878" y="114"/>
                    <a:pt x="3311" y="506"/>
                  </a:cubicBezTo>
                  <a:cubicBezTo>
                    <a:pt x="1929" y="1438"/>
                    <a:pt x="1382" y="2627"/>
                    <a:pt x="707" y="4588"/>
                  </a:cubicBezTo>
                  <a:cubicBezTo>
                    <a:pt x="0" y="6517"/>
                    <a:pt x="868" y="5584"/>
                    <a:pt x="1639" y="7031"/>
                  </a:cubicBezTo>
                  <a:cubicBezTo>
                    <a:pt x="2411" y="8445"/>
                    <a:pt x="2411" y="8381"/>
                    <a:pt x="3022" y="8477"/>
                  </a:cubicBezTo>
                  <a:cubicBezTo>
                    <a:pt x="3632" y="8574"/>
                    <a:pt x="4018" y="8574"/>
                    <a:pt x="4018" y="8574"/>
                  </a:cubicBezTo>
                  <a:cubicBezTo>
                    <a:pt x="4018" y="8574"/>
                    <a:pt x="5143" y="8960"/>
                    <a:pt x="6525" y="9474"/>
                  </a:cubicBezTo>
                  <a:cubicBezTo>
                    <a:pt x="6960" y="9629"/>
                    <a:pt x="7295" y="9694"/>
                    <a:pt x="7559" y="9694"/>
                  </a:cubicBezTo>
                  <a:cubicBezTo>
                    <a:pt x="8117" y="9694"/>
                    <a:pt x="8365" y="9405"/>
                    <a:pt x="8583" y="9056"/>
                  </a:cubicBezTo>
                  <a:cubicBezTo>
                    <a:pt x="8904" y="8510"/>
                    <a:pt x="9386" y="4588"/>
                    <a:pt x="9386" y="4588"/>
                  </a:cubicBezTo>
                  <a:cubicBezTo>
                    <a:pt x="9386" y="4588"/>
                    <a:pt x="10479" y="4074"/>
                    <a:pt x="10865" y="2949"/>
                  </a:cubicBezTo>
                  <a:cubicBezTo>
                    <a:pt x="11283" y="1824"/>
                    <a:pt x="9740" y="2145"/>
                    <a:pt x="9290" y="1984"/>
                  </a:cubicBezTo>
                  <a:cubicBezTo>
                    <a:pt x="8840" y="1824"/>
                    <a:pt x="8647" y="216"/>
                    <a:pt x="8647" y="216"/>
                  </a:cubicBezTo>
                  <a:cubicBezTo>
                    <a:pt x="8647" y="216"/>
                    <a:pt x="7307" y="0"/>
                    <a:pt x="591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8" name="Google Shape;4368;p38"/>
            <p:cNvSpPr/>
            <p:nvPr/>
          </p:nvSpPr>
          <p:spPr>
            <a:xfrm>
              <a:off x="2214000" y="2758250"/>
              <a:ext cx="276475" cy="255575"/>
            </a:xfrm>
            <a:custGeom>
              <a:rect b="b" l="l" r="r" t="t"/>
              <a:pathLst>
                <a:path extrusionOk="0" h="10223" w="11059">
                  <a:moveTo>
                    <a:pt x="5722" y="547"/>
                  </a:moveTo>
                  <a:cubicBezTo>
                    <a:pt x="6397" y="547"/>
                    <a:pt x="7073" y="611"/>
                    <a:pt x="7587" y="643"/>
                  </a:cubicBezTo>
                  <a:cubicBezTo>
                    <a:pt x="7844" y="675"/>
                    <a:pt x="8069" y="707"/>
                    <a:pt x="8198" y="739"/>
                  </a:cubicBezTo>
                  <a:cubicBezTo>
                    <a:pt x="8218" y="739"/>
                    <a:pt x="8236" y="740"/>
                    <a:pt x="8254" y="741"/>
                  </a:cubicBezTo>
                  <a:lnTo>
                    <a:pt x="8254" y="741"/>
                  </a:lnTo>
                  <a:cubicBezTo>
                    <a:pt x="8277" y="902"/>
                    <a:pt x="8319" y="1132"/>
                    <a:pt x="8390" y="1382"/>
                  </a:cubicBezTo>
                  <a:cubicBezTo>
                    <a:pt x="8423" y="1607"/>
                    <a:pt x="8519" y="1832"/>
                    <a:pt x="8615" y="2025"/>
                  </a:cubicBezTo>
                  <a:cubicBezTo>
                    <a:pt x="8648" y="2122"/>
                    <a:pt x="8712" y="2218"/>
                    <a:pt x="8776" y="2315"/>
                  </a:cubicBezTo>
                  <a:cubicBezTo>
                    <a:pt x="8840" y="2411"/>
                    <a:pt x="8937" y="2475"/>
                    <a:pt x="9033" y="2507"/>
                  </a:cubicBezTo>
                  <a:cubicBezTo>
                    <a:pt x="9194" y="2572"/>
                    <a:pt x="9387" y="2572"/>
                    <a:pt x="9548" y="2572"/>
                  </a:cubicBezTo>
                  <a:cubicBezTo>
                    <a:pt x="9805" y="2604"/>
                    <a:pt x="10094" y="2604"/>
                    <a:pt x="10287" y="2668"/>
                  </a:cubicBezTo>
                  <a:cubicBezTo>
                    <a:pt x="10383" y="2700"/>
                    <a:pt x="10448" y="2732"/>
                    <a:pt x="10480" y="2765"/>
                  </a:cubicBezTo>
                  <a:cubicBezTo>
                    <a:pt x="10512" y="2765"/>
                    <a:pt x="10512" y="2797"/>
                    <a:pt x="10512" y="2861"/>
                  </a:cubicBezTo>
                  <a:cubicBezTo>
                    <a:pt x="10512" y="2925"/>
                    <a:pt x="10512" y="3022"/>
                    <a:pt x="10480" y="3118"/>
                  </a:cubicBezTo>
                  <a:cubicBezTo>
                    <a:pt x="10287" y="3632"/>
                    <a:pt x="9933" y="4018"/>
                    <a:pt x="9644" y="4243"/>
                  </a:cubicBezTo>
                  <a:cubicBezTo>
                    <a:pt x="9516" y="4372"/>
                    <a:pt x="9355" y="4468"/>
                    <a:pt x="9258" y="4533"/>
                  </a:cubicBezTo>
                  <a:cubicBezTo>
                    <a:pt x="9226" y="4565"/>
                    <a:pt x="9194" y="4597"/>
                    <a:pt x="9162" y="4597"/>
                  </a:cubicBezTo>
                  <a:lnTo>
                    <a:pt x="9130" y="4629"/>
                  </a:lnTo>
                  <a:cubicBezTo>
                    <a:pt x="9033" y="4661"/>
                    <a:pt x="8969" y="4725"/>
                    <a:pt x="8969" y="4822"/>
                  </a:cubicBezTo>
                  <a:cubicBezTo>
                    <a:pt x="8969" y="4822"/>
                    <a:pt x="8937" y="5079"/>
                    <a:pt x="8873" y="5433"/>
                  </a:cubicBezTo>
                  <a:cubicBezTo>
                    <a:pt x="8808" y="6011"/>
                    <a:pt x="8680" y="6847"/>
                    <a:pt x="8551" y="7618"/>
                  </a:cubicBezTo>
                  <a:cubicBezTo>
                    <a:pt x="8487" y="8004"/>
                    <a:pt x="8423" y="8358"/>
                    <a:pt x="8358" y="8647"/>
                  </a:cubicBezTo>
                  <a:cubicBezTo>
                    <a:pt x="8326" y="8776"/>
                    <a:pt x="8294" y="8904"/>
                    <a:pt x="8262" y="9001"/>
                  </a:cubicBezTo>
                  <a:cubicBezTo>
                    <a:pt x="8230" y="9097"/>
                    <a:pt x="8198" y="9161"/>
                    <a:pt x="8198" y="9161"/>
                  </a:cubicBezTo>
                  <a:cubicBezTo>
                    <a:pt x="8101" y="9322"/>
                    <a:pt x="8005" y="9451"/>
                    <a:pt x="7876" y="9547"/>
                  </a:cubicBezTo>
                  <a:cubicBezTo>
                    <a:pt x="7780" y="9644"/>
                    <a:pt x="7651" y="9676"/>
                    <a:pt x="7394" y="9676"/>
                  </a:cubicBezTo>
                  <a:cubicBezTo>
                    <a:pt x="7169" y="9676"/>
                    <a:pt x="6880" y="9611"/>
                    <a:pt x="6430" y="9483"/>
                  </a:cubicBezTo>
                  <a:cubicBezTo>
                    <a:pt x="5080" y="9001"/>
                    <a:pt x="3955" y="8583"/>
                    <a:pt x="3955" y="8583"/>
                  </a:cubicBezTo>
                  <a:lnTo>
                    <a:pt x="3858" y="8583"/>
                  </a:lnTo>
                  <a:lnTo>
                    <a:pt x="3794" y="8551"/>
                  </a:lnTo>
                  <a:cubicBezTo>
                    <a:pt x="3665" y="8551"/>
                    <a:pt x="3344" y="8551"/>
                    <a:pt x="2894" y="8486"/>
                  </a:cubicBezTo>
                  <a:cubicBezTo>
                    <a:pt x="2733" y="8454"/>
                    <a:pt x="2637" y="8422"/>
                    <a:pt x="2572" y="8422"/>
                  </a:cubicBezTo>
                  <a:cubicBezTo>
                    <a:pt x="2540" y="8390"/>
                    <a:pt x="2508" y="8390"/>
                    <a:pt x="2476" y="8358"/>
                  </a:cubicBezTo>
                  <a:cubicBezTo>
                    <a:pt x="2412" y="8326"/>
                    <a:pt x="2315" y="8229"/>
                    <a:pt x="2219" y="8036"/>
                  </a:cubicBezTo>
                  <a:cubicBezTo>
                    <a:pt x="2090" y="7843"/>
                    <a:pt x="1929" y="7554"/>
                    <a:pt x="1704" y="7168"/>
                  </a:cubicBezTo>
                  <a:cubicBezTo>
                    <a:pt x="1415" y="6590"/>
                    <a:pt x="1062" y="6333"/>
                    <a:pt x="804" y="6172"/>
                  </a:cubicBezTo>
                  <a:cubicBezTo>
                    <a:pt x="708" y="6108"/>
                    <a:pt x="612" y="6043"/>
                    <a:pt x="612" y="6011"/>
                  </a:cubicBezTo>
                  <a:cubicBezTo>
                    <a:pt x="579" y="5979"/>
                    <a:pt x="547" y="5947"/>
                    <a:pt x="547" y="5850"/>
                  </a:cubicBezTo>
                  <a:cubicBezTo>
                    <a:pt x="547" y="5722"/>
                    <a:pt x="612" y="5400"/>
                    <a:pt x="804" y="4918"/>
                  </a:cubicBezTo>
                  <a:cubicBezTo>
                    <a:pt x="1126" y="3954"/>
                    <a:pt x="1447" y="3182"/>
                    <a:pt x="1833" y="2572"/>
                  </a:cubicBezTo>
                  <a:cubicBezTo>
                    <a:pt x="2187" y="1929"/>
                    <a:pt x="2637" y="1447"/>
                    <a:pt x="3279" y="997"/>
                  </a:cubicBezTo>
                  <a:cubicBezTo>
                    <a:pt x="3505" y="836"/>
                    <a:pt x="3890" y="707"/>
                    <a:pt x="4308" y="643"/>
                  </a:cubicBezTo>
                  <a:cubicBezTo>
                    <a:pt x="4726" y="579"/>
                    <a:pt x="5240" y="547"/>
                    <a:pt x="5722" y="547"/>
                  </a:cubicBezTo>
                  <a:close/>
                  <a:moveTo>
                    <a:pt x="5722" y="0"/>
                  </a:moveTo>
                  <a:cubicBezTo>
                    <a:pt x="5208" y="0"/>
                    <a:pt x="4694" y="32"/>
                    <a:pt x="4212" y="129"/>
                  </a:cubicBezTo>
                  <a:cubicBezTo>
                    <a:pt x="3762" y="193"/>
                    <a:pt x="3312" y="322"/>
                    <a:pt x="2990" y="547"/>
                  </a:cubicBezTo>
                  <a:cubicBezTo>
                    <a:pt x="2283" y="1029"/>
                    <a:pt x="1769" y="1607"/>
                    <a:pt x="1351" y="2282"/>
                  </a:cubicBezTo>
                  <a:cubicBezTo>
                    <a:pt x="933" y="2990"/>
                    <a:pt x="644" y="3793"/>
                    <a:pt x="290" y="4758"/>
                  </a:cubicBezTo>
                  <a:cubicBezTo>
                    <a:pt x="97" y="5272"/>
                    <a:pt x="33" y="5593"/>
                    <a:pt x="33" y="5850"/>
                  </a:cubicBezTo>
                  <a:cubicBezTo>
                    <a:pt x="1" y="6043"/>
                    <a:pt x="65" y="6236"/>
                    <a:pt x="194" y="6365"/>
                  </a:cubicBezTo>
                  <a:cubicBezTo>
                    <a:pt x="354" y="6525"/>
                    <a:pt x="515" y="6622"/>
                    <a:pt x="676" y="6751"/>
                  </a:cubicBezTo>
                  <a:cubicBezTo>
                    <a:pt x="869" y="6879"/>
                    <a:pt x="1029" y="7040"/>
                    <a:pt x="1254" y="7426"/>
                  </a:cubicBezTo>
                  <a:cubicBezTo>
                    <a:pt x="1640" y="8133"/>
                    <a:pt x="1833" y="8486"/>
                    <a:pt x="2058" y="8711"/>
                  </a:cubicBezTo>
                  <a:cubicBezTo>
                    <a:pt x="2154" y="8808"/>
                    <a:pt x="2283" y="8904"/>
                    <a:pt x="2412" y="8936"/>
                  </a:cubicBezTo>
                  <a:cubicBezTo>
                    <a:pt x="2540" y="8968"/>
                    <a:pt x="2669" y="8968"/>
                    <a:pt x="2829" y="9001"/>
                  </a:cubicBezTo>
                  <a:cubicBezTo>
                    <a:pt x="3280" y="9072"/>
                    <a:pt x="3608" y="9090"/>
                    <a:pt x="3762" y="9095"/>
                  </a:cubicBezTo>
                  <a:lnTo>
                    <a:pt x="3762" y="9095"/>
                  </a:lnTo>
                  <a:lnTo>
                    <a:pt x="3762" y="9097"/>
                  </a:lnTo>
                  <a:cubicBezTo>
                    <a:pt x="3762" y="9097"/>
                    <a:pt x="4887" y="9483"/>
                    <a:pt x="6269" y="9965"/>
                  </a:cubicBezTo>
                  <a:cubicBezTo>
                    <a:pt x="6719" y="10126"/>
                    <a:pt x="7105" y="10222"/>
                    <a:pt x="7394" y="10222"/>
                  </a:cubicBezTo>
                  <a:cubicBezTo>
                    <a:pt x="7715" y="10222"/>
                    <a:pt x="8005" y="10126"/>
                    <a:pt x="8198" y="9965"/>
                  </a:cubicBezTo>
                  <a:cubicBezTo>
                    <a:pt x="8390" y="9836"/>
                    <a:pt x="8551" y="9644"/>
                    <a:pt x="8648" y="9451"/>
                  </a:cubicBezTo>
                  <a:cubicBezTo>
                    <a:pt x="8712" y="9322"/>
                    <a:pt x="8744" y="9193"/>
                    <a:pt x="8808" y="9033"/>
                  </a:cubicBezTo>
                  <a:cubicBezTo>
                    <a:pt x="8969" y="8454"/>
                    <a:pt x="9130" y="7426"/>
                    <a:pt x="9258" y="6525"/>
                  </a:cubicBezTo>
                  <a:cubicBezTo>
                    <a:pt x="9378" y="5881"/>
                    <a:pt x="9461" y="5291"/>
                    <a:pt x="9497" y="5029"/>
                  </a:cubicBezTo>
                  <a:lnTo>
                    <a:pt x="9497" y="5029"/>
                  </a:lnTo>
                  <a:cubicBezTo>
                    <a:pt x="9819" y="4837"/>
                    <a:pt x="10604" y="4308"/>
                    <a:pt x="10962" y="3311"/>
                  </a:cubicBezTo>
                  <a:cubicBezTo>
                    <a:pt x="11026" y="3150"/>
                    <a:pt x="11058" y="3022"/>
                    <a:pt x="11058" y="2861"/>
                  </a:cubicBezTo>
                  <a:cubicBezTo>
                    <a:pt x="11058" y="2732"/>
                    <a:pt x="11026" y="2636"/>
                    <a:pt x="10962" y="2507"/>
                  </a:cubicBezTo>
                  <a:cubicBezTo>
                    <a:pt x="10866" y="2315"/>
                    <a:pt x="10673" y="2218"/>
                    <a:pt x="10512" y="2154"/>
                  </a:cubicBezTo>
                  <a:cubicBezTo>
                    <a:pt x="10255" y="2090"/>
                    <a:pt x="9998" y="2057"/>
                    <a:pt x="9741" y="2057"/>
                  </a:cubicBezTo>
                  <a:lnTo>
                    <a:pt x="9419" y="2057"/>
                  </a:lnTo>
                  <a:cubicBezTo>
                    <a:pt x="9323" y="2025"/>
                    <a:pt x="9258" y="2025"/>
                    <a:pt x="9226" y="2025"/>
                  </a:cubicBezTo>
                  <a:cubicBezTo>
                    <a:pt x="9226" y="2025"/>
                    <a:pt x="9130" y="1929"/>
                    <a:pt x="9065" y="1768"/>
                  </a:cubicBezTo>
                  <a:cubicBezTo>
                    <a:pt x="8969" y="1543"/>
                    <a:pt x="8873" y="1190"/>
                    <a:pt x="8840" y="932"/>
                  </a:cubicBezTo>
                  <a:cubicBezTo>
                    <a:pt x="8808" y="804"/>
                    <a:pt x="8776" y="675"/>
                    <a:pt x="8776" y="611"/>
                  </a:cubicBezTo>
                  <a:cubicBezTo>
                    <a:pt x="8744" y="514"/>
                    <a:pt x="8744" y="450"/>
                    <a:pt x="8744" y="450"/>
                  </a:cubicBezTo>
                  <a:cubicBezTo>
                    <a:pt x="8744" y="354"/>
                    <a:pt x="8648" y="257"/>
                    <a:pt x="8519" y="225"/>
                  </a:cubicBezTo>
                  <a:cubicBezTo>
                    <a:pt x="8519" y="225"/>
                    <a:pt x="7137" y="0"/>
                    <a:pt x="57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9" name="Google Shape;4369;p38"/>
            <p:cNvSpPr/>
            <p:nvPr/>
          </p:nvSpPr>
          <p:spPr>
            <a:xfrm>
              <a:off x="2414900" y="2812075"/>
              <a:ext cx="12900" cy="42625"/>
            </a:xfrm>
            <a:custGeom>
              <a:rect b="b" l="l" r="r" t="t"/>
              <a:pathLst>
                <a:path extrusionOk="0" h="1705" w="516">
                  <a:moveTo>
                    <a:pt x="194" y="1"/>
                  </a:moveTo>
                  <a:cubicBezTo>
                    <a:pt x="65" y="33"/>
                    <a:pt x="1" y="419"/>
                    <a:pt x="33" y="869"/>
                  </a:cubicBezTo>
                  <a:cubicBezTo>
                    <a:pt x="65" y="1351"/>
                    <a:pt x="194" y="1704"/>
                    <a:pt x="322" y="1704"/>
                  </a:cubicBezTo>
                  <a:cubicBezTo>
                    <a:pt x="451" y="1672"/>
                    <a:pt x="515" y="1287"/>
                    <a:pt x="483" y="837"/>
                  </a:cubicBezTo>
                  <a:cubicBezTo>
                    <a:pt x="451" y="387"/>
                    <a:pt x="322" y="1"/>
                    <a:pt x="19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0" name="Google Shape;4370;p38"/>
            <p:cNvSpPr/>
            <p:nvPr/>
          </p:nvSpPr>
          <p:spPr>
            <a:xfrm>
              <a:off x="2047650" y="2005300"/>
              <a:ext cx="213800" cy="665375"/>
            </a:xfrm>
            <a:custGeom>
              <a:rect b="b" l="l" r="r" t="t"/>
              <a:pathLst>
                <a:path extrusionOk="0" h="26615" w="8552">
                  <a:moveTo>
                    <a:pt x="3933" y="1"/>
                  </a:moveTo>
                  <a:cubicBezTo>
                    <a:pt x="3662" y="1"/>
                    <a:pt x="3472" y="320"/>
                    <a:pt x="3472" y="320"/>
                  </a:cubicBezTo>
                  <a:lnTo>
                    <a:pt x="3858" y="2795"/>
                  </a:lnTo>
                  <a:cubicBezTo>
                    <a:pt x="3858" y="2795"/>
                    <a:pt x="2733" y="417"/>
                    <a:pt x="2315" y="159"/>
                  </a:cubicBezTo>
                  <a:cubicBezTo>
                    <a:pt x="2178" y="85"/>
                    <a:pt x="2061" y="55"/>
                    <a:pt x="1960" y="55"/>
                  </a:cubicBezTo>
                  <a:cubicBezTo>
                    <a:pt x="1541" y="55"/>
                    <a:pt x="1415" y="577"/>
                    <a:pt x="1415" y="577"/>
                  </a:cubicBezTo>
                  <a:lnTo>
                    <a:pt x="2830" y="3824"/>
                  </a:lnTo>
                  <a:cubicBezTo>
                    <a:pt x="2830" y="3824"/>
                    <a:pt x="1640" y="1574"/>
                    <a:pt x="1126" y="1445"/>
                  </a:cubicBezTo>
                  <a:cubicBezTo>
                    <a:pt x="1081" y="1434"/>
                    <a:pt x="1041" y="1429"/>
                    <a:pt x="1004" y="1429"/>
                  </a:cubicBezTo>
                  <a:cubicBezTo>
                    <a:pt x="617" y="1429"/>
                    <a:pt x="644" y="1992"/>
                    <a:pt x="644" y="1992"/>
                  </a:cubicBezTo>
                  <a:lnTo>
                    <a:pt x="2058" y="4853"/>
                  </a:lnTo>
                  <a:cubicBezTo>
                    <a:pt x="2058" y="4853"/>
                    <a:pt x="1544" y="4081"/>
                    <a:pt x="1029" y="3695"/>
                  </a:cubicBezTo>
                  <a:cubicBezTo>
                    <a:pt x="893" y="3593"/>
                    <a:pt x="777" y="3552"/>
                    <a:pt x="684" y="3552"/>
                  </a:cubicBezTo>
                  <a:cubicBezTo>
                    <a:pt x="427" y="3552"/>
                    <a:pt x="350" y="3869"/>
                    <a:pt x="515" y="4081"/>
                  </a:cubicBezTo>
                  <a:cubicBezTo>
                    <a:pt x="708" y="4338"/>
                    <a:pt x="3215" y="7971"/>
                    <a:pt x="3215" y="7971"/>
                  </a:cubicBezTo>
                  <a:cubicBezTo>
                    <a:pt x="3215" y="7971"/>
                    <a:pt x="1" y="18450"/>
                    <a:pt x="1" y="20153"/>
                  </a:cubicBezTo>
                  <a:cubicBezTo>
                    <a:pt x="1" y="21825"/>
                    <a:pt x="901" y="26614"/>
                    <a:pt x="901" y="26614"/>
                  </a:cubicBezTo>
                  <a:lnTo>
                    <a:pt x="5433" y="26100"/>
                  </a:lnTo>
                  <a:lnTo>
                    <a:pt x="4790" y="20411"/>
                  </a:lnTo>
                  <a:lnTo>
                    <a:pt x="5433" y="7971"/>
                  </a:lnTo>
                  <a:cubicBezTo>
                    <a:pt x="5433" y="7971"/>
                    <a:pt x="6333" y="6653"/>
                    <a:pt x="6719" y="6267"/>
                  </a:cubicBezTo>
                  <a:cubicBezTo>
                    <a:pt x="6976" y="6010"/>
                    <a:pt x="7812" y="5303"/>
                    <a:pt x="8294" y="4917"/>
                  </a:cubicBezTo>
                  <a:cubicBezTo>
                    <a:pt x="8519" y="4724"/>
                    <a:pt x="8551" y="4403"/>
                    <a:pt x="8423" y="4178"/>
                  </a:cubicBezTo>
                  <a:cubicBezTo>
                    <a:pt x="8309" y="3973"/>
                    <a:pt x="8114" y="3865"/>
                    <a:pt x="7908" y="3865"/>
                  </a:cubicBezTo>
                  <a:cubicBezTo>
                    <a:pt x="7823" y="3865"/>
                    <a:pt x="7736" y="3883"/>
                    <a:pt x="7651" y="3920"/>
                  </a:cubicBezTo>
                  <a:lnTo>
                    <a:pt x="5819" y="4853"/>
                  </a:lnTo>
                  <a:cubicBezTo>
                    <a:pt x="5819" y="4853"/>
                    <a:pt x="4758" y="1092"/>
                    <a:pt x="4533" y="577"/>
                  </a:cubicBezTo>
                  <a:cubicBezTo>
                    <a:pt x="4318" y="135"/>
                    <a:pt x="4108" y="1"/>
                    <a:pt x="393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1" name="Google Shape;4371;p38"/>
            <p:cNvSpPr/>
            <p:nvPr/>
          </p:nvSpPr>
          <p:spPr>
            <a:xfrm>
              <a:off x="2047650" y="2204550"/>
              <a:ext cx="80400" cy="466125"/>
            </a:xfrm>
            <a:custGeom>
              <a:rect b="b" l="l" r="r" t="t"/>
              <a:pathLst>
                <a:path extrusionOk="0" h="18645" w="3216">
                  <a:moveTo>
                    <a:pt x="3215" y="1"/>
                  </a:moveTo>
                  <a:cubicBezTo>
                    <a:pt x="3215" y="1"/>
                    <a:pt x="1" y="10480"/>
                    <a:pt x="1" y="12183"/>
                  </a:cubicBezTo>
                  <a:cubicBezTo>
                    <a:pt x="1" y="13855"/>
                    <a:pt x="901" y="18644"/>
                    <a:pt x="901" y="18644"/>
                  </a:cubicBezTo>
                  <a:lnTo>
                    <a:pt x="2090" y="18516"/>
                  </a:lnTo>
                  <a:cubicBezTo>
                    <a:pt x="2090" y="17134"/>
                    <a:pt x="2058" y="15848"/>
                    <a:pt x="2026" y="14948"/>
                  </a:cubicBezTo>
                  <a:cubicBezTo>
                    <a:pt x="1865" y="11541"/>
                    <a:pt x="3215" y="1"/>
                    <a:pt x="321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2" name="Google Shape;4372;p38"/>
            <p:cNvSpPr/>
            <p:nvPr/>
          </p:nvSpPr>
          <p:spPr>
            <a:xfrm>
              <a:off x="2054100" y="2240725"/>
              <a:ext cx="69925" cy="289325"/>
            </a:xfrm>
            <a:custGeom>
              <a:rect b="b" l="l" r="r" t="t"/>
              <a:pathLst>
                <a:path extrusionOk="0" h="11573" w="2797">
                  <a:moveTo>
                    <a:pt x="2797" y="0"/>
                  </a:moveTo>
                  <a:lnTo>
                    <a:pt x="2797" y="0"/>
                  </a:lnTo>
                  <a:cubicBezTo>
                    <a:pt x="2572" y="804"/>
                    <a:pt x="2250" y="1864"/>
                    <a:pt x="1897" y="3022"/>
                  </a:cubicBezTo>
                  <a:cubicBezTo>
                    <a:pt x="1222" y="5433"/>
                    <a:pt x="450" y="8229"/>
                    <a:pt x="129" y="9772"/>
                  </a:cubicBezTo>
                  <a:cubicBezTo>
                    <a:pt x="32" y="10222"/>
                    <a:pt x="0" y="10543"/>
                    <a:pt x="0" y="10736"/>
                  </a:cubicBezTo>
                  <a:cubicBezTo>
                    <a:pt x="0" y="10961"/>
                    <a:pt x="0" y="11219"/>
                    <a:pt x="32" y="11572"/>
                  </a:cubicBezTo>
                  <a:cubicBezTo>
                    <a:pt x="257" y="11508"/>
                    <a:pt x="482" y="11476"/>
                    <a:pt x="739" y="11444"/>
                  </a:cubicBezTo>
                  <a:cubicBezTo>
                    <a:pt x="804" y="11411"/>
                    <a:pt x="868" y="11379"/>
                    <a:pt x="964" y="11347"/>
                  </a:cubicBezTo>
                  <a:cubicBezTo>
                    <a:pt x="1222" y="11283"/>
                    <a:pt x="1511" y="11186"/>
                    <a:pt x="1800" y="11154"/>
                  </a:cubicBezTo>
                  <a:cubicBezTo>
                    <a:pt x="1961" y="7747"/>
                    <a:pt x="2507" y="2540"/>
                    <a:pt x="2797"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3" name="Google Shape;4373;p38"/>
            <p:cNvSpPr/>
            <p:nvPr/>
          </p:nvSpPr>
          <p:spPr>
            <a:xfrm>
              <a:off x="2040425" y="1998825"/>
              <a:ext cx="226650" cy="679075"/>
            </a:xfrm>
            <a:custGeom>
              <a:rect b="b" l="l" r="r" t="t"/>
              <a:pathLst>
                <a:path extrusionOk="0" h="27163" w="9066">
                  <a:moveTo>
                    <a:pt x="4211" y="515"/>
                  </a:moveTo>
                  <a:cubicBezTo>
                    <a:pt x="4244" y="515"/>
                    <a:pt x="4276" y="515"/>
                    <a:pt x="4340" y="579"/>
                  </a:cubicBezTo>
                  <a:cubicBezTo>
                    <a:pt x="4372" y="643"/>
                    <a:pt x="4469" y="740"/>
                    <a:pt x="4565" y="965"/>
                  </a:cubicBezTo>
                  <a:cubicBezTo>
                    <a:pt x="4597" y="997"/>
                    <a:pt x="4629" y="1094"/>
                    <a:pt x="4694" y="1254"/>
                  </a:cubicBezTo>
                  <a:cubicBezTo>
                    <a:pt x="4854" y="1769"/>
                    <a:pt x="5144" y="2765"/>
                    <a:pt x="5401" y="3601"/>
                  </a:cubicBezTo>
                  <a:cubicBezTo>
                    <a:pt x="5658" y="4469"/>
                    <a:pt x="5851" y="5176"/>
                    <a:pt x="5851" y="5176"/>
                  </a:cubicBezTo>
                  <a:cubicBezTo>
                    <a:pt x="5883" y="5272"/>
                    <a:pt x="5915" y="5337"/>
                    <a:pt x="6012" y="5369"/>
                  </a:cubicBezTo>
                  <a:cubicBezTo>
                    <a:pt x="6038" y="5382"/>
                    <a:pt x="6065" y="5390"/>
                    <a:pt x="6094" y="5390"/>
                  </a:cubicBezTo>
                  <a:cubicBezTo>
                    <a:pt x="6135" y="5390"/>
                    <a:pt x="6180" y="5374"/>
                    <a:pt x="6237" y="5337"/>
                  </a:cubicBezTo>
                  <a:lnTo>
                    <a:pt x="8069" y="4437"/>
                  </a:lnTo>
                  <a:lnTo>
                    <a:pt x="8197" y="4404"/>
                  </a:lnTo>
                  <a:cubicBezTo>
                    <a:pt x="8326" y="4404"/>
                    <a:pt x="8422" y="4469"/>
                    <a:pt x="8487" y="4565"/>
                  </a:cubicBezTo>
                  <a:cubicBezTo>
                    <a:pt x="8519" y="4597"/>
                    <a:pt x="8519" y="4662"/>
                    <a:pt x="8519" y="4726"/>
                  </a:cubicBezTo>
                  <a:cubicBezTo>
                    <a:pt x="8519" y="4822"/>
                    <a:pt x="8487" y="4887"/>
                    <a:pt x="8422" y="4951"/>
                  </a:cubicBezTo>
                  <a:cubicBezTo>
                    <a:pt x="8165" y="5176"/>
                    <a:pt x="7844" y="5433"/>
                    <a:pt x="7555" y="5690"/>
                  </a:cubicBezTo>
                  <a:cubicBezTo>
                    <a:pt x="7233" y="5947"/>
                    <a:pt x="6976" y="6204"/>
                    <a:pt x="6815" y="6333"/>
                  </a:cubicBezTo>
                  <a:cubicBezTo>
                    <a:pt x="6590" y="6558"/>
                    <a:pt x="6269" y="6976"/>
                    <a:pt x="6012" y="7362"/>
                  </a:cubicBezTo>
                  <a:cubicBezTo>
                    <a:pt x="5722" y="7747"/>
                    <a:pt x="5497" y="8069"/>
                    <a:pt x="5497" y="8069"/>
                  </a:cubicBezTo>
                  <a:cubicBezTo>
                    <a:pt x="5465" y="8101"/>
                    <a:pt x="5465" y="8165"/>
                    <a:pt x="5465" y="8197"/>
                  </a:cubicBezTo>
                  <a:lnTo>
                    <a:pt x="4790" y="20670"/>
                  </a:lnTo>
                  <a:lnTo>
                    <a:pt x="4790" y="20702"/>
                  </a:lnTo>
                  <a:lnTo>
                    <a:pt x="5433" y="26134"/>
                  </a:lnTo>
                  <a:lnTo>
                    <a:pt x="1401" y="26589"/>
                  </a:lnTo>
                  <a:lnTo>
                    <a:pt x="1401" y="26589"/>
                  </a:lnTo>
                  <a:cubicBezTo>
                    <a:pt x="1377" y="26455"/>
                    <a:pt x="1348" y="26276"/>
                    <a:pt x="1318" y="26070"/>
                  </a:cubicBezTo>
                  <a:cubicBezTo>
                    <a:pt x="1190" y="25363"/>
                    <a:pt x="997" y="24238"/>
                    <a:pt x="836" y="23145"/>
                  </a:cubicBezTo>
                  <a:cubicBezTo>
                    <a:pt x="676" y="22084"/>
                    <a:pt x="547" y="20991"/>
                    <a:pt x="547" y="20412"/>
                  </a:cubicBezTo>
                  <a:cubicBezTo>
                    <a:pt x="547" y="20219"/>
                    <a:pt x="579" y="19898"/>
                    <a:pt x="676" y="19448"/>
                  </a:cubicBezTo>
                  <a:cubicBezTo>
                    <a:pt x="997" y="17905"/>
                    <a:pt x="1769" y="15109"/>
                    <a:pt x="2444" y="12698"/>
                  </a:cubicBezTo>
                  <a:cubicBezTo>
                    <a:pt x="2797" y="11508"/>
                    <a:pt x="3119" y="10415"/>
                    <a:pt x="3376" y="9612"/>
                  </a:cubicBezTo>
                  <a:cubicBezTo>
                    <a:pt x="3601" y="8808"/>
                    <a:pt x="3761" y="8294"/>
                    <a:pt x="3761" y="8294"/>
                  </a:cubicBezTo>
                  <a:cubicBezTo>
                    <a:pt x="3794" y="8230"/>
                    <a:pt x="3794" y="8133"/>
                    <a:pt x="3729" y="8069"/>
                  </a:cubicBezTo>
                  <a:cubicBezTo>
                    <a:pt x="3729" y="8069"/>
                    <a:pt x="3119" y="7169"/>
                    <a:pt x="2444" y="6237"/>
                  </a:cubicBezTo>
                  <a:cubicBezTo>
                    <a:pt x="2122" y="5754"/>
                    <a:pt x="1801" y="5272"/>
                    <a:pt x="1511" y="4887"/>
                  </a:cubicBezTo>
                  <a:cubicBezTo>
                    <a:pt x="1383" y="4726"/>
                    <a:pt x="1286" y="4533"/>
                    <a:pt x="1190" y="4437"/>
                  </a:cubicBezTo>
                  <a:cubicBezTo>
                    <a:pt x="1093" y="4308"/>
                    <a:pt x="1029" y="4212"/>
                    <a:pt x="997" y="4179"/>
                  </a:cubicBezTo>
                  <a:lnTo>
                    <a:pt x="965" y="4083"/>
                  </a:lnTo>
                  <a:cubicBezTo>
                    <a:pt x="997" y="4083"/>
                    <a:pt x="1061" y="4083"/>
                    <a:pt x="1158" y="4147"/>
                  </a:cubicBezTo>
                  <a:cubicBezTo>
                    <a:pt x="1383" y="4340"/>
                    <a:pt x="1640" y="4597"/>
                    <a:pt x="1801" y="4854"/>
                  </a:cubicBezTo>
                  <a:cubicBezTo>
                    <a:pt x="1897" y="4951"/>
                    <a:pt x="1994" y="5079"/>
                    <a:pt x="2026" y="5144"/>
                  </a:cubicBezTo>
                  <a:lnTo>
                    <a:pt x="2090" y="5240"/>
                  </a:lnTo>
                  <a:lnTo>
                    <a:pt x="2122" y="5272"/>
                  </a:lnTo>
                  <a:cubicBezTo>
                    <a:pt x="2184" y="5335"/>
                    <a:pt x="2260" y="5370"/>
                    <a:pt x="2340" y="5370"/>
                  </a:cubicBezTo>
                  <a:cubicBezTo>
                    <a:pt x="2385" y="5370"/>
                    <a:pt x="2430" y="5359"/>
                    <a:pt x="2476" y="5337"/>
                  </a:cubicBezTo>
                  <a:cubicBezTo>
                    <a:pt x="2604" y="5272"/>
                    <a:pt x="2636" y="5112"/>
                    <a:pt x="2572" y="4983"/>
                  </a:cubicBezTo>
                  <a:lnTo>
                    <a:pt x="2560" y="4959"/>
                  </a:lnTo>
                  <a:lnTo>
                    <a:pt x="2560" y="4959"/>
                  </a:lnTo>
                  <a:lnTo>
                    <a:pt x="2572" y="4951"/>
                  </a:lnTo>
                  <a:cubicBezTo>
                    <a:pt x="2572" y="4951"/>
                    <a:pt x="2553" y="4922"/>
                    <a:pt x="2517" y="4873"/>
                  </a:cubicBezTo>
                  <a:lnTo>
                    <a:pt x="2517" y="4873"/>
                  </a:lnTo>
                  <a:lnTo>
                    <a:pt x="1190" y="2219"/>
                  </a:lnTo>
                  <a:lnTo>
                    <a:pt x="1190" y="2219"/>
                  </a:lnTo>
                  <a:cubicBezTo>
                    <a:pt x="1191" y="2167"/>
                    <a:pt x="1197" y="2076"/>
                    <a:pt x="1222" y="2026"/>
                  </a:cubicBezTo>
                  <a:lnTo>
                    <a:pt x="1254" y="1961"/>
                  </a:lnTo>
                  <a:lnTo>
                    <a:pt x="1351" y="1961"/>
                  </a:lnTo>
                  <a:cubicBezTo>
                    <a:pt x="1351" y="1961"/>
                    <a:pt x="1415" y="1994"/>
                    <a:pt x="1479" y="2058"/>
                  </a:cubicBezTo>
                  <a:cubicBezTo>
                    <a:pt x="1736" y="2283"/>
                    <a:pt x="2090" y="2829"/>
                    <a:pt x="2379" y="3311"/>
                  </a:cubicBezTo>
                  <a:cubicBezTo>
                    <a:pt x="2540" y="3536"/>
                    <a:pt x="2669" y="3762"/>
                    <a:pt x="2733" y="3922"/>
                  </a:cubicBezTo>
                  <a:cubicBezTo>
                    <a:pt x="2829" y="4083"/>
                    <a:pt x="2894" y="4212"/>
                    <a:pt x="2894" y="4212"/>
                  </a:cubicBezTo>
                  <a:cubicBezTo>
                    <a:pt x="2936" y="4297"/>
                    <a:pt x="3022" y="4340"/>
                    <a:pt x="3113" y="4340"/>
                  </a:cubicBezTo>
                  <a:cubicBezTo>
                    <a:pt x="3158" y="4340"/>
                    <a:pt x="3204" y="4329"/>
                    <a:pt x="3247" y="4308"/>
                  </a:cubicBezTo>
                  <a:cubicBezTo>
                    <a:pt x="3376" y="4244"/>
                    <a:pt x="3440" y="4083"/>
                    <a:pt x="3376" y="3954"/>
                  </a:cubicBezTo>
                  <a:lnTo>
                    <a:pt x="1993" y="811"/>
                  </a:lnTo>
                  <a:lnTo>
                    <a:pt x="1993" y="811"/>
                  </a:lnTo>
                  <a:cubicBezTo>
                    <a:pt x="2008" y="775"/>
                    <a:pt x="2030" y="735"/>
                    <a:pt x="2058" y="708"/>
                  </a:cubicBezTo>
                  <a:lnTo>
                    <a:pt x="2122" y="611"/>
                  </a:lnTo>
                  <a:lnTo>
                    <a:pt x="2251" y="579"/>
                  </a:lnTo>
                  <a:cubicBezTo>
                    <a:pt x="2283" y="579"/>
                    <a:pt x="2347" y="611"/>
                    <a:pt x="2476" y="676"/>
                  </a:cubicBezTo>
                  <a:cubicBezTo>
                    <a:pt x="2476" y="676"/>
                    <a:pt x="2540" y="740"/>
                    <a:pt x="2604" y="804"/>
                  </a:cubicBezTo>
                  <a:cubicBezTo>
                    <a:pt x="2829" y="1094"/>
                    <a:pt x="3151" y="1704"/>
                    <a:pt x="3440" y="2186"/>
                  </a:cubicBezTo>
                  <a:cubicBezTo>
                    <a:pt x="3569" y="2476"/>
                    <a:pt x="3697" y="2701"/>
                    <a:pt x="3794" y="2861"/>
                  </a:cubicBezTo>
                  <a:cubicBezTo>
                    <a:pt x="3858" y="3054"/>
                    <a:pt x="3922" y="3151"/>
                    <a:pt x="3922" y="3151"/>
                  </a:cubicBezTo>
                  <a:cubicBezTo>
                    <a:pt x="3969" y="3245"/>
                    <a:pt x="4051" y="3305"/>
                    <a:pt x="4142" y="3305"/>
                  </a:cubicBezTo>
                  <a:cubicBezTo>
                    <a:pt x="4175" y="3305"/>
                    <a:pt x="4209" y="3297"/>
                    <a:pt x="4244" y="3279"/>
                  </a:cubicBezTo>
                  <a:cubicBezTo>
                    <a:pt x="4372" y="3247"/>
                    <a:pt x="4437" y="3119"/>
                    <a:pt x="4437" y="2990"/>
                  </a:cubicBezTo>
                  <a:lnTo>
                    <a:pt x="4064" y="633"/>
                  </a:lnTo>
                  <a:lnTo>
                    <a:pt x="4064" y="633"/>
                  </a:lnTo>
                  <a:cubicBezTo>
                    <a:pt x="4070" y="625"/>
                    <a:pt x="4077" y="618"/>
                    <a:pt x="4083" y="611"/>
                  </a:cubicBezTo>
                  <a:cubicBezTo>
                    <a:pt x="4147" y="547"/>
                    <a:pt x="4211" y="515"/>
                    <a:pt x="4211" y="515"/>
                  </a:cubicBezTo>
                  <a:close/>
                  <a:moveTo>
                    <a:pt x="4211" y="1"/>
                  </a:moveTo>
                  <a:cubicBezTo>
                    <a:pt x="3986" y="1"/>
                    <a:pt x="3826" y="129"/>
                    <a:pt x="3697" y="226"/>
                  </a:cubicBezTo>
                  <a:cubicBezTo>
                    <a:pt x="3601" y="322"/>
                    <a:pt x="3536" y="418"/>
                    <a:pt x="3536" y="451"/>
                  </a:cubicBezTo>
                  <a:cubicBezTo>
                    <a:pt x="3504" y="483"/>
                    <a:pt x="3504" y="547"/>
                    <a:pt x="3504" y="611"/>
                  </a:cubicBezTo>
                  <a:lnTo>
                    <a:pt x="3638" y="1468"/>
                  </a:lnTo>
                  <a:lnTo>
                    <a:pt x="3638" y="1468"/>
                  </a:lnTo>
                  <a:cubicBezTo>
                    <a:pt x="3508" y="1228"/>
                    <a:pt x="3368" y="998"/>
                    <a:pt x="3247" y="804"/>
                  </a:cubicBezTo>
                  <a:cubicBezTo>
                    <a:pt x="3151" y="643"/>
                    <a:pt x="3086" y="547"/>
                    <a:pt x="2990" y="451"/>
                  </a:cubicBezTo>
                  <a:cubicBezTo>
                    <a:pt x="2926" y="354"/>
                    <a:pt x="2829" y="258"/>
                    <a:pt x="2733" y="193"/>
                  </a:cubicBezTo>
                  <a:cubicBezTo>
                    <a:pt x="2572" y="97"/>
                    <a:pt x="2411" y="65"/>
                    <a:pt x="2251" y="65"/>
                  </a:cubicBezTo>
                  <a:cubicBezTo>
                    <a:pt x="2090" y="65"/>
                    <a:pt x="1929" y="97"/>
                    <a:pt x="1833" y="193"/>
                  </a:cubicBezTo>
                  <a:cubicBezTo>
                    <a:pt x="1672" y="290"/>
                    <a:pt x="1576" y="451"/>
                    <a:pt x="1511" y="547"/>
                  </a:cubicBezTo>
                  <a:cubicBezTo>
                    <a:pt x="1479" y="676"/>
                    <a:pt x="1447" y="772"/>
                    <a:pt x="1447" y="772"/>
                  </a:cubicBezTo>
                  <a:cubicBezTo>
                    <a:pt x="1415" y="836"/>
                    <a:pt x="1447" y="901"/>
                    <a:pt x="1447" y="933"/>
                  </a:cubicBezTo>
                  <a:lnTo>
                    <a:pt x="1729" y="1565"/>
                  </a:lnTo>
                  <a:lnTo>
                    <a:pt x="1729" y="1565"/>
                  </a:lnTo>
                  <a:cubicBezTo>
                    <a:pt x="1646" y="1509"/>
                    <a:pt x="1571" y="1470"/>
                    <a:pt x="1479" y="1447"/>
                  </a:cubicBezTo>
                  <a:cubicBezTo>
                    <a:pt x="1415" y="1415"/>
                    <a:pt x="1351" y="1415"/>
                    <a:pt x="1286" y="1415"/>
                  </a:cubicBezTo>
                  <a:cubicBezTo>
                    <a:pt x="1158" y="1415"/>
                    <a:pt x="997" y="1479"/>
                    <a:pt x="901" y="1544"/>
                  </a:cubicBezTo>
                  <a:cubicBezTo>
                    <a:pt x="772" y="1704"/>
                    <a:pt x="708" y="1833"/>
                    <a:pt x="676" y="1961"/>
                  </a:cubicBezTo>
                  <a:cubicBezTo>
                    <a:pt x="643" y="2090"/>
                    <a:pt x="643" y="2219"/>
                    <a:pt x="643" y="2251"/>
                  </a:cubicBezTo>
                  <a:lnTo>
                    <a:pt x="643" y="2283"/>
                  </a:lnTo>
                  <a:lnTo>
                    <a:pt x="676" y="2379"/>
                  </a:lnTo>
                  <a:lnTo>
                    <a:pt x="1299" y="3613"/>
                  </a:lnTo>
                  <a:lnTo>
                    <a:pt x="1299" y="3613"/>
                  </a:lnTo>
                  <a:cubicBezTo>
                    <a:pt x="1195" y="3562"/>
                    <a:pt x="1087" y="3536"/>
                    <a:pt x="965" y="3536"/>
                  </a:cubicBezTo>
                  <a:cubicBezTo>
                    <a:pt x="804" y="3536"/>
                    <a:pt x="643" y="3601"/>
                    <a:pt x="579" y="3729"/>
                  </a:cubicBezTo>
                  <a:cubicBezTo>
                    <a:pt x="483" y="3826"/>
                    <a:pt x="451" y="3954"/>
                    <a:pt x="451" y="4083"/>
                  </a:cubicBezTo>
                  <a:cubicBezTo>
                    <a:pt x="451" y="4244"/>
                    <a:pt x="483" y="4372"/>
                    <a:pt x="579" y="4501"/>
                  </a:cubicBezTo>
                  <a:cubicBezTo>
                    <a:pt x="611" y="4533"/>
                    <a:pt x="676" y="4597"/>
                    <a:pt x="740" y="4726"/>
                  </a:cubicBezTo>
                  <a:cubicBezTo>
                    <a:pt x="1061" y="5176"/>
                    <a:pt x="1704" y="6076"/>
                    <a:pt x="2251" y="6880"/>
                  </a:cubicBezTo>
                  <a:cubicBezTo>
                    <a:pt x="2694" y="7496"/>
                    <a:pt x="3063" y="8037"/>
                    <a:pt x="3210" y="8255"/>
                  </a:cubicBezTo>
                  <a:lnTo>
                    <a:pt x="3210" y="8255"/>
                  </a:lnTo>
                  <a:cubicBezTo>
                    <a:pt x="3044" y="8804"/>
                    <a:pt x="2342" y="11127"/>
                    <a:pt x="1640" y="13598"/>
                  </a:cubicBezTo>
                  <a:cubicBezTo>
                    <a:pt x="1222" y="15012"/>
                    <a:pt x="836" y="16491"/>
                    <a:pt x="515" y="17712"/>
                  </a:cubicBezTo>
                  <a:cubicBezTo>
                    <a:pt x="354" y="18323"/>
                    <a:pt x="226" y="18902"/>
                    <a:pt x="161" y="19352"/>
                  </a:cubicBezTo>
                  <a:cubicBezTo>
                    <a:pt x="65" y="19802"/>
                    <a:pt x="1" y="20155"/>
                    <a:pt x="1" y="20412"/>
                  </a:cubicBezTo>
                  <a:cubicBezTo>
                    <a:pt x="1" y="21280"/>
                    <a:pt x="226" y="22887"/>
                    <a:pt x="451" y="24302"/>
                  </a:cubicBezTo>
                  <a:cubicBezTo>
                    <a:pt x="676" y="25716"/>
                    <a:pt x="933" y="26938"/>
                    <a:pt x="933" y="26938"/>
                  </a:cubicBezTo>
                  <a:cubicBezTo>
                    <a:pt x="933" y="27066"/>
                    <a:pt x="1061" y="27163"/>
                    <a:pt x="1222" y="27163"/>
                  </a:cubicBezTo>
                  <a:lnTo>
                    <a:pt x="5754" y="26616"/>
                  </a:lnTo>
                  <a:cubicBezTo>
                    <a:pt x="5819" y="26616"/>
                    <a:pt x="5883" y="26584"/>
                    <a:pt x="5915" y="26520"/>
                  </a:cubicBezTo>
                  <a:cubicBezTo>
                    <a:pt x="5979" y="26488"/>
                    <a:pt x="5979" y="26391"/>
                    <a:pt x="5979" y="26327"/>
                  </a:cubicBezTo>
                  <a:lnTo>
                    <a:pt x="5337" y="20670"/>
                  </a:lnTo>
                  <a:lnTo>
                    <a:pt x="5973" y="8353"/>
                  </a:lnTo>
                  <a:lnTo>
                    <a:pt x="5973" y="8353"/>
                  </a:lnTo>
                  <a:cubicBezTo>
                    <a:pt x="6039" y="8258"/>
                    <a:pt x="6224" y="7991"/>
                    <a:pt x="6429" y="7683"/>
                  </a:cubicBezTo>
                  <a:cubicBezTo>
                    <a:pt x="6719" y="7330"/>
                    <a:pt x="7040" y="6880"/>
                    <a:pt x="7201" y="6719"/>
                  </a:cubicBezTo>
                  <a:cubicBezTo>
                    <a:pt x="7329" y="6590"/>
                    <a:pt x="7587" y="6365"/>
                    <a:pt x="7876" y="6108"/>
                  </a:cubicBezTo>
                  <a:cubicBezTo>
                    <a:pt x="8197" y="5851"/>
                    <a:pt x="8519" y="5562"/>
                    <a:pt x="8744" y="5369"/>
                  </a:cubicBezTo>
                  <a:cubicBezTo>
                    <a:pt x="8969" y="5208"/>
                    <a:pt x="9065" y="4951"/>
                    <a:pt x="9065" y="4726"/>
                  </a:cubicBezTo>
                  <a:cubicBezTo>
                    <a:pt x="9065" y="4565"/>
                    <a:pt x="9033" y="4437"/>
                    <a:pt x="8937" y="4308"/>
                  </a:cubicBezTo>
                  <a:cubicBezTo>
                    <a:pt x="8776" y="4019"/>
                    <a:pt x="8487" y="3858"/>
                    <a:pt x="8197" y="3858"/>
                  </a:cubicBezTo>
                  <a:cubicBezTo>
                    <a:pt x="8069" y="3858"/>
                    <a:pt x="7940" y="3890"/>
                    <a:pt x="7812" y="3954"/>
                  </a:cubicBezTo>
                  <a:lnTo>
                    <a:pt x="6279" y="4734"/>
                  </a:lnTo>
                  <a:lnTo>
                    <a:pt x="6279" y="4734"/>
                  </a:lnTo>
                  <a:cubicBezTo>
                    <a:pt x="6179" y="4376"/>
                    <a:pt x="6006" y="3751"/>
                    <a:pt x="5819" y="3086"/>
                  </a:cubicBezTo>
                  <a:cubicBezTo>
                    <a:pt x="5658" y="2604"/>
                    <a:pt x="5497" y="2058"/>
                    <a:pt x="5369" y="1640"/>
                  </a:cubicBezTo>
                  <a:cubicBezTo>
                    <a:pt x="5304" y="1415"/>
                    <a:pt x="5240" y="1254"/>
                    <a:pt x="5176" y="1094"/>
                  </a:cubicBezTo>
                  <a:cubicBezTo>
                    <a:pt x="5144" y="933"/>
                    <a:pt x="5079" y="804"/>
                    <a:pt x="5047" y="708"/>
                  </a:cubicBezTo>
                  <a:cubicBezTo>
                    <a:pt x="4951" y="483"/>
                    <a:pt x="4822" y="322"/>
                    <a:pt x="4694" y="193"/>
                  </a:cubicBezTo>
                  <a:cubicBezTo>
                    <a:pt x="4533" y="65"/>
                    <a:pt x="4372" y="1"/>
                    <a:pt x="42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4" name="Google Shape;4374;p38"/>
            <p:cNvSpPr/>
            <p:nvPr/>
          </p:nvSpPr>
          <p:spPr>
            <a:xfrm>
              <a:off x="2352225" y="3549925"/>
              <a:ext cx="682300" cy="202825"/>
            </a:xfrm>
            <a:custGeom>
              <a:rect b="b" l="l" r="r" t="t"/>
              <a:pathLst>
                <a:path extrusionOk="0" h="8113" w="27292">
                  <a:moveTo>
                    <a:pt x="22580" y="1"/>
                  </a:moveTo>
                  <a:cubicBezTo>
                    <a:pt x="22419" y="1"/>
                    <a:pt x="22266" y="71"/>
                    <a:pt x="22148" y="188"/>
                  </a:cubicBezTo>
                  <a:cubicBezTo>
                    <a:pt x="21698" y="638"/>
                    <a:pt x="20959" y="1410"/>
                    <a:pt x="20669" y="1667"/>
                  </a:cubicBezTo>
                  <a:cubicBezTo>
                    <a:pt x="20252" y="2021"/>
                    <a:pt x="18901" y="2856"/>
                    <a:pt x="18901" y="2856"/>
                  </a:cubicBezTo>
                  <a:lnTo>
                    <a:pt x="3536" y="2278"/>
                  </a:lnTo>
                  <a:lnTo>
                    <a:pt x="804" y="1667"/>
                  </a:lnTo>
                  <a:lnTo>
                    <a:pt x="1" y="6167"/>
                  </a:lnTo>
                  <a:cubicBezTo>
                    <a:pt x="1" y="6167"/>
                    <a:pt x="1061" y="7421"/>
                    <a:pt x="2733" y="7549"/>
                  </a:cubicBezTo>
                  <a:cubicBezTo>
                    <a:pt x="2763" y="7551"/>
                    <a:pt x="2798" y="7552"/>
                    <a:pt x="2836" y="7552"/>
                  </a:cubicBezTo>
                  <a:cubicBezTo>
                    <a:pt x="4921" y="7552"/>
                    <a:pt x="18741" y="5042"/>
                    <a:pt x="18741" y="5042"/>
                  </a:cubicBezTo>
                  <a:cubicBezTo>
                    <a:pt x="18741" y="5042"/>
                    <a:pt x="22212" y="7774"/>
                    <a:pt x="22470" y="7999"/>
                  </a:cubicBezTo>
                  <a:cubicBezTo>
                    <a:pt x="22545" y="8075"/>
                    <a:pt x="22644" y="8112"/>
                    <a:pt x="22735" y="8112"/>
                  </a:cubicBezTo>
                  <a:cubicBezTo>
                    <a:pt x="22955" y="8112"/>
                    <a:pt x="23137" y="7903"/>
                    <a:pt x="22887" y="7517"/>
                  </a:cubicBezTo>
                  <a:cubicBezTo>
                    <a:pt x="22534" y="6971"/>
                    <a:pt x="21795" y="6425"/>
                    <a:pt x="21794" y="6424"/>
                  </a:cubicBezTo>
                  <a:lnTo>
                    <a:pt x="21794" y="6424"/>
                  </a:lnTo>
                  <a:lnTo>
                    <a:pt x="24527" y="8032"/>
                  </a:lnTo>
                  <a:cubicBezTo>
                    <a:pt x="24527" y="8032"/>
                    <a:pt x="24552" y="8034"/>
                    <a:pt x="24593" y="8034"/>
                  </a:cubicBezTo>
                  <a:cubicBezTo>
                    <a:pt x="24767" y="8034"/>
                    <a:pt x="25216" y="7992"/>
                    <a:pt x="25138" y="7549"/>
                  </a:cubicBezTo>
                  <a:cubicBezTo>
                    <a:pt x="25041" y="7035"/>
                    <a:pt x="22856" y="5717"/>
                    <a:pt x="22855" y="5717"/>
                  </a:cubicBezTo>
                  <a:lnTo>
                    <a:pt x="22855" y="5717"/>
                  </a:lnTo>
                  <a:lnTo>
                    <a:pt x="26005" y="7324"/>
                  </a:lnTo>
                  <a:cubicBezTo>
                    <a:pt x="26005" y="7324"/>
                    <a:pt x="26809" y="7196"/>
                    <a:pt x="26455" y="6457"/>
                  </a:cubicBezTo>
                  <a:cubicBezTo>
                    <a:pt x="26263" y="6039"/>
                    <a:pt x="23980" y="4721"/>
                    <a:pt x="23980" y="4721"/>
                  </a:cubicBezTo>
                  <a:lnTo>
                    <a:pt x="23980" y="4721"/>
                  </a:lnTo>
                  <a:lnTo>
                    <a:pt x="26391" y="5267"/>
                  </a:lnTo>
                  <a:cubicBezTo>
                    <a:pt x="26391" y="5267"/>
                    <a:pt x="27291" y="4817"/>
                    <a:pt x="26198" y="4239"/>
                  </a:cubicBezTo>
                  <a:cubicBezTo>
                    <a:pt x="25716" y="3949"/>
                    <a:pt x="22019" y="2663"/>
                    <a:pt x="22019" y="2663"/>
                  </a:cubicBezTo>
                  <a:lnTo>
                    <a:pt x="23048" y="896"/>
                  </a:lnTo>
                  <a:cubicBezTo>
                    <a:pt x="23209" y="606"/>
                    <a:pt x="23145" y="285"/>
                    <a:pt x="22887" y="92"/>
                  </a:cubicBezTo>
                  <a:cubicBezTo>
                    <a:pt x="22787" y="29"/>
                    <a:pt x="22682" y="1"/>
                    <a:pt x="2258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5" name="Google Shape;4375;p38"/>
            <p:cNvSpPr/>
            <p:nvPr/>
          </p:nvSpPr>
          <p:spPr>
            <a:xfrm>
              <a:off x="2345000" y="3543375"/>
              <a:ext cx="682275" cy="216200"/>
            </a:xfrm>
            <a:custGeom>
              <a:rect b="b" l="l" r="r" t="t"/>
              <a:pathLst>
                <a:path extrusionOk="0" h="8648" w="27291">
                  <a:moveTo>
                    <a:pt x="22855" y="547"/>
                  </a:moveTo>
                  <a:cubicBezTo>
                    <a:pt x="22919" y="547"/>
                    <a:pt x="22951" y="547"/>
                    <a:pt x="23016" y="579"/>
                  </a:cubicBezTo>
                  <a:cubicBezTo>
                    <a:pt x="23112" y="643"/>
                    <a:pt x="23176" y="740"/>
                    <a:pt x="23176" y="868"/>
                  </a:cubicBezTo>
                  <a:cubicBezTo>
                    <a:pt x="23176" y="900"/>
                    <a:pt x="23144" y="965"/>
                    <a:pt x="23112" y="1029"/>
                  </a:cubicBezTo>
                  <a:lnTo>
                    <a:pt x="22083" y="2797"/>
                  </a:lnTo>
                  <a:cubicBezTo>
                    <a:pt x="22051" y="2861"/>
                    <a:pt x="22051" y="2925"/>
                    <a:pt x="22051" y="3022"/>
                  </a:cubicBezTo>
                  <a:cubicBezTo>
                    <a:pt x="22083" y="3086"/>
                    <a:pt x="22148" y="3151"/>
                    <a:pt x="22212" y="3183"/>
                  </a:cubicBezTo>
                  <a:cubicBezTo>
                    <a:pt x="22244" y="3183"/>
                    <a:pt x="23144" y="3504"/>
                    <a:pt x="24141" y="3858"/>
                  </a:cubicBezTo>
                  <a:cubicBezTo>
                    <a:pt x="24623" y="4018"/>
                    <a:pt x="25137" y="4211"/>
                    <a:pt x="25523" y="4372"/>
                  </a:cubicBezTo>
                  <a:cubicBezTo>
                    <a:pt x="25748" y="4468"/>
                    <a:pt x="25941" y="4533"/>
                    <a:pt x="26069" y="4597"/>
                  </a:cubicBezTo>
                  <a:cubicBezTo>
                    <a:pt x="26230" y="4661"/>
                    <a:pt x="26327" y="4693"/>
                    <a:pt x="26359" y="4726"/>
                  </a:cubicBezTo>
                  <a:cubicBezTo>
                    <a:pt x="26552" y="4822"/>
                    <a:pt x="26648" y="4918"/>
                    <a:pt x="26712" y="4983"/>
                  </a:cubicBezTo>
                  <a:cubicBezTo>
                    <a:pt x="26777" y="5047"/>
                    <a:pt x="26777" y="5079"/>
                    <a:pt x="26777" y="5079"/>
                  </a:cubicBezTo>
                  <a:lnTo>
                    <a:pt x="26744" y="5143"/>
                  </a:lnTo>
                  <a:lnTo>
                    <a:pt x="26662" y="5253"/>
                  </a:lnTo>
                  <a:lnTo>
                    <a:pt x="26662" y="5253"/>
                  </a:lnTo>
                  <a:lnTo>
                    <a:pt x="24334" y="4726"/>
                  </a:lnTo>
                  <a:cubicBezTo>
                    <a:pt x="24316" y="4721"/>
                    <a:pt x="24299" y="4719"/>
                    <a:pt x="24281" y="4719"/>
                  </a:cubicBezTo>
                  <a:cubicBezTo>
                    <a:pt x="24164" y="4719"/>
                    <a:pt x="24040" y="4803"/>
                    <a:pt x="24012" y="4886"/>
                  </a:cubicBezTo>
                  <a:cubicBezTo>
                    <a:pt x="23948" y="5015"/>
                    <a:pt x="24012" y="5176"/>
                    <a:pt x="24141" y="5240"/>
                  </a:cubicBezTo>
                  <a:cubicBezTo>
                    <a:pt x="24141" y="5240"/>
                    <a:pt x="24269" y="5304"/>
                    <a:pt x="24494" y="5433"/>
                  </a:cubicBezTo>
                  <a:cubicBezTo>
                    <a:pt x="24816" y="5626"/>
                    <a:pt x="25298" y="5915"/>
                    <a:pt x="25716" y="6204"/>
                  </a:cubicBezTo>
                  <a:cubicBezTo>
                    <a:pt x="25941" y="6365"/>
                    <a:pt x="26134" y="6494"/>
                    <a:pt x="26294" y="6622"/>
                  </a:cubicBezTo>
                  <a:cubicBezTo>
                    <a:pt x="26359" y="6686"/>
                    <a:pt x="26423" y="6719"/>
                    <a:pt x="26455" y="6783"/>
                  </a:cubicBezTo>
                  <a:lnTo>
                    <a:pt x="26519" y="6815"/>
                  </a:lnTo>
                  <a:lnTo>
                    <a:pt x="26519" y="6847"/>
                  </a:lnTo>
                  <a:cubicBezTo>
                    <a:pt x="26552" y="6944"/>
                    <a:pt x="26584" y="7008"/>
                    <a:pt x="26584" y="7072"/>
                  </a:cubicBezTo>
                  <a:cubicBezTo>
                    <a:pt x="26584" y="7104"/>
                    <a:pt x="26552" y="7136"/>
                    <a:pt x="26552" y="7169"/>
                  </a:cubicBezTo>
                  <a:cubicBezTo>
                    <a:pt x="26519" y="7233"/>
                    <a:pt x="26455" y="7265"/>
                    <a:pt x="26359" y="7297"/>
                  </a:cubicBezTo>
                  <a:lnTo>
                    <a:pt x="26328" y="7312"/>
                  </a:lnTo>
                  <a:lnTo>
                    <a:pt x="26328" y="7312"/>
                  </a:lnTo>
                  <a:lnTo>
                    <a:pt x="23363" y="5769"/>
                  </a:lnTo>
                  <a:lnTo>
                    <a:pt x="23363" y="5769"/>
                  </a:lnTo>
                  <a:cubicBezTo>
                    <a:pt x="23326" y="5743"/>
                    <a:pt x="23305" y="5727"/>
                    <a:pt x="23305" y="5722"/>
                  </a:cubicBezTo>
                  <a:lnTo>
                    <a:pt x="23297" y="5735"/>
                  </a:lnTo>
                  <a:lnTo>
                    <a:pt x="23297" y="5735"/>
                  </a:lnTo>
                  <a:lnTo>
                    <a:pt x="23273" y="5722"/>
                  </a:lnTo>
                  <a:cubicBezTo>
                    <a:pt x="23237" y="5704"/>
                    <a:pt x="23199" y="5696"/>
                    <a:pt x="23160" y="5696"/>
                  </a:cubicBezTo>
                  <a:cubicBezTo>
                    <a:pt x="23062" y="5696"/>
                    <a:pt x="22966" y="5749"/>
                    <a:pt x="22919" y="5818"/>
                  </a:cubicBezTo>
                  <a:cubicBezTo>
                    <a:pt x="22855" y="5947"/>
                    <a:pt x="22887" y="6108"/>
                    <a:pt x="23016" y="6204"/>
                  </a:cubicBezTo>
                  <a:cubicBezTo>
                    <a:pt x="23016" y="6204"/>
                    <a:pt x="23144" y="6269"/>
                    <a:pt x="23337" y="6397"/>
                  </a:cubicBezTo>
                  <a:cubicBezTo>
                    <a:pt x="23659" y="6590"/>
                    <a:pt x="24109" y="6911"/>
                    <a:pt x="24494" y="7201"/>
                  </a:cubicBezTo>
                  <a:cubicBezTo>
                    <a:pt x="24687" y="7361"/>
                    <a:pt x="24848" y="7522"/>
                    <a:pt x="24976" y="7651"/>
                  </a:cubicBezTo>
                  <a:cubicBezTo>
                    <a:pt x="25041" y="7715"/>
                    <a:pt x="25105" y="7747"/>
                    <a:pt x="25137" y="7811"/>
                  </a:cubicBezTo>
                  <a:lnTo>
                    <a:pt x="25169" y="7844"/>
                  </a:lnTo>
                  <a:lnTo>
                    <a:pt x="25169" y="7876"/>
                  </a:lnTo>
                  <a:lnTo>
                    <a:pt x="25169" y="7908"/>
                  </a:lnTo>
                  <a:lnTo>
                    <a:pt x="25169" y="7940"/>
                  </a:lnTo>
                  <a:cubicBezTo>
                    <a:pt x="25169" y="7972"/>
                    <a:pt x="25137" y="7972"/>
                    <a:pt x="25073" y="8004"/>
                  </a:cubicBezTo>
                  <a:lnTo>
                    <a:pt x="24921" y="8004"/>
                  </a:lnTo>
                  <a:lnTo>
                    <a:pt x="22212" y="6429"/>
                  </a:lnTo>
                  <a:cubicBezTo>
                    <a:pt x="22169" y="6408"/>
                    <a:pt x="22123" y="6397"/>
                    <a:pt x="22078" y="6397"/>
                  </a:cubicBezTo>
                  <a:cubicBezTo>
                    <a:pt x="21987" y="6397"/>
                    <a:pt x="21901" y="6440"/>
                    <a:pt x="21858" y="6526"/>
                  </a:cubicBezTo>
                  <a:cubicBezTo>
                    <a:pt x="21762" y="6654"/>
                    <a:pt x="21794" y="6815"/>
                    <a:pt x="21923" y="6879"/>
                  </a:cubicBezTo>
                  <a:lnTo>
                    <a:pt x="21955" y="6911"/>
                  </a:lnTo>
                  <a:lnTo>
                    <a:pt x="21955" y="6911"/>
                  </a:lnTo>
                  <a:lnTo>
                    <a:pt x="21955" y="6911"/>
                  </a:lnTo>
                  <a:cubicBezTo>
                    <a:pt x="22083" y="7008"/>
                    <a:pt x="22662" y="7522"/>
                    <a:pt x="22951" y="7940"/>
                  </a:cubicBezTo>
                  <a:cubicBezTo>
                    <a:pt x="23016" y="8036"/>
                    <a:pt x="23016" y="8101"/>
                    <a:pt x="23016" y="8101"/>
                  </a:cubicBezTo>
                  <a:lnTo>
                    <a:pt x="22919" y="8069"/>
                  </a:lnTo>
                  <a:cubicBezTo>
                    <a:pt x="22887" y="8036"/>
                    <a:pt x="22823" y="7972"/>
                    <a:pt x="22694" y="7876"/>
                  </a:cubicBezTo>
                  <a:cubicBezTo>
                    <a:pt x="21858" y="7201"/>
                    <a:pt x="19223" y="5111"/>
                    <a:pt x="19223" y="5111"/>
                  </a:cubicBezTo>
                  <a:cubicBezTo>
                    <a:pt x="19158" y="5047"/>
                    <a:pt x="19062" y="5047"/>
                    <a:pt x="18998" y="5047"/>
                  </a:cubicBezTo>
                  <a:cubicBezTo>
                    <a:pt x="18998" y="5047"/>
                    <a:pt x="18130" y="5208"/>
                    <a:pt x="16812" y="5433"/>
                  </a:cubicBezTo>
                  <a:cubicBezTo>
                    <a:pt x="14819" y="5786"/>
                    <a:pt x="11797" y="6301"/>
                    <a:pt x="9065" y="6751"/>
                  </a:cubicBezTo>
                  <a:cubicBezTo>
                    <a:pt x="7715" y="6976"/>
                    <a:pt x="6429" y="7169"/>
                    <a:pt x="5368" y="7297"/>
                  </a:cubicBezTo>
                  <a:cubicBezTo>
                    <a:pt x="4340" y="7458"/>
                    <a:pt x="3504" y="7554"/>
                    <a:pt x="3150" y="7554"/>
                  </a:cubicBezTo>
                  <a:lnTo>
                    <a:pt x="3054" y="7522"/>
                  </a:lnTo>
                  <a:cubicBezTo>
                    <a:pt x="2250" y="7490"/>
                    <a:pt x="1608" y="7169"/>
                    <a:pt x="1157" y="6847"/>
                  </a:cubicBezTo>
                  <a:cubicBezTo>
                    <a:pt x="932" y="6719"/>
                    <a:pt x="772" y="6558"/>
                    <a:pt x="643" y="6429"/>
                  </a:cubicBezTo>
                  <a:cubicBezTo>
                    <a:pt x="612" y="6414"/>
                    <a:pt x="588" y="6391"/>
                    <a:pt x="569" y="6367"/>
                  </a:cubicBezTo>
                  <a:lnTo>
                    <a:pt x="569" y="6367"/>
                  </a:lnTo>
                  <a:lnTo>
                    <a:pt x="1286" y="2250"/>
                  </a:lnTo>
                  <a:lnTo>
                    <a:pt x="3793" y="2829"/>
                  </a:lnTo>
                  <a:lnTo>
                    <a:pt x="3825" y="2829"/>
                  </a:lnTo>
                  <a:lnTo>
                    <a:pt x="19190" y="3376"/>
                  </a:lnTo>
                  <a:cubicBezTo>
                    <a:pt x="19223" y="3376"/>
                    <a:pt x="19287" y="3376"/>
                    <a:pt x="19319" y="3343"/>
                  </a:cubicBezTo>
                  <a:cubicBezTo>
                    <a:pt x="19319" y="3343"/>
                    <a:pt x="19673" y="3118"/>
                    <a:pt x="20058" y="2893"/>
                  </a:cubicBezTo>
                  <a:cubicBezTo>
                    <a:pt x="20444" y="2636"/>
                    <a:pt x="20894" y="2347"/>
                    <a:pt x="21119" y="2122"/>
                  </a:cubicBezTo>
                  <a:cubicBezTo>
                    <a:pt x="21280" y="1993"/>
                    <a:pt x="21537" y="1736"/>
                    <a:pt x="21826" y="1447"/>
                  </a:cubicBezTo>
                  <a:cubicBezTo>
                    <a:pt x="22083" y="1158"/>
                    <a:pt x="22405" y="868"/>
                    <a:pt x="22630" y="643"/>
                  </a:cubicBezTo>
                  <a:cubicBezTo>
                    <a:pt x="22662" y="579"/>
                    <a:pt x="22759" y="547"/>
                    <a:pt x="22855" y="547"/>
                  </a:cubicBezTo>
                  <a:close/>
                  <a:moveTo>
                    <a:pt x="22855" y="0"/>
                  </a:moveTo>
                  <a:cubicBezTo>
                    <a:pt x="22630" y="0"/>
                    <a:pt x="22405" y="97"/>
                    <a:pt x="22212" y="257"/>
                  </a:cubicBezTo>
                  <a:cubicBezTo>
                    <a:pt x="22019" y="483"/>
                    <a:pt x="21698" y="804"/>
                    <a:pt x="21441" y="1093"/>
                  </a:cubicBezTo>
                  <a:cubicBezTo>
                    <a:pt x="21151" y="1350"/>
                    <a:pt x="20894" y="1608"/>
                    <a:pt x="20766" y="1736"/>
                  </a:cubicBezTo>
                  <a:cubicBezTo>
                    <a:pt x="20605" y="1897"/>
                    <a:pt x="20155" y="2186"/>
                    <a:pt x="19769" y="2443"/>
                  </a:cubicBezTo>
                  <a:cubicBezTo>
                    <a:pt x="19511" y="2594"/>
                    <a:pt x="19281" y="2745"/>
                    <a:pt x="19158" y="2828"/>
                  </a:cubicBezTo>
                  <a:lnTo>
                    <a:pt x="19158" y="2828"/>
                  </a:lnTo>
                  <a:lnTo>
                    <a:pt x="3858" y="2283"/>
                  </a:lnTo>
                  <a:lnTo>
                    <a:pt x="1157" y="1672"/>
                  </a:lnTo>
                  <a:cubicBezTo>
                    <a:pt x="1061" y="1672"/>
                    <a:pt x="997" y="1672"/>
                    <a:pt x="932" y="1704"/>
                  </a:cubicBezTo>
                  <a:cubicBezTo>
                    <a:pt x="868" y="1768"/>
                    <a:pt x="836" y="1833"/>
                    <a:pt x="836" y="1897"/>
                  </a:cubicBezTo>
                  <a:lnTo>
                    <a:pt x="0" y="6397"/>
                  </a:lnTo>
                  <a:cubicBezTo>
                    <a:pt x="0" y="6461"/>
                    <a:pt x="32" y="6558"/>
                    <a:pt x="65" y="6622"/>
                  </a:cubicBezTo>
                  <a:cubicBezTo>
                    <a:pt x="97" y="6622"/>
                    <a:pt x="354" y="6944"/>
                    <a:pt x="868" y="7297"/>
                  </a:cubicBezTo>
                  <a:cubicBezTo>
                    <a:pt x="1383" y="7651"/>
                    <a:pt x="2090" y="8004"/>
                    <a:pt x="3022" y="8069"/>
                  </a:cubicBezTo>
                  <a:lnTo>
                    <a:pt x="3150" y="8069"/>
                  </a:lnTo>
                  <a:cubicBezTo>
                    <a:pt x="3729" y="8069"/>
                    <a:pt x="4983" y="7908"/>
                    <a:pt x="6558" y="7683"/>
                  </a:cubicBezTo>
                  <a:cubicBezTo>
                    <a:pt x="10956" y="7033"/>
                    <a:pt x="17850" y="5787"/>
                    <a:pt x="18945" y="5588"/>
                  </a:cubicBezTo>
                  <a:lnTo>
                    <a:pt x="18945" y="5588"/>
                  </a:lnTo>
                  <a:cubicBezTo>
                    <a:pt x="19176" y="5768"/>
                    <a:pt x="19895" y="6329"/>
                    <a:pt x="20637" y="6911"/>
                  </a:cubicBezTo>
                  <a:cubicBezTo>
                    <a:pt x="21087" y="7265"/>
                    <a:pt x="21537" y="7651"/>
                    <a:pt x="21891" y="7908"/>
                  </a:cubicBezTo>
                  <a:cubicBezTo>
                    <a:pt x="22083" y="8069"/>
                    <a:pt x="22244" y="8197"/>
                    <a:pt x="22341" y="8294"/>
                  </a:cubicBezTo>
                  <a:cubicBezTo>
                    <a:pt x="22469" y="8390"/>
                    <a:pt x="22534" y="8454"/>
                    <a:pt x="22566" y="8486"/>
                  </a:cubicBezTo>
                  <a:cubicBezTo>
                    <a:pt x="22694" y="8583"/>
                    <a:pt x="22855" y="8647"/>
                    <a:pt x="23016" y="8647"/>
                  </a:cubicBezTo>
                  <a:cubicBezTo>
                    <a:pt x="23144" y="8647"/>
                    <a:pt x="23273" y="8615"/>
                    <a:pt x="23369" y="8519"/>
                  </a:cubicBezTo>
                  <a:cubicBezTo>
                    <a:pt x="23498" y="8422"/>
                    <a:pt x="23562" y="8261"/>
                    <a:pt x="23562" y="8101"/>
                  </a:cubicBezTo>
                  <a:cubicBezTo>
                    <a:pt x="23562" y="7998"/>
                    <a:pt x="23536" y="7909"/>
                    <a:pt x="23492" y="7816"/>
                  </a:cubicBezTo>
                  <a:lnTo>
                    <a:pt x="23492" y="7816"/>
                  </a:lnTo>
                  <a:lnTo>
                    <a:pt x="24687" y="8519"/>
                  </a:lnTo>
                  <a:lnTo>
                    <a:pt x="24816" y="8551"/>
                  </a:lnTo>
                  <a:lnTo>
                    <a:pt x="24912" y="8551"/>
                  </a:lnTo>
                  <a:cubicBezTo>
                    <a:pt x="25009" y="8551"/>
                    <a:pt x="25169" y="8551"/>
                    <a:pt x="25330" y="8454"/>
                  </a:cubicBezTo>
                  <a:cubicBezTo>
                    <a:pt x="25427" y="8422"/>
                    <a:pt x="25523" y="8358"/>
                    <a:pt x="25587" y="8261"/>
                  </a:cubicBezTo>
                  <a:cubicBezTo>
                    <a:pt x="25652" y="8165"/>
                    <a:pt x="25716" y="8036"/>
                    <a:pt x="25684" y="7908"/>
                  </a:cubicBezTo>
                  <a:cubicBezTo>
                    <a:pt x="25684" y="7876"/>
                    <a:pt x="25684" y="7811"/>
                    <a:pt x="25684" y="7779"/>
                  </a:cubicBezTo>
                  <a:cubicBezTo>
                    <a:pt x="25664" y="7683"/>
                    <a:pt x="25633" y="7609"/>
                    <a:pt x="25598" y="7545"/>
                  </a:cubicBezTo>
                  <a:lnTo>
                    <a:pt x="25598" y="7545"/>
                  </a:lnTo>
                  <a:lnTo>
                    <a:pt x="26166" y="7844"/>
                  </a:lnTo>
                  <a:cubicBezTo>
                    <a:pt x="26198" y="7860"/>
                    <a:pt x="26230" y="7868"/>
                    <a:pt x="26262" y="7868"/>
                  </a:cubicBezTo>
                  <a:cubicBezTo>
                    <a:pt x="26294" y="7868"/>
                    <a:pt x="26327" y="7860"/>
                    <a:pt x="26359" y="7844"/>
                  </a:cubicBezTo>
                  <a:cubicBezTo>
                    <a:pt x="26359" y="7844"/>
                    <a:pt x="26519" y="7844"/>
                    <a:pt x="26712" y="7715"/>
                  </a:cubicBezTo>
                  <a:cubicBezTo>
                    <a:pt x="26809" y="7683"/>
                    <a:pt x="26905" y="7586"/>
                    <a:pt x="26969" y="7490"/>
                  </a:cubicBezTo>
                  <a:cubicBezTo>
                    <a:pt x="27066" y="7361"/>
                    <a:pt x="27130" y="7233"/>
                    <a:pt x="27098" y="7072"/>
                  </a:cubicBezTo>
                  <a:cubicBezTo>
                    <a:pt x="27098" y="6911"/>
                    <a:pt x="27066" y="6751"/>
                    <a:pt x="27002" y="6622"/>
                  </a:cubicBezTo>
                  <a:cubicBezTo>
                    <a:pt x="26937" y="6494"/>
                    <a:pt x="26873" y="6429"/>
                    <a:pt x="26777" y="6333"/>
                  </a:cubicBezTo>
                  <a:cubicBezTo>
                    <a:pt x="26550" y="6129"/>
                    <a:pt x="26197" y="5878"/>
                    <a:pt x="25829" y="5635"/>
                  </a:cubicBezTo>
                  <a:lnTo>
                    <a:pt x="25829" y="5635"/>
                  </a:lnTo>
                  <a:lnTo>
                    <a:pt x="26648" y="5818"/>
                  </a:lnTo>
                  <a:cubicBezTo>
                    <a:pt x="26680" y="5818"/>
                    <a:pt x="26744" y="5818"/>
                    <a:pt x="26809" y="5786"/>
                  </a:cubicBezTo>
                  <a:cubicBezTo>
                    <a:pt x="26841" y="5786"/>
                    <a:pt x="26937" y="5722"/>
                    <a:pt x="27034" y="5626"/>
                  </a:cubicBezTo>
                  <a:cubicBezTo>
                    <a:pt x="27098" y="5561"/>
                    <a:pt x="27162" y="5497"/>
                    <a:pt x="27227" y="5401"/>
                  </a:cubicBezTo>
                  <a:cubicBezTo>
                    <a:pt x="27259" y="5336"/>
                    <a:pt x="27291" y="5208"/>
                    <a:pt x="27291" y="5079"/>
                  </a:cubicBezTo>
                  <a:cubicBezTo>
                    <a:pt x="27291" y="4951"/>
                    <a:pt x="27227" y="4790"/>
                    <a:pt x="27130" y="4629"/>
                  </a:cubicBezTo>
                  <a:cubicBezTo>
                    <a:pt x="27002" y="4501"/>
                    <a:pt x="26841" y="4372"/>
                    <a:pt x="26616" y="4243"/>
                  </a:cubicBezTo>
                  <a:cubicBezTo>
                    <a:pt x="26552" y="4211"/>
                    <a:pt x="26423" y="4147"/>
                    <a:pt x="26262" y="4083"/>
                  </a:cubicBezTo>
                  <a:cubicBezTo>
                    <a:pt x="25413" y="3748"/>
                    <a:pt x="23449" y="3042"/>
                    <a:pt x="22701" y="2774"/>
                  </a:cubicBezTo>
                  <a:lnTo>
                    <a:pt x="22701" y="2774"/>
                  </a:lnTo>
                  <a:lnTo>
                    <a:pt x="23594" y="1286"/>
                  </a:lnTo>
                  <a:cubicBezTo>
                    <a:pt x="23659" y="1158"/>
                    <a:pt x="23691" y="997"/>
                    <a:pt x="23691" y="868"/>
                  </a:cubicBezTo>
                  <a:cubicBezTo>
                    <a:pt x="23691" y="579"/>
                    <a:pt x="23562" y="290"/>
                    <a:pt x="23305" y="129"/>
                  </a:cubicBezTo>
                  <a:cubicBezTo>
                    <a:pt x="23176" y="32"/>
                    <a:pt x="23016" y="0"/>
                    <a:pt x="228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6" name="Google Shape;4376;p38"/>
            <p:cNvSpPr/>
            <p:nvPr/>
          </p:nvSpPr>
          <p:spPr>
            <a:xfrm>
              <a:off x="1661925" y="2524225"/>
              <a:ext cx="708000" cy="1228100"/>
            </a:xfrm>
            <a:custGeom>
              <a:rect b="b" l="l" r="r" t="t"/>
              <a:pathLst>
                <a:path extrusionOk="0" h="49124" w="28320">
                  <a:moveTo>
                    <a:pt x="18530" y="1"/>
                  </a:moveTo>
                  <a:cubicBezTo>
                    <a:pt x="17262" y="1"/>
                    <a:pt x="15934" y="417"/>
                    <a:pt x="15751" y="939"/>
                  </a:cubicBezTo>
                  <a:cubicBezTo>
                    <a:pt x="15526" y="1550"/>
                    <a:pt x="15108" y="3447"/>
                    <a:pt x="15366" y="7722"/>
                  </a:cubicBezTo>
                  <a:cubicBezTo>
                    <a:pt x="15623" y="11965"/>
                    <a:pt x="15591" y="17429"/>
                    <a:pt x="15591" y="17429"/>
                  </a:cubicBezTo>
                  <a:cubicBezTo>
                    <a:pt x="15591" y="17429"/>
                    <a:pt x="13598" y="21737"/>
                    <a:pt x="12923" y="23280"/>
                  </a:cubicBezTo>
                  <a:cubicBezTo>
                    <a:pt x="12248" y="24823"/>
                    <a:pt x="1" y="43499"/>
                    <a:pt x="1" y="43499"/>
                  </a:cubicBezTo>
                  <a:lnTo>
                    <a:pt x="10158" y="49124"/>
                  </a:lnTo>
                  <a:cubicBezTo>
                    <a:pt x="10158" y="49124"/>
                    <a:pt x="13694" y="45620"/>
                    <a:pt x="15366" y="44206"/>
                  </a:cubicBezTo>
                  <a:cubicBezTo>
                    <a:pt x="17069" y="42759"/>
                    <a:pt x="28320" y="28294"/>
                    <a:pt x="28159" y="27394"/>
                  </a:cubicBezTo>
                  <a:cubicBezTo>
                    <a:pt x="27998" y="26494"/>
                    <a:pt x="23305" y="21608"/>
                    <a:pt x="23305" y="21608"/>
                  </a:cubicBezTo>
                  <a:cubicBezTo>
                    <a:pt x="23305" y="21608"/>
                    <a:pt x="22437" y="9265"/>
                    <a:pt x="22341" y="8879"/>
                  </a:cubicBezTo>
                  <a:cubicBezTo>
                    <a:pt x="22244" y="8493"/>
                    <a:pt x="20669" y="521"/>
                    <a:pt x="20669" y="521"/>
                  </a:cubicBezTo>
                  <a:cubicBezTo>
                    <a:pt x="20669" y="521"/>
                    <a:pt x="20830" y="361"/>
                    <a:pt x="19384" y="71"/>
                  </a:cubicBezTo>
                  <a:cubicBezTo>
                    <a:pt x="19112" y="23"/>
                    <a:pt x="18823" y="1"/>
                    <a:pt x="1853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7" name="Google Shape;4377;p38"/>
            <p:cNvSpPr/>
            <p:nvPr/>
          </p:nvSpPr>
          <p:spPr>
            <a:xfrm>
              <a:off x="1745500" y="2526000"/>
              <a:ext cx="524775" cy="1109800"/>
            </a:xfrm>
            <a:custGeom>
              <a:rect b="b" l="l" r="r" t="t"/>
              <a:pathLst>
                <a:path extrusionOk="0" h="44392" w="20991">
                  <a:moveTo>
                    <a:pt x="14144" y="0"/>
                  </a:moveTo>
                  <a:lnTo>
                    <a:pt x="14144" y="0"/>
                  </a:lnTo>
                  <a:cubicBezTo>
                    <a:pt x="13276" y="161"/>
                    <a:pt x="12537" y="483"/>
                    <a:pt x="12408" y="868"/>
                  </a:cubicBezTo>
                  <a:cubicBezTo>
                    <a:pt x="12183" y="1479"/>
                    <a:pt x="11765" y="3376"/>
                    <a:pt x="12023" y="7651"/>
                  </a:cubicBezTo>
                  <a:cubicBezTo>
                    <a:pt x="12280" y="11894"/>
                    <a:pt x="12248" y="17358"/>
                    <a:pt x="12248" y="17358"/>
                  </a:cubicBezTo>
                  <a:cubicBezTo>
                    <a:pt x="12248" y="17358"/>
                    <a:pt x="12119" y="17712"/>
                    <a:pt x="11862" y="18194"/>
                  </a:cubicBezTo>
                  <a:lnTo>
                    <a:pt x="12087" y="20219"/>
                  </a:lnTo>
                  <a:lnTo>
                    <a:pt x="1" y="39892"/>
                  </a:lnTo>
                  <a:lnTo>
                    <a:pt x="7137" y="44392"/>
                  </a:lnTo>
                  <a:lnTo>
                    <a:pt x="17359" y="34009"/>
                  </a:lnTo>
                  <a:lnTo>
                    <a:pt x="18580" y="36227"/>
                  </a:lnTo>
                  <a:cubicBezTo>
                    <a:pt x="19416" y="35166"/>
                    <a:pt x="20219" y="34074"/>
                    <a:pt x="20991" y="33045"/>
                  </a:cubicBezTo>
                  <a:cubicBezTo>
                    <a:pt x="20444" y="28995"/>
                    <a:pt x="20027" y="25234"/>
                    <a:pt x="20316" y="24559"/>
                  </a:cubicBezTo>
                  <a:cubicBezTo>
                    <a:pt x="20927" y="22984"/>
                    <a:pt x="19544" y="21762"/>
                    <a:pt x="17680" y="20219"/>
                  </a:cubicBezTo>
                  <a:cubicBezTo>
                    <a:pt x="15816" y="18644"/>
                    <a:pt x="16555" y="16651"/>
                    <a:pt x="16555" y="16651"/>
                  </a:cubicBezTo>
                  <a:lnTo>
                    <a:pt x="14112" y="14015"/>
                  </a:lnTo>
                  <a:cubicBezTo>
                    <a:pt x="14112" y="14015"/>
                    <a:pt x="14273" y="5497"/>
                    <a:pt x="14112" y="2090"/>
                  </a:cubicBezTo>
                  <a:cubicBezTo>
                    <a:pt x="14080" y="1543"/>
                    <a:pt x="14112" y="836"/>
                    <a:pt x="1414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8" name="Google Shape;4378;p38"/>
            <p:cNvSpPr/>
            <p:nvPr/>
          </p:nvSpPr>
          <p:spPr>
            <a:xfrm>
              <a:off x="1745500" y="2598325"/>
              <a:ext cx="511925" cy="1037475"/>
            </a:xfrm>
            <a:custGeom>
              <a:rect b="b" l="l" r="r" t="t"/>
              <a:pathLst>
                <a:path extrusionOk="0" h="41499" w="20477">
                  <a:moveTo>
                    <a:pt x="14144" y="0"/>
                  </a:moveTo>
                  <a:cubicBezTo>
                    <a:pt x="13566" y="129"/>
                    <a:pt x="13083" y="290"/>
                    <a:pt x="12633" y="483"/>
                  </a:cubicBezTo>
                  <a:lnTo>
                    <a:pt x="12601" y="483"/>
                  </a:lnTo>
                  <a:cubicBezTo>
                    <a:pt x="12473" y="515"/>
                    <a:pt x="12376" y="579"/>
                    <a:pt x="12248" y="643"/>
                  </a:cubicBezTo>
                  <a:cubicBezTo>
                    <a:pt x="12215" y="1093"/>
                    <a:pt x="12215" y="1608"/>
                    <a:pt x="12215" y="2186"/>
                  </a:cubicBezTo>
                  <a:cubicBezTo>
                    <a:pt x="12215" y="2926"/>
                    <a:pt x="12215" y="3761"/>
                    <a:pt x="12280" y="4726"/>
                  </a:cubicBezTo>
                  <a:cubicBezTo>
                    <a:pt x="12505" y="8037"/>
                    <a:pt x="12537" y="12087"/>
                    <a:pt x="12537" y="13726"/>
                  </a:cubicBezTo>
                  <a:cubicBezTo>
                    <a:pt x="12537" y="14208"/>
                    <a:pt x="12537" y="14498"/>
                    <a:pt x="12537" y="14498"/>
                  </a:cubicBezTo>
                  <a:lnTo>
                    <a:pt x="12505" y="14594"/>
                  </a:lnTo>
                  <a:cubicBezTo>
                    <a:pt x="12505" y="14594"/>
                    <a:pt x="12376" y="14851"/>
                    <a:pt x="12183" y="15301"/>
                  </a:cubicBezTo>
                  <a:cubicBezTo>
                    <a:pt x="12087" y="15430"/>
                    <a:pt x="12023" y="15623"/>
                    <a:pt x="11926" y="15815"/>
                  </a:cubicBezTo>
                  <a:lnTo>
                    <a:pt x="12087" y="17326"/>
                  </a:lnTo>
                  <a:lnTo>
                    <a:pt x="1" y="36999"/>
                  </a:lnTo>
                  <a:lnTo>
                    <a:pt x="7137" y="41499"/>
                  </a:lnTo>
                  <a:lnTo>
                    <a:pt x="16973" y="31534"/>
                  </a:lnTo>
                  <a:cubicBezTo>
                    <a:pt x="16941" y="31502"/>
                    <a:pt x="16941" y="31502"/>
                    <a:pt x="16941" y="31502"/>
                  </a:cubicBezTo>
                  <a:cubicBezTo>
                    <a:pt x="16362" y="30538"/>
                    <a:pt x="15976" y="29895"/>
                    <a:pt x="15944" y="29863"/>
                  </a:cubicBezTo>
                  <a:lnTo>
                    <a:pt x="20477" y="25877"/>
                  </a:lnTo>
                  <a:cubicBezTo>
                    <a:pt x="20316" y="24462"/>
                    <a:pt x="20219" y="23273"/>
                    <a:pt x="20219" y="22502"/>
                  </a:cubicBezTo>
                  <a:cubicBezTo>
                    <a:pt x="20219" y="22084"/>
                    <a:pt x="20252" y="21794"/>
                    <a:pt x="20316" y="21666"/>
                  </a:cubicBezTo>
                  <a:cubicBezTo>
                    <a:pt x="20412" y="21409"/>
                    <a:pt x="20444" y="21151"/>
                    <a:pt x="20444" y="20926"/>
                  </a:cubicBezTo>
                  <a:cubicBezTo>
                    <a:pt x="20477" y="19673"/>
                    <a:pt x="19223" y="18612"/>
                    <a:pt x="17680" y="17326"/>
                  </a:cubicBezTo>
                  <a:cubicBezTo>
                    <a:pt x="16651" y="16458"/>
                    <a:pt x="16426" y="15462"/>
                    <a:pt x="16426" y="14723"/>
                  </a:cubicBezTo>
                  <a:cubicBezTo>
                    <a:pt x="16426" y="14144"/>
                    <a:pt x="16555" y="13758"/>
                    <a:pt x="16555" y="13758"/>
                  </a:cubicBezTo>
                  <a:lnTo>
                    <a:pt x="14112" y="11122"/>
                  </a:lnTo>
                  <a:cubicBezTo>
                    <a:pt x="14112" y="11122"/>
                    <a:pt x="14176" y="7329"/>
                    <a:pt x="14176" y="3793"/>
                  </a:cubicBezTo>
                  <a:cubicBezTo>
                    <a:pt x="14176" y="2411"/>
                    <a:pt x="14176" y="1061"/>
                    <a:pt x="14144"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9" name="Google Shape;4379;p38"/>
            <p:cNvSpPr/>
            <p:nvPr/>
          </p:nvSpPr>
          <p:spPr>
            <a:xfrm>
              <a:off x="1655500" y="2517150"/>
              <a:ext cx="716850" cy="1242100"/>
            </a:xfrm>
            <a:custGeom>
              <a:rect b="b" l="l" r="r" t="t"/>
              <a:pathLst>
                <a:path extrusionOk="0" h="49684" w="28674">
                  <a:moveTo>
                    <a:pt x="18741" y="547"/>
                  </a:moveTo>
                  <a:cubicBezTo>
                    <a:pt x="19062" y="547"/>
                    <a:pt x="19319" y="579"/>
                    <a:pt x="19608" y="612"/>
                  </a:cubicBezTo>
                  <a:cubicBezTo>
                    <a:pt x="20155" y="740"/>
                    <a:pt x="20476" y="837"/>
                    <a:pt x="20605" y="901"/>
                  </a:cubicBezTo>
                  <a:lnTo>
                    <a:pt x="20680" y="926"/>
                  </a:lnTo>
                  <a:lnTo>
                    <a:pt x="20680" y="926"/>
                  </a:lnTo>
                  <a:cubicBezTo>
                    <a:pt x="20746" y="1266"/>
                    <a:pt x="21097" y="3063"/>
                    <a:pt x="21473" y="4887"/>
                  </a:cubicBezTo>
                  <a:cubicBezTo>
                    <a:pt x="21666" y="5915"/>
                    <a:pt x="21859" y="6944"/>
                    <a:pt x="22019" y="7748"/>
                  </a:cubicBezTo>
                  <a:cubicBezTo>
                    <a:pt x="22116" y="8133"/>
                    <a:pt x="22180" y="8487"/>
                    <a:pt x="22244" y="8744"/>
                  </a:cubicBezTo>
                  <a:cubicBezTo>
                    <a:pt x="22276" y="9001"/>
                    <a:pt x="22309" y="9162"/>
                    <a:pt x="22341" y="9226"/>
                  </a:cubicBezTo>
                  <a:cubicBezTo>
                    <a:pt x="22341" y="9226"/>
                    <a:pt x="22341" y="9323"/>
                    <a:pt x="22373" y="9419"/>
                  </a:cubicBezTo>
                  <a:cubicBezTo>
                    <a:pt x="22469" y="10319"/>
                    <a:pt x="22694" y="13469"/>
                    <a:pt x="22887" y="16362"/>
                  </a:cubicBezTo>
                  <a:cubicBezTo>
                    <a:pt x="22984" y="17809"/>
                    <a:pt x="23080" y="19191"/>
                    <a:pt x="23177" y="20220"/>
                  </a:cubicBezTo>
                  <a:cubicBezTo>
                    <a:pt x="23241" y="21248"/>
                    <a:pt x="23273" y="21923"/>
                    <a:pt x="23273" y="21923"/>
                  </a:cubicBezTo>
                  <a:cubicBezTo>
                    <a:pt x="23273" y="21988"/>
                    <a:pt x="23305" y="22052"/>
                    <a:pt x="23369" y="22084"/>
                  </a:cubicBezTo>
                  <a:cubicBezTo>
                    <a:pt x="23369" y="22084"/>
                    <a:pt x="23659" y="22373"/>
                    <a:pt x="24077" y="22856"/>
                  </a:cubicBezTo>
                  <a:cubicBezTo>
                    <a:pt x="24752" y="23563"/>
                    <a:pt x="25748" y="24656"/>
                    <a:pt x="26584" y="25620"/>
                  </a:cubicBezTo>
                  <a:cubicBezTo>
                    <a:pt x="27034" y="26134"/>
                    <a:pt x="27387" y="26584"/>
                    <a:pt x="27677" y="26970"/>
                  </a:cubicBezTo>
                  <a:cubicBezTo>
                    <a:pt x="27837" y="27163"/>
                    <a:pt x="27934" y="27324"/>
                    <a:pt x="28030" y="27452"/>
                  </a:cubicBezTo>
                  <a:cubicBezTo>
                    <a:pt x="28080" y="27576"/>
                    <a:pt x="28129" y="27662"/>
                    <a:pt x="28150" y="27709"/>
                  </a:cubicBezTo>
                  <a:lnTo>
                    <a:pt x="28127" y="27709"/>
                  </a:lnTo>
                  <a:cubicBezTo>
                    <a:pt x="28127" y="27742"/>
                    <a:pt x="28062" y="27870"/>
                    <a:pt x="27998" y="28031"/>
                  </a:cubicBezTo>
                  <a:cubicBezTo>
                    <a:pt x="27645" y="28706"/>
                    <a:pt x="26777" y="29992"/>
                    <a:pt x="25652" y="31535"/>
                  </a:cubicBezTo>
                  <a:cubicBezTo>
                    <a:pt x="23948" y="33849"/>
                    <a:pt x="21698" y="36806"/>
                    <a:pt x="19705" y="39281"/>
                  </a:cubicBezTo>
                  <a:cubicBezTo>
                    <a:pt x="18708" y="40535"/>
                    <a:pt x="17776" y="41660"/>
                    <a:pt x="17037" y="42560"/>
                  </a:cubicBezTo>
                  <a:cubicBezTo>
                    <a:pt x="16298" y="43428"/>
                    <a:pt x="15719" y="44039"/>
                    <a:pt x="15462" y="44264"/>
                  </a:cubicBezTo>
                  <a:cubicBezTo>
                    <a:pt x="13957" y="45541"/>
                    <a:pt x="11024" y="48423"/>
                    <a:pt x="10359" y="49079"/>
                  </a:cubicBezTo>
                  <a:lnTo>
                    <a:pt x="10359" y="49079"/>
                  </a:lnTo>
                  <a:lnTo>
                    <a:pt x="627" y="43690"/>
                  </a:lnTo>
                  <a:lnTo>
                    <a:pt x="627" y="43690"/>
                  </a:lnTo>
                  <a:cubicBezTo>
                    <a:pt x="1267" y="42712"/>
                    <a:pt x="3940" y="38627"/>
                    <a:pt x="6686" y="34395"/>
                  </a:cubicBezTo>
                  <a:cubicBezTo>
                    <a:pt x="8262" y="31985"/>
                    <a:pt x="9869" y="29509"/>
                    <a:pt x="11090" y="27517"/>
                  </a:cubicBezTo>
                  <a:cubicBezTo>
                    <a:pt x="11733" y="26552"/>
                    <a:pt x="12247" y="25684"/>
                    <a:pt x="12665" y="25009"/>
                  </a:cubicBezTo>
                  <a:cubicBezTo>
                    <a:pt x="13051" y="24366"/>
                    <a:pt x="13308" y="23916"/>
                    <a:pt x="13437" y="23691"/>
                  </a:cubicBezTo>
                  <a:cubicBezTo>
                    <a:pt x="13758" y="22920"/>
                    <a:pt x="14433" y="21441"/>
                    <a:pt x="15012" y="20188"/>
                  </a:cubicBezTo>
                  <a:cubicBezTo>
                    <a:pt x="15301" y="19545"/>
                    <a:pt x="15590" y="18966"/>
                    <a:pt x="15783" y="18548"/>
                  </a:cubicBezTo>
                  <a:cubicBezTo>
                    <a:pt x="15976" y="18098"/>
                    <a:pt x="16105" y="17841"/>
                    <a:pt x="16105" y="17841"/>
                  </a:cubicBezTo>
                  <a:lnTo>
                    <a:pt x="16137" y="17745"/>
                  </a:lnTo>
                  <a:cubicBezTo>
                    <a:pt x="16137" y="17745"/>
                    <a:pt x="16137" y="17455"/>
                    <a:pt x="16137" y="16973"/>
                  </a:cubicBezTo>
                  <a:cubicBezTo>
                    <a:pt x="16137" y="15334"/>
                    <a:pt x="16105" y="11284"/>
                    <a:pt x="15880" y="7973"/>
                  </a:cubicBezTo>
                  <a:cubicBezTo>
                    <a:pt x="15815" y="7008"/>
                    <a:pt x="15815" y="6173"/>
                    <a:pt x="15815" y="5433"/>
                  </a:cubicBezTo>
                  <a:cubicBezTo>
                    <a:pt x="15815" y="2958"/>
                    <a:pt x="16105" y="1737"/>
                    <a:pt x="16265" y="1287"/>
                  </a:cubicBezTo>
                  <a:cubicBezTo>
                    <a:pt x="16265" y="1254"/>
                    <a:pt x="16330" y="1158"/>
                    <a:pt x="16490" y="1062"/>
                  </a:cubicBezTo>
                  <a:cubicBezTo>
                    <a:pt x="16683" y="933"/>
                    <a:pt x="17037" y="804"/>
                    <a:pt x="17455" y="708"/>
                  </a:cubicBezTo>
                  <a:cubicBezTo>
                    <a:pt x="17841" y="612"/>
                    <a:pt x="18291" y="547"/>
                    <a:pt x="18741" y="547"/>
                  </a:cubicBezTo>
                  <a:close/>
                  <a:moveTo>
                    <a:pt x="18741" y="1"/>
                  </a:moveTo>
                  <a:cubicBezTo>
                    <a:pt x="18098" y="1"/>
                    <a:pt x="17423" y="129"/>
                    <a:pt x="16908" y="290"/>
                  </a:cubicBezTo>
                  <a:cubicBezTo>
                    <a:pt x="16619" y="387"/>
                    <a:pt x="16394" y="483"/>
                    <a:pt x="16201" y="612"/>
                  </a:cubicBezTo>
                  <a:cubicBezTo>
                    <a:pt x="16008" y="772"/>
                    <a:pt x="15848" y="901"/>
                    <a:pt x="15751" y="1126"/>
                  </a:cubicBezTo>
                  <a:cubicBezTo>
                    <a:pt x="15558" y="1640"/>
                    <a:pt x="15269" y="2926"/>
                    <a:pt x="15269" y="5433"/>
                  </a:cubicBezTo>
                  <a:cubicBezTo>
                    <a:pt x="15269" y="6173"/>
                    <a:pt x="15301" y="7040"/>
                    <a:pt x="15365" y="8005"/>
                  </a:cubicBezTo>
                  <a:cubicBezTo>
                    <a:pt x="15558" y="11316"/>
                    <a:pt x="15590" y="15334"/>
                    <a:pt x="15590" y="16973"/>
                  </a:cubicBezTo>
                  <a:cubicBezTo>
                    <a:pt x="15590" y="17362"/>
                    <a:pt x="15590" y="17605"/>
                    <a:pt x="15590" y="17684"/>
                  </a:cubicBezTo>
                  <a:lnTo>
                    <a:pt x="15590" y="17684"/>
                  </a:lnTo>
                  <a:cubicBezTo>
                    <a:pt x="15329" y="18236"/>
                    <a:pt x="13547" y="22008"/>
                    <a:pt x="12922" y="23466"/>
                  </a:cubicBezTo>
                  <a:cubicBezTo>
                    <a:pt x="12858" y="23627"/>
                    <a:pt x="12601" y="24109"/>
                    <a:pt x="12215" y="24752"/>
                  </a:cubicBezTo>
                  <a:cubicBezTo>
                    <a:pt x="10801" y="27034"/>
                    <a:pt x="7779" y="31760"/>
                    <a:pt x="5079" y="35906"/>
                  </a:cubicBezTo>
                  <a:cubicBezTo>
                    <a:pt x="3729" y="37996"/>
                    <a:pt x="2476" y="39924"/>
                    <a:pt x="1543" y="41339"/>
                  </a:cubicBezTo>
                  <a:cubicBezTo>
                    <a:pt x="1093" y="42046"/>
                    <a:pt x="708" y="42624"/>
                    <a:pt x="450" y="43010"/>
                  </a:cubicBezTo>
                  <a:cubicBezTo>
                    <a:pt x="193" y="43396"/>
                    <a:pt x="33" y="43621"/>
                    <a:pt x="33" y="43621"/>
                  </a:cubicBezTo>
                  <a:cubicBezTo>
                    <a:pt x="0" y="43685"/>
                    <a:pt x="0" y="43782"/>
                    <a:pt x="0" y="43846"/>
                  </a:cubicBezTo>
                  <a:cubicBezTo>
                    <a:pt x="33" y="43910"/>
                    <a:pt x="65" y="43974"/>
                    <a:pt x="129" y="44007"/>
                  </a:cubicBezTo>
                  <a:lnTo>
                    <a:pt x="10287" y="49664"/>
                  </a:lnTo>
                  <a:cubicBezTo>
                    <a:pt x="10322" y="49676"/>
                    <a:pt x="10362" y="49683"/>
                    <a:pt x="10402" y="49683"/>
                  </a:cubicBezTo>
                  <a:cubicBezTo>
                    <a:pt x="10473" y="49683"/>
                    <a:pt x="10547" y="49661"/>
                    <a:pt x="10608" y="49600"/>
                  </a:cubicBezTo>
                  <a:cubicBezTo>
                    <a:pt x="10608" y="49600"/>
                    <a:pt x="10833" y="49375"/>
                    <a:pt x="11187" y="49021"/>
                  </a:cubicBezTo>
                  <a:cubicBezTo>
                    <a:pt x="12247" y="47993"/>
                    <a:pt x="14562" y="45742"/>
                    <a:pt x="15815" y="44682"/>
                  </a:cubicBezTo>
                  <a:cubicBezTo>
                    <a:pt x="16040" y="44489"/>
                    <a:pt x="16394" y="44103"/>
                    <a:pt x="16876" y="43557"/>
                  </a:cubicBezTo>
                  <a:cubicBezTo>
                    <a:pt x="18516" y="41724"/>
                    <a:pt x="21441" y="38028"/>
                    <a:pt x="23980" y="34685"/>
                  </a:cubicBezTo>
                  <a:cubicBezTo>
                    <a:pt x="25234" y="33013"/>
                    <a:pt x="26391" y="31406"/>
                    <a:pt x="27259" y="30184"/>
                  </a:cubicBezTo>
                  <a:cubicBezTo>
                    <a:pt x="27677" y="29574"/>
                    <a:pt x="28030" y="29027"/>
                    <a:pt x="28255" y="28642"/>
                  </a:cubicBezTo>
                  <a:cubicBezTo>
                    <a:pt x="28384" y="28417"/>
                    <a:pt x="28480" y="28256"/>
                    <a:pt x="28545" y="28095"/>
                  </a:cubicBezTo>
                  <a:cubicBezTo>
                    <a:pt x="28577" y="28031"/>
                    <a:pt x="28609" y="27967"/>
                    <a:pt x="28641" y="27902"/>
                  </a:cubicBezTo>
                  <a:cubicBezTo>
                    <a:pt x="28673" y="27838"/>
                    <a:pt x="28673" y="27774"/>
                    <a:pt x="28673" y="27709"/>
                  </a:cubicBezTo>
                  <a:lnTo>
                    <a:pt x="28673" y="27645"/>
                  </a:lnTo>
                  <a:cubicBezTo>
                    <a:pt x="28641" y="27452"/>
                    <a:pt x="28512" y="27259"/>
                    <a:pt x="28384" y="27034"/>
                  </a:cubicBezTo>
                  <a:cubicBezTo>
                    <a:pt x="27837" y="26231"/>
                    <a:pt x="26712" y="24913"/>
                    <a:pt x="25684" y="23788"/>
                  </a:cubicBezTo>
                  <a:cubicBezTo>
                    <a:pt x="24804" y="22826"/>
                    <a:pt x="24019" y="21982"/>
                    <a:pt x="23810" y="21757"/>
                  </a:cubicBezTo>
                  <a:lnTo>
                    <a:pt x="23810" y="21757"/>
                  </a:lnTo>
                  <a:cubicBezTo>
                    <a:pt x="23764" y="21131"/>
                    <a:pt x="23567" y="18418"/>
                    <a:pt x="23369" y="15655"/>
                  </a:cubicBezTo>
                  <a:cubicBezTo>
                    <a:pt x="23273" y="14080"/>
                    <a:pt x="23144" y="12505"/>
                    <a:pt x="23048" y="11284"/>
                  </a:cubicBezTo>
                  <a:cubicBezTo>
                    <a:pt x="23016" y="10673"/>
                    <a:pt x="22984" y="10158"/>
                    <a:pt x="22919" y="9805"/>
                  </a:cubicBezTo>
                  <a:cubicBezTo>
                    <a:pt x="22919" y="9612"/>
                    <a:pt x="22919" y="9451"/>
                    <a:pt x="22887" y="9355"/>
                  </a:cubicBezTo>
                  <a:cubicBezTo>
                    <a:pt x="22887" y="9291"/>
                    <a:pt x="22887" y="9226"/>
                    <a:pt x="22887" y="9194"/>
                  </a:cubicBezTo>
                  <a:lnTo>
                    <a:pt x="22855" y="9098"/>
                  </a:lnTo>
                  <a:cubicBezTo>
                    <a:pt x="22855" y="9066"/>
                    <a:pt x="22823" y="8873"/>
                    <a:pt x="22759" y="8648"/>
                  </a:cubicBezTo>
                  <a:cubicBezTo>
                    <a:pt x="22566" y="7748"/>
                    <a:pt x="22180" y="5787"/>
                    <a:pt x="21826" y="4019"/>
                  </a:cubicBezTo>
                  <a:cubicBezTo>
                    <a:pt x="21666" y="3151"/>
                    <a:pt x="21505" y="2347"/>
                    <a:pt x="21376" y="1737"/>
                  </a:cubicBezTo>
                  <a:cubicBezTo>
                    <a:pt x="21248" y="1126"/>
                    <a:pt x="21184" y="772"/>
                    <a:pt x="21184" y="772"/>
                  </a:cubicBezTo>
                  <a:lnTo>
                    <a:pt x="21182" y="772"/>
                  </a:lnTo>
                  <a:lnTo>
                    <a:pt x="21182" y="772"/>
                  </a:lnTo>
                  <a:cubicBezTo>
                    <a:pt x="21173" y="660"/>
                    <a:pt x="21114" y="577"/>
                    <a:pt x="21055" y="547"/>
                  </a:cubicBezTo>
                  <a:cubicBezTo>
                    <a:pt x="20959" y="451"/>
                    <a:pt x="20862" y="387"/>
                    <a:pt x="20637" y="322"/>
                  </a:cubicBezTo>
                  <a:cubicBezTo>
                    <a:pt x="20444" y="258"/>
                    <a:pt x="20155" y="194"/>
                    <a:pt x="19705" y="97"/>
                  </a:cubicBezTo>
                  <a:cubicBezTo>
                    <a:pt x="19383" y="33"/>
                    <a:pt x="19062" y="1"/>
                    <a:pt x="187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0" name="Google Shape;4380;p38"/>
            <p:cNvSpPr/>
            <p:nvPr/>
          </p:nvSpPr>
          <p:spPr>
            <a:xfrm>
              <a:off x="2159350" y="2939125"/>
              <a:ext cx="140675" cy="185600"/>
            </a:xfrm>
            <a:custGeom>
              <a:rect b="b" l="l" r="r" t="t"/>
              <a:pathLst>
                <a:path extrusionOk="0" h="7424" w="5627">
                  <a:moveTo>
                    <a:pt x="934" y="0"/>
                  </a:moveTo>
                  <a:cubicBezTo>
                    <a:pt x="442" y="0"/>
                    <a:pt x="1" y="126"/>
                    <a:pt x="1" y="126"/>
                  </a:cubicBezTo>
                  <a:cubicBezTo>
                    <a:pt x="1" y="126"/>
                    <a:pt x="1" y="2859"/>
                    <a:pt x="1319" y="4530"/>
                  </a:cubicBezTo>
                  <a:cubicBezTo>
                    <a:pt x="2637" y="6169"/>
                    <a:pt x="5626" y="7423"/>
                    <a:pt x="5626" y="7423"/>
                  </a:cubicBezTo>
                  <a:cubicBezTo>
                    <a:pt x="5626" y="7423"/>
                    <a:pt x="4726" y="5269"/>
                    <a:pt x="4598" y="4626"/>
                  </a:cubicBezTo>
                  <a:cubicBezTo>
                    <a:pt x="4469" y="3984"/>
                    <a:pt x="3569" y="3534"/>
                    <a:pt x="3055" y="2634"/>
                  </a:cubicBezTo>
                  <a:cubicBezTo>
                    <a:pt x="2540" y="1733"/>
                    <a:pt x="1962" y="319"/>
                    <a:pt x="1962" y="319"/>
                  </a:cubicBezTo>
                  <a:cubicBezTo>
                    <a:pt x="1700" y="71"/>
                    <a:pt x="1302" y="0"/>
                    <a:pt x="93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1" name="Google Shape;4381;p38"/>
            <p:cNvSpPr/>
            <p:nvPr/>
          </p:nvSpPr>
          <p:spPr>
            <a:xfrm>
              <a:off x="2152925" y="2932625"/>
              <a:ext cx="154325" cy="199000"/>
            </a:xfrm>
            <a:custGeom>
              <a:rect b="b" l="l" r="r" t="t"/>
              <a:pathLst>
                <a:path extrusionOk="0" h="7960" w="6173">
                  <a:moveTo>
                    <a:pt x="1158" y="547"/>
                  </a:moveTo>
                  <a:cubicBezTo>
                    <a:pt x="1459" y="547"/>
                    <a:pt x="1789" y="603"/>
                    <a:pt x="1988" y="769"/>
                  </a:cubicBezTo>
                  <a:lnTo>
                    <a:pt x="1988" y="769"/>
                  </a:lnTo>
                  <a:cubicBezTo>
                    <a:pt x="2106" y="1047"/>
                    <a:pt x="2609" y="2207"/>
                    <a:pt x="3087" y="3022"/>
                  </a:cubicBezTo>
                  <a:cubicBezTo>
                    <a:pt x="3376" y="3504"/>
                    <a:pt x="3730" y="3858"/>
                    <a:pt x="4051" y="4179"/>
                  </a:cubicBezTo>
                  <a:cubicBezTo>
                    <a:pt x="4212" y="4308"/>
                    <a:pt x="4340" y="4469"/>
                    <a:pt x="4437" y="4597"/>
                  </a:cubicBezTo>
                  <a:cubicBezTo>
                    <a:pt x="4533" y="4726"/>
                    <a:pt x="4597" y="4822"/>
                    <a:pt x="4597" y="4919"/>
                  </a:cubicBezTo>
                  <a:cubicBezTo>
                    <a:pt x="4630" y="5111"/>
                    <a:pt x="4726" y="5369"/>
                    <a:pt x="4822" y="5690"/>
                  </a:cubicBezTo>
                  <a:cubicBezTo>
                    <a:pt x="4999" y="6166"/>
                    <a:pt x="5223" y="6747"/>
                    <a:pt x="5390" y="7176"/>
                  </a:cubicBezTo>
                  <a:lnTo>
                    <a:pt x="5390" y="7176"/>
                  </a:lnTo>
                  <a:cubicBezTo>
                    <a:pt x="5028" y="6998"/>
                    <a:pt x="4537" y="6740"/>
                    <a:pt x="4019" y="6429"/>
                  </a:cubicBezTo>
                  <a:cubicBezTo>
                    <a:pt x="3183" y="5947"/>
                    <a:pt x="2315" y="5304"/>
                    <a:pt x="1769" y="4597"/>
                  </a:cubicBezTo>
                  <a:cubicBezTo>
                    <a:pt x="1190" y="3858"/>
                    <a:pt x="869" y="2829"/>
                    <a:pt x="708" y="1993"/>
                  </a:cubicBezTo>
                  <a:cubicBezTo>
                    <a:pt x="595" y="1385"/>
                    <a:pt x="562" y="871"/>
                    <a:pt x="552" y="596"/>
                  </a:cubicBezTo>
                  <a:lnTo>
                    <a:pt x="552" y="596"/>
                  </a:lnTo>
                  <a:cubicBezTo>
                    <a:pt x="704" y="570"/>
                    <a:pt x="925" y="547"/>
                    <a:pt x="1158" y="547"/>
                  </a:cubicBezTo>
                  <a:close/>
                  <a:moveTo>
                    <a:pt x="1158" y="1"/>
                  </a:moveTo>
                  <a:cubicBezTo>
                    <a:pt x="644" y="1"/>
                    <a:pt x="226" y="129"/>
                    <a:pt x="194" y="129"/>
                  </a:cubicBezTo>
                  <a:cubicBezTo>
                    <a:pt x="97" y="161"/>
                    <a:pt x="33" y="226"/>
                    <a:pt x="1" y="322"/>
                  </a:cubicBezTo>
                  <a:lnTo>
                    <a:pt x="1" y="386"/>
                  </a:lnTo>
                  <a:cubicBezTo>
                    <a:pt x="1" y="483"/>
                    <a:pt x="1" y="1190"/>
                    <a:pt x="162" y="2090"/>
                  </a:cubicBezTo>
                  <a:cubicBezTo>
                    <a:pt x="354" y="2990"/>
                    <a:pt x="676" y="4083"/>
                    <a:pt x="1351" y="4951"/>
                  </a:cubicBezTo>
                  <a:cubicBezTo>
                    <a:pt x="2058" y="5819"/>
                    <a:pt x="3151" y="6558"/>
                    <a:pt x="4083" y="7104"/>
                  </a:cubicBezTo>
                  <a:cubicBezTo>
                    <a:pt x="5015" y="7619"/>
                    <a:pt x="5787" y="7940"/>
                    <a:pt x="5787" y="7940"/>
                  </a:cubicBezTo>
                  <a:cubicBezTo>
                    <a:pt x="5822" y="7952"/>
                    <a:pt x="5857" y="7959"/>
                    <a:pt x="5893" y="7959"/>
                  </a:cubicBezTo>
                  <a:cubicBezTo>
                    <a:pt x="5954" y="7959"/>
                    <a:pt x="6015" y="7937"/>
                    <a:pt x="6076" y="7876"/>
                  </a:cubicBezTo>
                  <a:cubicBezTo>
                    <a:pt x="6140" y="7812"/>
                    <a:pt x="6173" y="7683"/>
                    <a:pt x="6140" y="7587"/>
                  </a:cubicBezTo>
                  <a:cubicBezTo>
                    <a:pt x="6140" y="7587"/>
                    <a:pt x="5915" y="7040"/>
                    <a:pt x="5690" y="6429"/>
                  </a:cubicBezTo>
                  <a:cubicBezTo>
                    <a:pt x="5562" y="6108"/>
                    <a:pt x="5433" y="5787"/>
                    <a:pt x="5337" y="5497"/>
                  </a:cubicBezTo>
                  <a:cubicBezTo>
                    <a:pt x="5240" y="5208"/>
                    <a:pt x="5144" y="4951"/>
                    <a:pt x="5144" y="4822"/>
                  </a:cubicBezTo>
                  <a:cubicBezTo>
                    <a:pt x="5080" y="4597"/>
                    <a:pt x="4983" y="4436"/>
                    <a:pt x="4855" y="4244"/>
                  </a:cubicBezTo>
                  <a:cubicBezTo>
                    <a:pt x="4469" y="3761"/>
                    <a:pt x="3890" y="3376"/>
                    <a:pt x="3537" y="2765"/>
                  </a:cubicBezTo>
                  <a:cubicBezTo>
                    <a:pt x="3280" y="2315"/>
                    <a:pt x="3022" y="1768"/>
                    <a:pt x="2829" y="1286"/>
                  </a:cubicBezTo>
                  <a:cubicBezTo>
                    <a:pt x="2701" y="1061"/>
                    <a:pt x="2637" y="868"/>
                    <a:pt x="2572" y="708"/>
                  </a:cubicBezTo>
                  <a:cubicBezTo>
                    <a:pt x="2508" y="579"/>
                    <a:pt x="2476" y="483"/>
                    <a:pt x="2476" y="483"/>
                  </a:cubicBezTo>
                  <a:lnTo>
                    <a:pt x="2412" y="386"/>
                  </a:lnTo>
                  <a:cubicBezTo>
                    <a:pt x="2026" y="65"/>
                    <a:pt x="1544" y="1"/>
                    <a:pt x="11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2" name="Google Shape;4382;p38"/>
            <p:cNvSpPr/>
            <p:nvPr/>
          </p:nvSpPr>
          <p:spPr>
            <a:xfrm>
              <a:off x="2144100" y="3174525"/>
              <a:ext cx="314225" cy="554975"/>
            </a:xfrm>
            <a:custGeom>
              <a:rect b="b" l="l" r="r" t="t"/>
              <a:pathLst>
                <a:path extrusionOk="0" h="22199" w="12569">
                  <a:moveTo>
                    <a:pt x="7683" y="0"/>
                  </a:moveTo>
                  <a:lnTo>
                    <a:pt x="0" y="6815"/>
                  </a:lnTo>
                  <a:cubicBezTo>
                    <a:pt x="0" y="6815"/>
                    <a:pt x="3118" y="11861"/>
                    <a:pt x="4565" y="14754"/>
                  </a:cubicBezTo>
                  <a:cubicBezTo>
                    <a:pt x="6043" y="17679"/>
                    <a:pt x="8004" y="21923"/>
                    <a:pt x="9676" y="22180"/>
                  </a:cubicBezTo>
                  <a:cubicBezTo>
                    <a:pt x="9758" y="22192"/>
                    <a:pt x="9839" y="22198"/>
                    <a:pt x="9918" y="22198"/>
                  </a:cubicBezTo>
                  <a:cubicBezTo>
                    <a:pt x="11474" y="22198"/>
                    <a:pt x="12380" y="19885"/>
                    <a:pt x="12472" y="18997"/>
                  </a:cubicBezTo>
                  <a:cubicBezTo>
                    <a:pt x="12569" y="18065"/>
                    <a:pt x="11186" y="16297"/>
                    <a:pt x="10640" y="12504"/>
                  </a:cubicBezTo>
                  <a:cubicBezTo>
                    <a:pt x="10061" y="8711"/>
                    <a:pt x="8872" y="1382"/>
                    <a:pt x="8872" y="1382"/>
                  </a:cubicBezTo>
                  <a:lnTo>
                    <a:pt x="768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3" name="Google Shape;4383;p38"/>
            <p:cNvSpPr/>
            <p:nvPr/>
          </p:nvSpPr>
          <p:spPr>
            <a:xfrm>
              <a:off x="2144100" y="3245225"/>
              <a:ext cx="167175" cy="374525"/>
            </a:xfrm>
            <a:custGeom>
              <a:rect b="b" l="l" r="r" t="t"/>
              <a:pathLst>
                <a:path extrusionOk="0" h="14981" w="6687">
                  <a:moveTo>
                    <a:pt x="4533" y="1"/>
                  </a:moveTo>
                  <a:lnTo>
                    <a:pt x="0" y="3987"/>
                  </a:lnTo>
                  <a:cubicBezTo>
                    <a:pt x="0" y="3987"/>
                    <a:pt x="418" y="4662"/>
                    <a:pt x="1029" y="5658"/>
                  </a:cubicBezTo>
                  <a:lnTo>
                    <a:pt x="1415" y="5240"/>
                  </a:lnTo>
                  <a:lnTo>
                    <a:pt x="6686" y="14980"/>
                  </a:lnTo>
                  <a:cubicBezTo>
                    <a:pt x="6686" y="14980"/>
                    <a:pt x="5143" y="5690"/>
                    <a:pt x="453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4" name="Google Shape;4384;p38"/>
            <p:cNvSpPr/>
            <p:nvPr/>
          </p:nvSpPr>
          <p:spPr>
            <a:xfrm>
              <a:off x="2169800" y="3376225"/>
              <a:ext cx="141475" cy="243525"/>
            </a:xfrm>
            <a:custGeom>
              <a:rect b="b" l="l" r="r" t="t"/>
              <a:pathLst>
                <a:path extrusionOk="0" h="9741" w="5659">
                  <a:moveTo>
                    <a:pt x="5658" y="9740"/>
                  </a:moveTo>
                  <a:lnTo>
                    <a:pt x="387" y="0"/>
                  </a:lnTo>
                  <a:lnTo>
                    <a:pt x="1" y="418"/>
                  </a:lnTo>
                  <a:lnTo>
                    <a:pt x="1" y="418"/>
                  </a:lnTo>
                  <a:lnTo>
                    <a:pt x="387" y="0"/>
                  </a:lnTo>
                  <a:lnTo>
                    <a:pt x="5658" y="9740"/>
                  </a:lnTo>
                  <a:lnTo>
                    <a:pt x="5658" y="974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5" name="Google Shape;4385;p38"/>
            <p:cNvSpPr/>
            <p:nvPr/>
          </p:nvSpPr>
          <p:spPr>
            <a:xfrm>
              <a:off x="2144100" y="3245225"/>
              <a:ext cx="167175" cy="374525"/>
            </a:xfrm>
            <a:custGeom>
              <a:rect b="b" l="l" r="r" t="t"/>
              <a:pathLst>
                <a:path extrusionOk="0" h="14981" w="6687">
                  <a:moveTo>
                    <a:pt x="4533" y="1"/>
                  </a:moveTo>
                  <a:lnTo>
                    <a:pt x="0" y="3987"/>
                  </a:lnTo>
                  <a:cubicBezTo>
                    <a:pt x="32" y="4019"/>
                    <a:pt x="418" y="4662"/>
                    <a:pt x="997" y="5626"/>
                  </a:cubicBezTo>
                  <a:cubicBezTo>
                    <a:pt x="997" y="5626"/>
                    <a:pt x="997" y="5626"/>
                    <a:pt x="1029" y="5658"/>
                  </a:cubicBezTo>
                  <a:lnTo>
                    <a:pt x="1415" y="5240"/>
                  </a:lnTo>
                  <a:lnTo>
                    <a:pt x="6686" y="14980"/>
                  </a:lnTo>
                  <a:cubicBezTo>
                    <a:pt x="6686" y="14980"/>
                    <a:pt x="5143" y="5690"/>
                    <a:pt x="453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6" name="Google Shape;4386;p38"/>
            <p:cNvSpPr/>
            <p:nvPr/>
          </p:nvSpPr>
          <p:spPr>
            <a:xfrm>
              <a:off x="2136850" y="3167975"/>
              <a:ext cx="325500" cy="568300"/>
            </a:xfrm>
            <a:custGeom>
              <a:rect b="b" l="l" r="r" t="t"/>
              <a:pathLst>
                <a:path extrusionOk="0" h="22732" w="13020">
                  <a:moveTo>
                    <a:pt x="7975" y="0"/>
                  </a:moveTo>
                  <a:cubicBezTo>
                    <a:pt x="7915" y="0"/>
                    <a:pt x="7857" y="24"/>
                    <a:pt x="7812" y="69"/>
                  </a:cubicBezTo>
                  <a:cubicBezTo>
                    <a:pt x="7683" y="166"/>
                    <a:pt x="7683" y="326"/>
                    <a:pt x="7780" y="455"/>
                  </a:cubicBezTo>
                  <a:lnTo>
                    <a:pt x="8920" y="1785"/>
                  </a:lnTo>
                  <a:lnTo>
                    <a:pt x="8920" y="1785"/>
                  </a:lnTo>
                  <a:cubicBezTo>
                    <a:pt x="8946" y="1967"/>
                    <a:pt x="9005" y="2366"/>
                    <a:pt x="9098" y="2898"/>
                  </a:cubicBezTo>
                  <a:cubicBezTo>
                    <a:pt x="9451" y="5148"/>
                    <a:pt x="10223" y="9970"/>
                    <a:pt x="10641" y="12798"/>
                  </a:cubicBezTo>
                  <a:cubicBezTo>
                    <a:pt x="10930" y="14663"/>
                    <a:pt x="11412" y="16045"/>
                    <a:pt x="11798" y="17074"/>
                  </a:cubicBezTo>
                  <a:cubicBezTo>
                    <a:pt x="11991" y="17588"/>
                    <a:pt x="12184" y="18038"/>
                    <a:pt x="12280" y="18359"/>
                  </a:cubicBezTo>
                  <a:cubicBezTo>
                    <a:pt x="12409" y="18713"/>
                    <a:pt x="12505" y="19002"/>
                    <a:pt x="12505" y="19163"/>
                  </a:cubicBezTo>
                  <a:lnTo>
                    <a:pt x="12473" y="19227"/>
                  </a:lnTo>
                  <a:cubicBezTo>
                    <a:pt x="12441" y="19613"/>
                    <a:pt x="12216" y="20384"/>
                    <a:pt x="11798" y="21060"/>
                  </a:cubicBezTo>
                  <a:cubicBezTo>
                    <a:pt x="11605" y="21381"/>
                    <a:pt x="11348" y="21670"/>
                    <a:pt x="11091" y="21863"/>
                  </a:cubicBezTo>
                  <a:cubicBezTo>
                    <a:pt x="10834" y="22088"/>
                    <a:pt x="10544" y="22185"/>
                    <a:pt x="10223" y="22185"/>
                  </a:cubicBezTo>
                  <a:lnTo>
                    <a:pt x="10030" y="22185"/>
                  </a:lnTo>
                  <a:cubicBezTo>
                    <a:pt x="9709" y="22152"/>
                    <a:pt x="9291" y="21863"/>
                    <a:pt x="8873" y="21413"/>
                  </a:cubicBezTo>
                  <a:cubicBezTo>
                    <a:pt x="8230" y="20706"/>
                    <a:pt x="7555" y="19645"/>
                    <a:pt x="6912" y="18456"/>
                  </a:cubicBezTo>
                  <a:cubicBezTo>
                    <a:pt x="6269" y="17266"/>
                    <a:pt x="5658" y="16013"/>
                    <a:pt x="5112" y="14920"/>
                  </a:cubicBezTo>
                  <a:cubicBezTo>
                    <a:pt x="3633" y="11963"/>
                    <a:pt x="547" y="6948"/>
                    <a:pt x="547" y="6948"/>
                  </a:cubicBezTo>
                  <a:cubicBezTo>
                    <a:pt x="483" y="6862"/>
                    <a:pt x="390" y="6819"/>
                    <a:pt x="297" y="6819"/>
                  </a:cubicBezTo>
                  <a:cubicBezTo>
                    <a:pt x="251" y="6819"/>
                    <a:pt x="204" y="6830"/>
                    <a:pt x="162" y="6852"/>
                  </a:cubicBezTo>
                  <a:cubicBezTo>
                    <a:pt x="33" y="6916"/>
                    <a:pt x="1" y="7109"/>
                    <a:pt x="65" y="7237"/>
                  </a:cubicBezTo>
                  <a:cubicBezTo>
                    <a:pt x="65" y="7237"/>
                    <a:pt x="258" y="7527"/>
                    <a:pt x="580" y="8041"/>
                  </a:cubicBezTo>
                  <a:cubicBezTo>
                    <a:pt x="1512" y="9616"/>
                    <a:pt x="3537" y="12991"/>
                    <a:pt x="4630" y="15145"/>
                  </a:cubicBezTo>
                  <a:cubicBezTo>
                    <a:pt x="5369" y="16591"/>
                    <a:pt x="6205" y="18392"/>
                    <a:pt x="7105" y="19870"/>
                  </a:cubicBezTo>
                  <a:cubicBezTo>
                    <a:pt x="7555" y="20609"/>
                    <a:pt x="8005" y="21285"/>
                    <a:pt x="8487" y="21767"/>
                  </a:cubicBezTo>
                  <a:cubicBezTo>
                    <a:pt x="8937" y="22281"/>
                    <a:pt x="9419" y="22635"/>
                    <a:pt x="9934" y="22699"/>
                  </a:cubicBezTo>
                  <a:cubicBezTo>
                    <a:pt x="10030" y="22731"/>
                    <a:pt x="10126" y="22731"/>
                    <a:pt x="10223" y="22731"/>
                  </a:cubicBezTo>
                  <a:cubicBezTo>
                    <a:pt x="10673" y="22731"/>
                    <a:pt x="11091" y="22570"/>
                    <a:pt x="11412" y="22313"/>
                  </a:cubicBezTo>
                  <a:cubicBezTo>
                    <a:pt x="11926" y="21895"/>
                    <a:pt x="12312" y="21349"/>
                    <a:pt x="12569" y="20770"/>
                  </a:cubicBezTo>
                  <a:cubicBezTo>
                    <a:pt x="12827" y="20192"/>
                    <a:pt x="12987" y="19645"/>
                    <a:pt x="13019" y="19292"/>
                  </a:cubicBezTo>
                  <a:lnTo>
                    <a:pt x="13019" y="19163"/>
                  </a:lnTo>
                  <a:cubicBezTo>
                    <a:pt x="13019" y="18874"/>
                    <a:pt x="12923" y="18552"/>
                    <a:pt x="12794" y="18199"/>
                  </a:cubicBezTo>
                  <a:cubicBezTo>
                    <a:pt x="12409" y="17074"/>
                    <a:pt x="11605" y="15434"/>
                    <a:pt x="11187" y="12734"/>
                  </a:cubicBezTo>
                  <a:cubicBezTo>
                    <a:pt x="10609" y="8941"/>
                    <a:pt x="9419" y="1612"/>
                    <a:pt x="9419" y="1612"/>
                  </a:cubicBezTo>
                  <a:cubicBezTo>
                    <a:pt x="9419" y="1548"/>
                    <a:pt x="9387" y="1516"/>
                    <a:pt x="9355" y="1484"/>
                  </a:cubicBezTo>
                  <a:lnTo>
                    <a:pt x="8166" y="101"/>
                  </a:lnTo>
                  <a:cubicBezTo>
                    <a:pt x="8114" y="32"/>
                    <a:pt x="8044" y="0"/>
                    <a:pt x="79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7" name="Google Shape;4387;p38"/>
            <p:cNvSpPr/>
            <p:nvPr/>
          </p:nvSpPr>
          <p:spPr>
            <a:xfrm>
              <a:off x="2314450" y="3589175"/>
              <a:ext cx="147900" cy="140325"/>
            </a:xfrm>
            <a:custGeom>
              <a:rect b="b" l="l" r="r" t="t"/>
              <a:pathLst>
                <a:path extrusionOk="0" h="5613" w="5916">
                  <a:moveTo>
                    <a:pt x="4983" y="1"/>
                  </a:moveTo>
                  <a:cubicBezTo>
                    <a:pt x="4501" y="547"/>
                    <a:pt x="3762" y="1158"/>
                    <a:pt x="2605" y="1672"/>
                  </a:cubicBezTo>
                  <a:cubicBezTo>
                    <a:pt x="1544" y="2154"/>
                    <a:pt x="644" y="2379"/>
                    <a:pt x="1" y="2476"/>
                  </a:cubicBezTo>
                  <a:cubicBezTo>
                    <a:pt x="965" y="4147"/>
                    <a:pt x="1962" y="5465"/>
                    <a:pt x="2862" y="5594"/>
                  </a:cubicBezTo>
                  <a:cubicBezTo>
                    <a:pt x="2944" y="5606"/>
                    <a:pt x="3025" y="5612"/>
                    <a:pt x="3104" y="5612"/>
                  </a:cubicBezTo>
                  <a:cubicBezTo>
                    <a:pt x="4660" y="5612"/>
                    <a:pt x="5566" y="3299"/>
                    <a:pt x="5658" y="2411"/>
                  </a:cubicBezTo>
                  <a:cubicBezTo>
                    <a:pt x="5690" y="1865"/>
                    <a:pt x="5915" y="290"/>
                    <a:pt x="498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8" name="Google Shape;4388;p38"/>
            <p:cNvSpPr/>
            <p:nvPr/>
          </p:nvSpPr>
          <p:spPr>
            <a:xfrm>
              <a:off x="2307225" y="3582450"/>
              <a:ext cx="156725" cy="153825"/>
            </a:xfrm>
            <a:custGeom>
              <a:rect b="b" l="l" r="r" t="t"/>
              <a:pathLst>
                <a:path extrusionOk="0" h="6153" w="6269">
                  <a:moveTo>
                    <a:pt x="5359" y="606"/>
                  </a:moveTo>
                  <a:cubicBezTo>
                    <a:pt x="5470" y="689"/>
                    <a:pt x="5548" y="817"/>
                    <a:pt x="5594" y="977"/>
                  </a:cubicBezTo>
                  <a:cubicBezTo>
                    <a:pt x="5690" y="1202"/>
                    <a:pt x="5722" y="1523"/>
                    <a:pt x="5722" y="1813"/>
                  </a:cubicBezTo>
                  <a:cubicBezTo>
                    <a:pt x="5722" y="2166"/>
                    <a:pt x="5690" y="2455"/>
                    <a:pt x="5658" y="2648"/>
                  </a:cubicBezTo>
                  <a:cubicBezTo>
                    <a:pt x="5626" y="3034"/>
                    <a:pt x="5401" y="3805"/>
                    <a:pt x="4983" y="4481"/>
                  </a:cubicBezTo>
                  <a:cubicBezTo>
                    <a:pt x="4790" y="4802"/>
                    <a:pt x="4533" y="5091"/>
                    <a:pt x="4276" y="5284"/>
                  </a:cubicBezTo>
                  <a:cubicBezTo>
                    <a:pt x="4019" y="5509"/>
                    <a:pt x="3729" y="5606"/>
                    <a:pt x="3408" y="5606"/>
                  </a:cubicBezTo>
                  <a:lnTo>
                    <a:pt x="3215" y="5606"/>
                  </a:lnTo>
                  <a:cubicBezTo>
                    <a:pt x="2861" y="5541"/>
                    <a:pt x="2411" y="5252"/>
                    <a:pt x="1929" y="4706"/>
                  </a:cubicBezTo>
                  <a:cubicBezTo>
                    <a:pt x="1540" y="4233"/>
                    <a:pt x="1126" y="3615"/>
                    <a:pt x="709" y="2936"/>
                  </a:cubicBezTo>
                  <a:lnTo>
                    <a:pt x="709" y="2936"/>
                  </a:lnTo>
                  <a:cubicBezTo>
                    <a:pt x="1328" y="2816"/>
                    <a:pt x="2094" y="2593"/>
                    <a:pt x="2990" y="2198"/>
                  </a:cubicBezTo>
                  <a:cubicBezTo>
                    <a:pt x="4077" y="1728"/>
                    <a:pt x="4842" y="1123"/>
                    <a:pt x="5359" y="606"/>
                  </a:cubicBezTo>
                  <a:close/>
                  <a:moveTo>
                    <a:pt x="5292" y="0"/>
                  </a:moveTo>
                  <a:cubicBezTo>
                    <a:pt x="5212" y="0"/>
                    <a:pt x="5128" y="37"/>
                    <a:pt x="5079" y="109"/>
                  </a:cubicBezTo>
                  <a:cubicBezTo>
                    <a:pt x="4629" y="591"/>
                    <a:pt x="3922" y="1202"/>
                    <a:pt x="2765" y="1716"/>
                  </a:cubicBezTo>
                  <a:cubicBezTo>
                    <a:pt x="1736" y="2166"/>
                    <a:pt x="868" y="2391"/>
                    <a:pt x="258" y="2488"/>
                  </a:cubicBezTo>
                  <a:cubicBezTo>
                    <a:pt x="161" y="2488"/>
                    <a:pt x="97" y="2552"/>
                    <a:pt x="33" y="2648"/>
                  </a:cubicBezTo>
                  <a:cubicBezTo>
                    <a:pt x="1" y="2713"/>
                    <a:pt x="1" y="2809"/>
                    <a:pt x="65" y="2873"/>
                  </a:cubicBezTo>
                  <a:cubicBezTo>
                    <a:pt x="547" y="3709"/>
                    <a:pt x="1029" y="4481"/>
                    <a:pt x="1543" y="5059"/>
                  </a:cubicBezTo>
                  <a:cubicBezTo>
                    <a:pt x="2026" y="5638"/>
                    <a:pt x="2540" y="6056"/>
                    <a:pt x="3119" y="6120"/>
                  </a:cubicBezTo>
                  <a:cubicBezTo>
                    <a:pt x="3215" y="6152"/>
                    <a:pt x="3311" y="6152"/>
                    <a:pt x="3408" y="6152"/>
                  </a:cubicBezTo>
                  <a:cubicBezTo>
                    <a:pt x="3858" y="6152"/>
                    <a:pt x="4276" y="5991"/>
                    <a:pt x="4597" y="5734"/>
                  </a:cubicBezTo>
                  <a:cubicBezTo>
                    <a:pt x="5111" y="5316"/>
                    <a:pt x="5497" y="4770"/>
                    <a:pt x="5754" y="4191"/>
                  </a:cubicBezTo>
                  <a:cubicBezTo>
                    <a:pt x="6012" y="3613"/>
                    <a:pt x="6172" y="3066"/>
                    <a:pt x="6204" y="2713"/>
                  </a:cubicBezTo>
                  <a:cubicBezTo>
                    <a:pt x="6237" y="2520"/>
                    <a:pt x="6269" y="2198"/>
                    <a:pt x="6269" y="1813"/>
                  </a:cubicBezTo>
                  <a:cubicBezTo>
                    <a:pt x="6269" y="1491"/>
                    <a:pt x="6237" y="1137"/>
                    <a:pt x="6108" y="784"/>
                  </a:cubicBezTo>
                  <a:cubicBezTo>
                    <a:pt x="5979" y="462"/>
                    <a:pt x="5754" y="141"/>
                    <a:pt x="5369" y="12"/>
                  </a:cubicBezTo>
                  <a:cubicBezTo>
                    <a:pt x="5345" y="4"/>
                    <a:pt x="5318" y="0"/>
                    <a:pt x="52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9" name="Google Shape;4389;p38"/>
            <p:cNvSpPr/>
            <p:nvPr/>
          </p:nvSpPr>
          <p:spPr>
            <a:xfrm>
              <a:off x="2013100" y="2523650"/>
              <a:ext cx="178425" cy="93975"/>
            </a:xfrm>
            <a:custGeom>
              <a:rect b="b" l="l" r="r" t="t"/>
              <a:pathLst>
                <a:path extrusionOk="0" h="3759" w="7137">
                  <a:moveTo>
                    <a:pt x="4044" y="1"/>
                  </a:moveTo>
                  <a:cubicBezTo>
                    <a:pt x="2559" y="1"/>
                    <a:pt x="781" y="285"/>
                    <a:pt x="611" y="769"/>
                  </a:cubicBezTo>
                  <a:cubicBezTo>
                    <a:pt x="483" y="1155"/>
                    <a:pt x="1" y="2312"/>
                    <a:pt x="1254" y="3759"/>
                  </a:cubicBezTo>
                  <a:cubicBezTo>
                    <a:pt x="2144" y="3303"/>
                    <a:pt x="3430" y="2832"/>
                    <a:pt x="4904" y="2832"/>
                  </a:cubicBezTo>
                  <a:cubicBezTo>
                    <a:pt x="5613" y="2832"/>
                    <a:pt x="6365" y="2941"/>
                    <a:pt x="7137" y="3212"/>
                  </a:cubicBezTo>
                  <a:cubicBezTo>
                    <a:pt x="6847" y="1734"/>
                    <a:pt x="6622" y="544"/>
                    <a:pt x="6622" y="544"/>
                  </a:cubicBezTo>
                  <a:cubicBezTo>
                    <a:pt x="6622" y="544"/>
                    <a:pt x="6783" y="384"/>
                    <a:pt x="5337" y="94"/>
                  </a:cubicBezTo>
                  <a:cubicBezTo>
                    <a:pt x="4981" y="31"/>
                    <a:pt x="4528" y="1"/>
                    <a:pt x="404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0" name="Google Shape;4390;p38"/>
            <p:cNvSpPr/>
            <p:nvPr/>
          </p:nvSpPr>
          <p:spPr>
            <a:xfrm>
              <a:off x="2013100" y="2524400"/>
              <a:ext cx="86025" cy="93225"/>
            </a:xfrm>
            <a:custGeom>
              <a:rect b="b" l="l" r="r" t="t"/>
              <a:pathLst>
                <a:path extrusionOk="0" h="3729" w="3441">
                  <a:moveTo>
                    <a:pt x="3440" y="0"/>
                  </a:moveTo>
                  <a:lnTo>
                    <a:pt x="3440" y="0"/>
                  </a:lnTo>
                  <a:cubicBezTo>
                    <a:pt x="2122" y="64"/>
                    <a:pt x="772" y="322"/>
                    <a:pt x="611" y="739"/>
                  </a:cubicBezTo>
                  <a:cubicBezTo>
                    <a:pt x="483" y="1125"/>
                    <a:pt x="1" y="2282"/>
                    <a:pt x="1254" y="3729"/>
                  </a:cubicBezTo>
                  <a:cubicBezTo>
                    <a:pt x="1833" y="3440"/>
                    <a:pt x="2572" y="3118"/>
                    <a:pt x="3440" y="2957"/>
                  </a:cubicBezTo>
                  <a:cubicBezTo>
                    <a:pt x="3440" y="2668"/>
                    <a:pt x="3408" y="2379"/>
                    <a:pt x="3408" y="2154"/>
                  </a:cubicBezTo>
                  <a:cubicBezTo>
                    <a:pt x="3376" y="1607"/>
                    <a:pt x="3408" y="868"/>
                    <a:pt x="344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1" name="Google Shape;4391;p38"/>
            <p:cNvSpPr/>
            <p:nvPr/>
          </p:nvSpPr>
          <p:spPr>
            <a:xfrm>
              <a:off x="2023550" y="2524400"/>
              <a:ext cx="75575" cy="93225"/>
            </a:xfrm>
            <a:custGeom>
              <a:rect b="b" l="l" r="r" t="t"/>
              <a:pathLst>
                <a:path extrusionOk="0" h="3729" w="3023">
                  <a:moveTo>
                    <a:pt x="3022" y="0"/>
                  </a:moveTo>
                  <a:lnTo>
                    <a:pt x="3022" y="0"/>
                  </a:lnTo>
                  <a:cubicBezTo>
                    <a:pt x="1704" y="64"/>
                    <a:pt x="386" y="322"/>
                    <a:pt x="193" y="739"/>
                  </a:cubicBezTo>
                  <a:cubicBezTo>
                    <a:pt x="129" y="932"/>
                    <a:pt x="1" y="1286"/>
                    <a:pt x="1" y="1736"/>
                  </a:cubicBezTo>
                  <a:cubicBezTo>
                    <a:pt x="1" y="2218"/>
                    <a:pt x="129" y="2797"/>
                    <a:pt x="611" y="3407"/>
                  </a:cubicBezTo>
                  <a:cubicBezTo>
                    <a:pt x="676" y="3504"/>
                    <a:pt x="772" y="3632"/>
                    <a:pt x="836" y="3729"/>
                  </a:cubicBezTo>
                  <a:cubicBezTo>
                    <a:pt x="1061" y="3632"/>
                    <a:pt x="1254" y="3536"/>
                    <a:pt x="1479" y="3440"/>
                  </a:cubicBezTo>
                  <a:lnTo>
                    <a:pt x="1511" y="3440"/>
                  </a:lnTo>
                  <a:cubicBezTo>
                    <a:pt x="1961" y="3247"/>
                    <a:pt x="2444" y="3086"/>
                    <a:pt x="3022" y="2957"/>
                  </a:cubicBezTo>
                  <a:cubicBezTo>
                    <a:pt x="3022" y="2668"/>
                    <a:pt x="2990" y="2379"/>
                    <a:pt x="2990" y="2154"/>
                  </a:cubicBezTo>
                  <a:cubicBezTo>
                    <a:pt x="2990" y="1961"/>
                    <a:pt x="2990" y="1736"/>
                    <a:pt x="2990" y="1511"/>
                  </a:cubicBezTo>
                  <a:cubicBezTo>
                    <a:pt x="2990" y="1093"/>
                    <a:pt x="2990" y="547"/>
                    <a:pt x="302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2" name="Google Shape;4392;p38"/>
            <p:cNvSpPr/>
            <p:nvPr/>
          </p:nvSpPr>
          <p:spPr>
            <a:xfrm>
              <a:off x="2016325" y="2517150"/>
              <a:ext cx="182450" cy="106975"/>
            </a:xfrm>
            <a:custGeom>
              <a:rect b="b" l="l" r="r" t="t"/>
              <a:pathLst>
                <a:path extrusionOk="0" h="4279" w="7298">
                  <a:moveTo>
                    <a:pt x="3922" y="515"/>
                  </a:moveTo>
                  <a:cubicBezTo>
                    <a:pt x="4404" y="515"/>
                    <a:pt x="4822" y="547"/>
                    <a:pt x="5175" y="612"/>
                  </a:cubicBezTo>
                  <a:cubicBezTo>
                    <a:pt x="5722" y="740"/>
                    <a:pt x="6043" y="837"/>
                    <a:pt x="6172" y="901"/>
                  </a:cubicBezTo>
                  <a:lnTo>
                    <a:pt x="6247" y="926"/>
                  </a:lnTo>
                  <a:lnTo>
                    <a:pt x="6247" y="926"/>
                  </a:lnTo>
                  <a:cubicBezTo>
                    <a:pt x="6289" y="1149"/>
                    <a:pt x="6451" y="1999"/>
                    <a:pt x="6660" y="3074"/>
                  </a:cubicBezTo>
                  <a:lnTo>
                    <a:pt x="6660" y="3074"/>
                  </a:lnTo>
                  <a:cubicBezTo>
                    <a:pt x="6008" y="2894"/>
                    <a:pt x="5367" y="2830"/>
                    <a:pt x="4790" y="2830"/>
                  </a:cubicBezTo>
                  <a:cubicBezTo>
                    <a:pt x="3359" y="2830"/>
                    <a:pt x="2121" y="3244"/>
                    <a:pt x="1231" y="3689"/>
                  </a:cubicBezTo>
                  <a:lnTo>
                    <a:pt x="1231" y="3689"/>
                  </a:lnTo>
                  <a:cubicBezTo>
                    <a:pt x="687" y="3040"/>
                    <a:pt x="547" y="2477"/>
                    <a:pt x="547" y="2026"/>
                  </a:cubicBezTo>
                  <a:cubicBezTo>
                    <a:pt x="547" y="1608"/>
                    <a:pt x="675" y="1319"/>
                    <a:pt x="740" y="1126"/>
                  </a:cubicBezTo>
                  <a:cubicBezTo>
                    <a:pt x="740" y="1094"/>
                    <a:pt x="868" y="997"/>
                    <a:pt x="1061" y="933"/>
                  </a:cubicBezTo>
                  <a:cubicBezTo>
                    <a:pt x="1350" y="804"/>
                    <a:pt x="1800" y="708"/>
                    <a:pt x="2315" y="644"/>
                  </a:cubicBezTo>
                  <a:cubicBezTo>
                    <a:pt x="2829" y="579"/>
                    <a:pt x="3375" y="515"/>
                    <a:pt x="3922" y="515"/>
                  </a:cubicBezTo>
                  <a:close/>
                  <a:moveTo>
                    <a:pt x="3922" y="1"/>
                  </a:moveTo>
                  <a:cubicBezTo>
                    <a:pt x="3150" y="1"/>
                    <a:pt x="2315" y="65"/>
                    <a:pt x="1640" y="194"/>
                  </a:cubicBezTo>
                  <a:cubicBezTo>
                    <a:pt x="1318" y="290"/>
                    <a:pt x="1029" y="354"/>
                    <a:pt x="772" y="483"/>
                  </a:cubicBezTo>
                  <a:cubicBezTo>
                    <a:pt x="643" y="515"/>
                    <a:pt x="547" y="579"/>
                    <a:pt x="450" y="644"/>
                  </a:cubicBezTo>
                  <a:cubicBezTo>
                    <a:pt x="354" y="740"/>
                    <a:pt x="290" y="837"/>
                    <a:pt x="225" y="933"/>
                  </a:cubicBezTo>
                  <a:cubicBezTo>
                    <a:pt x="161" y="1126"/>
                    <a:pt x="32" y="1512"/>
                    <a:pt x="32" y="2026"/>
                  </a:cubicBezTo>
                  <a:cubicBezTo>
                    <a:pt x="0" y="2637"/>
                    <a:pt x="225" y="3408"/>
                    <a:pt x="932" y="4212"/>
                  </a:cubicBezTo>
                  <a:cubicBezTo>
                    <a:pt x="992" y="4251"/>
                    <a:pt x="1064" y="4279"/>
                    <a:pt x="1133" y="4279"/>
                  </a:cubicBezTo>
                  <a:cubicBezTo>
                    <a:pt x="1176" y="4279"/>
                    <a:pt x="1217" y="4268"/>
                    <a:pt x="1254" y="4244"/>
                  </a:cubicBezTo>
                  <a:cubicBezTo>
                    <a:pt x="2122" y="3826"/>
                    <a:pt x="3343" y="3376"/>
                    <a:pt x="4790" y="3376"/>
                  </a:cubicBezTo>
                  <a:cubicBezTo>
                    <a:pt x="5465" y="3376"/>
                    <a:pt x="6172" y="3472"/>
                    <a:pt x="6943" y="3730"/>
                  </a:cubicBezTo>
                  <a:cubicBezTo>
                    <a:pt x="6961" y="3738"/>
                    <a:pt x="6983" y="3742"/>
                    <a:pt x="7006" y="3742"/>
                  </a:cubicBezTo>
                  <a:cubicBezTo>
                    <a:pt x="7072" y="3742"/>
                    <a:pt x="7154" y="3712"/>
                    <a:pt x="7201" y="3665"/>
                  </a:cubicBezTo>
                  <a:cubicBezTo>
                    <a:pt x="7265" y="3601"/>
                    <a:pt x="7297" y="3505"/>
                    <a:pt x="7265" y="3408"/>
                  </a:cubicBezTo>
                  <a:cubicBezTo>
                    <a:pt x="6976" y="1929"/>
                    <a:pt x="6751" y="772"/>
                    <a:pt x="6751" y="772"/>
                  </a:cubicBezTo>
                  <a:lnTo>
                    <a:pt x="6749" y="772"/>
                  </a:lnTo>
                  <a:lnTo>
                    <a:pt x="6749" y="772"/>
                  </a:lnTo>
                  <a:cubicBezTo>
                    <a:pt x="6740" y="660"/>
                    <a:pt x="6681" y="577"/>
                    <a:pt x="6622" y="547"/>
                  </a:cubicBezTo>
                  <a:cubicBezTo>
                    <a:pt x="6526" y="451"/>
                    <a:pt x="6429" y="387"/>
                    <a:pt x="6204" y="322"/>
                  </a:cubicBezTo>
                  <a:cubicBezTo>
                    <a:pt x="6011" y="258"/>
                    <a:pt x="5722" y="194"/>
                    <a:pt x="5272" y="97"/>
                  </a:cubicBezTo>
                  <a:cubicBezTo>
                    <a:pt x="4886" y="33"/>
                    <a:pt x="4404" y="1"/>
                    <a:pt x="39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3" name="Google Shape;4393;p38"/>
            <p:cNvSpPr/>
            <p:nvPr/>
          </p:nvSpPr>
          <p:spPr>
            <a:xfrm>
              <a:off x="2067750" y="3353725"/>
              <a:ext cx="137450" cy="96575"/>
            </a:xfrm>
            <a:custGeom>
              <a:rect b="b" l="l" r="r" t="t"/>
              <a:pathLst>
                <a:path extrusionOk="0" h="3863" w="5498">
                  <a:moveTo>
                    <a:pt x="315" y="0"/>
                  </a:moveTo>
                  <a:cubicBezTo>
                    <a:pt x="222" y="0"/>
                    <a:pt x="129" y="43"/>
                    <a:pt x="65" y="129"/>
                  </a:cubicBezTo>
                  <a:cubicBezTo>
                    <a:pt x="0" y="257"/>
                    <a:pt x="65" y="418"/>
                    <a:pt x="193" y="515"/>
                  </a:cubicBezTo>
                  <a:cubicBezTo>
                    <a:pt x="1640" y="1318"/>
                    <a:pt x="2829" y="2122"/>
                    <a:pt x="3697" y="2765"/>
                  </a:cubicBezTo>
                  <a:cubicBezTo>
                    <a:pt x="4115" y="3054"/>
                    <a:pt x="4436" y="3311"/>
                    <a:pt x="4661" y="3504"/>
                  </a:cubicBezTo>
                  <a:cubicBezTo>
                    <a:pt x="4790" y="3600"/>
                    <a:pt x="4854" y="3665"/>
                    <a:pt x="4919" y="3729"/>
                  </a:cubicBezTo>
                  <a:cubicBezTo>
                    <a:pt x="4983" y="3761"/>
                    <a:pt x="5015" y="3793"/>
                    <a:pt x="5015" y="3793"/>
                  </a:cubicBezTo>
                  <a:cubicBezTo>
                    <a:pt x="5060" y="3838"/>
                    <a:pt x="5125" y="3862"/>
                    <a:pt x="5192" y="3862"/>
                  </a:cubicBezTo>
                  <a:cubicBezTo>
                    <a:pt x="5270" y="3862"/>
                    <a:pt x="5349" y="3830"/>
                    <a:pt x="5401" y="3761"/>
                  </a:cubicBezTo>
                  <a:cubicBezTo>
                    <a:pt x="5497" y="3665"/>
                    <a:pt x="5465" y="3472"/>
                    <a:pt x="5369" y="3375"/>
                  </a:cubicBezTo>
                  <a:cubicBezTo>
                    <a:pt x="5369" y="3375"/>
                    <a:pt x="3376" y="1672"/>
                    <a:pt x="451" y="32"/>
                  </a:cubicBezTo>
                  <a:cubicBezTo>
                    <a:pt x="408" y="11"/>
                    <a:pt x="361" y="0"/>
                    <a:pt x="3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4" name="Google Shape;4394;p38"/>
            <p:cNvSpPr/>
            <p:nvPr/>
          </p:nvSpPr>
          <p:spPr>
            <a:xfrm>
              <a:off x="2120800" y="2560950"/>
              <a:ext cx="365650" cy="417475"/>
            </a:xfrm>
            <a:custGeom>
              <a:rect b="b" l="l" r="r" t="t"/>
              <a:pathLst>
                <a:path extrusionOk="0" h="16699" w="14626">
                  <a:moveTo>
                    <a:pt x="9268" y="1"/>
                  </a:moveTo>
                  <a:cubicBezTo>
                    <a:pt x="8970" y="1"/>
                    <a:pt x="8666" y="38"/>
                    <a:pt x="8358" y="113"/>
                  </a:cubicBezTo>
                  <a:cubicBezTo>
                    <a:pt x="6011" y="660"/>
                    <a:pt x="6429" y="1978"/>
                    <a:pt x="6429" y="1978"/>
                  </a:cubicBezTo>
                  <a:cubicBezTo>
                    <a:pt x="6429" y="1978"/>
                    <a:pt x="6018" y="1876"/>
                    <a:pt x="5450" y="1876"/>
                  </a:cubicBezTo>
                  <a:cubicBezTo>
                    <a:pt x="4661" y="1876"/>
                    <a:pt x="3571" y="2072"/>
                    <a:pt x="2861" y="3006"/>
                  </a:cubicBezTo>
                  <a:cubicBezTo>
                    <a:pt x="1639" y="4613"/>
                    <a:pt x="2475" y="6221"/>
                    <a:pt x="2475" y="6221"/>
                  </a:cubicBezTo>
                  <a:cubicBezTo>
                    <a:pt x="2475" y="6221"/>
                    <a:pt x="868" y="7539"/>
                    <a:pt x="418" y="9821"/>
                  </a:cubicBezTo>
                  <a:cubicBezTo>
                    <a:pt x="0" y="12103"/>
                    <a:pt x="3279" y="16218"/>
                    <a:pt x="4050" y="16603"/>
                  </a:cubicBezTo>
                  <a:cubicBezTo>
                    <a:pt x="4169" y="16670"/>
                    <a:pt x="4292" y="16699"/>
                    <a:pt x="4414" y="16699"/>
                  </a:cubicBezTo>
                  <a:cubicBezTo>
                    <a:pt x="5055" y="16699"/>
                    <a:pt x="5690" y="15928"/>
                    <a:pt x="5690" y="15928"/>
                  </a:cubicBezTo>
                  <a:cubicBezTo>
                    <a:pt x="5690" y="15928"/>
                    <a:pt x="4982" y="13614"/>
                    <a:pt x="5561" y="13453"/>
                  </a:cubicBezTo>
                  <a:cubicBezTo>
                    <a:pt x="5599" y="13441"/>
                    <a:pt x="5638" y="13435"/>
                    <a:pt x="5680" y="13435"/>
                  </a:cubicBezTo>
                  <a:cubicBezTo>
                    <a:pt x="6269" y="13435"/>
                    <a:pt x="7168" y="14643"/>
                    <a:pt x="7168" y="14643"/>
                  </a:cubicBezTo>
                  <a:cubicBezTo>
                    <a:pt x="7168" y="14643"/>
                    <a:pt x="7303" y="14828"/>
                    <a:pt x="7499" y="14828"/>
                  </a:cubicBezTo>
                  <a:cubicBezTo>
                    <a:pt x="7686" y="14828"/>
                    <a:pt x="7929" y="14659"/>
                    <a:pt x="8165" y="14000"/>
                  </a:cubicBezTo>
                  <a:cubicBezTo>
                    <a:pt x="8647" y="12617"/>
                    <a:pt x="8679" y="11107"/>
                    <a:pt x="8679" y="11107"/>
                  </a:cubicBezTo>
                  <a:cubicBezTo>
                    <a:pt x="8679" y="11107"/>
                    <a:pt x="14626" y="8471"/>
                    <a:pt x="13726" y="4838"/>
                  </a:cubicBezTo>
                  <a:cubicBezTo>
                    <a:pt x="12970" y="1677"/>
                    <a:pt x="11265" y="1"/>
                    <a:pt x="92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5" name="Google Shape;4395;p38"/>
            <p:cNvSpPr/>
            <p:nvPr/>
          </p:nvSpPr>
          <p:spPr>
            <a:xfrm>
              <a:off x="2124000" y="2554125"/>
              <a:ext cx="348800" cy="430975"/>
            </a:xfrm>
            <a:custGeom>
              <a:rect b="b" l="l" r="r" t="t"/>
              <a:pathLst>
                <a:path extrusionOk="0" h="17239" w="13952">
                  <a:moveTo>
                    <a:pt x="9130" y="547"/>
                  </a:moveTo>
                  <a:cubicBezTo>
                    <a:pt x="10062" y="547"/>
                    <a:pt x="10898" y="933"/>
                    <a:pt x="11637" y="1672"/>
                  </a:cubicBezTo>
                  <a:cubicBezTo>
                    <a:pt x="12376" y="2443"/>
                    <a:pt x="12955" y="3601"/>
                    <a:pt x="13341" y="5176"/>
                  </a:cubicBezTo>
                  <a:cubicBezTo>
                    <a:pt x="13405" y="5401"/>
                    <a:pt x="13437" y="5626"/>
                    <a:pt x="13437" y="5851"/>
                  </a:cubicBezTo>
                  <a:cubicBezTo>
                    <a:pt x="13437" y="6590"/>
                    <a:pt x="13148" y="7297"/>
                    <a:pt x="12665" y="7940"/>
                  </a:cubicBezTo>
                  <a:cubicBezTo>
                    <a:pt x="11990" y="8872"/>
                    <a:pt x="10930" y="9708"/>
                    <a:pt x="10030" y="10255"/>
                  </a:cubicBezTo>
                  <a:cubicBezTo>
                    <a:pt x="9612" y="10544"/>
                    <a:pt x="9194" y="10769"/>
                    <a:pt x="8905" y="10897"/>
                  </a:cubicBezTo>
                  <a:cubicBezTo>
                    <a:pt x="8776" y="10994"/>
                    <a:pt x="8647" y="11026"/>
                    <a:pt x="8583" y="11090"/>
                  </a:cubicBezTo>
                  <a:cubicBezTo>
                    <a:pt x="8487" y="11122"/>
                    <a:pt x="8455" y="11122"/>
                    <a:pt x="8455" y="11122"/>
                  </a:cubicBezTo>
                  <a:cubicBezTo>
                    <a:pt x="8358" y="11187"/>
                    <a:pt x="8294" y="11251"/>
                    <a:pt x="8294" y="11380"/>
                  </a:cubicBezTo>
                  <a:lnTo>
                    <a:pt x="8294" y="11444"/>
                  </a:lnTo>
                  <a:cubicBezTo>
                    <a:pt x="8262" y="11733"/>
                    <a:pt x="8197" y="13019"/>
                    <a:pt x="7780" y="14176"/>
                  </a:cubicBezTo>
                  <a:cubicBezTo>
                    <a:pt x="7683" y="14498"/>
                    <a:pt x="7555" y="14658"/>
                    <a:pt x="7490" y="14755"/>
                  </a:cubicBezTo>
                  <a:cubicBezTo>
                    <a:pt x="7394" y="14851"/>
                    <a:pt x="7362" y="14851"/>
                    <a:pt x="7362" y="14851"/>
                  </a:cubicBezTo>
                  <a:lnTo>
                    <a:pt x="7297" y="14819"/>
                  </a:lnTo>
                  <a:lnTo>
                    <a:pt x="7265" y="14787"/>
                  </a:lnTo>
                  <a:cubicBezTo>
                    <a:pt x="7233" y="14755"/>
                    <a:pt x="7008" y="14465"/>
                    <a:pt x="6687" y="14112"/>
                  </a:cubicBezTo>
                  <a:cubicBezTo>
                    <a:pt x="6526" y="13951"/>
                    <a:pt x="6365" y="13790"/>
                    <a:pt x="6172" y="13662"/>
                  </a:cubicBezTo>
                  <a:cubicBezTo>
                    <a:pt x="5979" y="13533"/>
                    <a:pt x="5754" y="13437"/>
                    <a:pt x="5529" y="13437"/>
                  </a:cubicBezTo>
                  <a:cubicBezTo>
                    <a:pt x="5465" y="13437"/>
                    <a:pt x="5401" y="13437"/>
                    <a:pt x="5337" y="13469"/>
                  </a:cubicBezTo>
                  <a:cubicBezTo>
                    <a:pt x="5240" y="13501"/>
                    <a:pt x="5176" y="13533"/>
                    <a:pt x="5112" y="13598"/>
                  </a:cubicBezTo>
                  <a:cubicBezTo>
                    <a:pt x="5015" y="13694"/>
                    <a:pt x="4983" y="13823"/>
                    <a:pt x="4951" y="13919"/>
                  </a:cubicBezTo>
                  <a:cubicBezTo>
                    <a:pt x="4951" y="14048"/>
                    <a:pt x="4919" y="14176"/>
                    <a:pt x="4919" y="14305"/>
                  </a:cubicBezTo>
                  <a:cubicBezTo>
                    <a:pt x="4919" y="14690"/>
                    <a:pt x="5015" y="15173"/>
                    <a:pt x="5112" y="15591"/>
                  </a:cubicBezTo>
                  <a:cubicBezTo>
                    <a:pt x="5169" y="15821"/>
                    <a:pt x="5227" y="16016"/>
                    <a:pt x="5264" y="16137"/>
                  </a:cubicBezTo>
                  <a:lnTo>
                    <a:pt x="5264" y="16137"/>
                  </a:lnTo>
                  <a:cubicBezTo>
                    <a:pt x="5196" y="16208"/>
                    <a:pt x="5085" y="16312"/>
                    <a:pt x="4951" y="16426"/>
                  </a:cubicBezTo>
                  <a:cubicBezTo>
                    <a:pt x="4726" y="16587"/>
                    <a:pt x="4469" y="16716"/>
                    <a:pt x="4276" y="16716"/>
                  </a:cubicBezTo>
                  <a:cubicBezTo>
                    <a:pt x="4179" y="16716"/>
                    <a:pt x="4115" y="16683"/>
                    <a:pt x="4019" y="16651"/>
                  </a:cubicBezTo>
                  <a:cubicBezTo>
                    <a:pt x="3986" y="16619"/>
                    <a:pt x="3858" y="16555"/>
                    <a:pt x="3729" y="16426"/>
                  </a:cubicBezTo>
                  <a:cubicBezTo>
                    <a:pt x="3247" y="15944"/>
                    <a:pt x="2411" y="14948"/>
                    <a:pt x="1736" y="13823"/>
                  </a:cubicBezTo>
                  <a:cubicBezTo>
                    <a:pt x="1061" y="12730"/>
                    <a:pt x="515" y="11476"/>
                    <a:pt x="547" y="10544"/>
                  </a:cubicBezTo>
                  <a:cubicBezTo>
                    <a:pt x="547" y="10415"/>
                    <a:pt x="547" y="10287"/>
                    <a:pt x="579" y="10158"/>
                  </a:cubicBezTo>
                  <a:cubicBezTo>
                    <a:pt x="772" y="9065"/>
                    <a:pt x="1254" y="8197"/>
                    <a:pt x="1704" y="7587"/>
                  </a:cubicBezTo>
                  <a:cubicBezTo>
                    <a:pt x="1929" y="7297"/>
                    <a:pt x="2122" y="7072"/>
                    <a:pt x="2283" y="6912"/>
                  </a:cubicBezTo>
                  <a:cubicBezTo>
                    <a:pt x="2379" y="6847"/>
                    <a:pt x="2444" y="6783"/>
                    <a:pt x="2476" y="6751"/>
                  </a:cubicBezTo>
                  <a:lnTo>
                    <a:pt x="2508" y="6687"/>
                  </a:lnTo>
                  <a:lnTo>
                    <a:pt x="2540" y="6687"/>
                  </a:lnTo>
                  <a:cubicBezTo>
                    <a:pt x="2636" y="6622"/>
                    <a:pt x="2669" y="6461"/>
                    <a:pt x="2604" y="6365"/>
                  </a:cubicBezTo>
                  <a:cubicBezTo>
                    <a:pt x="2572" y="6301"/>
                    <a:pt x="2347" y="5851"/>
                    <a:pt x="2347" y="5176"/>
                  </a:cubicBezTo>
                  <a:cubicBezTo>
                    <a:pt x="2347" y="4661"/>
                    <a:pt x="2476" y="4083"/>
                    <a:pt x="2958" y="3440"/>
                  </a:cubicBezTo>
                  <a:cubicBezTo>
                    <a:pt x="3247" y="3022"/>
                    <a:pt x="3665" y="2765"/>
                    <a:pt x="4083" y="2604"/>
                  </a:cubicBezTo>
                  <a:cubicBezTo>
                    <a:pt x="4501" y="2476"/>
                    <a:pt x="4951" y="2411"/>
                    <a:pt x="5304" y="2411"/>
                  </a:cubicBezTo>
                  <a:cubicBezTo>
                    <a:pt x="5594" y="2411"/>
                    <a:pt x="5819" y="2443"/>
                    <a:pt x="5979" y="2476"/>
                  </a:cubicBezTo>
                  <a:cubicBezTo>
                    <a:pt x="6076" y="2476"/>
                    <a:pt x="6140" y="2476"/>
                    <a:pt x="6172" y="2508"/>
                  </a:cubicBezTo>
                  <a:lnTo>
                    <a:pt x="6237" y="2508"/>
                  </a:lnTo>
                  <a:cubicBezTo>
                    <a:pt x="6262" y="2516"/>
                    <a:pt x="6288" y="2520"/>
                    <a:pt x="6314" y="2520"/>
                  </a:cubicBezTo>
                  <a:cubicBezTo>
                    <a:pt x="6382" y="2520"/>
                    <a:pt x="6447" y="2490"/>
                    <a:pt x="6494" y="2443"/>
                  </a:cubicBezTo>
                  <a:cubicBezTo>
                    <a:pt x="6558" y="2347"/>
                    <a:pt x="6590" y="2251"/>
                    <a:pt x="6558" y="2154"/>
                  </a:cubicBezTo>
                  <a:cubicBezTo>
                    <a:pt x="6558" y="2154"/>
                    <a:pt x="6526" y="2090"/>
                    <a:pt x="6526" y="2026"/>
                  </a:cubicBezTo>
                  <a:cubicBezTo>
                    <a:pt x="6526" y="1865"/>
                    <a:pt x="6590" y="1640"/>
                    <a:pt x="6815" y="1383"/>
                  </a:cubicBezTo>
                  <a:cubicBezTo>
                    <a:pt x="7040" y="1126"/>
                    <a:pt x="7458" y="836"/>
                    <a:pt x="8294" y="643"/>
                  </a:cubicBezTo>
                  <a:cubicBezTo>
                    <a:pt x="8583" y="579"/>
                    <a:pt x="8872" y="547"/>
                    <a:pt x="9130" y="547"/>
                  </a:cubicBezTo>
                  <a:close/>
                  <a:moveTo>
                    <a:pt x="9130" y="0"/>
                  </a:moveTo>
                  <a:cubicBezTo>
                    <a:pt x="8840" y="0"/>
                    <a:pt x="8519" y="33"/>
                    <a:pt x="8197" y="129"/>
                  </a:cubicBezTo>
                  <a:cubicBezTo>
                    <a:pt x="7265" y="322"/>
                    <a:pt x="6719" y="675"/>
                    <a:pt x="6397" y="1029"/>
                  </a:cubicBezTo>
                  <a:cubicBezTo>
                    <a:pt x="6117" y="1338"/>
                    <a:pt x="6032" y="1670"/>
                    <a:pt x="6015" y="1921"/>
                  </a:cubicBezTo>
                  <a:lnTo>
                    <a:pt x="6015" y="1921"/>
                  </a:lnTo>
                  <a:cubicBezTo>
                    <a:pt x="5831" y="1892"/>
                    <a:pt x="5584" y="1865"/>
                    <a:pt x="5304" y="1865"/>
                  </a:cubicBezTo>
                  <a:cubicBezTo>
                    <a:pt x="4887" y="1865"/>
                    <a:pt x="4404" y="1929"/>
                    <a:pt x="3890" y="2122"/>
                  </a:cubicBezTo>
                  <a:cubicBezTo>
                    <a:pt x="3408" y="2283"/>
                    <a:pt x="2894" y="2604"/>
                    <a:pt x="2508" y="3118"/>
                  </a:cubicBezTo>
                  <a:cubicBezTo>
                    <a:pt x="1961" y="3858"/>
                    <a:pt x="1801" y="4597"/>
                    <a:pt x="1801" y="5176"/>
                  </a:cubicBezTo>
                  <a:cubicBezTo>
                    <a:pt x="1801" y="5724"/>
                    <a:pt x="1939" y="6162"/>
                    <a:pt x="2034" y="6407"/>
                  </a:cubicBezTo>
                  <a:lnTo>
                    <a:pt x="2034" y="6407"/>
                  </a:lnTo>
                  <a:cubicBezTo>
                    <a:pt x="1607" y="6815"/>
                    <a:pt x="404" y="8099"/>
                    <a:pt x="33" y="10062"/>
                  </a:cubicBezTo>
                  <a:cubicBezTo>
                    <a:pt x="1" y="10222"/>
                    <a:pt x="1" y="10383"/>
                    <a:pt x="1" y="10544"/>
                  </a:cubicBezTo>
                  <a:cubicBezTo>
                    <a:pt x="1" y="11187"/>
                    <a:pt x="193" y="11862"/>
                    <a:pt x="483" y="12569"/>
                  </a:cubicBezTo>
                  <a:cubicBezTo>
                    <a:pt x="933" y="13598"/>
                    <a:pt x="1608" y="14658"/>
                    <a:pt x="2219" y="15494"/>
                  </a:cubicBezTo>
                  <a:cubicBezTo>
                    <a:pt x="2540" y="15912"/>
                    <a:pt x="2861" y="16266"/>
                    <a:pt x="3119" y="16555"/>
                  </a:cubicBezTo>
                  <a:cubicBezTo>
                    <a:pt x="3376" y="16844"/>
                    <a:pt x="3601" y="17037"/>
                    <a:pt x="3794" y="17133"/>
                  </a:cubicBezTo>
                  <a:cubicBezTo>
                    <a:pt x="3899" y="17186"/>
                    <a:pt x="4046" y="17238"/>
                    <a:pt x="4185" y="17238"/>
                  </a:cubicBezTo>
                  <a:cubicBezTo>
                    <a:pt x="4216" y="17238"/>
                    <a:pt x="4246" y="17236"/>
                    <a:pt x="4276" y="17230"/>
                  </a:cubicBezTo>
                  <a:cubicBezTo>
                    <a:pt x="4694" y="17230"/>
                    <a:pt x="5047" y="17005"/>
                    <a:pt x="5337" y="16812"/>
                  </a:cubicBezTo>
                  <a:cubicBezTo>
                    <a:pt x="5594" y="16587"/>
                    <a:pt x="5754" y="16394"/>
                    <a:pt x="5754" y="16362"/>
                  </a:cubicBezTo>
                  <a:cubicBezTo>
                    <a:pt x="5819" y="16298"/>
                    <a:pt x="5851" y="16201"/>
                    <a:pt x="5819" y="16105"/>
                  </a:cubicBezTo>
                  <a:cubicBezTo>
                    <a:pt x="5819" y="16105"/>
                    <a:pt x="5787" y="16041"/>
                    <a:pt x="5754" y="15944"/>
                  </a:cubicBezTo>
                  <a:cubicBezTo>
                    <a:pt x="5658" y="15591"/>
                    <a:pt x="5465" y="14787"/>
                    <a:pt x="5465" y="14305"/>
                  </a:cubicBezTo>
                  <a:cubicBezTo>
                    <a:pt x="5465" y="14144"/>
                    <a:pt x="5465" y="14048"/>
                    <a:pt x="5497" y="14015"/>
                  </a:cubicBezTo>
                  <a:lnTo>
                    <a:pt x="5513" y="13983"/>
                  </a:lnTo>
                  <a:lnTo>
                    <a:pt x="5529" y="13983"/>
                  </a:lnTo>
                  <a:cubicBezTo>
                    <a:pt x="5541" y="13978"/>
                    <a:pt x="5554" y="13975"/>
                    <a:pt x="5569" y="13975"/>
                  </a:cubicBezTo>
                  <a:cubicBezTo>
                    <a:pt x="5639" y="13975"/>
                    <a:pt x="5745" y="14033"/>
                    <a:pt x="5851" y="14112"/>
                  </a:cubicBezTo>
                  <a:cubicBezTo>
                    <a:pt x="6076" y="14273"/>
                    <a:pt x="6333" y="14498"/>
                    <a:pt x="6526" y="14723"/>
                  </a:cubicBezTo>
                  <a:cubicBezTo>
                    <a:pt x="6622" y="14819"/>
                    <a:pt x="6687" y="14916"/>
                    <a:pt x="6751" y="14980"/>
                  </a:cubicBezTo>
                  <a:lnTo>
                    <a:pt x="6815" y="15076"/>
                  </a:lnTo>
                  <a:cubicBezTo>
                    <a:pt x="6815" y="15108"/>
                    <a:pt x="6879" y="15173"/>
                    <a:pt x="6976" y="15237"/>
                  </a:cubicBezTo>
                  <a:cubicBezTo>
                    <a:pt x="7040" y="15301"/>
                    <a:pt x="7169" y="15366"/>
                    <a:pt x="7362" y="15366"/>
                  </a:cubicBezTo>
                  <a:cubicBezTo>
                    <a:pt x="7555" y="15366"/>
                    <a:pt x="7747" y="15301"/>
                    <a:pt x="7876" y="15108"/>
                  </a:cubicBezTo>
                  <a:cubicBezTo>
                    <a:pt x="8037" y="14948"/>
                    <a:pt x="8165" y="14723"/>
                    <a:pt x="8294" y="14369"/>
                  </a:cubicBezTo>
                  <a:cubicBezTo>
                    <a:pt x="8714" y="13188"/>
                    <a:pt x="8791" y="11964"/>
                    <a:pt x="8822" y="11537"/>
                  </a:cubicBezTo>
                  <a:lnTo>
                    <a:pt x="8822" y="11537"/>
                  </a:lnTo>
                  <a:cubicBezTo>
                    <a:pt x="9193" y="11358"/>
                    <a:pt x="10228" y="10828"/>
                    <a:pt x="11283" y="10030"/>
                  </a:cubicBezTo>
                  <a:cubicBezTo>
                    <a:pt x="11958" y="9547"/>
                    <a:pt x="12601" y="8937"/>
                    <a:pt x="13116" y="8229"/>
                  </a:cubicBezTo>
                  <a:cubicBezTo>
                    <a:pt x="13598" y="7522"/>
                    <a:pt x="13951" y="6719"/>
                    <a:pt x="13951" y="5851"/>
                  </a:cubicBezTo>
                  <a:cubicBezTo>
                    <a:pt x="13951" y="5594"/>
                    <a:pt x="13919" y="5304"/>
                    <a:pt x="13855" y="5047"/>
                  </a:cubicBezTo>
                  <a:cubicBezTo>
                    <a:pt x="13469" y="3408"/>
                    <a:pt x="12826" y="2186"/>
                    <a:pt x="12023" y="1318"/>
                  </a:cubicBezTo>
                  <a:cubicBezTo>
                    <a:pt x="11219" y="450"/>
                    <a:pt x="10223" y="0"/>
                    <a:pt x="91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6" name="Google Shape;4396;p38"/>
            <p:cNvSpPr/>
            <p:nvPr/>
          </p:nvSpPr>
          <p:spPr>
            <a:xfrm>
              <a:off x="2203550" y="2655875"/>
              <a:ext cx="254775" cy="296875"/>
            </a:xfrm>
            <a:custGeom>
              <a:rect b="b" l="l" r="r" t="t"/>
              <a:pathLst>
                <a:path extrusionOk="0" h="11875" w="10191">
                  <a:moveTo>
                    <a:pt x="9689" y="0"/>
                  </a:moveTo>
                  <a:cubicBezTo>
                    <a:pt x="9641" y="0"/>
                    <a:pt x="9591" y="16"/>
                    <a:pt x="9548" y="45"/>
                  </a:cubicBezTo>
                  <a:cubicBezTo>
                    <a:pt x="9451" y="109"/>
                    <a:pt x="9451" y="238"/>
                    <a:pt x="9516" y="334"/>
                  </a:cubicBezTo>
                  <a:cubicBezTo>
                    <a:pt x="9548" y="366"/>
                    <a:pt x="9805" y="752"/>
                    <a:pt x="9805" y="1363"/>
                  </a:cubicBezTo>
                  <a:cubicBezTo>
                    <a:pt x="9805" y="1909"/>
                    <a:pt x="9580" y="2649"/>
                    <a:pt x="8712" y="3549"/>
                  </a:cubicBezTo>
                  <a:cubicBezTo>
                    <a:pt x="7780" y="4481"/>
                    <a:pt x="6173" y="5188"/>
                    <a:pt x="4662" y="5799"/>
                  </a:cubicBezTo>
                  <a:cubicBezTo>
                    <a:pt x="3923" y="6120"/>
                    <a:pt x="3183" y="6410"/>
                    <a:pt x="2572" y="6667"/>
                  </a:cubicBezTo>
                  <a:cubicBezTo>
                    <a:pt x="1962" y="6956"/>
                    <a:pt x="1447" y="7245"/>
                    <a:pt x="1126" y="7567"/>
                  </a:cubicBezTo>
                  <a:cubicBezTo>
                    <a:pt x="547" y="8178"/>
                    <a:pt x="290" y="9110"/>
                    <a:pt x="129" y="9945"/>
                  </a:cubicBezTo>
                  <a:cubicBezTo>
                    <a:pt x="1" y="10813"/>
                    <a:pt x="1" y="11521"/>
                    <a:pt x="1" y="11649"/>
                  </a:cubicBezTo>
                  <a:lnTo>
                    <a:pt x="1" y="11681"/>
                  </a:lnTo>
                  <a:cubicBezTo>
                    <a:pt x="1" y="11778"/>
                    <a:pt x="97" y="11874"/>
                    <a:pt x="226" y="11874"/>
                  </a:cubicBezTo>
                  <a:cubicBezTo>
                    <a:pt x="322" y="11842"/>
                    <a:pt x="419" y="11746"/>
                    <a:pt x="387" y="11649"/>
                  </a:cubicBezTo>
                  <a:cubicBezTo>
                    <a:pt x="387" y="11521"/>
                    <a:pt x="387" y="10813"/>
                    <a:pt x="547" y="10010"/>
                  </a:cubicBezTo>
                  <a:cubicBezTo>
                    <a:pt x="676" y="9206"/>
                    <a:pt x="933" y="8338"/>
                    <a:pt x="1415" y="7824"/>
                  </a:cubicBezTo>
                  <a:cubicBezTo>
                    <a:pt x="1672" y="7599"/>
                    <a:pt x="2122" y="7310"/>
                    <a:pt x="2733" y="7052"/>
                  </a:cubicBezTo>
                  <a:cubicBezTo>
                    <a:pt x="3633" y="6635"/>
                    <a:pt x="4823" y="6217"/>
                    <a:pt x="5980" y="5702"/>
                  </a:cubicBezTo>
                  <a:cubicBezTo>
                    <a:pt x="7105" y="5188"/>
                    <a:pt x="8230" y="4577"/>
                    <a:pt x="9001" y="3838"/>
                  </a:cubicBezTo>
                  <a:cubicBezTo>
                    <a:pt x="9934" y="2906"/>
                    <a:pt x="10191" y="2006"/>
                    <a:pt x="10191" y="1363"/>
                  </a:cubicBezTo>
                  <a:cubicBezTo>
                    <a:pt x="10191" y="591"/>
                    <a:pt x="9837" y="109"/>
                    <a:pt x="9837" y="77"/>
                  </a:cubicBezTo>
                  <a:cubicBezTo>
                    <a:pt x="9802" y="24"/>
                    <a:pt x="9747" y="0"/>
                    <a:pt x="968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7" name="Google Shape;4397;p38"/>
            <p:cNvSpPr/>
            <p:nvPr/>
          </p:nvSpPr>
          <p:spPr>
            <a:xfrm>
              <a:off x="2254175" y="2833475"/>
              <a:ext cx="89250" cy="68800"/>
            </a:xfrm>
            <a:custGeom>
              <a:rect b="b" l="l" r="r" t="t"/>
              <a:pathLst>
                <a:path extrusionOk="0" h="2752" w="3570">
                  <a:moveTo>
                    <a:pt x="3356" y="1"/>
                  </a:moveTo>
                  <a:cubicBezTo>
                    <a:pt x="3330" y="1"/>
                    <a:pt x="3304" y="5"/>
                    <a:pt x="3280" y="13"/>
                  </a:cubicBezTo>
                  <a:cubicBezTo>
                    <a:pt x="3280" y="13"/>
                    <a:pt x="2540" y="334"/>
                    <a:pt x="1769" y="784"/>
                  </a:cubicBezTo>
                  <a:cubicBezTo>
                    <a:pt x="1383" y="1009"/>
                    <a:pt x="997" y="1266"/>
                    <a:pt x="676" y="1556"/>
                  </a:cubicBezTo>
                  <a:cubicBezTo>
                    <a:pt x="355" y="1845"/>
                    <a:pt x="97" y="2134"/>
                    <a:pt x="1" y="2488"/>
                  </a:cubicBezTo>
                  <a:cubicBezTo>
                    <a:pt x="1" y="2616"/>
                    <a:pt x="65" y="2713"/>
                    <a:pt x="162" y="2745"/>
                  </a:cubicBezTo>
                  <a:cubicBezTo>
                    <a:pt x="179" y="2749"/>
                    <a:pt x="196" y="2751"/>
                    <a:pt x="212" y="2751"/>
                  </a:cubicBezTo>
                  <a:cubicBezTo>
                    <a:pt x="315" y="2751"/>
                    <a:pt x="391" y="2668"/>
                    <a:pt x="419" y="2584"/>
                  </a:cubicBezTo>
                  <a:cubicBezTo>
                    <a:pt x="451" y="2391"/>
                    <a:pt x="644" y="2102"/>
                    <a:pt x="933" y="1845"/>
                  </a:cubicBezTo>
                  <a:cubicBezTo>
                    <a:pt x="1383" y="1459"/>
                    <a:pt x="1994" y="1106"/>
                    <a:pt x="2508" y="816"/>
                  </a:cubicBezTo>
                  <a:cubicBezTo>
                    <a:pt x="2765" y="688"/>
                    <a:pt x="2990" y="591"/>
                    <a:pt x="3151" y="495"/>
                  </a:cubicBezTo>
                  <a:cubicBezTo>
                    <a:pt x="3344" y="431"/>
                    <a:pt x="3440" y="398"/>
                    <a:pt x="3440" y="398"/>
                  </a:cubicBezTo>
                  <a:cubicBezTo>
                    <a:pt x="3537" y="334"/>
                    <a:pt x="3569" y="238"/>
                    <a:pt x="3537" y="109"/>
                  </a:cubicBezTo>
                  <a:cubicBezTo>
                    <a:pt x="3513" y="37"/>
                    <a:pt x="3434" y="1"/>
                    <a:pt x="335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8" name="Google Shape;4398;p38"/>
            <p:cNvSpPr/>
            <p:nvPr/>
          </p:nvSpPr>
          <p:spPr>
            <a:xfrm>
              <a:off x="1974675" y="4962550"/>
              <a:ext cx="249000" cy="116775"/>
            </a:xfrm>
            <a:custGeom>
              <a:rect b="b" l="l" r="r" t="t"/>
              <a:pathLst>
                <a:path extrusionOk="0" h="4671" w="9960">
                  <a:moveTo>
                    <a:pt x="3691" y="1"/>
                  </a:moveTo>
                  <a:lnTo>
                    <a:pt x="413" y="804"/>
                  </a:lnTo>
                  <a:lnTo>
                    <a:pt x="91" y="3311"/>
                  </a:lnTo>
                  <a:cubicBezTo>
                    <a:pt x="1" y="4033"/>
                    <a:pt x="558" y="4671"/>
                    <a:pt x="1288" y="4671"/>
                  </a:cubicBezTo>
                  <a:cubicBezTo>
                    <a:pt x="1339" y="4671"/>
                    <a:pt x="1390" y="4668"/>
                    <a:pt x="1441" y="4661"/>
                  </a:cubicBezTo>
                  <a:lnTo>
                    <a:pt x="9509" y="3890"/>
                  </a:lnTo>
                  <a:cubicBezTo>
                    <a:pt x="9863" y="3858"/>
                    <a:pt x="9959" y="3344"/>
                    <a:pt x="9638" y="3183"/>
                  </a:cubicBezTo>
                  <a:lnTo>
                    <a:pt x="369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9" name="Google Shape;4399;p38"/>
            <p:cNvSpPr/>
            <p:nvPr/>
          </p:nvSpPr>
          <p:spPr>
            <a:xfrm>
              <a:off x="1969700" y="4955525"/>
              <a:ext cx="258000" cy="130800"/>
            </a:xfrm>
            <a:custGeom>
              <a:rect b="b" l="l" r="r" t="t"/>
              <a:pathLst>
                <a:path extrusionOk="0" h="5232" w="10320">
                  <a:moveTo>
                    <a:pt x="3864" y="561"/>
                  </a:moveTo>
                  <a:lnTo>
                    <a:pt x="9708" y="3689"/>
                  </a:lnTo>
                  <a:lnTo>
                    <a:pt x="9773" y="3785"/>
                  </a:lnTo>
                  <a:lnTo>
                    <a:pt x="9741" y="3882"/>
                  </a:lnTo>
                  <a:lnTo>
                    <a:pt x="9676" y="3914"/>
                  </a:lnTo>
                  <a:lnTo>
                    <a:pt x="1608" y="4685"/>
                  </a:lnTo>
                  <a:lnTo>
                    <a:pt x="1512" y="4685"/>
                  </a:lnTo>
                  <a:cubicBezTo>
                    <a:pt x="1255" y="4685"/>
                    <a:pt x="997" y="4589"/>
                    <a:pt x="837" y="4396"/>
                  </a:cubicBezTo>
                  <a:cubicBezTo>
                    <a:pt x="644" y="4235"/>
                    <a:pt x="547" y="4010"/>
                    <a:pt x="547" y="3753"/>
                  </a:cubicBezTo>
                  <a:lnTo>
                    <a:pt x="547" y="3625"/>
                  </a:lnTo>
                  <a:lnTo>
                    <a:pt x="869" y="1310"/>
                  </a:lnTo>
                  <a:lnTo>
                    <a:pt x="3864" y="561"/>
                  </a:lnTo>
                  <a:close/>
                  <a:moveTo>
                    <a:pt x="3922" y="0"/>
                  </a:moveTo>
                  <a:cubicBezTo>
                    <a:pt x="3890" y="0"/>
                    <a:pt x="3858" y="8"/>
                    <a:pt x="3826" y="24"/>
                  </a:cubicBezTo>
                  <a:lnTo>
                    <a:pt x="547" y="828"/>
                  </a:lnTo>
                  <a:cubicBezTo>
                    <a:pt x="451" y="860"/>
                    <a:pt x="354" y="924"/>
                    <a:pt x="354" y="1053"/>
                  </a:cubicBezTo>
                  <a:lnTo>
                    <a:pt x="33" y="3528"/>
                  </a:lnTo>
                  <a:cubicBezTo>
                    <a:pt x="33" y="3592"/>
                    <a:pt x="1" y="3689"/>
                    <a:pt x="1" y="3753"/>
                  </a:cubicBezTo>
                  <a:cubicBezTo>
                    <a:pt x="1" y="4557"/>
                    <a:pt x="676" y="5232"/>
                    <a:pt x="1512" y="5232"/>
                  </a:cubicBezTo>
                  <a:lnTo>
                    <a:pt x="1640" y="5232"/>
                  </a:lnTo>
                  <a:lnTo>
                    <a:pt x="9708" y="4428"/>
                  </a:lnTo>
                  <a:cubicBezTo>
                    <a:pt x="9901" y="4428"/>
                    <a:pt x="10062" y="4332"/>
                    <a:pt x="10158" y="4203"/>
                  </a:cubicBezTo>
                  <a:cubicBezTo>
                    <a:pt x="10255" y="4107"/>
                    <a:pt x="10319" y="3946"/>
                    <a:pt x="10319" y="3785"/>
                  </a:cubicBezTo>
                  <a:cubicBezTo>
                    <a:pt x="10319" y="3592"/>
                    <a:pt x="10191" y="3335"/>
                    <a:pt x="9966" y="3239"/>
                  </a:cubicBezTo>
                  <a:lnTo>
                    <a:pt x="4019" y="24"/>
                  </a:lnTo>
                  <a:cubicBezTo>
                    <a:pt x="3987" y="8"/>
                    <a:pt x="3955" y="0"/>
                    <a:pt x="39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0" name="Google Shape;4400;p38"/>
            <p:cNvSpPr/>
            <p:nvPr/>
          </p:nvSpPr>
          <p:spPr>
            <a:xfrm>
              <a:off x="1977750" y="5042900"/>
              <a:ext cx="245925" cy="36350"/>
            </a:xfrm>
            <a:custGeom>
              <a:rect b="b" l="l" r="r" t="t"/>
              <a:pathLst>
                <a:path extrusionOk="0" h="1454" w="9837">
                  <a:moveTo>
                    <a:pt x="9579" y="1"/>
                  </a:moveTo>
                  <a:lnTo>
                    <a:pt x="9579" y="1"/>
                  </a:lnTo>
                  <a:cubicBezTo>
                    <a:pt x="7683" y="226"/>
                    <a:pt x="4758" y="33"/>
                    <a:pt x="2733" y="355"/>
                  </a:cubicBezTo>
                  <a:cubicBezTo>
                    <a:pt x="1924" y="502"/>
                    <a:pt x="1305" y="554"/>
                    <a:pt x="833" y="554"/>
                  </a:cubicBezTo>
                  <a:cubicBezTo>
                    <a:pt x="479" y="554"/>
                    <a:pt x="207" y="524"/>
                    <a:pt x="0" y="483"/>
                  </a:cubicBezTo>
                  <a:lnTo>
                    <a:pt x="0" y="483"/>
                  </a:lnTo>
                  <a:cubicBezTo>
                    <a:pt x="120" y="1052"/>
                    <a:pt x="603" y="1454"/>
                    <a:pt x="1188" y="1454"/>
                  </a:cubicBezTo>
                  <a:cubicBezTo>
                    <a:pt x="1231" y="1454"/>
                    <a:pt x="1274" y="1452"/>
                    <a:pt x="1318" y="1447"/>
                  </a:cubicBezTo>
                  <a:lnTo>
                    <a:pt x="9386" y="676"/>
                  </a:lnTo>
                  <a:cubicBezTo>
                    <a:pt x="9740" y="644"/>
                    <a:pt x="9836" y="194"/>
                    <a:pt x="957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1" name="Google Shape;4401;p38"/>
            <p:cNvSpPr/>
            <p:nvPr/>
          </p:nvSpPr>
          <p:spPr>
            <a:xfrm>
              <a:off x="1970525" y="5036475"/>
              <a:ext cx="257175" cy="49850"/>
            </a:xfrm>
            <a:custGeom>
              <a:rect b="b" l="l" r="r" t="t"/>
              <a:pathLst>
                <a:path extrusionOk="0" h="1994" w="10287">
                  <a:moveTo>
                    <a:pt x="9732" y="532"/>
                  </a:moveTo>
                  <a:lnTo>
                    <a:pt x="9740" y="547"/>
                  </a:lnTo>
                  <a:lnTo>
                    <a:pt x="9708" y="644"/>
                  </a:lnTo>
                  <a:lnTo>
                    <a:pt x="9643" y="676"/>
                  </a:lnTo>
                  <a:lnTo>
                    <a:pt x="1575" y="1447"/>
                  </a:lnTo>
                  <a:lnTo>
                    <a:pt x="1479" y="1447"/>
                  </a:lnTo>
                  <a:cubicBezTo>
                    <a:pt x="1176" y="1447"/>
                    <a:pt x="903" y="1302"/>
                    <a:pt x="727" y="1081"/>
                  </a:cubicBezTo>
                  <a:lnTo>
                    <a:pt x="727" y="1081"/>
                  </a:lnTo>
                  <a:cubicBezTo>
                    <a:pt x="840" y="1089"/>
                    <a:pt x="962" y="1094"/>
                    <a:pt x="1093" y="1094"/>
                  </a:cubicBezTo>
                  <a:cubicBezTo>
                    <a:pt x="1607" y="1094"/>
                    <a:pt x="2250" y="1029"/>
                    <a:pt x="3086" y="901"/>
                  </a:cubicBezTo>
                  <a:cubicBezTo>
                    <a:pt x="4050" y="740"/>
                    <a:pt x="5272" y="676"/>
                    <a:pt x="6493" y="676"/>
                  </a:cubicBezTo>
                  <a:cubicBezTo>
                    <a:pt x="7658" y="645"/>
                    <a:pt x="8793" y="644"/>
                    <a:pt x="9732" y="532"/>
                  </a:cubicBezTo>
                  <a:close/>
                  <a:moveTo>
                    <a:pt x="9836" y="1"/>
                  </a:moveTo>
                  <a:cubicBezTo>
                    <a:pt x="8904" y="97"/>
                    <a:pt x="7715" y="97"/>
                    <a:pt x="6493" y="129"/>
                  </a:cubicBezTo>
                  <a:cubicBezTo>
                    <a:pt x="5272" y="162"/>
                    <a:pt x="4018" y="194"/>
                    <a:pt x="2989" y="354"/>
                  </a:cubicBezTo>
                  <a:cubicBezTo>
                    <a:pt x="2186" y="483"/>
                    <a:pt x="1543" y="547"/>
                    <a:pt x="1093" y="547"/>
                  </a:cubicBezTo>
                  <a:cubicBezTo>
                    <a:pt x="771" y="547"/>
                    <a:pt x="514" y="515"/>
                    <a:pt x="321" y="483"/>
                  </a:cubicBezTo>
                  <a:cubicBezTo>
                    <a:pt x="257" y="483"/>
                    <a:pt x="161" y="483"/>
                    <a:pt x="96" y="547"/>
                  </a:cubicBezTo>
                  <a:cubicBezTo>
                    <a:pt x="32" y="612"/>
                    <a:pt x="0" y="708"/>
                    <a:pt x="32" y="804"/>
                  </a:cubicBezTo>
                  <a:cubicBezTo>
                    <a:pt x="161" y="1479"/>
                    <a:pt x="739" y="1994"/>
                    <a:pt x="1479" y="1994"/>
                  </a:cubicBezTo>
                  <a:lnTo>
                    <a:pt x="1607" y="1994"/>
                  </a:lnTo>
                  <a:lnTo>
                    <a:pt x="9675" y="1190"/>
                  </a:lnTo>
                  <a:cubicBezTo>
                    <a:pt x="9868" y="1190"/>
                    <a:pt x="10029" y="1094"/>
                    <a:pt x="10125" y="965"/>
                  </a:cubicBezTo>
                  <a:cubicBezTo>
                    <a:pt x="10222" y="869"/>
                    <a:pt x="10286" y="708"/>
                    <a:pt x="10286" y="547"/>
                  </a:cubicBezTo>
                  <a:cubicBezTo>
                    <a:pt x="10286" y="387"/>
                    <a:pt x="10190" y="162"/>
                    <a:pt x="10029" y="33"/>
                  </a:cubicBezTo>
                  <a:cubicBezTo>
                    <a:pt x="9965" y="1"/>
                    <a:pt x="9900" y="1"/>
                    <a:pt x="98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2" name="Google Shape;4402;p38"/>
            <p:cNvSpPr/>
            <p:nvPr/>
          </p:nvSpPr>
          <p:spPr>
            <a:xfrm>
              <a:off x="1259325" y="4948900"/>
              <a:ext cx="232650" cy="183350"/>
            </a:xfrm>
            <a:custGeom>
              <a:rect b="b" l="l" r="r" t="t"/>
              <a:pathLst>
                <a:path extrusionOk="0" h="7334" w="9306">
                  <a:moveTo>
                    <a:pt x="2379" y="0"/>
                  </a:moveTo>
                  <a:lnTo>
                    <a:pt x="450" y="1929"/>
                  </a:lnTo>
                  <a:cubicBezTo>
                    <a:pt x="0" y="2379"/>
                    <a:pt x="0" y="3086"/>
                    <a:pt x="450" y="3536"/>
                  </a:cubicBezTo>
                  <a:lnTo>
                    <a:pt x="4018" y="6943"/>
                  </a:lnTo>
                  <a:lnTo>
                    <a:pt x="8390" y="7329"/>
                  </a:lnTo>
                  <a:cubicBezTo>
                    <a:pt x="8415" y="7332"/>
                    <a:pt x="8439" y="7333"/>
                    <a:pt x="8463" y="7333"/>
                  </a:cubicBezTo>
                  <a:cubicBezTo>
                    <a:pt x="8997" y="7333"/>
                    <a:pt x="9306" y="6667"/>
                    <a:pt x="8936" y="6236"/>
                  </a:cubicBezTo>
                  <a:lnTo>
                    <a:pt x="6461" y="3279"/>
                  </a:lnTo>
                  <a:lnTo>
                    <a:pt x="5465" y="1157"/>
                  </a:lnTo>
                  <a:lnTo>
                    <a:pt x="237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3" name="Google Shape;4403;p38"/>
            <p:cNvSpPr/>
            <p:nvPr/>
          </p:nvSpPr>
          <p:spPr>
            <a:xfrm>
              <a:off x="1255300" y="4942425"/>
              <a:ext cx="238700" cy="196150"/>
            </a:xfrm>
            <a:custGeom>
              <a:rect b="b" l="l" r="r" t="t"/>
              <a:pathLst>
                <a:path extrusionOk="0" h="7846" w="9548">
                  <a:moveTo>
                    <a:pt x="2607" y="578"/>
                  </a:moveTo>
                  <a:lnTo>
                    <a:pt x="5433" y="1641"/>
                  </a:lnTo>
                  <a:lnTo>
                    <a:pt x="6397" y="3634"/>
                  </a:lnTo>
                  <a:lnTo>
                    <a:pt x="6429" y="3699"/>
                  </a:lnTo>
                  <a:lnTo>
                    <a:pt x="8905" y="6688"/>
                  </a:lnTo>
                  <a:cubicBezTo>
                    <a:pt x="8969" y="6752"/>
                    <a:pt x="9001" y="6849"/>
                    <a:pt x="9001" y="6913"/>
                  </a:cubicBezTo>
                  <a:cubicBezTo>
                    <a:pt x="9001" y="7009"/>
                    <a:pt x="8969" y="7138"/>
                    <a:pt x="8872" y="7202"/>
                  </a:cubicBezTo>
                  <a:cubicBezTo>
                    <a:pt x="8808" y="7267"/>
                    <a:pt x="8712" y="7331"/>
                    <a:pt x="8615" y="7331"/>
                  </a:cubicBezTo>
                  <a:lnTo>
                    <a:pt x="8583" y="7331"/>
                  </a:lnTo>
                  <a:lnTo>
                    <a:pt x="4308" y="6945"/>
                  </a:lnTo>
                  <a:lnTo>
                    <a:pt x="804" y="3602"/>
                  </a:lnTo>
                  <a:cubicBezTo>
                    <a:pt x="643" y="3409"/>
                    <a:pt x="547" y="3216"/>
                    <a:pt x="547" y="2991"/>
                  </a:cubicBezTo>
                  <a:cubicBezTo>
                    <a:pt x="547" y="2766"/>
                    <a:pt x="643" y="2573"/>
                    <a:pt x="804" y="2381"/>
                  </a:cubicBezTo>
                  <a:lnTo>
                    <a:pt x="2607" y="578"/>
                  </a:lnTo>
                  <a:close/>
                  <a:moveTo>
                    <a:pt x="2526" y="1"/>
                  </a:moveTo>
                  <a:cubicBezTo>
                    <a:pt x="2457" y="1"/>
                    <a:pt x="2389" y="36"/>
                    <a:pt x="2347" y="98"/>
                  </a:cubicBezTo>
                  <a:lnTo>
                    <a:pt x="418" y="2027"/>
                  </a:lnTo>
                  <a:cubicBezTo>
                    <a:pt x="161" y="2284"/>
                    <a:pt x="1" y="2638"/>
                    <a:pt x="1" y="2991"/>
                  </a:cubicBezTo>
                  <a:cubicBezTo>
                    <a:pt x="1" y="3345"/>
                    <a:pt x="161" y="3699"/>
                    <a:pt x="451" y="3988"/>
                  </a:cubicBezTo>
                  <a:lnTo>
                    <a:pt x="3986" y="7395"/>
                  </a:lnTo>
                  <a:cubicBezTo>
                    <a:pt x="4051" y="7427"/>
                    <a:pt x="4083" y="7459"/>
                    <a:pt x="4147" y="7459"/>
                  </a:cubicBezTo>
                  <a:lnTo>
                    <a:pt x="8519" y="7845"/>
                  </a:lnTo>
                  <a:lnTo>
                    <a:pt x="8615" y="7845"/>
                  </a:lnTo>
                  <a:cubicBezTo>
                    <a:pt x="8872" y="7845"/>
                    <a:pt x="9130" y="7749"/>
                    <a:pt x="9290" y="7556"/>
                  </a:cubicBezTo>
                  <a:cubicBezTo>
                    <a:pt x="9451" y="7395"/>
                    <a:pt x="9547" y="7170"/>
                    <a:pt x="9547" y="6913"/>
                  </a:cubicBezTo>
                  <a:cubicBezTo>
                    <a:pt x="9547" y="6720"/>
                    <a:pt x="9451" y="6495"/>
                    <a:pt x="9322" y="6334"/>
                  </a:cubicBezTo>
                  <a:lnTo>
                    <a:pt x="6847" y="3377"/>
                  </a:lnTo>
                  <a:lnTo>
                    <a:pt x="5851" y="1320"/>
                  </a:lnTo>
                  <a:cubicBezTo>
                    <a:pt x="5819" y="1256"/>
                    <a:pt x="5787" y="1191"/>
                    <a:pt x="5722" y="1191"/>
                  </a:cubicBezTo>
                  <a:lnTo>
                    <a:pt x="2636" y="34"/>
                  </a:lnTo>
                  <a:cubicBezTo>
                    <a:pt x="2602" y="11"/>
                    <a:pt x="2564" y="1"/>
                    <a:pt x="25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4" name="Google Shape;4404;p38"/>
            <p:cNvSpPr/>
            <p:nvPr/>
          </p:nvSpPr>
          <p:spPr>
            <a:xfrm>
              <a:off x="1259325" y="4995500"/>
              <a:ext cx="227450" cy="136700"/>
            </a:xfrm>
            <a:custGeom>
              <a:rect b="b" l="l" r="r" t="t"/>
              <a:pathLst>
                <a:path extrusionOk="0" h="5468" w="9098">
                  <a:moveTo>
                    <a:pt x="515" y="0"/>
                  </a:moveTo>
                  <a:lnTo>
                    <a:pt x="450" y="65"/>
                  </a:lnTo>
                  <a:cubicBezTo>
                    <a:pt x="0" y="515"/>
                    <a:pt x="0" y="1222"/>
                    <a:pt x="450" y="1672"/>
                  </a:cubicBezTo>
                  <a:lnTo>
                    <a:pt x="4018" y="5079"/>
                  </a:lnTo>
                  <a:lnTo>
                    <a:pt x="8390" y="5465"/>
                  </a:lnTo>
                  <a:cubicBezTo>
                    <a:pt x="8410" y="5467"/>
                    <a:pt x="8430" y="5468"/>
                    <a:pt x="8450" y="5468"/>
                  </a:cubicBezTo>
                  <a:cubicBezTo>
                    <a:pt x="8776" y="5468"/>
                    <a:pt x="9036" y="5224"/>
                    <a:pt x="9097" y="4951"/>
                  </a:cubicBezTo>
                  <a:cubicBezTo>
                    <a:pt x="7554" y="4565"/>
                    <a:pt x="5175" y="4019"/>
                    <a:pt x="4533" y="3954"/>
                  </a:cubicBezTo>
                  <a:cubicBezTo>
                    <a:pt x="3761" y="3858"/>
                    <a:pt x="1382" y="1029"/>
                    <a:pt x="51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5" name="Google Shape;4405;p38"/>
            <p:cNvSpPr/>
            <p:nvPr/>
          </p:nvSpPr>
          <p:spPr>
            <a:xfrm>
              <a:off x="1255300" y="4989075"/>
              <a:ext cx="238700" cy="149500"/>
            </a:xfrm>
            <a:custGeom>
              <a:rect b="b" l="l" r="r" t="t"/>
              <a:pathLst>
                <a:path extrusionOk="0" h="5980" w="9548">
                  <a:moveTo>
                    <a:pt x="689" y="671"/>
                  </a:moveTo>
                  <a:cubicBezTo>
                    <a:pt x="1135" y="1219"/>
                    <a:pt x="1826" y="2051"/>
                    <a:pt x="2540" y="2765"/>
                  </a:cubicBezTo>
                  <a:cubicBezTo>
                    <a:pt x="2926" y="3183"/>
                    <a:pt x="3344" y="3600"/>
                    <a:pt x="3697" y="3890"/>
                  </a:cubicBezTo>
                  <a:cubicBezTo>
                    <a:pt x="3858" y="4051"/>
                    <a:pt x="4051" y="4179"/>
                    <a:pt x="4211" y="4276"/>
                  </a:cubicBezTo>
                  <a:cubicBezTo>
                    <a:pt x="4372" y="4372"/>
                    <a:pt x="4501" y="4436"/>
                    <a:pt x="4661" y="4468"/>
                  </a:cubicBezTo>
                  <a:cubicBezTo>
                    <a:pt x="4951" y="4501"/>
                    <a:pt x="5722" y="4661"/>
                    <a:pt x="6590" y="4854"/>
                  </a:cubicBezTo>
                  <a:cubicBezTo>
                    <a:pt x="7330" y="5019"/>
                    <a:pt x="8140" y="5206"/>
                    <a:pt x="8841" y="5378"/>
                  </a:cubicBezTo>
                  <a:lnTo>
                    <a:pt x="8841" y="5378"/>
                  </a:lnTo>
                  <a:cubicBezTo>
                    <a:pt x="8780" y="5431"/>
                    <a:pt x="8704" y="5465"/>
                    <a:pt x="8615" y="5465"/>
                  </a:cubicBezTo>
                  <a:lnTo>
                    <a:pt x="8583" y="5465"/>
                  </a:lnTo>
                  <a:lnTo>
                    <a:pt x="4308" y="5079"/>
                  </a:lnTo>
                  <a:lnTo>
                    <a:pt x="804" y="1736"/>
                  </a:lnTo>
                  <a:cubicBezTo>
                    <a:pt x="643" y="1543"/>
                    <a:pt x="547" y="1350"/>
                    <a:pt x="547" y="1125"/>
                  </a:cubicBezTo>
                  <a:cubicBezTo>
                    <a:pt x="547" y="961"/>
                    <a:pt x="598" y="814"/>
                    <a:pt x="689" y="671"/>
                  </a:cubicBezTo>
                  <a:close/>
                  <a:moveTo>
                    <a:pt x="708" y="0"/>
                  </a:moveTo>
                  <a:cubicBezTo>
                    <a:pt x="611" y="0"/>
                    <a:pt x="547" y="0"/>
                    <a:pt x="483" y="65"/>
                  </a:cubicBezTo>
                  <a:lnTo>
                    <a:pt x="418" y="161"/>
                  </a:lnTo>
                  <a:cubicBezTo>
                    <a:pt x="161" y="418"/>
                    <a:pt x="1" y="772"/>
                    <a:pt x="1" y="1125"/>
                  </a:cubicBezTo>
                  <a:cubicBezTo>
                    <a:pt x="1" y="1479"/>
                    <a:pt x="161" y="1833"/>
                    <a:pt x="451" y="2122"/>
                  </a:cubicBezTo>
                  <a:lnTo>
                    <a:pt x="3986" y="5529"/>
                  </a:lnTo>
                  <a:cubicBezTo>
                    <a:pt x="4051" y="5561"/>
                    <a:pt x="4083" y="5593"/>
                    <a:pt x="4147" y="5593"/>
                  </a:cubicBezTo>
                  <a:lnTo>
                    <a:pt x="8519" y="5979"/>
                  </a:lnTo>
                  <a:lnTo>
                    <a:pt x="8615" y="5979"/>
                  </a:lnTo>
                  <a:cubicBezTo>
                    <a:pt x="9065" y="5979"/>
                    <a:pt x="9419" y="5658"/>
                    <a:pt x="9515" y="5272"/>
                  </a:cubicBezTo>
                  <a:cubicBezTo>
                    <a:pt x="9547" y="5111"/>
                    <a:pt x="9451" y="4983"/>
                    <a:pt x="9322" y="4951"/>
                  </a:cubicBezTo>
                  <a:cubicBezTo>
                    <a:pt x="8551" y="4758"/>
                    <a:pt x="7554" y="4533"/>
                    <a:pt x="6687" y="4340"/>
                  </a:cubicBezTo>
                  <a:cubicBezTo>
                    <a:pt x="5819" y="4147"/>
                    <a:pt x="5079" y="3986"/>
                    <a:pt x="4726" y="3954"/>
                  </a:cubicBezTo>
                  <a:cubicBezTo>
                    <a:pt x="4694" y="3922"/>
                    <a:pt x="4597" y="3890"/>
                    <a:pt x="4469" y="3825"/>
                  </a:cubicBezTo>
                  <a:cubicBezTo>
                    <a:pt x="4051" y="3536"/>
                    <a:pt x="3311" y="2829"/>
                    <a:pt x="2604" y="2090"/>
                  </a:cubicBezTo>
                  <a:cubicBezTo>
                    <a:pt x="1929" y="1318"/>
                    <a:pt x="1254" y="547"/>
                    <a:pt x="901" y="97"/>
                  </a:cubicBezTo>
                  <a:cubicBezTo>
                    <a:pt x="836" y="32"/>
                    <a:pt x="772" y="0"/>
                    <a:pt x="7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6" name="Google Shape;4406;p38"/>
            <p:cNvSpPr/>
            <p:nvPr/>
          </p:nvSpPr>
          <p:spPr>
            <a:xfrm>
              <a:off x="1608075" y="3506400"/>
              <a:ext cx="458900" cy="1476275"/>
            </a:xfrm>
            <a:custGeom>
              <a:rect b="b" l="l" r="r" t="t"/>
              <a:pathLst>
                <a:path extrusionOk="0" h="59051" w="18356">
                  <a:moveTo>
                    <a:pt x="4983" y="1"/>
                  </a:moveTo>
                  <a:cubicBezTo>
                    <a:pt x="4983" y="1"/>
                    <a:pt x="740" y="4822"/>
                    <a:pt x="354" y="7490"/>
                  </a:cubicBezTo>
                  <a:cubicBezTo>
                    <a:pt x="322" y="7812"/>
                    <a:pt x="290" y="8133"/>
                    <a:pt x="258" y="8455"/>
                  </a:cubicBezTo>
                  <a:cubicBezTo>
                    <a:pt x="1" y="11637"/>
                    <a:pt x="644" y="14851"/>
                    <a:pt x="1994" y="17777"/>
                  </a:cubicBezTo>
                  <a:lnTo>
                    <a:pt x="9966" y="35006"/>
                  </a:lnTo>
                  <a:lnTo>
                    <a:pt x="15077" y="59050"/>
                  </a:lnTo>
                  <a:lnTo>
                    <a:pt x="18355" y="58247"/>
                  </a:lnTo>
                  <a:lnTo>
                    <a:pt x="17295" y="32692"/>
                  </a:lnTo>
                  <a:lnTo>
                    <a:pt x="11123" y="13084"/>
                  </a:lnTo>
                  <a:lnTo>
                    <a:pt x="14787" y="6912"/>
                  </a:lnTo>
                  <a:lnTo>
                    <a:pt x="498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7" name="Google Shape;4407;p38"/>
            <p:cNvSpPr/>
            <p:nvPr/>
          </p:nvSpPr>
          <p:spPr>
            <a:xfrm>
              <a:off x="1606475" y="3499650"/>
              <a:ext cx="466925" cy="1489450"/>
            </a:xfrm>
            <a:custGeom>
              <a:rect b="b" l="l" r="r" t="t"/>
              <a:pathLst>
                <a:path extrusionOk="0" h="59578" w="18677">
                  <a:moveTo>
                    <a:pt x="5084" y="635"/>
                  </a:moveTo>
                  <a:lnTo>
                    <a:pt x="14497" y="7270"/>
                  </a:lnTo>
                  <a:lnTo>
                    <a:pt x="14497" y="7270"/>
                  </a:lnTo>
                  <a:lnTo>
                    <a:pt x="10962" y="13225"/>
                  </a:lnTo>
                  <a:cubicBezTo>
                    <a:pt x="10930" y="13289"/>
                    <a:pt x="10898" y="13354"/>
                    <a:pt x="10930" y="13418"/>
                  </a:cubicBezTo>
                  <a:lnTo>
                    <a:pt x="17069" y="33026"/>
                  </a:lnTo>
                  <a:lnTo>
                    <a:pt x="18130" y="58292"/>
                  </a:lnTo>
                  <a:lnTo>
                    <a:pt x="15366" y="58999"/>
                  </a:lnTo>
                  <a:lnTo>
                    <a:pt x="10287" y="35212"/>
                  </a:lnTo>
                  <a:lnTo>
                    <a:pt x="10287" y="35180"/>
                  </a:lnTo>
                  <a:lnTo>
                    <a:pt x="2283" y="17918"/>
                  </a:lnTo>
                  <a:cubicBezTo>
                    <a:pt x="1158" y="15475"/>
                    <a:pt x="515" y="12775"/>
                    <a:pt x="515" y="10075"/>
                  </a:cubicBezTo>
                  <a:cubicBezTo>
                    <a:pt x="515" y="9625"/>
                    <a:pt x="547" y="9175"/>
                    <a:pt x="579" y="8725"/>
                  </a:cubicBezTo>
                  <a:cubicBezTo>
                    <a:pt x="611" y="8403"/>
                    <a:pt x="644" y="8114"/>
                    <a:pt x="676" y="7825"/>
                  </a:cubicBezTo>
                  <a:cubicBezTo>
                    <a:pt x="772" y="7182"/>
                    <a:pt x="1094" y="6410"/>
                    <a:pt x="1544" y="5607"/>
                  </a:cubicBezTo>
                  <a:cubicBezTo>
                    <a:pt x="2186" y="4353"/>
                    <a:pt x="3119" y="3067"/>
                    <a:pt x="3890" y="2103"/>
                  </a:cubicBezTo>
                  <a:cubicBezTo>
                    <a:pt x="4276" y="1621"/>
                    <a:pt x="4597" y="1203"/>
                    <a:pt x="4854" y="914"/>
                  </a:cubicBezTo>
                  <a:cubicBezTo>
                    <a:pt x="4926" y="794"/>
                    <a:pt x="5016" y="710"/>
                    <a:pt x="5084" y="635"/>
                  </a:cubicBezTo>
                  <a:close/>
                  <a:moveTo>
                    <a:pt x="5019" y="1"/>
                  </a:moveTo>
                  <a:cubicBezTo>
                    <a:pt x="4948" y="1"/>
                    <a:pt x="4875" y="25"/>
                    <a:pt x="4822" y="78"/>
                  </a:cubicBezTo>
                  <a:cubicBezTo>
                    <a:pt x="4822" y="110"/>
                    <a:pt x="3762" y="1299"/>
                    <a:pt x="2636" y="2842"/>
                  </a:cubicBezTo>
                  <a:cubicBezTo>
                    <a:pt x="2090" y="3646"/>
                    <a:pt x="1511" y="4482"/>
                    <a:pt x="1061" y="5350"/>
                  </a:cubicBezTo>
                  <a:cubicBezTo>
                    <a:pt x="611" y="6185"/>
                    <a:pt x="258" y="7021"/>
                    <a:pt x="161" y="7728"/>
                  </a:cubicBezTo>
                  <a:cubicBezTo>
                    <a:pt x="97" y="8050"/>
                    <a:pt x="65" y="8371"/>
                    <a:pt x="33" y="8693"/>
                  </a:cubicBezTo>
                  <a:cubicBezTo>
                    <a:pt x="1" y="9143"/>
                    <a:pt x="1" y="9625"/>
                    <a:pt x="1" y="10075"/>
                  </a:cubicBezTo>
                  <a:cubicBezTo>
                    <a:pt x="1" y="12871"/>
                    <a:pt x="644" y="15604"/>
                    <a:pt x="1801" y="18143"/>
                  </a:cubicBezTo>
                  <a:lnTo>
                    <a:pt x="9773" y="35372"/>
                  </a:lnTo>
                  <a:lnTo>
                    <a:pt x="14883" y="59384"/>
                  </a:lnTo>
                  <a:cubicBezTo>
                    <a:pt x="14916" y="59449"/>
                    <a:pt x="14948" y="59513"/>
                    <a:pt x="15012" y="59545"/>
                  </a:cubicBezTo>
                  <a:cubicBezTo>
                    <a:pt x="15076" y="59577"/>
                    <a:pt x="15141" y="59577"/>
                    <a:pt x="15205" y="59577"/>
                  </a:cubicBezTo>
                  <a:lnTo>
                    <a:pt x="18484" y="58774"/>
                  </a:lnTo>
                  <a:cubicBezTo>
                    <a:pt x="18612" y="58742"/>
                    <a:pt x="18676" y="58613"/>
                    <a:pt x="18676" y="58484"/>
                  </a:cubicBezTo>
                  <a:lnTo>
                    <a:pt x="17616" y="32962"/>
                  </a:lnTo>
                  <a:lnTo>
                    <a:pt x="17616" y="32897"/>
                  </a:lnTo>
                  <a:lnTo>
                    <a:pt x="11476" y="13386"/>
                  </a:lnTo>
                  <a:lnTo>
                    <a:pt x="15076" y="7342"/>
                  </a:lnTo>
                  <a:cubicBezTo>
                    <a:pt x="15141" y="7214"/>
                    <a:pt x="15108" y="7053"/>
                    <a:pt x="15012" y="6989"/>
                  </a:cubicBezTo>
                  <a:lnTo>
                    <a:pt x="5176" y="46"/>
                  </a:lnTo>
                  <a:cubicBezTo>
                    <a:pt x="5133" y="17"/>
                    <a:pt x="5076" y="1"/>
                    <a:pt x="50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8" name="Google Shape;4408;p38"/>
            <p:cNvSpPr/>
            <p:nvPr/>
          </p:nvSpPr>
          <p:spPr>
            <a:xfrm>
              <a:off x="1318775" y="3717750"/>
              <a:ext cx="634875" cy="1260100"/>
            </a:xfrm>
            <a:custGeom>
              <a:rect b="b" l="l" r="r" t="t"/>
              <a:pathLst>
                <a:path extrusionOk="0" h="50404" w="25395">
                  <a:moveTo>
                    <a:pt x="25395" y="1"/>
                  </a:moveTo>
                  <a:lnTo>
                    <a:pt x="14048" y="4822"/>
                  </a:lnTo>
                  <a:lnTo>
                    <a:pt x="15398" y="7330"/>
                  </a:lnTo>
                  <a:lnTo>
                    <a:pt x="12505" y="26938"/>
                  </a:lnTo>
                  <a:lnTo>
                    <a:pt x="1" y="49246"/>
                  </a:lnTo>
                  <a:lnTo>
                    <a:pt x="3087" y="50403"/>
                  </a:lnTo>
                  <a:lnTo>
                    <a:pt x="19995" y="29252"/>
                  </a:lnTo>
                  <a:lnTo>
                    <a:pt x="24045" y="5787"/>
                  </a:lnTo>
                  <a:lnTo>
                    <a:pt x="2539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9" name="Google Shape;4409;p38"/>
            <p:cNvSpPr/>
            <p:nvPr/>
          </p:nvSpPr>
          <p:spPr>
            <a:xfrm>
              <a:off x="1311550" y="3711175"/>
              <a:ext cx="649350" cy="1273425"/>
            </a:xfrm>
            <a:custGeom>
              <a:rect b="b" l="l" r="r" t="t"/>
              <a:pathLst>
                <a:path extrusionOk="0" h="50937" w="25974">
                  <a:moveTo>
                    <a:pt x="25687" y="0"/>
                  </a:moveTo>
                  <a:cubicBezTo>
                    <a:pt x="25555" y="0"/>
                    <a:pt x="25455" y="88"/>
                    <a:pt x="25427" y="199"/>
                  </a:cubicBezTo>
                  <a:lnTo>
                    <a:pt x="24077" y="5985"/>
                  </a:lnTo>
                  <a:lnTo>
                    <a:pt x="20027" y="29387"/>
                  </a:lnTo>
                  <a:lnTo>
                    <a:pt x="3279" y="50345"/>
                  </a:lnTo>
                  <a:lnTo>
                    <a:pt x="676" y="49380"/>
                  </a:lnTo>
                  <a:lnTo>
                    <a:pt x="13019" y="27329"/>
                  </a:lnTo>
                  <a:lnTo>
                    <a:pt x="13051" y="27233"/>
                  </a:lnTo>
                  <a:lnTo>
                    <a:pt x="15944" y="7625"/>
                  </a:lnTo>
                  <a:cubicBezTo>
                    <a:pt x="15944" y="7560"/>
                    <a:pt x="15944" y="7496"/>
                    <a:pt x="15912" y="7464"/>
                  </a:cubicBezTo>
                  <a:lnTo>
                    <a:pt x="14562" y="4957"/>
                  </a:lnTo>
                  <a:cubicBezTo>
                    <a:pt x="14519" y="4871"/>
                    <a:pt x="14433" y="4814"/>
                    <a:pt x="14343" y="4814"/>
                  </a:cubicBezTo>
                  <a:cubicBezTo>
                    <a:pt x="14298" y="4814"/>
                    <a:pt x="14251" y="4828"/>
                    <a:pt x="14208" y="4860"/>
                  </a:cubicBezTo>
                  <a:cubicBezTo>
                    <a:pt x="14080" y="4925"/>
                    <a:pt x="14016" y="5085"/>
                    <a:pt x="14080" y="5214"/>
                  </a:cubicBezTo>
                  <a:lnTo>
                    <a:pt x="15398" y="7625"/>
                  </a:lnTo>
                  <a:lnTo>
                    <a:pt x="12537" y="27104"/>
                  </a:lnTo>
                  <a:lnTo>
                    <a:pt x="65" y="49380"/>
                  </a:lnTo>
                  <a:cubicBezTo>
                    <a:pt x="1" y="49445"/>
                    <a:pt x="1" y="49541"/>
                    <a:pt x="33" y="49606"/>
                  </a:cubicBezTo>
                  <a:cubicBezTo>
                    <a:pt x="65" y="49702"/>
                    <a:pt x="129" y="49734"/>
                    <a:pt x="193" y="49766"/>
                  </a:cubicBezTo>
                  <a:lnTo>
                    <a:pt x="3279" y="50923"/>
                  </a:lnTo>
                  <a:cubicBezTo>
                    <a:pt x="3305" y="50932"/>
                    <a:pt x="3333" y="50936"/>
                    <a:pt x="3362" y="50936"/>
                  </a:cubicBezTo>
                  <a:cubicBezTo>
                    <a:pt x="3440" y="50936"/>
                    <a:pt x="3522" y="50906"/>
                    <a:pt x="3569" y="50859"/>
                  </a:cubicBezTo>
                  <a:lnTo>
                    <a:pt x="20509" y="29676"/>
                  </a:lnTo>
                  <a:lnTo>
                    <a:pt x="20541" y="29547"/>
                  </a:lnTo>
                  <a:lnTo>
                    <a:pt x="24591" y="6082"/>
                  </a:lnTo>
                  <a:lnTo>
                    <a:pt x="25941" y="328"/>
                  </a:lnTo>
                  <a:cubicBezTo>
                    <a:pt x="25973" y="199"/>
                    <a:pt x="25877" y="39"/>
                    <a:pt x="25748" y="7"/>
                  </a:cubicBezTo>
                  <a:cubicBezTo>
                    <a:pt x="25727" y="2"/>
                    <a:pt x="25707" y="0"/>
                    <a:pt x="256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0" name="Google Shape;4410;p38"/>
            <p:cNvSpPr/>
            <p:nvPr/>
          </p:nvSpPr>
          <p:spPr>
            <a:xfrm>
              <a:off x="1848375" y="3941000"/>
              <a:ext cx="67525" cy="394925"/>
            </a:xfrm>
            <a:custGeom>
              <a:rect b="b" l="l" r="r" t="t"/>
              <a:pathLst>
                <a:path extrusionOk="0" h="15797" w="2701">
                  <a:moveTo>
                    <a:pt x="2490" y="1"/>
                  </a:moveTo>
                  <a:cubicBezTo>
                    <a:pt x="2387" y="1"/>
                    <a:pt x="2314" y="84"/>
                    <a:pt x="2314" y="168"/>
                  </a:cubicBezTo>
                  <a:lnTo>
                    <a:pt x="32" y="15565"/>
                  </a:lnTo>
                  <a:cubicBezTo>
                    <a:pt x="0" y="15661"/>
                    <a:pt x="97" y="15790"/>
                    <a:pt x="193" y="15790"/>
                  </a:cubicBezTo>
                  <a:cubicBezTo>
                    <a:pt x="206" y="15794"/>
                    <a:pt x="219" y="15796"/>
                    <a:pt x="233" y="15796"/>
                  </a:cubicBezTo>
                  <a:cubicBezTo>
                    <a:pt x="322" y="15796"/>
                    <a:pt x="418" y="15713"/>
                    <a:pt x="418" y="15629"/>
                  </a:cubicBezTo>
                  <a:lnTo>
                    <a:pt x="2700" y="232"/>
                  </a:lnTo>
                  <a:cubicBezTo>
                    <a:pt x="2700" y="135"/>
                    <a:pt x="2636" y="7"/>
                    <a:pt x="2539" y="7"/>
                  </a:cubicBezTo>
                  <a:cubicBezTo>
                    <a:pt x="2522" y="3"/>
                    <a:pt x="2506" y="1"/>
                    <a:pt x="24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1" name="Google Shape;4411;p38"/>
            <p:cNvSpPr/>
            <p:nvPr/>
          </p:nvSpPr>
          <p:spPr>
            <a:xfrm>
              <a:off x="1633800" y="3761650"/>
              <a:ext cx="54675" cy="233375"/>
            </a:xfrm>
            <a:custGeom>
              <a:rect b="b" l="l" r="r" t="t"/>
              <a:pathLst>
                <a:path extrusionOk="0" h="9335" w="2187">
                  <a:moveTo>
                    <a:pt x="238" y="1"/>
                  </a:moveTo>
                  <a:cubicBezTo>
                    <a:pt x="211" y="1"/>
                    <a:pt x="185" y="5"/>
                    <a:pt x="161" y="13"/>
                  </a:cubicBezTo>
                  <a:cubicBezTo>
                    <a:pt x="65" y="77"/>
                    <a:pt x="1" y="173"/>
                    <a:pt x="65" y="270"/>
                  </a:cubicBezTo>
                  <a:lnTo>
                    <a:pt x="1768" y="4095"/>
                  </a:lnTo>
                  <a:lnTo>
                    <a:pt x="1608" y="9110"/>
                  </a:lnTo>
                  <a:cubicBezTo>
                    <a:pt x="1608" y="9238"/>
                    <a:pt x="1704" y="9335"/>
                    <a:pt x="1801" y="9335"/>
                  </a:cubicBezTo>
                  <a:cubicBezTo>
                    <a:pt x="1929" y="9335"/>
                    <a:pt x="1993" y="9238"/>
                    <a:pt x="2026" y="9142"/>
                  </a:cubicBezTo>
                  <a:lnTo>
                    <a:pt x="2186" y="4063"/>
                  </a:lnTo>
                  <a:lnTo>
                    <a:pt x="2154" y="3966"/>
                  </a:lnTo>
                  <a:lnTo>
                    <a:pt x="418" y="109"/>
                  </a:lnTo>
                  <a:cubicBezTo>
                    <a:pt x="394" y="37"/>
                    <a:pt x="316" y="1"/>
                    <a:pt x="2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2" name="Google Shape;4412;p38"/>
            <p:cNvSpPr/>
            <p:nvPr/>
          </p:nvSpPr>
          <p:spPr>
            <a:xfrm>
              <a:off x="1827475" y="3665300"/>
              <a:ext cx="123775" cy="93475"/>
            </a:xfrm>
            <a:custGeom>
              <a:rect b="b" l="l" r="r" t="t"/>
              <a:pathLst>
                <a:path extrusionOk="0" h="3739" w="4951">
                  <a:moveTo>
                    <a:pt x="4757" y="1"/>
                  </a:moveTo>
                  <a:cubicBezTo>
                    <a:pt x="4660" y="1"/>
                    <a:pt x="4586" y="59"/>
                    <a:pt x="4533" y="138"/>
                  </a:cubicBezTo>
                  <a:lnTo>
                    <a:pt x="4533" y="170"/>
                  </a:lnTo>
                  <a:cubicBezTo>
                    <a:pt x="4468" y="331"/>
                    <a:pt x="4083" y="1134"/>
                    <a:pt x="3343" y="1874"/>
                  </a:cubicBezTo>
                  <a:cubicBezTo>
                    <a:pt x="2636" y="2645"/>
                    <a:pt x="1575" y="3320"/>
                    <a:pt x="193" y="3320"/>
                  </a:cubicBezTo>
                  <a:cubicBezTo>
                    <a:pt x="65" y="3320"/>
                    <a:pt x="0" y="3417"/>
                    <a:pt x="0" y="3545"/>
                  </a:cubicBezTo>
                  <a:cubicBezTo>
                    <a:pt x="0" y="3642"/>
                    <a:pt x="65" y="3738"/>
                    <a:pt x="193" y="3738"/>
                  </a:cubicBezTo>
                  <a:cubicBezTo>
                    <a:pt x="1833" y="3738"/>
                    <a:pt x="3022" y="2870"/>
                    <a:pt x="3793" y="2002"/>
                  </a:cubicBezTo>
                  <a:cubicBezTo>
                    <a:pt x="4565" y="1134"/>
                    <a:pt x="4918" y="299"/>
                    <a:pt x="4918" y="299"/>
                  </a:cubicBezTo>
                  <a:cubicBezTo>
                    <a:pt x="4951" y="170"/>
                    <a:pt x="4918" y="74"/>
                    <a:pt x="4822" y="9"/>
                  </a:cubicBezTo>
                  <a:cubicBezTo>
                    <a:pt x="4799" y="4"/>
                    <a:pt x="4777" y="1"/>
                    <a:pt x="475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3" name="Google Shape;4413;p38"/>
            <p:cNvSpPr/>
            <p:nvPr/>
          </p:nvSpPr>
          <p:spPr>
            <a:xfrm>
              <a:off x="1726225" y="3634675"/>
              <a:ext cx="181625" cy="758150"/>
            </a:xfrm>
            <a:custGeom>
              <a:rect b="b" l="l" r="r" t="t"/>
              <a:pathLst>
                <a:path extrusionOk="0" h="30326" w="7265">
                  <a:moveTo>
                    <a:pt x="7025" y="0"/>
                  </a:moveTo>
                  <a:cubicBezTo>
                    <a:pt x="6982" y="0"/>
                    <a:pt x="6940" y="16"/>
                    <a:pt x="6911" y="45"/>
                  </a:cubicBezTo>
                  <a:lnTo>
                    <a:pt x="5143" y="1620"/>
                  </a:lnTo>
                  <a:cubicBezTo>
                    <a:pt x="5111" y="1684"/>
                    <a:pt x="5079" y="1716"/>
                    <a:pt x="5079" y="1781"/>
                  </a:cubicBezTo>
                  <a:lnTo>
                    <a:pt x="5079" y="2938"/>
                  </a:lnTo>
                  <a:lnTo>
                    <a:pt x="2893" y="2456"/>
                  </a:lnTo>
                  <a:cubicBezTo>
                    <a:pt x="2797" y="2456"/>
                    <a:pt x="2732" y="2456"/>
                    <a:pt x="2700" y="2520"/>
                  </a:cubicBezTo>
                  <a:cubicBezTo>
                    <a:pt x="2636" y="2584"/>
                    <a:pt x="2636" y="2649"/>
                    <a:pt x="2636" y="2713"/>
                  </a:cubicBezTo>
                  <a:lnTo>
                    <a:pt x="3857" y="6185"/>
                  </a:lnTo>
                  <a:lnTo>
                    <a:pt x="0" y="30100"/>
                  </a:lnTo>
                  <a:cubicBezTo>
                    <a:pt x="0" y="30196"/>
                    <a:pt x="64" y="30293"/>
                    <a:pt x="193" y="30325"/>
                  </a:cubicBezTo>
                  <a:cubicBezTo>
                    <a:pt x="289" y="30325"/>
                    <a:pt x="386" y="30261"/>
                    <a:pt x="418" y="30164"/>
                  </a:cubicBezTo>
                  <a:lnTo>
                    <a:pt x="4243" y="6185"/>
                  </a:lnTo>
                  <a:lnTo>
                    <a:pt x="4243" y="6088"/>
                  </a:lnTo>
                  <a:lnTo>
                    <a:pt x="3150" y="2938"/>
                  </a:lnTo>
                  <a:lnTo>
                    <a:pt x="5240" y="3388"/>
                  </a:lnTo>
                  <a:cubicBezTo>
                    <a:pt x="5304" y="3388"/>
                    <a:pt x="5368" y="3388"/>
                    <a:pt x="5400" y="3324"/>
                  </a:cubicBezTo>
                  <a:cubicBezTo>
                    <a:pt x="5465" y="3292"/>
                    <a:pt x="5497" y="3259"/>
                    <a:pt x="5497" y="3195"/>
                  </a:cubicBezTo>
                  <a:lnTo>
                    <a:pt x="5497" y="1877"/>
                  </a:lnTo>
                  <a:lnTo>
                    <a:pt x="7168" y="366"/>
                  </a:lnTo>
                  <a:cubicBezTo>
                    <a:pt x="7265" y="270"/>
                    <a:pt x="7265" y="141"/>
                    <a:pt x="7168" y="77"/>
                  </a:cubicBezTo>
                  <a:cubicBezTo>
                    <a:pt x="7133" y="24"/>
                    <a:pt x="7078" y="0"/>
                    <a:pt x="702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4" name="Google Shape;4414;p38"/>
            <p:cNvSpPr/>
            <p:nvPr/>
          </p:nvSpPr>
          <p:spPr>
            <a:xfrm>
              <a:off x="1690850" y="4417675"/>
              <a:ext cx="32975" cy="40550"/>
            </a:xfrm>
            <a:custGeom>
              <a:rect b="b" l="l" r="r" t="t"/>
              <a:pathLst>
                <a:path extrusionOk="0" h="1622" w="1319">
                  <a:moveTo>
                    <a:pt x="1112" y="0"/>
                  </a:moveTo>
                  <a:cubicBezTo>
                    <a:pt x="1043" y="0"/>
                    <a:pt x="974" y="36"/>
                    <a:pt x="933" y="98"/>
                  </a:cubicBezTo>
                  <a:lnTo>
                    <a:pt x="65" y="1319"/>
                  </a:lnTo>
                  <a:cubicBezTo>
                    <a:pt x="1" y="1384"/>
                    <a:pt x="33" y="1512"/>
                    <a:pt x="97" y="1577"/>
                  </a:cubicBezTo>
                  <a:cubicBezTo>
                    <a:pt x="141" y="1606"/>
                    <a:pt x="190" y="1621"/>
                    <a:pt x="238" y="1621"/>
                  </a:cubicBezTo>
                  <a:cubicBezTo>
                    <a:pt x="296" y="1621"/>
                    <a:pt x="351" y="1598"/>
                    <a:pt x="387" y="1544"/>
                  </a:cubicBezTo>
                  <a:lnTo>
                    <a:pt x="1254" y="323"/>
                  </a:lnTo>
                  <a:cubicBezTo>
                    <a:pt x="1319" y="227"/>
                    <a:pt x="1319" y="98"/>
                    <a:pt x="1222" y="34"/>
                  </a:cubicBezTo>
                  <a:cubicBezTo>
                    <a:pt x="1188" y="11"/>
                    <a:pt x="1150" y="0"/>
                    <a:pt x="111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8" name="Shape 4418"/>
        <p:cNvGrpSpPr/>
        <p:nvPr/>
      </p:nvGrpSpPr>
      <p:grpSpPr>
        <a:xfrm>
          <a:off x="0" y="0"/>
          <a:ext cx="0" cy="0"/>
          <a:chOff x="0" y="0"/>
          <a:chExt cx="0" cy="0"/>
        </a:xfrm>
      </p:grpSpPr>
      <p:sp>
        <p:nvSpPr>
          <p:cNvPr id="4419" name="Google Shape;4419;g2d6744795db_4_3073"/>
          <p:cNvSpPr txBox="1"/>
          <p:nvPr>
            <p:ph type="title"/>
          </p:nvPr>
        </p:nvSpPr>
        <p:spPr>
          <a:xfrm>
            <a:off x="2242500" y="2672625"/>
            <a:ext cx="4426200" cy="80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4700"/>
              <a:t>Live Demo</a:t>
            </a:r>
            <a:endParaRPr/>
          </a:p>
        </p:txBody>
      </p:sp>
      <p:sp>
        <p:nvSpPr>
          <p:cNvPr id="4420" name="Google Shape;4420;g2d6744795db_4_3073"/>
          <p:cNvSpPr txBox="1"/>
          <p:nvPr>
            <p:ph idx="2" type="title"/>
          </p:nvPr>
        </p:nvSpPr>
        <p:spPr>
          <a:xfrm>
            <a:off x="2971800" y="947963"/>
            <a:ext cx="2967600" cy="10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t>08</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4" name="Shape 4424"/>
        <p:cNvGrpSpPr/>
        <p:nvPr/>
      </p:nvGrpSpPr>
      <p:grpSpPr>
        <a:xfrm>
          <a:off x="0" y="0"/>
          <a:ext cx="0" cy="0"/>
          <a:chOff x="0" y="0"/>
          <a:chExt cx="0" cy="0"/>
        </a:xfrm>
      </p:grpSpPr>
      <p:sp>
        <p:nvSpPr>
          <p:cNvPr id="4425" name="Google Shape;4425;g2d6744795db_4_3094"/>
          <p:cNvSpPr txBox="1"/>
          <p:nvPr>
            <p:ph type="title"/>
          </p:nvPr>
        </p:nvSpPr>
        <p:spPr>
          <a:xfrm>
            <a:off x="1783047" y="150303"/>
            <a:ext cx="5577900" cy="59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Language Diversity MAp</a:t>
            </a:r>
            <a:endParaRPr/>
          </a:p>
          <a:p>
            <a:pPr indent="0" lvl="0" marL="0" rtl="0" algn="l">
              <a:lnSpc>
                <a:spcPct val="100000"/>
              </a:lnSpc>
              <a:spcBef>
                <a:spcPts val="0"/>
              </a:spcBef>
              <a:spcAft>
                <a:spcPts val="0"/>
              </a:spcAft>
              <a:buSzPts val="2800"/>
              <a:buNone/>
            </a:pPr>
            <a:r>
              <a:t/>
            </a:r>
            <a:endParaRPr/>
          </a:p>
        </p:txBody>
      </p:sp>
      <p:pic>
        <p:nvPicPr>
          <p:cNvPr id="4426" name="Google Shape;4426;g2d6744795db_4_3094" title="Language Diversity_Map _ MDVP.mp4">
            <a:hlinkClick r:id="rId3"/>
          </p:cNvPr>
          <p:cNvPicPr preferRelativeResize="0"/>
          <p:nvPr/>
        </p:nvPicPr>
        <p:blipFill>
          <a:blip r:embed="rId4">
            <a:alphaModFix/>
          </a:blip>
          <a:stretch>
            <a:fillRect/>
          </a:stretch>
        </p:blipFill>
        <p:spPr>
          <a:xfrm>
            <a:off x="718738" y="897003"/>
            <a:ext cx="7706534" cy="40940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6"/>
                                        </p:tgtEl>
                                        <p:attrNameLst>
                                          <p:attrName>style.visibility</p:attrName>
                                        </p:attrNameLst>
                                      </p:cBhvr>
                                      <p:to>
                                        <p:strVal val="visible"/>
                                      </p:to>
                                    </p:set>
                                    <p:animEffect filter="fade" transition="in">
                                      <p:cBhvr>
                                        <p:cTn dur="1000"/>
                                        <p:tgtEl>
                                          <p:spTgt spid="4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0" name="Shape 4430"/>
        <p:cNvGrpSpPr/>
        <p:nvPr/>
      </p:nvGrpSpPr>
      <p:grpSpPr>
        <a:xfrm>
          <a:off x="0" y="0"/>
          <a:ext cx="0" cy="0"/>
          <a:chOff x="0" y="0"/>
          <a:chExt cx="0" cy="0"/>
        </a:xfrm>
      </p:grpSpPr>
      <p:sp>
        <p:nvSpPr>
          <p:cNvPr id="4431" name="Google Shape;4431;g2d6744795db_4_3100"/>
          <p:cNvSpPr txBox="1"/>
          <p:nvPr>
            <p:ph type="title"/>
          </p:nvPr>
        </p:nvSpPr>
        <p:spPr>
          <a:xfrm>
            <a:off x="1783047" y="150303"/>
            <a:ext cx="5577900" cy="59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Movie Genre Distribution</a:t>
            </a:r>
            <a:endParaRPr/>
          </a:p>
        </p:txBody>
      </p:sp>
      <p:pic>
        <p:nvPicPr>
          <p:cNvPr id="4432" name="Google Shape;4432;g2d6744795db_4_3100"/>
          <p:cNvPicPr preferRelativeResize="0"/>
          <p:nvPr/>
        </p:nvPicPr>
        <p:blipFill>
          <a:blip r:embed="rId3">
            <a:alphaModFix/>
          </a:blip>
          <a:stretch>
            <a:fillRect/>
          </a:stretch>
        </p:blipFill>
        <p:spPr>
          <a:xfrm>
            <a:off x="668175" y="744599"/>
            <a:ext cx="8002000" cy="42544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6" name="Shape 4436"/>
        <p:cNvGrpSpPr/>
        <p:nvPr/>
      </p:nvGrpSpPr>
      <p:grpSpPr>
        <a:xfrm>
          <a:off x="0" y="0"/>
          <a:ext cx="0" cy="0"/>
          <a:chOff x="0" y="0"/>
          <a:chExt cx="0" cy="0"/>
        </a:xfrm>
      </p:grpSpPr>
      <p:sp>
        <p:nvSpPr>
          <p:cNvPr id="4437" name="Google Shape;4437;g2d6744795db_4_3105"/>
          <p:cNvSpPr txBox="1"/>
          <p:nvPr>
            <p:ph type="title"/>
          </p:nvPr>
        </p:nvSpPr>
        <p:spPr>
          <a:xfrm>
            <a:off x="1783047" y="150303"/>
            <a:ext cx="5577900" cy="59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Language Diversity Bar Chart</a:t>
            </a:r>
            <a:endParaRPr/>
          </a:p>
        </p:txBody>
      </p:sp>
      <p:pic>
        <p:nvPicPr>
          <p:cNvPr id="4438" name="Google Shape;4438;g2d6744795db_4_3105" title="Language Diversity_Bar _ MDVP.mp4">
            <a:hlinkClick r:id="rId3"/>
          </p:cNvPr>
          <p:cNvPicPr preferRelativeResize="0"/>
          <p:nvPr/>
        </p:nvPicPr>
        <p:blipFill>
          <a:blip r:embed="rId4">
            <a:alphaModFix/>
          </a:blip>
          <a:stretch>
            <a:fillRect/>
          </a:stretch>
        </p:blipFill>
        <p:spPr>
          <a:xfrm>
            <a:off x="718725" y="912303"/>
            <a:ext cx="7706534" cy="40940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8"/>
                                        </p:tgtEl>
                                        <p:attrNameLst>
                                          <p:attrName>style.visibility</p:attrName>
                                        </p:attrNameLst>
                                      </p:cBhvr>
                                      <p:to>
                                        <p:strVal val="visible"/>
                                      </p:to>
                                    </p:set>
                                    <p:animEffect filter="fade" transition="in">
                                      <p:cBhvr>
                                        <p:cTn dur="1000"/>
                                        <p:tgtEl>
                                          <p:spTgt spid="4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2" name="Shape 4442"/>
        <p:cNvGrpSpPr/>
        <p:nvPr/>
      </p:nvGrpSpPr>
      <p:grpSpPr>
        <a:xfrm>
          <a:off x="0" y="0"/>
          <a:ext cx="0" cy="0"/>
          <a:chOff x="0" y="0"/>
          <a:chExt cx="0" cy="0"/>
        </a:xfrm>
      </p:grpSpPr>
      <p:sp>
        <p:nvSpPr>
          <p:cNvPr id="4443" name="Google Shape;4443;g2d6744795db_4_3110"/>
          <p:cNvSpPr txBox="1"/>
          <p:nvPr>
            <p:ph type="title"/>
          </p:nvPr>
        </p:nvSpPr>
        <p:spPr>
          <a:xfrm>
            <a:off x="1783047" y="150303"/>
            <a:ext cx="5577900" cy="59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Movie Runtime Distribution</a:t>
            </a:r>
            <a:endParaRPr/>
          </a:p>
        </p:txBody>
      </p:sp>
      <p:pic>
        <p:nvPicPr>
          <p:cNvPr id="4444" name="Google Shape;4444;g2d6744795db_4_3110" title="Movie Runtimes _ MDVP and 10 more pages - Profile 1 - Microsoft​ Edge 2024-12-05 11-03-36.mp4">
            <a:hlinkClick r:id="rId3"/>
          </p:cNvPr>
          <p:cNvPicPr preferRelativeResize="0"/>
          <p:nvPr/>
        </p:nvPicPr>
        <p:blipFill>
          <a:blip r:embed="rId4">
            <a:alphaModFix/>
          </a:blip>
          <a:stretch>
            <a:fillRect/>
          </a:stretch>
        </p:blipFill>
        <p:spPr>
          <a:xfrm>
            <a:off x="762000" y="897003"/>
            <a:ext cx="7706534" cy="40940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4"/>
                                        </p:tgtEl>
                                        <p:attrNameLst>
                                          <p:attrName>style.visibility</p:attrName>
                                        </p:attrNameLst>
                                      </p:cBhvr>
                                      <p:to>
                                        <p:strVal val="visible"/>
                                      </p:to>
                                    </p:set>
                                    <p:animEffect filter="fade" transition="in">
                                      <p:cBhvr>
                                        <p:cTn dur="1000"/>
                                        <p:tgtEl>
                                          <p:spTgt spid="4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8" name="Shape 4448"/>
        <p:cNvGrpSpPr/>
        <p:nvPr/>
      </p:nvGrpSpPr>
      <p:grpSpPr>
        <a:xfrm>
          <a:off x="0" y="0"/>
          <a:ext cx="0" cy="0"/>
          <a:chOff x="0" y="0"/>
          <a:chExt cx="0" cy="0"/>
        </a:xfrm>
      </p:grpSpPr>
      <p:sp>
        <p:nvSpPr>
          <p:cNvPr id="4449" name="Google Shape;4449;p39"/>
          <p:cNvSpPr txBox="1"/>
          <p:nvPr>
            <p:ph type="title"/>
          </p:nvPr>
        </p:nvSpPr>
        <p:spPr>
          <a:xfrm>
            <a:off x="2105425" y="384048"/>
            <a:ext cx="4937700" cy="1079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7200"/>
              <a:t>Thanks!</a:t>
            </a:r>
            <a:endParaRPr sz="7200"/>
          </a:p>
        </p:txBody>
      </p:sp>
      <p:sp>
        <p:nvSpPr>
          <p:cNvPr id="4450" name="Google Shape;4450;p39"/>
          <p:cNvSpPr txBox="1"/>
          <p:nvPr>
            <p:ph idx="1" type="subTitle"/>
          </p:nvPr>
        </p:nvSpPr>
        <p:spPr>
          <a:xfrm>
            <a:off x="3024325" y="2060976"/>
            <a:ext cx="3099900" cy="757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2000">
                <a:solidFill>
                  <a:schemeClr val="accent1"/>
                </a:solidFill>
                <a:latin typeface="Barlow Semi Condensed"/>
                <a:ea typeface="Barlow Semi Condensed"/>
                <a:cs typeface="Barlow Semi Condensed"/>
                <a:sym typeface="Barlow Semi Condensed"/>
              </a:rPr>
              <a:t>Do you have any questions?</a:t>
            </a:r>
            <a:endParaRPr sz="2000">
              <a:solidFill>
                <a:schemeClr val="accent1"/>
              </a:solidFill>
              <a:latin typeface="Barlow Semi Condensed"/>
              <a:ea typeface="Barlow Semi Condensed"/>
              <a:cs typeface="Barlow Semi Condensed"/>
              <a:sym typeface="Barlow Semi Condensed"/>
            </a:endParaRPr>
          </a:p>
          <a:p>
            <a:pPr indent="0" lvl="0" marL="0" rtl="0" algn="ctr">
              <a:lnSpc>
                <a:spcPct val="100000"/>
              </a:lnSpc>
              <a:spcBef>
                <a:spcPts val="0"/>
              </a:spcBef>
              <a:spcAft>
                <a:spcPts val="0"/>
              </a:spcAft>
              <a:buClr>
                <a:schemeClr val="dk1"/>
              </a:buClr>
              <a:buSzPts val="1100"/>
              <a:buFont typeface="Arial"/>
              <a:buNone/>
            </a:pPr>
            <a:r>
              <a:t/>
            </a:r>
            <a:endParaRPr>
              <a:solidFill>
                <a:srgbClr val="595959"/>
              </a:solidFill>
              <a:latin typeface="Barlow Semi Condensed"/>
              <a:ea typeface="Barlow Semi Condensed"/>
              <a:cs typeface="Barlow Semi Condensed"/>
              <a:sym typeface="Barlow Semi Condensed"/>
            </a:endParaRPr>
          </a:p>
          <a:p>
            <a:pPr indent="0" lvl="0" marL="0" rtl="0" algn="ctr">
              <a:lnSpc>
                <a:spcPct val="100000"/>
              </a:lnSpc>
              <a:spcBef>
                <a:spcPts val="0"/>
              </a:spcBef>
              <a:spcAft>
                <a:spcPts val="0"/>
              </a:spcAft>
              <a:buClr>
                <a:schemeClr val="dk1"/>
              </a:buClr>
              <a:buSzPts val="1100"/>
              <a:buFont typeface="Arial"/>
              <a:buNone/>
            </a:pPr>
            <a:r>
              <a:t/>
            </a:r>
            <a:endParaRPr>
              <a:solidFill>
                <a:schemeClr val="dk2"/>
              </a:solidFill>
              <a:latin typeface="Barlow Semi Condensed Light"/>
              <a:ea typeface="Barlow Semi Condensed Light"/>
              <a:cs typeface="Barlow Semi Condensed Light"/>
              <a:sym typeface="Barlow Semi Condensed Light"/>
            </a:endParaRPr>
          </a:p>
        </p:txBody>
      </p:sp>
      <p:sp>
        <p:nvSpPr>
          <p:cNvPr id="4451" name="Google Shape;4451;p39"/>
          <p:cNvSpPr txBox="1"/>
          <p:nvPr>
            <p:ph idx="1" type="subTitle"/>
          </p:nvPr>
        </p:nvSpPr>
        <p:spPr>
          <a:xfrm>
            <a:off x="2673650" y="4233275"/>
            <a:ext cx="3793200" cy="33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Barlow Semi Condensed"/>
                <a:ea typeface="Barlow Semi Condensed"/>
                <a:cs typeface="Barlow Semi Condensed"/>
                <a:sym typeface="Barlow Semi Condensed"/>
              </a:rPr>
              <a:t>Please keep this slide for attribution</a:t>
            </a:r>
            <a:endParaRPr b="0" i="0" sz="1100" u="none" cap="none" strike="noStrike">
              <a:solidFill>
                <a:srgbClr val="000000"/>
              </a:solidFill>
              <a:latin typeface="Barlow Semi Condensed"/>
              <a:ea typeface="Barlow Semi Condensed"/>
              <a:cs typeface="Barlow Semi Condensed"/>
              <a:sym typeface="Barlow Semi Condensed"/>
            </a:endParaRPr>
          </a:p>
        </p:txBody>
      </p:sp>
    </p:spTree>
  </p:cSld>
  <p:clrMapOvr>
    <a:masterClrMapping/>
  </p:clrMapOvr>
</p:sld>
</file>

<file path=ppt/theme/theme1.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FF806D"/>
      </a:accent1>
      <a:accent2>
        <a:srgbClr val="FB9E90"/>
      </a:accent2>
      <a:accent3>
        <a:srgbClr val="FFD6CF"/>
      </a:accent3>
      <a:accent4>
        <a:srgbClr val="BEBEBE"/>
      </a:accent4>
      <a:accent5>
        <a:srgbClr val="D95B47"/>
      </a:accent5>
      <a:accent6>
        <a:srgbClr val="9E9E9E"/>
      </a:accent6>
      <a:hlink>
        <a:srgbClr val="FF806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FF806D"/>
      </a:accent1>
      <a:accent2>
        <a:srgbClr val="FB9E90"/>
      </a:accent2>
      <a:accent3>
        <a:srgbClr val="FFD6CF"/>
      </a:accent3>
      <a:accent4>
        <a:srgbClr val="BEBEBE"/>
      </a:accent4>
      <a:accent5>
        <a:srgbClr val="D95B47"/>
      </a:accent5>
      <a:accent6>
        <a:srgbClr val="9E9E9E"/>
      </a:accent6>
      <a:hlink>
        <a:srgbClr val="FF806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Xiaojuan Li</dc:creator>
</cp:coreProperties>
</file>